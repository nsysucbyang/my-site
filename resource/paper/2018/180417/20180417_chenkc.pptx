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26"/>
  </p:notesMasterIdLst>
  <p:sldIdLst>
    <p:sldId id="256" r:id="rId2"/>
    <p:sldId id="257" r:id="rId3"/>
    <p:sldId id="268" r:id="rId4"/>
    <p:sldId id="278" r:id="rId5"/>
    <p:sldId id="269" r:id="rId6"/>
    <p:sldId id="270" r:id="rId7"/>
    <p:sldId id="277" r:id="rId8"/>
    <p:sldId id="271" r:id="rId9"/>
    <p:sldId id="272" r:id="rId10"/>
    <p:sldId id="274" r:id="rId11"/>
    <p:sldId id="273" r:id="rId12"/>
    <p:sldId id="275" r:id="rId13"/>
    <p:sldId id="288" r:id="rId14"/>
    <p:sldId id="279" r:id="rId15"/>
    <p:sldId id="289" r:id="rId16"/>
    <p:sldId id="284" r:id="rId17"/>
    <p:sldId id="286" r:id="rId18"/>
    <p:sldId id="281" r:id="rId19"/>
    <p:sldId id="285" r:id="rId20"/>
    <p:sldId id="287" r:id="rId21"/>
    <p:sldId id="267" r:id="rId22"/>
    <p:sldId id="280" r:id="rId23"/>
    <p:sldId id="282" r:id="rId24"/>
    <p:sldId id="283" r:id="rId2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預設章節" id="{B5FBEBF5-6C27-43DA-9D2C-B1537964028B}">
          <p14:sldIdLst>
            <p14:sldId id="256"/>
            <p14:sldId id="257"/>
            <p14:sldId id="268"/>
            <p14:sldId id="278"/>
            <p14:sldId id="269"/>
            <p14:sldId id="270"/>
            <p14:sldId id="277"/>
            <p14:sldId id="271"/>
            <p14:sldId id="272"/>
            <p14:sldId id="274"/>
            <p14:sldId id="273"/>
            <p14:sldId id="275"/>
            <p14:sldId id="288"/>
            <p14:sldId id="279"/>
            <p14:sldId id="289"/>
            <p14:sldId id="284"/>
            <p14:sldId id="286"/>
            <p14:sldId id="281"/>
            <p14:sldId id="285"/>
          </p14:sldIdLst>
        </p14:section>
        <p14:section name="test" id="{5A0672B8-76E0-491A-93E0-1923641389C1}">
          <p14:sldIdLst>
            <p14:sldId id="287"/>
            <p14:sldId id="267"/>
            <p14:sldId id="280"/>
            <p14:sldId id="282"/>
            <p14:sldId id="283"/>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無樣式、表格格線">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81733" autoAdjust="0"/>
  </p:normalViewPr>
  <p:slideViewPr>
    <p:cSldViewPr snapToGrid="0">
      <p:cViewPr varScale="1">
        <p:scale>
          <a:sx n="70" d="100"/>
          <a:sy n="70" d="100"/>
        </p:scale>
        <p:origin x="138" y="54"/>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5EB1F98-CDCA-4E1F-B89C-7712647B005A}" type="datetimeFigureOut">
              <a:rPr lang="zh-TW" altLang="en-US" smtClean="0"/>
              <a:t>2018/4/17</a:t>
            </a:fld>
            <a:endParaRPr lang="zh-TW" altLang="en-US"/>
          </a:p>
        </p:txBody>
      </p:sp>
      <p:sp>
        <p:nvSpPr>
          <p:cNvPr id="4" name="投影片影像版面配置區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7E0A4FA-366C-40B7-9E40-EFBC7A72D852}" type="slidenum">
              <a:rPr lang="zh-TW" altLang="en-US" smtClean="0"/>
              <a:t>‹#›</a:t>
            </a:fld>
            <a:endParaRPr lang="zh-TW" altLang="en-US"/>
          </a:p>
        </p:txBody>
      </p:sp>
    </p:spTree>
    <p:extLst>
      <p:ext uri="{BB962C8B-B14F-4D97-AF65-F5344CB8AC3E}">
        <p14:creationId xmlns:p14="http://schemas.microsoft.com/office/powerpoint/2010/main" val="6806619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8" Type="http://schemas.openxmlformats.org/officeDocument/2006/relationships/hyperlink" Target="https://zh.wikipedia.org/wiki/%E9%A0%90%E5%8D%B0%E6%9C%AC" TargetMode="External"/><Relationship Id="rId3" Type="http://schemas.openxmlformats.org/officeDocument/2006/relationships/hyperlink" Target="https://zh.wikipedia.org/wiki/%E7%89%A9%E7%90%86%E5%AD%B8" TargetMode="External"/><Relationship Id="rId7" Type="http://schemas.openxmlformats.org/officeDocument/2006/relationships/hyperlink" Target="https://zh.wikipedia.org/wiki/%E8%AB%96%E6%96%87" TargetMode="External"/><Relationship Id="rId2" Type="http://schemas.openxmlformats.org/officeDocument/2006/relationships/slide" Target="../slides/slide1.xml"/><Relationship Id="rId1" Type="http://schemas.openxmlformats.org/officeDocument/2006/relationships/notesMaster" Target="../notesMasters/notesMaster1.xml"/><Relationship Id="rId6" Type="http://schemas.openxmlformats.org/officeDocument/2006/relationships/hyperlink" Target="https://zh.wikipedia.org/wiki/%E7%94%9F%E7%89%A9%E5%AD%B8" TargetMode="External"/><Relationship Id="rId5" Type="http://schemas.openxmlformats.org/officeDocument/2006/relationships/hyperlink" Target="https://zh.wikipedia.org/wiki/%E8%A8%88%E7%AE%97%E6%A9%9F%E7%A7%91%E5%AD%B8" TargetMode="External"/><Relationship Id="rId4" Type="http://schemas.openxmlformats.org/officeDocument/2006/relationships/hyperlink" Target="https://zh.wikipedia.org/wiki/%E6%95%B8%E5%AD%B8" TargetMode="Externa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r>
              <a:rPr lang="en-US" altLang="zh-TW" sz="1400" kern="1200" dirty="0">
                <a:solidFill>
                  <a:schemeClr val="tx1"/>
                </a:solidFill>
                <a:latin typeface="Times New Roman" panose="02020603050405020304" pitchFamily="18" charset="0"/>
                <a:ea typeface="+mn-ea"/>
                <a:cs typeface="Times New Roman" panose="02020603050405020304" pitchFamily="18" charset="0"/>
              </a:rPr>
              <a:t>Masashi Kiyomi</a:t>
            </a:r>
          </a:p>
          <a:p>
            <a:r>
              <a:rPr lang="en-US" altLang="zh-TW" sz="1400" kern="1200" dirty="0" err="1">
                <a:solidFill>
                  <a:schemeClr val="tx1"/>
                </a:solidFill>
                <a:latin typeface="Times New Roman" panose="02020603050405020304" pitchFamily="18" charset="0"/>
                <a:ea typeface="+mn-ea"/>
                <a:cs typeface="Times New Roman" panose="02020603050405020304" pitchFamily="18" charset="0"/>
              </a:rPr>
              <a:t>Hirotaka</a:t>
            </a:r>
            <a:r>
              <a:rPr lang="en-US" altLang="zh-TW" sz="1400" kern="1200" dirty="0">
                <a:solidFill>
                  <a:schemeClr val="tx1"/>
                </a:solidFill>
                <a:latin typeface="Times New Roman" panose="02020603050405020304" pitchFamily="18" charset="0"/>
                <a:ea typeface="+mn-ea"/>
                <a:cs typeface="Times New Roman" panose="02020603050405020304" pitchFamily="18" charset="0"/>
              </a:rPr>
              <a:t> Ono</a:t>
            </a:r>
          </a:p>
          <a:p>
            <a:r>
              <a:rPr lang="en-US" altLang="zh-TW" sz="1400" kern="1200" dirty="0" err="1">
                <a:solidFill>
                  <a:schemeClr val="tx1"/>
                </a:solidFill>
                <a:latin typeface="Times New Roman" panose="02020603050405020304" pitchFamily="18" charset="0"/>
                <a:ea typeface="+mn-ea"/>
                <a:cs typeface="Times New Roman" panose="02020603050405020304" pitchFamily="18" charset="0"/>
              </a:rPr>
              <a:t>Yota</a:t>
            </a:r>
            <a:r>
              <a:rPr lang="en-US" altLang="zh-TW" sz="1400" kern="1200" dirty="0">
                <a:solidFill>
                  <a:schemeClr val="tx1"/>
                </a:solidFill>
                <a:latin typeface="Times New Roman" panose="02020603050405020304" pitchFamily="18" charset="0"/>
                <a:ea typeface="+mn-ea"/>
                <a:cs typeface="Times New Roman" panose="02020603050405020304" pitchFamily="18" charset="0"/>
              </a:rPr>
              <a:t> </a:t>
            </a:r>
            <a:r>
              <a:rPr lang="en-US" altLang="zh-TW" sz="1400" kern="1200" dirty="0" err="1">
                <a:solidFill>
                  <a:schemeClr val="tx1"/>
                </a:solidFill>
                <a:latin typeface="Times New Roman" panose="02020603050405020304" pitchFamily="18" charset="0"/>
                <a:ea typeface="+mn-ea"/>
                <a:cs typeface="Times New Roman" panose="02020603050405020304" pitchFamily="18" charset="0"/>
              </a:rPr>
              <a:t>Otachi</a:t>
            </a:r>
            <a:endParaRPr lang="en-US" altLang="zh-TW" sz="1400" kern="1200" dirty="0">
              <a:solidFill>
                <a:schemeClr val="tx1"/>
              </a:solidFill>
              <a:latin typeface="Times New Roman" panose="02020603050405020304" pitchFamily="18" charset="0"/>
              <a:ea typeface="+mn-ea"/>
              <a:cs typeface="Times New Roman" panose="02020603050405020304" pitchFamily="18" charset="0"/>
            </a:endParaRPr>
          </a:p>
          <a:p>
            <a:r>
              <a:rPr lang="en-US" altLang="zh-TW" sz="1400" kern="1200" dirty="0">
                <a:solidFill>
                  <a:schemeClr val="tx1"/>
                </a:solidFill>
                <a:latin typeface="Times New Roman" panose="02020603050405020304" pitchFamily="18" charset="0"/>
                <a:ea typeface="+mn-ea"/>
                <a:cs typeface="Times New Roman" panose="02020603050405020304" pitchFamily="18" charset="0"/>
              </a:rPr>
              <a:t>Pascal Schweitzer</a:t>
            </a:r>
          </a:p>
          <a:p>
            <a:r>
              <a:rPr lang="en-US" altLang="zh-TW" sz="1400" kern="1200" dirty="0">
                <a:solidFill>
                  <a:schemeClr val="tx1"/>
                </a:solidFill>
                <a:latin typeface="Times New Roman" panose="02020603050405020304" pitchFamily="18" charset="0"/>
                <a:ea typeface="+mn-ea"/>
                <a:cs typeface="Times New Roman" panose="02020603050405020304" pitchFamily="18" charset="0"/>
              </a:rPr>
              <a:t>Jun </a:t>
            </a:r>
            <a:r>
              <a:rPr lang="en-US" altLang="zh-TW" sz="1400" kern="1200" dirty="0" err="1">
                <a:solidFill>
                  <a:schemeClr val="tx1"/>
                </a:solidFill>
                <a:latin typeface="Times New Roman" panose="02020603050405020304" pitchFamily="18" charset="0"/>
                <a:ea typeface="+mn-ea"/>
                <a:cs typeface="Times New Roman" panose="02020603050405020304" pitchFamily="18" charset="0"/>
              </a:rPr>
              <a:t>Tarui</a:t>
            </a:r>
            <a:endParaRPr lang="zh-TW" altLang="en-US" sz="1400" kern="1200" dirty="0">
              <a:solidFill>
                <a:schemeClr val="tx1"/>
              </a:solidFill>
              <a:latin typeface="Times New Roman" panose="02020603050405020304" pitchFamily="18" charset="0"/>
              <a:ea typeface="+mn-ea"/>
              <a:cs typeface="Times New Roman" panose="02020603050405020304" pitchFamily="18" charset="0"/>
            </a:endParaRPr>
          </a:p>
          <a:p>
            <a:endParaRPr lang="en-US" altLang="zh-TW" sz="1200" b="0" i="0" kern="1200" dirty="0">
              <a:solidFill>
                <a:schemeClr val="tx1"/>
              </a:solidFill>
              <a:effectLst/>
              <a:latin typeface="+mn-lt"/>
              <a:ea typeface="+mn-ea"/>
              <a:cs typeface="+mn-cs"/>
            </a:endParaRPr>
          </a:p>
          <a:p>
            <a:r>
              <a:rPr lang="en-US" altLang="zh-TW" sz="1200" b="0" i="0" kern="1200" dirty="0" err="1">
                <a:solidFill>
                  <a:schemeClr val="tx1"/>
                </a:solidFill>
                <a:effectLst/>
                <a:latin typeface="+mn-lt"/>
                <a:ea typeface="+mn-ea"/>
                <a:cs typeface="+mn-cs"/>
              </a:rPr>
              <a:t>arxiv</a:t>
            </a:r>
            <a:r>
              <a:rPr lang="en-US" altLang="zh-TW" sz="1200" b="0" i="0" kern="1200" dirty="0">
                <a:solidFill>
                  <a:schemeClr val="tx1"/>
                </a:solidFill>
                <a:effectLst/>
                <a:latin typeface="+mn-lt"/>
                <a:ea typeface="+mn-ea"/>
                <a:cs typeface="+mn-cs"/>
              </a:rPr>
              <a:t>  by </a:t>
            </a:r>
            <a:r>
              <a:rPr lang="en-US" altLang="zh-TW" sz="1200" b="1" i="0" kern="1200" dirty="0">
                <a:solidFill>
                  <a:schemeClr val="tx1"/>
                </a:solidFill>
                <a:effectLst/>
                <a:latin typeface="+mn-lt"/>
                <a:ea typeface="+mn-ea"/>
                <a:cs typeface="+mn-cs"/>
              </a:rPr>
              <a:t>Paul Henry </a:t>
            </a:r>
            <a:r>
              <a:rPr lang="en-US" altLang="zh-TW" sz="1200" b="1" i="0" kern="1200" dirty="0" err="1">
                <a:solidFill>
                  <a:schemeClr val="tx1"/>
                </a:solidFill>
                <a:effectLst/>
                <a:latin typeface="+mn-lt"/>
                <a:ea typeface="+mn-ea"/>
                <a:cs typeface="+mn-cs"/>
              </a:rPr>
              <a:t>Ginsparg</a:t>
            </a:r>
            <a:r>
              <a:rPr lang="en-US" altLang="zh-TW" sz="1200" b="1" i="0" kern="1200" dirty="0">
                <a:solidFill>
                  <a:schemeClr val="tx1"/>
                </a:solidFill>
                <a:effectLst/>
                <a:latin typeface="+mn-lt"/>
                <a:ea typeface="+mn-ea"/>
                <a:cs typeface="+mn-cs"/>
              </a:rPr>
              <a:t>(</a:t>
            </a:r>
            <a:r>
              <a:rPr lang="zh-TW" altLang="en-US" sz="1200" b="0" i="0" kern="1200" dirty="0">
                <a:solidFill>
                  <a:schemeClr val="tx1"/>
                </a:solidFill>
                <a:effectLst/>
                <a:latin typeface="+mn-lt"/>
                <a:ea typeface="+mn-ea"/>
                <a:cs typeface="+mn-cs"/>
              </a:rPr>
              <a:t>美國</a:t>
            </a:r>
            <a:r>
              <a:rPr lang="zh-TW" altLang="en-US" sz="1200" b="0" i="0" u="none" strike="noStrike" kern="1200" dirty="0">
                <a:solidFill>
                  <a:schemeClr val="tx1"/>
                </a:solidFill>
                <a:effectLst/>
                <a:latin typeface="+mn-lt"/>
                <a:ea typeface="+mn-ea"/>
                <a:cs typeface="+mn-cs"/>
              </a:rPr>
              <a:t>物理學家</a:t>
            </a:r>
            <a:r>
              <a:rPr lang="en-US" altLang="zh-TW" sz="1200" b="0" i="0" u="none" strike="noStrike" kern="1200" dirty="0">
                <a:solidFill>
                  <a:schemeClr val="tx1"/>
                </a:solidFill>
                <a:effectLst/>
                <a:latin typeface="+mn-lt"/>
                <a:ea typeface="+mn-ea"/>
                <a:cs typeface="+mn-cs"/>
              </a:rPr>
              <a:t>),</a:t>
            </a:r>
            <a:r>
              <a:rPr lang="zh-TW" altLang="en-US" sz="1200" b="0" i="0" u="none" strike="noStrike" kern="1200" dirty="0">
                <a:solidFill>
                  <a:schemeClr val="tx1"/>
                </a:solidFill>
                <a:effectLst/>
                <a:latin typeface="+mn-lt"/>
                <a:ea typeface="+mn-ea"/>
                <a:cs typeface="+mn-cs"/>
              </a:rPr>
              <a:t> </a:t>
            </a:r>
            <a:r>
              <a:rPr lang="zh-TW" altLang="en-US" sz="1200" b="0" i="0" kern="1200" dirty="0">
                <a:solidFill>
                  <a:schemeClr val="tx1"/>
                </a:solidFill>
                <a:effectLst/>
                <a:latin typeface="+mn-lt"/>
                <a:ea typeface="+mn-ea"/>
                <a:cs typeface="+mn-cs"/>
              </a:rPr>
              <a:t>收集</a:t>
            </a:r>
            <a:r>
              <a:rPr lang="zh-TW" altLang="en-US" sz="1200" b="0" i="0" u="none" strike="noStrike" kern="1200" dirty="0">
                <a:solidFill>
                  <a:schemeClr val="tx1"/>
                </a:solidFill>
                <a:effectLst/>
                <a:latin typeface="+mn-lt"/>
                <a:ea typeface="+mn-ea"/>
                <a:cs typeface="+mn-cs"/>
                <a:hlinkClick r:id="rId3" tooltip="物理學"/>
              </a:rPr>
              <a:t>物理學</a:t>
            </a:r>
            <a:r>
              <a:rPr lang="zh-TW" altLang="en-US" sz="1200" b="0" i="0" kern="1200" dirty="0">
                <a:solidFill>
                  <a:schemeClr val="tx1"/>
                </a:solidFill>
                <a:effectLst/>
                <a:latin typeface="+mn-lt"/>
                <a:ea typeface="+mn-ea"/>
                <a:cs typeface="+mn-cs"/>
              </a:rPr>
              <a:t>、</a:t>
            </a:r>
            <a:r>
              <a:rPr lang="zh-TW" altLang="en-US" sz="1200" b="0" i="0" u="none" strike="noStrike" kern="1200" dirty="0">
                <a:solidFill>
                  <a:schemeClr val="tx1"/>
                </a:solidFill>
                <a:effectLst/>
                <a:latin typeface="+mn-lt"/>
                <a:ea typeface="+mn-ea"/>
                <a:cs typeface="+mn-cs"/>
                <a:hlinkClick r:id="rId4" tooltip="數學"/>
              </a:rPr>
              <a:t>數學</a:t>
            </a:r>
            <a:r>
              <a:rPr lang="zh-TW" altLang="en-US" sz="1200" b="0" i="0" kern="1200" dirty="0">
                <a:solidFill>
                  <a:schemeClr val="tx1"/>
                </a:solidFill>
                <a:effectLst/>
                <a:latin typeface="+mn-lt"/>
                <a:ea typeface="+mn-ea"/>
                <a:cs typeface="+mn-cs"/>
              </a:rPr>
              <a:t>、</a:t>
            </a:r>
            <a:r>
              <a:rPr lang="zh-TW" altLang="en-US" sz="1200" b="0" i="0" u="none" strike="noStrike" kern="1200" dirty="0">
                <a:solidFill>
                  <a:schemeClr val="tx1"/>
                </a:solidFill>
                <a:effectLst/>
                <a:latin typeface="+mn-lt"/>
                <a:ea typeface="+mn-ea"/>
                <a:cs typeface="+mn-cs"/>
                <a:hlinkClick r:id="rId5" tooltip="計算機科學"/>
              </a:rPr>
              <a:t>計算機科學</a:t>
            </a:r>
            <a:r>
              <a:rPr lang="zh-TW" altLang="en-US" sz="1200" b="0" i="0" kern="1200" dirty="0">
                <a:solidFill>
                  <a:schemeClr val="tx1"/>
                </a:solidFill>
                <a:effectLst/>
                <a:latin typeface="+mn-lt"/>
                <a:ea typeface="+mn-ea"/>
                <a:cs typeface="+mn-cs"/>
              </a:rPr>
              <a:t>與</a:t>
            </a:r>
            <a:r>
              <a:rPr lang="zh-TW" altLang="en-US" sz="1200" b="0" i="0" u="none" strike="noStrike" kern="1200" dirty="0">
                <a:solidFill>
                  <a:schemeClr val="tx1"/>
                </a:solidFill>
                <a:effectLst/>
                <a:latin typeface="+mn-lt"/>
                <a:ea typeface="+mn-ea"/>
                <a:cs typeface="+mn-cs"/>
                <a:hlinkClick r:id="rId6" tooltip="生物學"/>
              </a:rPr>
              <a:t>生物學</a:t>
            </a:r>
            <a:r>
              <a:rPr lang="zh-TW" altLang="en-US" sz="1200" b="0" i="0" kern="1200" dirty="0">
                <a:solidFill>
                  <a:schemeClr val="tx1"/>
                </a:solidFill>
                <a:effectLst/>
                <a:latin typeface="+mn-lt"/>
                <a:ea typeface="+mn-ea"/>
                <a:cs typeface="+mn-cs"/>
              </a:rPr>
              <a:t>的</a:t>
            </a:r>
            <a:r>
              <a:rPr lang="zh-TW" altLang="en-US" sz="1200" b="0" i="0" u="none" strike="noStrike" kern="1200" dirty="0">
                <a:solidFill>
                  <a:schemeClr val="tx1"/>
                </a:solidFill>
                <a:effectLst/>
                <a:latin typeface="+mn-lt"/>
                <a:ea typeface="+mn-ea"/>
                <a:cs typeface="+mn-cs"/>
                <a:hlinkClick r:id="rId7" tooltip="論文"/>
              </a:rPr>
              <a:t>論文</a:t>
            </a:r>
            <a:r>
              <a:rPr lang="zh-TW" altLang="en-US" sz="1200" b="0" i="0" u="none" strike="noStrike" kern="1200" dirty="0">
                <a:solidFill>
                  <a:schemeClr val="tx1"/>
                </a:solidFill>
                <a:effectLst/>
                <a:latin typeface="+mn-lt"/>
                <a:ea typeface="+mn-ea"/>
                <a:cs typeface="+mn-cs"/>
                <a:hlinkClick r:id="rId8" tooltip="預印本"/>
              </a:rPr>
              <a:t>預印本</a:t>
            </a:r>
            <a:r>
              <a:rPr lang="zh-TW" altLang="en-US" sz="1200" b="0" i="0" kern="1200" dirty="0">
                <a:solidFill>
                  <a:schemeClr val="tx1"/>
                </a:solidFill>
                <a:effectLst/>
                <a:latin typeface="+mn-lt"/>
                <a:ea typeface="+mn-ea"/>
                <a:cs typeface="+mn-cs"/>
              </a:rPr>
              <a:t>的網站，始於</a:t>
            </a:r>
            <a:r>
              <a:rPr lang="en-US" altLang="zh-TW" sz="1200" b="0" i="0" kern="1200" dirty="0">
                <a:solidFill>
                  <a:schemeClr val="tx1"/>
                </a:solidFill>
                <a:effectLst/>
                <a:latin typeface="+mn-lt"/>
                <a:ea typeface="+mn-ea"/>
                <a:cs typeface="+mn-cs"/>
              </a:rPr>
              <a:t>1991</a:t>
            </a:r>
            <a:r>
              <a:rPr lang="zh-TW" altLang="en-US" sz="1200" b="0" i="0" kern="1200" dirty="0">
                <a:solidFill>
                  <a:schemeClr val="tx1"/>
                </a:solidFill>
                <a:effectLst/>
                <a:latin typeface="+mn-lt"/>
                <a:ea typeface="+mn-ea"/>
                <a:cs typeface="+mn-cs"/>
              </a:rPr>
              <a:t>年</a:t>
            </a:r>
            <a:r>
              <a:rPr lang="en-US" altLang="zh-TW" sz="1200" b="0" i="0" kern="1200" dirty="0">
                <a:solidFill>
                  <a:schemeClr val="tx1"/>
                </a:solidFill>
                <a:effectLst/>
                <a:latin typeface="+mn-lt"/>
                <a:ea typeface="+mn-ea"/>
                <a:cs typeface="+mn-cs"/>
              </a:rPr>
              <a:t>8</a:t>
            </a:r>
            <a:r>
              <a:rPr lang="zh-TW" altLang="en-US" sz="1200" b="0" i="0" kern="1200" dirty="0">
                <a:solidFill>
                  <a:schemeClr val="tx1"/>
                </a:solidFill>
                <a:effectLst/>
                <a:latin typeface="+mn-lt"/>
                <a:ea typeface="+mn-ea"/>
                <a:cs typeface="+mn-cs"/>
              </a:rPr>
              <a:t>月</a:t>
            </a:r>
            <a:r>
              <a:rPr lang="en-US" altLang="zh-TW" sz="1200" b="0" i="0" kern="1200" dirty="0">
                <a:solidFill>
                  <a:schemeClr val="tx1"/>
                </a:solidFill>
                <a:effectLst/>
                <a:latin typeface="+mn-lt"/>
                <a:ea typeface="+mn-ea"/>
                <a:cs typeface="+mn-cs"/>
              </a:rPr>
              <a:t>14</a:t>
            </a:r>
            <a:r>
              <a:rPr lang="zh-TW" altLang="en-US" sz="1200" b="0" i="0" kern="1200" dirty="0">
                <a:solidFill>
                  <a:schemeClr val="tx1"/>
                </a:solidFill>
                <a:effectLst/>
                <a:latin typeface="+mn-lt"/>
                <a:ea typeface="+mn-ea"/>
                <a:cs typeface="+mn-cs"/>
              </a:rPr>
              <a:t>日</a:t>
            </a:r>
            <a:endParaRPr lang="en-US" altLang="zh-TW" sz="1200" b="0" i="0" kern="1200" dirty="0">
              <a:solidFill>
                <a:schemeClr val="tx1"/>
              </a:solidFill>
              <a:effectLst/>
              <a:latin typeface="+mn-lt"/>
              <a:ea typeface="+mn-ea"/>
              <a:cs typeface="+mn-cs"/>
            </a:endParaRPr>
          </a:p>
          <a:p>
            <a:r>
              <a:rPr lang="zh-TW" altLang="en-US" sz="1200" b="0" i="0" kern="1200" dirty="0">
                <a:solidFill>
                  <a:schemeClr val="tx1"/>
                </a:solidFill>
                <a:effectLst/>
                <a:latin typeface="+mn-lt"/>
                <a:ea typeface="+mn-ea"/>
                <a:cs typeface="+mn-cs"/>
              </a:rPr>
              <a:t>現今的一些數學家及科學家習慣先將其論文上傳至</a:t>
            </a:r>
            <a:r>
              <a:rPr lang="en-US" altLang="zh-TW" sz="1200" b="0" i="0" kern="1200" dirty="0">
                <a:solidFill>
                  <a:schemeClr val="tx1"/>
                </a:solidFill>
                <a:effectLst/>
                <a:latin typeface="+mn-lt"/>
                <a:ea typeface="+mn-ea"/>
                <a:cs typeface="+mn-cs"/>
              </a:rPr>
              <a:t>arXiv.org</a:t>
            </a:r>
            <a:r>
              <a:rPr lang="zh-TW" altLang="en-US" sz="1200" b="0" i="0" kern="1200" dirty="0">
                <a:solidFill>
                  <a:schemeClr val="tx1"/>
                </a:solidFill>
                <a:effectLst/>
                <a:latin typeface="+mn-lt"/>
                <a:ea typeface="+mn-ea"/>
                <a:cs typeface="+mn-cs"/>
              </a:rPr>
              <a:t>，再提交予專業的學術期刊</a:t>
            </a:r>
            <a:endParaRPr lang="en-US" altLang="zh-TW" sz="1200" b="0" i="0" kern="1200" dirty="0">
              <a:solidFill>
                <a:schemeClr val="tx1"/>
              </a:solidFill>
              <a:effectLst/>
              <a:latin typeface="+mn-lt"/>
              <a:ea typeface="+mn-ea"/>
              <a:cs typeface="+mn-cs"/>
            </a:endParaRPr>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1</a:t>
            </a:fld>
            <a:endParaRPr lang="zh-TW" altLang="en-US"/>
          </a:p>
        </p:txBody>
      </p:sp>
    </p:spTree>
    <p:extLst>
      <p:ext uri="{BB962C8B-B14F-4D97-AF65-F5344CB8AC3E}">
        <p14:creationId xmlns:p14="http://schemas.microsoft.com/office/powerpoint/2010/main" val="5812154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2</a:t>
            </a:fld>
            <a:endParaRPr lang="zh-TW" altLang="en-US"/>
          </a:p>
        </p:txBody>
      </p:sp>
    </p:spTree>
    <p:extLst>
      <p:ext uri="{BB962C8B-B14F-4D97-AF65-F5344CB8AC3E}">
        <p14:creationId xmlns:p14="http://schemas.microsoft.com/office/powerpoint/2010/main" val="35748804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25976049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9</a:t>
            </a:fld>
            <a:endParaRPr lang="zh-TW" altLang="en-US"/>
          </a:p>
        </p:txBody>
      </p:sp>
    </p:spTree>
    <p:extLst>
      <p:ext uri="{BB962C8B-B14F-4D97-AF65-F5344CB8AC3E}">
        <p14:creationId xmlns:p14="http://schemas.microsoft.com/office/powerpoint/2010/main" val="291419779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為什麼</a:t>
            </a:r>
            <a:r>
              <a:rPr lang="en-US" altLang="zh-TW" dirty="0"/>
              <a:t>r+1</a:t>
            </a:r>
            <a:r>
              <a:rPr lang="zh-TW" altLang="en-US" dirty="0"/>
              <a:t>跟</a:t>
            </a:r>
            <a:r>
              <a:rPr lang="en-US" altLang="zh-TW" dirty="0"/>
              <a:t>s</a:t>
            </a:r>
            <a:r>
              <a:rPr lang="zh-TW" altLang="en-US" dirty="0"/>
              <a:t>沒關係</a:t>
            </a:r>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10</a:t>
            </a:fld>
            <a:endParaRPr lang="zh-TW" altLang="en-US"/>
          </a:p>
        </p:txBody>
      </p:sp>
    </p:spTree>
    <p:extLst>
      <p:ext uri="{BB962C8B-B14F-4D97-AF65-F5344CB8AC3E}">
        <p14:creationId xmlns:p14="http://schemas.microsoft.com/office/powerpoint/2010/main" val="363376908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71116292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21</a:t>
            </a:fld>
            <a:endParaRPr lang="zh-TW" altLang="en-US"/>
          </a:p>
        </p:txBody>
      </p:sp>
    </p:spTree>
    <p:extLst>
      <p:ext uri="{BB962C8B-B14F-4D97-AF65-F5344CB8AC3E}">
        <p14:creationId xmlns:p14="http://schemas.microsoft.com/office/powerpoint/2010/main" val="7581609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TW" altLang="en-US"/>
              <a:t>按一下以編輯母片標題樣式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endParaRPr lang="en-US" dirty="0"/>
          </a:p>
        </p:txBody>
      </p:sp>
      <p:sp>
        <p:nvSpPr>
          <p:cNvPr id="4" name="Date Placeholder 3"/>
          <p:cNvSpPr>
            <a:spLocks noGrp="1"/>
          </p:cNvSpPr>
          <p:nvPr>
            <p:ph type="dt" sz="half" idx="10"/>
          </p:nvPr>
        </p:nvSpPr>
        <p:spPr/>
        <p:txBody>
          <a:bodyPr/>
          <a:lstStyle/>
          <a:p>
            <a:fld id="{37765B31-2511-4B59-85CD-FE81550B112F}" type="datetime1">
              <a:rPr lang="zh-TW" altLang="en-US" smtClean="0"/>
              <a:t>2018/4/17</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14658464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Content Placeholder 2"/>
          <p:cNvSpPr>
            <a:spLocks noGrp="1"/>
          </p:cNvSpPr>
          <p:nvPr>
            <p:ph idx="1"/>
          </p:nvPr>
        </p:nvSpPr>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9BF3BFE1-3FF9-4076-BFE3-436A899C6CFC}" type="datetime1">
              <a:rPr lang="zh-TW" altLang="en-US" smtClean="0"/>
              <a:t>2018/4/17</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36779464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TW" altLang="en-US"/>
              <a:t>按一下以編輯母片標題樣式</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編輯母片文字樣式</a:t>
            </a:r>
          </a:p>
        </p:txBody>
      </p:sp>
      <p:sp>
        <p:nvSpPr>
          <p:cNvPr id="4" name="Date Placeholder 3"/>
          <p:cNvSpPr>
            <a:spLocks noGrp="1"/>
          </p:cNvSpPr>
          <p:nvPr>
            <p:ph type="dt" sz="half" idx="10"/>
          </p:nvPr>
        </p:nvSpPr>
        <p:spPr/>
        <p:txBody>
          <a:bodyPr/>
          <a:lstStyle/>
          <a:p>
            <a:fld id="{CEC3635F-B179-4E14-9FEF-30274F37C964}" type="datetime1">
              <a:rPr lang="zh-TW" altLang="en-US" smtClean="0"/>
              <a:t>2018/4/17</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24434384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Date Placeholder 4"/>
          <p:cNvSpPr>
            <a:spLocks noGrp="1"/>
          </p:cNvSpPr>
          <p:nvPr>
            <p:ph type="dt" sz="half" idx="10"/>
          </p:nvPr>
        </p:nvSpPr>
        <p:spPr/>
        <p:txBody>
          <a:bodyPr/>
          <a:lstStyle/>
          <a:p>
            <a:fld id="{9471D61C-B526-46B0-B991-3372D0F0EC91}" type="datetime1">
              <a:rPr lang="zh-TW" altLang="en-US" smtClean="0"/>
              <a:t>2018/4/17</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12106894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TW" altLang="en-US"/>
              <a:t>按一下以編輯母片標題樣式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4" name="Content Placeholder 3"/>
          <p:cNvSpPr>
            <a:spLocks noGrp="1"/>
          </p:cNvSpPr>
          <p:nvPr>
            <p:ph sz="half" idx="2"/>
          </p:nvPr>
        </p:nvSpPr>
        <p:spPr>
          <a:xfrm>
            <a:off x="629842" y="2505075"/>
            <a:ext cx="3868340"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6" name="Content Placeholder 5"/>
          <p:cNvSpPr>
            <a:spLocks noGrp="1"/>
          </p:cNvSpPr>
          <p:nvPr>
            <p:ph sz="quarter" idx="4"/>
          </p:nvPr>
        </p:nvSpPr>
        <p:spPr>
          <a:xfrm>
            <a:off x="4629150" y="2505075"/>
            <a:ext cx="3887391"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7" name="Date Placeholder 6"/>
          <p:cNvSpPr>
            <a:spLocks noGrp="1"/>
          </p:cNvSpPr>
          <p:nvPr>
            <p:ph type="dt" sz="half" idx="10"/>
          </p:nvPr>
        </p:nvSpPr>
        <p:spPr/>
        <p:txBody>
          <a:bodyPr/>
          <a:lstStyle/>
          <a:p>
            <a:fld id="{FA06A488-6A5E-462F-A078-C1B45B9FC688}" type="datetime1">
              <a:rPr lang="zh-TW" altLang="en-US" smtClean="0"/>
              <a:t>2018/4/17</a:t>
            </a:fld>
            <a:endParaRPr lang="zh-TW" altLang="en-US"/>
          </a:p>
        </p:txBody>
      </p:sp>
      <p:sp>
        <p:nvSpPr>
          <p:cNvPr id="8" name="Footer Placeholder 7"/>
          <p:cNvSpPr>
            <a:spLocks noGrp="1"/>
          </p:cNvSpPr>
          <p:nvPr>
            <p:ph type="ftr" sz="quarter" idx="11"/>
          </p:nvPr>
        </p:nvSpPr>
        <p:spPr/>
        <p:txBody>
          <a:bodyPr/>
          <a:lstStyle/>
          <a:p>
            <a:endParaRPr lang="zh-TW" altLang="en-US"/>
          </a:p>
        </p:txBody>
      </p:sp>
      <p:sp>
        <p:nvSpPr>
          <p:cNvPr id="9" name="Slide Number Placeholder 8"/>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35732404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Date Placeholder 2"/>
          <p:cNvSpPr>
            <a:spLocks noGrp="1"/>
          </p:cNvSpPr>
          <p:nvPr>
            <p:ph type="dt" sz="half" idx="10"/>
          </p:nvPr>
        </p:nvSpPr>
        <p:spPr/>
        <p:txBody>
          <a:bodyPr/>
          <a:lstStyle/>
          <a:p>
            <a:fld id="{D42DF501-4962-473D-B6D8-A7428BF1B6D4}" type="datetime1">
              <a:rPr lang="zh-TW" altLang="en-US" smtClean="0"/>
              <a:t>2018/4/17</a:t>
            </a:fld>
            <a:endParaRPr lang="zh-TW" altLang="en-US"/>
          </a:p>
        </p:txBody>
      </p:sp>
      <p:sp>
        <p:nvSpPr>
          <p:cNvPr id="4" name="Footer Placeholder 3"/>
          <p:cNvSpPr>
            <a:spLocks noGrp="1"/>
          </p:cNvSpPr>
          <p:nvPr>
            <p:ph type="ftr" sz="quarter" idx="11"/>
          </p:nvPr>
        </p:nvSpPr>
        <p:spPr/>
        <p:txBody>
          <a:bodyPr/>
          <a:lstStyle/>
          <a:p>
            <a:endParaRPr lang="zh-TW" altLang="en-US"/>
          </a:p>
        </p:txBody>
      </p:sp>
      <p:sp>
        <p:nvSpPr>
          <p:cNvPr id="5" name="Slide Number Placeholder 4"/>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29265871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B72C89F-7B98-4BDD-B73A-1D10077A1F27}" type="datetime1">
              <a:rPr lang="zh-TW" altLang="en-US" smtClean="0"/>
              <a:t>2018/4/17</a:t>
            </a:fld>
            <a:endParaRPr lang="zh-TW" altLang="en-US"/>
          </a:p>
        </p:txBody>
      </p:sp>
      <p:sp>
        <p:nvSpPr>
          <p:cNvPr id="3" name="Footer Placeholder 2"/>
          <p:cNvSpPr>
            <a:spLocks noGrp="1"/>
          </p:cNvSpPr>
          <p:nvPr>
            <p:ph type="ftr" sz="quarter" idx="11"/>
          </p:nvPr>
        </p:nvSpPr>
        <p:spPr/>
        <p:txBody>
          <a:bodyPr/>
          <a:lstStyle/>
          <a:p>
            <a:endParaRPr lang="zh-TW" altLang="en-US"/>
          </a:p>
        </p:txBody>
      </p:sp>
      <p:sp>
        <p:nvSpPr>
          <p:cNvPr id="4" name="Slide Number Placeholder 3"/>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9961549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TW" altLang="en-US"/>
              <a:t>按一下以編輯母片標題樣式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Date Placeholder 4"/>
          <p:cNvSpPr>
            <a:spLocks noGrp="1"/>
          </p:cNvSpPr>
          <p:nvPr>
            <p:ph type="dt" sz="half" idx="10"/>
          </p:nvPr>
        </p:nvSpPr>
        <p:spPr/>
        <p:txBody>
          <a:bodyPr/>
          <a:lstStyle/>
          <a:p>
            <a:fld id="{B9409844-160F-4E54-862A-C6CCEBCF4E40}" type="datetime1">
              <a:rPr lang="zh-TW" altLang="en-US" smtClean="0"/>
              <a:t>2018/4/17</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27078348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TW" altLang="en-US"/>
              <a:t>按一下以編輯母片標題樣式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TW" altLang="en-US"/>
              <a:t>按一下圖示以新增圖片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Date Placeholder 4"/>
          <p:cNvSpPr>
            <a:spLocks noGrp="1"/>
          </p:cNvSpPr>
          <p:nvPr>
            <p:ph type="dt" sz="half" idx="10"/>
          </p:nvPr>
        </p:nvSpPr>
        <p:spPr/>
        <p:txBody>
          <a:bodyPr/>
          <a:lstStyle/>
          <a:p>
            <a:fld id="{2D77C98F-9D28-4915-ABD0-95B43831494A}" type="datetime1">
              <a:rPr lang="zh-TW" altLang="en-US" smtClean="0"/>
              <a:t>2018/4/17</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6848322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Vertical Text Placeholder 2"/>
          <p:cNvSpPr>
            <a:spLocks noGrp="1"/>
          </p:cNvSpPr>
          <p:nvPr>
            <p:ph type="body" orient="vert" idx="1"/>
          </p:nvPr>
        </p:nvSpPr>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2AEFE765-5314-4951-98B4-C5C6DE7CD530}" type="datetime1">
              <a:rPr lang="zh-TW" altLang="en-US" smtClean="0"/>
              <a:t>2018/4/17</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42468569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TW" altLang="en-US"/>
              <a:t>按一下以編輯母片標題樣式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C3990DED-4DF0-4E86-AB35-9CE8B4D53C52}" type="datetime1">
              <a:rPr lang="zh-TW" altLang="en-US" smtClean="0"/>
              <a:t>2018/4/17</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30091451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TW" altLang="en-US"/>
              <a:t>按一下以編輯母片標題樣式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9AE8280-42F1-400D-A234-BF7D1153CCE2}" type="datetime1">
              <a:rPr lang="zh-TW" altLang="en-US" smtClean="0"/>
              <a:t>2018/4/17</a:t>
            </a:fld>
            <a:endParaRPr lang="zh-TW"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110862283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3.png"/></Relationships>
</file>

<file path=ppt/slides/_rels/slide3.xml.rels><?xml version="1.0" encoding="UTF-8" standalone="yes"?>
<Relationships xmlns="http://schemas.openxmlformats.org/package/2006/relationships"><Relationship Id="rId8" Type="http://schemas.openxmlformats.org/officeDocument/2006/relationships/image" Target="../media/image2.png"/><Relationship Id="rId13" Type="http://schemas.openxmlformats.org/officeDocument/2006/relationships/image" Target="../media/image12.png"/><Relationship Id="rId18" Type="http://schemas.openxmlformats.org/officeDocument/2006/relationships/image" Target="../media/image17.png"/><Relationship Id="rId26" Type="http://schemas.openxmlformats.org/officeDocument/2006/relationships/image" Target="../media/image25.png"/><Relationship Id="rId39" Type="http://schemas.openxmlformats.org/officeDocument/2006/relationships/image" Target="../media/image14.png"/><Relationship Id="rId21" Type="http://schemas.openxmlformats.org/officeDocument/2006/relationships/image" Target="../media/image7.png"/><Relationship Id="rId34" Type="http://schemas.openxmlformats.org/officeDocument/2006/relationships/image" Target="../media/image33.png"/><Relationship Id="rId42" Type="http://schemas.openxmlformats.org/officeDocument/2006/relationships/image" Target="../media/image39.png"/><Relationship Id="rId3" Type="http://schemas.openxmlformats.org/officeDocument/2006/relationships/image" Target="../media/image210.png"/><Relationship Id="rId47" Type="http://schemas.openxmlformats.org/officeDocument/2006/relationships/image" Target="../media/image57.png"/><Relationship Id="rId7" Type="http://schemas.openxmlformats.org/officeDocument/2006/relationships/image" Target="../media/image6.png"/><Relationship Id="rId17" Type="http://schemas.openxmlformats.org/officeDocument/2006/relationships/image" Target="../media/image16.png"/><Relationship Id="rId25" Type="http://schemas.openxmlformats.org/officeDocument/2006/relationships/image" Target="../media/image24.png"/><Relationship Id="rId33" Type="http://schemas.openxmlformats.org/officeDocument/2006/relationships/image" Target="../media/image32.png"/><Relationship Id="rId38" Type="http://schemas.openxmlformats.org/officeDocument/2006/relationships/image" Target="../media/image37.png"/><Relationship Id="rId46" Type="http://schemas.openxmlformats.org/officeDocument/2006/relationships/image" Target="../media/image56.png"/><Relationship Id="rId2" Type="http://schemas.openxmlformats.org/officeDocument/2006/relationships/notesSlide" Target="../notesSlides/notesSlide3.xml"/><Relationship Id="rId16" Type="http://schemas.openxmlformats.org/officeDocument/2006/relationships/image" Target="../media/image15.png"/><Relationship Id="rId20" Type="http://schemas.openxmlformats.org/officeDocument/2006/relationships/image" Target="../media/image19.png"/><Relationship Id="rId29" Type="http://schemas.openxmlformats.org/officeDocument/2006/relationships/image" Target="../media/image28.png"/><Relationship Id="rId41" Type="http://schemas.openxmlformats.org/officeDocument/2006/relationships/image" Target="../media/image810.png"/><Relationship Id="rId1" Type="http://schemas.openxmlformats.org/officeDocument/2006/relationships/slideLayout" Target="../slideLayouts/slideLayout2.xml"/><Relationship Id="rId6" Type="http://schemas.openxmlformats.org/officeDocument/2006/relationships/image" Target="../media/image1100.png"/><Relationship Id="rId24" Type="http://schemas.openxmlformats.org/officeDocument/2006/relationships/image" Target="../media/image23.png"/><Relationship Id="rId11" Type="http://schemas.openxmlformats.org/officeDocument/2006/relationships/image" Target="../media/image10.png"/><Relationship Id="rId32" Type="http://schemas.openxmlformats.org/officeDocument/2006/relationships/image" Target="../media/image11.png"/><Relationship Id="rId37" Type="http://schemas.openxmlformats.org/officeDocument/2006/relationships/image" Target="../media/image36.png"/><Relationship Id="rId40" Type="http://schemas.openxmlformats.org/officeDocument/2006/relationships/image" Target="../media/image110.png"/><Relationship Id="rId5" Type="http://schemas.openxmlformats.org/officeDocument/2006/relationships/image" Target="../media/image4.png"/><Relationship Id="rId15" Type="http://schemas.openxmlformats.org/officeDocument/2006/relationships/image" Target="../media/image5.png"/><Relationship Id="rId23" Type="http://schemas.openxmlformats.org/officeDocument/2006/relationships/image" Target="../media/image22.png"/><Relationship Id="rId28" Type="http://schemas.openxmlformats.org/officeDocument/2006/relationships/image" Target="../media/image27.png"/><Relationship Id="rId36" Type="http://schemas.openxmlformats.org/officeDocument/2006/relationships/image" Target="../media/image35.png"/><Relationship Id="rId19" Type="http://schemas.openxmlformats.org/officeDocument/2006/relationships/image" Target="../media/image18.png"/><Relationship Id="rId31" Type="http://schemas.openxmlformats.org/officeDocument/2006/relationships/image" Target="../media/image30.png"/><Relationship Id="rId10" Type="http://schemas.openxmlformats.org/officeDocument/2006/relationships/image" Target="../media/image9.png"/><Relationship Id="rId14" Type="http://schemas.openxmlformats.org/officeDocument/2006/relationships/image" Target="../media/image13.png"/><Relationship Id="rId22" Type="http://schemas.openxmlformats.org/officeDocument/2006/relationships/image" Target="../media/image21.png"/><Relationship Id="rId27" Type="http://schemas.openxmlformats.org/officeDocument/2006/relationships/image" Target="../media/image8.png"/><Relationship Id="rId30" Type="http://schemas.openxmlformats.org/officeDocument/2006/relationships/image" Target="../media/image29.png"/><Relationship Id="rId35" Type="http://schemas.openxmlformats.org/officeDocument/2006/relationships/image" Target="../media/image34.png"/><Relationship Id="rId43" Type="http://schemas.openxmlformats.org/officeDocument/2006/relationships/image" Target="../media/image20.png"/></Relationships>
</file>

<file path=ppt/slides/_rels/slide4.xml.rels><?xml version="1.0" encoding="UTF-8" standalone="yes"?>
<Relationships xmlns="http://schemas.openxmlformats.org/package/2006/relationships"><Relationship Id="rId13" Type="http://schemas.openxmlformats.org/officeDocument/2006/relationships/image" Target="../media/image192.png"/><Relationship Id="rId18" Type="http://schemas.openxmlformats.org/officeDocument/2006/relationships/image" Target="../media/image26.png"/><Relationship Id="rId17" Type="http://schemas.openxmlformats.org/officeDocument/2006/relationships/image" Target="../media/image196.png"/><Relationship Id="rId2" Type="http://schemas.openxmlformats.org/officeDocument/2006/relationships/notesSlide" Target="../notesSlides/notesSlide4.xml"/><Relationship Id="rId16" Type="http://schemas.openxmlformats.org/officeDocument/2006/relationships/image" Target="../media/image195.png"/><Relationship Id="rId1" Type="http://schemas.openxmlformats.org/officeDocument/2006/relationships/slideLayout" Target="../slideLayouts/slideLayout2.xml"/><Relationship Id="rId15" Type="http://schemas.openxmlformats.org/officeDocument/2006/relationships/image" Target="../media/image194.png"/><Relationship Id="rId19" Type="http://schemas.openxmlformats.org/officeDocument/2006/relationships/image" Target="../media/image197.png"/><Relationship Id="rId14" Type="http://schemas.openxmlformats.org/officeDocument/2006/relationships/image" Target="../media/image193.png"/></Relationships>
</file>

<file path=ppt/slides/_rels/slide5.xml.rels><?xml version="1.0" encoding="UTF-8" standalone="yes"?>
<Relationships xmlns="http://schemas.openxmlformats.org/package/2006/relationships"><Relationship Id="rId13" Type="http://schemas.openxmlformats.org/officeDocument/2006/relationships/image" Target="../media/image52.png"/><Relationship Id="rId3" Type="http://schemas.openxmlformats.org/officeDocument/2006/relationships/image" Target="../media/image41.png"/><Relationship Id="rId12" Type="http://schemas.openxmlformats.org/officeDocument/2006/relationships/image" Target="../media/image51.png"/><Relationship Id="rId2" Type="http://schemas.openxmlformats.org/officeDocument/2006/relationships/notesSlide" Target="../notesSlides/notesSlide5.xml"/><Relationship Id="rId16" Type="http://schemas.openxmlformats.org/officeDocument/2006/relationships/image" Target="../media/image55.png"/><Relationship Id="rId1" Type="http://schemas.openxmlformats.org/officeDocument/2006/relationships/slideLayout" Target="../slideLayouts/slideLayout2.xml"/><Relationship Id="rId6" Type="http://schemas.openxmlformats.org/officeDocument/2006/relationships/image" Target="../media/image39.png"/><Relationship Id="rId5" Type="http://schemas.openxmlformats.org/officeDocument/2006/relationships/image" Target="../media/image43.png"/><Relationship Id="rId15" Type="http://schemas.openxmlformats.org/officeDocument/2006/relationships/image" Target="../media/image54.png"/><Relationship Id="rId4" Type="http://schemas.openxmlformats.org/officeDocument/2006/relationships/image" Target="../media/image42.png"/><Relationship Id="rId14" Type="http://schemas.openxmlformats.org/officeDocument/2006/relationships/image" Target="../media/image53.png"/></Relationships>
</file>

<file path=ppt/slides/_rels/slide6.xml.rels><?xml version="1.0" encoding="UTF-8" standalone="yes"?>
<Relationships xmlns="http://schemas.openxmlformats.org/package/2006/relationships"><Relationship Id="rId39" Type="http://schemas.openxmlformats.org/officeDocument/2006/relationships/image" Target="../media/image380.png"/><Relationship Id="rId26" Type="http://schemas.openxmlformats.org/officeDocument/2006/relationships/image" Target="../media/image250.png"/><Relationship Id="rId34" Type="http://schemas.openxmlformats.org/officeDocument/2006/relationships/image" Target="../media/image330.png"/><Relationship Id="rId63" Type="http://schemas.openxmlformats.org/officeDocument/2006/relationships/image" Target="../media/image31.png"/><Relationship Id="rId47" Type="http://schemas.openxmlformats.org/officeDocument/2006/relationships/image" Target="../media/image65.png"/><Relationship Id="rId55" Type="http://schemas.openxmlformats.org/officeDocument/2006/relationships/image" Target="../media/image73.png"/><Relationship Id="rId3" Type="http://schemas.openxmlformats.org/officeDocument/2006/relationships/image" Target="../media/image58.png"/><Relationship Id="rId68" Type="http://schemas.openxmlformats.org/officeDocument/2006/relationships/image" Target="../media/image46.png"/><Relationship Id="rId76" Type="http://schemas.openxmlformats.org/officeDocument/2006/relationships/image" Target="../media/image87.png"/><Relationship Id="rId38" Type="http://schemas.openxmlformats.org/officeDocument/2006/relationships/image" Target="../media/image370.png"/><Relationship Id="rId46" Type="http://schemas.openxmlformats.org/officeDocument/2006/relationships/image" Target="../media/image64.png"/><Relationship Id="rId67" Type="http://schemas.openxmlformats.org/officeDocument/2006/relationships/image" Target="../media/image45.png"/><Relationship Id="rId59" Type="http://schemas.openxmlformats.org/officeDocument/2006/relationships/image" Target="../media/image77.png"/><Relationship Id="rId25" Type="http://schemas.openxmlformats.org/officeDocument/2006/relationships/image" Target="../media/image240.png"/><Relationship Id="rId71" Type="http://schemas.openxmlformats.org/officeDocument/2006/relationships/image" Target="../media/image82.png"/><Relationship Id="rId2" Type="http://schemas.openxmlformats.org/officeDocument/2006/relationships/notesSlide" Target="../notesSlides/notesSlide6.xml"/><Relationship Id="rId29" Type="http://schemas.openxmlformats.org/officeDocument/2006/relationships/image" Target="../media/image59.png"/><Relationship Id="rId41" Type="http://schemas.openxmlformats.org/officeDocument/2006/relationships/image" Target="../media/image60.png"/><Relationship Id="rId62" Type="http://schemas.openxmlformats.org/officeDocument/2006/relationships/image" Target="../media/image1100.png"/><Relationship Id="rId16" Type="http://schemas.openxmlformats.org/officeDocument/2006/relationships/image" Target="../media/image150.png"/><Relationship Id="rId54" Type="http://schemas.openxmlformats.org/officeDocument/2006/relationships/image" Target="../media/image72.png"/><Relationship Id="rId70" Type="http://schemas.openxmlformats.org/officeDocument/2006/relationships/image" Target="../media/image81.png"/><Relationship Id="rId75" Type="http://schemas.openxmlformats.org/officeDocument/2006/relationships/image" Target="../media/image86.png"/><Relationship Id="rId1" Type="http://schemas.openxmlformats.org/officeDocument/2006/relationships/slideLayout" Target="../slideLayouts/slideLayout2.xml"/><Relationship Id="rId37" Type="http://schemas.openxmlformats.org/officeDocument/2006/relationships/image" Target="../media/image264.png"/><Relationship Id="rId6" Type="http://schemas.openxmlformats.org/officeDocument/2006/relationships/image" Target="../media/image510.png"/><Relationship Id="rId11" Type="http://schemas.openxmlformats.org/officeDocument/2006/relationships/image" Target="../media/image100.png"/><Relationship Id="rId66" Type="http://schemas.openxmlformats.org/officeDocument/2006/relationships/image" Target="../media/image44.png"/><Relationship Id="rId74" Type="http://schemas.openxmlformats.org/officeDocument/2006/relationships/image" Target="../media/image85.png"/><Relationship Id="rId36" Type="http://schemas.openxmlformats.org/officeDocument/2006/relationships/image" Target="../media/image350.png"/><Relationship Id="rId61" Type="http://schemas.openxmlformats.org/officeDocument/2006/relationships/image" Target="../media/image79.png"/><Relationship Id="rId49" Type="http://schemas.openxmlformats.org/officeDocument/2006/relationships/image" Target="../media/image67.png"/><Relationship Id="rId15" Type="http://schemas.openxmlformats.org/officeDocument/2006/relationships/image" Target="../media/image140.png"/><Relationship Id="rId57" Type="http://schemas.openxmlformats.org/officeDocument/2006/relationships/image" Target="../media/image75.png"/><Relationship Id="rId28" Type="http://schemas.openxmlformats.org/officeDocument/2006/relationships/image" Target="../media/image270.png"/><Relationship Id="rId44" Type="http://schemas.openxmlformats.org/officeDocument/2006/relationships/image" Target="../media/image62.png"/><Relationship Id="rId10" Type="http://schemas.openxmlformats.org/officeDocument/2006/relationships/image" Target="../media/image90.png"/><Relationship Id="rId65" Type="http://schemas.openxmlformats.org/officeDocument/2006/relationships/image" Target="../media/image40.png"/><Relationship Id="rId52" Type="http://schemas.openxmlformats.org/officeDocument/2006/relationships/image" Target="../media/image70.png"/><Relationship Id="rId60" Type="http://schemas.openxmlformats.org/officeDocument/2006/relationships/image" Target="../media/image78.png"/><Relationship Id="rId73" Type="http://schemas.openxmlformats.org/officeDocument/2006/relationships/image" Target="../media/image84.png"/><Relationship Id="rId35" Type="http://schemas.openxmlformats.org/officeDocument/2006/relationships/image" Target="../media/image340.png"/><Relationship Id="rId43" Type="http://schemas.openxmlformats.org/officeDocument/2006/relationships/image" Target="../media/image61.png"/><Relationship Id="rId48" Type="http://schemas.openxmlformats.org/officeDocument/2006/relationships/image" Target="../media/image66.png"/><Relationship Id="rId64" Type="http://schemas.openxmlformats.org/officeDocument/2006/relationships/image" Target="../media/image38.png"/><Relationship Id="rId56" Type="http://schemas.openxmlformats.org/officeDocument/2006/relationships/image" Target="../media/image74.png"/><Relationship Id="rId69" Type="http://schemas.openxmlformats.org/officeDocument/2006/relationships/image" Target="../media/image80.png"/><Relationship Id="rId77" Type="http://schemas.openxmlformats.org/officeDocument/2006/relationships/image" Target="../media/image88.png"/><Relationship Id="rId72" Type="http://schemas.openxmlformats.org/officeDocument/2006/relationships/image" Target="../media/image83.png"/></Relationships>
</file>

<file path=ppt/slides/_rels/slide7.xml.rels><?xml version="1.0" encoding="UTF-8" standalone="yes"?>
<Relationships xmlns="http://schemas.openxmlformats.org/package/2006/relationships"><Relationship Id="rId13" Type="http://schemas.openxmlformats.org/officeDocument/2006/relationships/image" Target="../media/image198.png"/><Relationship Id="rId17" Type="http://schemas.openxmlformats.org/officeDocument/2006/relationships/image" Target="../media/image202.png"/><Relationship Id="rId2" Type="http://schemas.openxmlformats.org/officeDocument/2006/relationships/notesSlide" Target="../notesSlides/notesSlide7.xml"/><Relationship Id="rId16" Type="http://schemas.openxmlformats.org/officeDocument/2006/relationships/image" Target="../media/image201.png"/><Relationship Id="rId1" Type="http://schemas.openxmlformats.org/officeDocument/2006/relationships/slideLayout" Target="../slideLayouts/slideLayout2.xml"/><Relationship Id="rId15" Type="http://schemas.openxmlformats.org/officeDocument/2006/relationships/image" Target="../media/image200.png"/><Relationship Id="rId14" Type="http://schemas.openxmlformats.org/officeDocument/2006/relationships/image" Target="../media/image199.png"/></Relationships>
</file>

<file path=ppt/slides/_rels/slide8.xml.rels><?xml version="1.0" encoding="UTF-8" standalone="yes"?>
<Relationships xmlns="http://schemas.openxmlformats.org/package/2006/relationships"><Relationship Id="rId8" Type="http://schemas.openxmlformats.org/officeDocument/2006/relationships/image" Target="../media/image95.png"/><Relationship Id="rId13" Type="http://schemas.openxmlformats.org/officeDocument/2006/relationships/image" Target="../media/image101.png"/><Relationship Id="rId3" Type="http://schemas.openxmlformats.org/officeDocument/2006/relationships/image" Target="../media/image89.png"/><Relationship Id="rId7" Type="http://schemas.openxmlformats.org/officeDocument/2006/relationships/image" Target="../media/image94.png"/><Relationship Id="rId12" Type="http://schemas.openxmlformats.org/officeDocument/2006/relationships/image" Target="../media/image99.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93.png"/><Relationship Id="rId11" Type="http://schemas.openxmlformats.org/officeDocument/2006/relationships/image" Target="../media/image98.png"/><Relationship Id="rId5" Type="http://schemas.openxmlformats.org/officeDocument/2006/relationships/image" Target="../media/image92.png"/><Relationship Id="rId10" Type="http://schemas.openxmlformats.org/officeDocument/2006/relationships/image" Target="../media/image97.png"/><Relationship Id="rId4" Type="http://schemas.openxmlformats.org/officeDocument/2006/relationships/image" Target="../media/image91.png"/><Relationship Id="rId9" Type="http://schemas.openxmlformats.org/officeDocument/2006/relationships/image" Target="../media/image96.png"/><Relationship Id="rId14" Type="http://schemas.openxmlformats.org/officeDocument/2006/relationships/image" Target="../media/image102.png"/></Relationships>
</file>

<file path=ppt/slides/_rels/slide9.xml.rels><?xml version="1.0" encoding="UTF-8" standalone="yes"?>
<Relationships xmlns="http://schemas.openxmlformats.org/package/2006/relationships"><Relationship Id="rId8" Type="http://schemas.openxmlformats.org/officeDocument/2006/relationships/image" Target="../media/image470.png"/><Relationship Id="rId7" Type="http://schemas.openxmlformats.org/officeDocument/2006/relationships/image" Target="../media/image108.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107.png"/><Relationship Id="rId9" Type="http://schemas.openxmlformats.org/officeDocument/2006/relationships/image" Target="../media/image480.png"/></Relationships>
</file>

<file path=ppt/slides/_rels/slide10.xml.rels><?xml version="1.0" encoding="UTF-8" standalone="yes"?>
<Relationships xmlns="http://schemas.openxmlformats.org/package/2006/relationships"><Relationship Id="rId3" Type="http://schemas.openxmlformats.org/officeDocument/2006/relationships/image" Target="../media/image490.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68.png"/><Relationship Id="rId5" Type="http://schemas.openxmlformats.org/officeDocument/2006/relationships/image" Target="../media/image630.png"/><Relationship Id="rId4" Type="http://schemas.openxmlformats.org/officeDocument/2006/relationships/image" Target="../media/image500.png"/></Relationships>
</file>

<file path=ppt/slides/_rels/slide11.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0.png"/><Relationship Id="rId17" Type="http://schemas.openxmlformats.org/officeDocument/2006/relationships/image" Target="../media/image76.png"/><Relationship Id="rId2" Type="http://schemas.openxmlformats.org/officeDocument/2006/relationships/image" Target="../media/image49.png"/><Relationship Id="rId16" Type="http://schemas.openxmlformats.org/officeDocument/2006/relationships/image" Target="../media/image71.png"/><Relationship Id="rId1" Type="http://schemas.openxmlformats.org/officeDocument/2006/relationships/slideLayout" Target="../slideLayouts/slideLayout2.xml"/><Relationship Id="rId15" Type="http://schemas.openxmlformats.org/officeDocument/2006/relationships/image" Target="../media/image63.png"/><Relationship Id="rId14" Type="http://schemas.openxmlformats.org/officeDocument/2006/relationships/image" Target="../media/image215.png"/></Relationships>
</file>

<file path=ppt/slides/_rels/slide14.xml.rels><?xml version="1.0" encoding="UTF-8" standalone="yes"?>
<Relationships xmlns="http://schemas.openxmlformats.org/package/2006/relationships"><Relationship Id="rId18" Type="http://schemas.openxmlformats.org/officeDocument/2006/relationships/image" Target="../media/image111.png"/><Relationship Id="rId26" Type="http://schemas.openxmlformats.org/officeDocument/2006/relationships/image" Target="../media/image119.png"/><Relationship Id="rId39" Type="http://schemas.openxmlformats.org/officeDocument/2006/relationships/image" Target="../media/image132.png"/><Relationship Id="rId3" Type="http://schemas.openxmlformats.org/officeDocument/2006/relationships/image" Target="../media/image103.png"/><Relationship Id="rId21" Type="http://schemas.openxmlformats.org/officeDocument/2006/relationships/image" Target="../media/image114.png"/><Relationship Id="rId34" Type="http://schemas.openxmlformats.org/officeDocument/2006/relationships/image" Target="../media/image127.png"/><Relationship Id="rId42" Type="http://schemas.openxmlformats.org/officeDocument/2006/relationships/image" Target="../media/image135.png"/><Relationship Id="rId17" Type="http://schemas.openxmlformats.org/officeDocument/2006/relationships/image" Target="../media/image109.png"/><Relationship Id="rId25" Type="http://schemas.openxmlformats.org/officeDocument/2006/relationships/image" Target="../media/image118.png"/><Relationship Id="rId33" Type="http://schemas.openxmlformats.org/officeDocument/2006/relationships/image" Target="../media/image126.png"/><Relationship Id="rId38" Type="http://schemas.openxmlformats.org/officeDocument/2006/relationships/image" Target="../media/image131.png"/><Relationship Id="rId2" Type="http://schemas.openxmlformats.org/officeDocument/2006/relationships/image" Target="../media/image47.png"/><Relationship Id="rId16" Type="http://schemas.openxmlformats.org/officeDocument/2006/relationships/image" Target="../media/image106.png"/><Relationship Id="rId20" Type="http://schemas.openxmlformats.org/officeDocument/2006/relationships/image" Target="../media/image113.png"/><Relationship Id="rId29" Type="http://schemas.openxmlformats.org/officeDocument/2006/relationships/image" Target="../media/image122.png"/><Relationship Id="rId41" Type="http://schemas.openxmlformats.org/officeDocument/2006/relationships/image" Target="../media/image134.png"/><Relationship Id="rId1" Type="http://schemas.openxmlformats.org/officeDocument/2006/relationships/slideLayout" Target="../slideLayouts/slideLayout2.xml"/><Relationship Id="rId24" Type="http://schemas.openxmlformats.org/officeDocument/2006/relationships/image" Target="../media/image117.png"/><Relationship Id="rId32" Type="http://schemas.openxmlformats.org/officeDocument/2006/relationships/image" Target="../media/image125.png"/><Relationship Id="rId37" Type="http://schemas.openxmlformats.org/officeDocument/2006/relationships/image" Target="../media/image130.png"/><Relationship Id="rId40" Type="http://schemas.openxmlformats.org/officeDocument/2006/relationships/image" Target="../media/image133.png"/><Relationship Id="rId5" Type="http://schemas.openxmlformats.org/officeDocument/2006/relationships/image" Target="../media/image104.png"/><Relationship Id="rId15" Type="http://schemas.openxmlformats.org/officeDocument/2006/relationships/image" Target="../media/image105.png"/><Relationship Id="rId23" Type="http://schemas.openxmlformats.org/officeDocument/2006/relationships/image" Target="../media/image116.png"/><Relationship Id="rId28" Type="http://schemas.openxmlformats.org/officeDocument/2006/relationships/image" Target="../media/image121.png"/><Relationship Id="rId36" Type="http://schemas.openxmlformats.org/officeDocument/2006/relationships/image" Target="../media/image129.png"/><Relationship Id="rId19" Type="http://schemas.openxmlformats.org/officeDocument/2006/relationships/image" Target="../media/image112.png"/><Relationship Id="rId31" Type="http://schemas.openxmlformats.org/officeDocument/2006/relationships/image" Target="../media/image124.png"/><Relationship Id="rId44" Type="http://schemas.openxmlformats.org/officeDocument/2006/relationships/image" Target="../media/image137.png"/><Relationship Id="rId4" Type="http://schemas.openxmlformats.org/officeDocument/2006/relationships/image" Target="../media/image49.png"/><Relationship Id="rId14" Type="http://schemas.openxmlformats.org/officeDocument/2006/relationships/image" Target="../media/image215.png"/><Relationship Id="rId22" Type="http://schemas.openxmlformats.org/officeDocument/2006/relationships/image" Target="../media/image115.png"/><Relationship Id="rId27" Type="http://schemas.openxmlformats.org/officeDocument/2006/relationships/image" Target="../media/image120.png"/><Relationship Id="rId30" Type="http://schemas.openxmlformats.org/officeDocument/2006/relationships/image" Target="../media/image123.png"/><Relationship Id="rId35" Type="http://schemas.openxmlformats.org/officeDocument/2006/relationships/image" Target="../media/image128.png"/><Relationship Id="rId43" Type="http://schemas.openxmlformats.org/officeDocument/2006/relationships/image" Target="../media/image136.png"/></Relationships>
</file>

<file path=ppt/slides/_rels/slide15.xml.rels><?xml version="1.0" encoding="UTF-8" standalone="yes"?>
<Relationships xmlns="http://schemas.openxmlformats.org/package/2006/relationships"><Relationship Id="rId3" Type="http://schemas.openxmlformats.org/officeDocument/2006/relationships/image" Target="../media/image139.png"/><Relationship Id="rId2" Type="http://schemas.openxmlformats.org/officeDocument/2006/relationships/image" Target="../media/image138.png"/><Relationship Id="rId1" Type="http://schemas.openxmlformats.org/officeDocument/2006/relationships/slideLayout" Target="../slideLayouts/slideLayout2.xml"/><Relationship Id="rId6" Type="http://schemas.openxmlformats.org/officeDocument/2006/relationships/image" Target="../media/image49.png"/><Relationship Id="rId5" Type="http://schemas.openxmlformats.org/officeDocument/2006/relationships/image" Target="../media/image76.png"/><Relationship Id="rId4" Type="http://schemas.openxmlformats.org/officeDocument/2006/relationships/image" Target="../media/image141.png"/><Relationship Id="rId14" Type="http://schemas.openxmlformats.org/officeDocument/2006/relationships/image" Target="../media/image215.png"/></Relationships>
</file>

<file path=ppt/slides/_rels/slide16.xml.rels><?xml version="1.0" encoding="UTF-8" standalone="yes"?>
<Relationships xmlns="http://schemas.openxmlformats.org/package/2006/relationships"><Relationship Id="rId18" Type="http://schemas.openxmlformats.org/officeDocument/2006/relationships/image" Target="../media/image147.png"/><Relationship Id="rId39" Type="http://schemas.openxmlformats.org/officeDocument/2006/relationships/image" Target="../media/image161.png"/><Relationship Id="rId51" Type="http://schemas.openxmlformats.org/officeDocument/2006/relationships/image" Target="../media/image173.png"/><Relationship Id="rId3" Type="http://schemas.openxmlformats.org/officeDocument/2006/relationships/image" Target="../media/image47.png"/><Relationship Id="rId21" Type="http://schemas.openxmlformats.org/officeDocument/2006/relationships/image" Target="../media/image151.png"/><Relationship Id="rId34" Type="http://schemas.openxmlformats.org/officeDocument/2006/relationships/image" Target="../media/image156.png"/><Relationship Id="rId42" Type="http://schemas.openxmlformats.org/officeDocument/2006/relationships/image" Target="../media/image164.png"/><Relationship Id="rId47" Type="http://schemas.openxmlformats.org/officeDocument/2006/relationships/image" Target="../media/image169.png"/><Relationship Id="rId50" Type="http://schemas.openxmlformats.org/officeDocument/2006/relationships/image" Target="../media/image172.png"/><Relationship Id="rId55" Type="http://schemas.openxmlformats.org/officeDocument/2006/relationships/image" Target="../media/image135.png"/><Relationship Id="rId17" Type="http://schemas.openxmlformats.org/officeDocument/2006/relationships/image" Target="../media/image146.png"/><Relationship Id="rId33" Type="http://schemas.openxmlformats.org/officeDocument/2006/relationships/image" Target="../media/image155.png"/><Relationship Id="rId38" Type="http://schemas.openxmlformats.org/officeDocument/2006/relationships/image" Target="../media/image160.png"/><Relationship Id="rId46" Type="http://schemas.openxmlformats.org/officeDocument/2006/relationships/image" Target="../media/image168.png"/><Relationship Id="rId59" Type="http://schemas.openxmlformats.org/officeDocument/2006/relationships/image" Target="../media/image178.png"/><Relationship Id="rId2" Type="http://schemas.openxmlformats.org/officeDocument/2006/relationships/image" Target="../media/image142.png"/><Relationship Id="rId16" Type="http://schemas.openxmlformats.org/officeDocument/2006/relationships/image" Target="../media/image145.png"/><Relationship Id="rId20" Type="http://schemas.openxmlformats.org/officeDocument/2006/relationships/image" Target="../media/image149.png"/><Relationship Id="rId29" Type="http://schemas.openxmlformats.org/officeDocument/2006/relationships/image" Target="../media/image230.png"/><Relationship Id="rId41" Type="http://schemas.openxmlformats.org/officeDocument/2006/relationships/image" Target="../media/image163.png"/><Relationship Id="rId54" Type="http://schemas.openxmlformats.org/officeDocument/2006/relationships/image" Target="../media/image134.png"/><Relationship Id="rId1" Type="http://schemas.openxmlformats.org/officeDocument/2006/relationships/slideLayout" Target="../slideLayouts/slideLayout2.xml"/><Relationship Id="rId32" Type="http://schemas.openxmlformats.org/officeDocument/2006/relationships/image" Target="../media/image154.png"/><Relationship Id="rId37" Type="http://schemas.openxmlformats.org/officeDocument/2006/relationships/image" Target="../media/image159.png"/><Relationship Id="rId40" Type="http://schemas.openxmlformats.org/officeDocument/2006/relationships/image" Target="../media/image162.png"/><Relationship Id="rId45" Type="http://schemas.openxmlformats.org/officeDocument/2006/relationships/image" Target="../media/image167.png"/><Relationship Id="rId53" Type="http://schemas.openxmlformats.org/officeDocument/2006/relationships/image" Target="../media/image175.png"/><Relationship Id="rId58" Type="http://schemas.openxmlformats.org/officeDocument/2006/relationships/image" Target="../media/image137.png"/><Relationship Id="rId5" Type="http://schemas.openxmlformats.org/officeDocument/2006/relationships/image" Target="../media/image143.png"/><Relationship Id="rId15" Type="http://schemas.openxmlformats.org/officeDocument/2006/relationships/image" Target="../media/image144.png"/><Relationship Id="rId36" Type="http://schemas.openxmlformats.org/officeDocument/2006/relationships/image" Target="../media/image158.png"/><Relationship Id="rId49" Type="http://schemas.openxmlformats.org/officeDocument/2006/relationships/image" Target="../media/image171.png"/><Relationship Id="rId57" Type="http://schemas.openxmlformats.org/officeDocument/2006/relationships/image" Target="../media/image177.png"/><Relationship Id="rId19" Type="http://schemas.openxmlformats.org/officeDocument/2006/relationships/image" Target="../media/image148.png"/><Relationship Id="rId31" Type="http://schemas.openxmlformats.org/officeDocument/2006/relationships/image" Target="../media/image153.png"/><Relationship Id="rId44" Type="http://schemas.openxmlformats.org/officeDocument/2006/relationships/image" Target="../media/image166.png"/><Relationship Id="rId52" Type="http://schemas.openxmlformats.org/officeDocument/2006/relationships/image" Target="../media/image174.png"/><Relationship Id="rId4" Type="http://schemas.openxmlformats.org/officeDocument/2006/relationships/image" Target="../media/image49.png"/><Relationship Id="rId14" Type="http://schemas.openxmlformats.org/officeDocument/2006/relationships/image" Target="../media/image215.png"/><Relationship Id="rId30" Type="http://schemas.openxmlformats.org/officeDocument/2006/relationships/image" Target="../media/image152.png"/><Relationship Id="rId35" Type="http://schemas.openxmlformats.org/officeDocument/2006/relationships/image" Target="../media/image157.png"/><Relationship Id="rId43" Type="http://schemas.openxmlformats.org/officeDocument/2006/relationships/image" Target="../media/image165.png"/><Relationship Id="rId48" Type="http://schemas.openxmlformats.org/officeDocument/2006/relationships/image" Target="../media/image170.png"/><Relationship Id="rId56" Type="http://schemas.openxmlformats.org/officeDocument/2006/relationships/image" Target="../media/image176.png"/></Relationships>
</file>

<file path=ppt/slides/_rels/slide17.xml.rels><?xml version="1.0" encoding="UTF-8" standalone="yes"?>
<Relationships xmlns="http://schemas.openxmlformats.org/package/2006/relationships"><Relationship Id="rId18" Type="http://schemas.openxmlformats.org/officeDocument/2006/relationships/image" Target="../media/image184.png"/><Relationship Id="rId39" Type="http://schemas.openxmlformats.org/officeDocument/2006/relationships/image" Target="../media/image190.png"/><Relationship Id="rId3" Type="http://schemas.openxmlformats.org/officeDocument/2006/relationships/image" Target="../media/image47.png"/><Relationship Id="rId21" Type="http://schemas.openxmlformats.org/officeDocument/2006/relationships/image" Target="../media/image187.png"/><Relationship Id="rId34" Type="http://schemas.openxmlformats.org/officeDocument/2006/relationships/image" Target="../media/image156.png"/><Relationship Id="rId42" Type="http://schemas.openxmlformats.org/officeDocument/2006/relationships/image" Target="../media/image134.png"/><Relationship Id="rId17" Type="http://schemas.openxmlformats.org/officeDocument/2006/relationships/image" Target="../media/image183.png"/><Relationship Id="rId33" Type="http://schemas.openxmlformats.org/officeDocument/2006/relationships/image" Target="../media/image155.png"/><Relationship Id="rId38" Type="http://schemas.openxmlformats.org/officeDocument/2006/relationships/image" Target="../media/image160.png"/><Relationship Id="rId2" Type="http://schemas.openxmlformats.org/officeDocument/2006/relationships/image" Target="../media/image179.png"/><Relationship Id="rId16" Type="http://schemas.openxmlformats.org/officeDocument/2006/relationships/image" Target="../media/image182.png"/><Relationship Id="rId20" Type="http://schemas.openxmlformats.org/officeDocument/2006/relationships/image" Target="../media/image186.png"/><Relationship Id="rId29" Type="http://schemas.openxmlformats.org/officeDocument/2006/relationships/image" Target="../media/image230.png"/><Relationship Id="rId41" Type="http://schemas.openxmlformats.org/officeDocument/2006/relationships/image" Target="../media/image203.png"/><Relationship Id="rId1" Type="http://schemas.openxmlformats.org/officeDocument/2006/relationships/slideLayout" Target="../slideLayouts/slideLayout2.xml"/><Relationship Id="rId32" Type="http://schemas.openxmlformats.org/officeDocument/2006/relationships/image" Target="../media/image154.png"/><Relationship Id="rId37" Type="http://schemas.openxmlformats.org/officeDocument/2006/relationships/image" Target="../media/image159.png"/><Relationship Id="rId40" Type="http://schemas.openxmlformats.org/officeDocument/2006/relationships/image" Target="../media/image191.png"/><Relationship Id="rId45" Type="http://schemas.openxmlformats.org/officeDocument/2006/relationships/image" Target="../media/image205.png"/><Relationship Id="rId15" Type="http://schemas.openxmlformats.org/officeDocument/2006/relationships/image" Target="../media/image181.png"/><Relationship Id="rId23" Type="http://schemas.openxmlformats.org/officeDocument/2006/relationships/image" Target="../media/image188.png"/><Relationship Id="rId36" Type="http://schemas.openxmlformats.org/officeDocument/2006/relationships/image" Target="../media/image158.png"/><Relationship Id="rId19" Type="http://schemas.openxmlformats.org/officeDocument/2006/relationships/image" Target="../media/image185.png"/><Relationship Id="rId31" Type="http://schemas.openxmlformats.org/officeDocument/2006/relationships/image" Target="../media/image189.png"/><Relationship Id="rId44" Type="http://schemas.openxmlformats.org/officeDocument/2006/relationships/image" Target="../media/image204.png"/><Relationship Id="rId4" Type="http://schemas.openxmlformats.org/officeDocument/2006/relationships/image" Target="../media/image180.png"/><Relationship Id="rId14" Type="http://schemas.openxmlformats.org/officeDocument/2006/relationships/image" Target="../media/image215.png"/><Relationship Id="rId22" Type="http://schemas.openxmlformats.org/officeDocument/2006/relationships/image" Target="../media/image175.png"/><Relationship Id="rId30" Type="http://schemas.openxmlformats.org/officeDocument/2006/relationships/image" Target="../media/image152.png"/><Relationship Id="rId35" Type="http://schemas.openxmlformats.org/officeDocument/2006/relationships/image" Target="../media/image157.png"/><Relationship Id="rId43" Type="http://schemas.openxmlformats.org/officeDocument/2006/relationships/image" Target="../media/image135.png"/></Relationships>
</file>

<file path=ppt/slides/_rels/slide18.xml.rels><?xml version="1.0" encoding="UTF-8" standalone="yes"?>
<Relationships xmlns="http://schemas.openxmlformats.org/package/2006/relationships"><Relationship Id="rId3" Type="http://schemas.openxmlformats.org/officeDocument/2006/relationships/image" Target="../media/image206.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47.png"/><Relationship Id="rId4" Type="http://schemas.openxmlformats.org/officeDocument/2006/relationships/image" Target="../media/image207.png"/></Relationships>
</file>

<file path=ppt/slides/_rels/slide19.xml.rels><?xml version="1.0" encoding="UTF-8" standalone="yes"?>
<Relationships xmlns="http://schemas.openxmlformats.org/package/2006/relationships"><Relationship Id="rId3" Type="http://schemas.openxmlformats.org/officeDocument/2006/relationships/image" Target="../media/image208.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48.png"/><Relationship Id="rId4" Type="http://schemas.openxmlformats.org/officeDocument/2006/relationships/image" Target="../media/image209.png"/></Relationships>
</file>

<file path=ppt/slides/_rels/slide20.xml.rels><?xml version="1.0" encoding="UTF-8" standalone="yes"?>
<Relationships xmlns="http://schemas.openxmlformats.org/package/2006/relationships"><Relationship Id="rId3" Type="http://schemas.openxmlformats.org/officeDocument/2006/relationships/image" Target="../media/image212.png"/><Relationship Id="rId2" Type="http://schemas.openxmlformats.org/officeDocument/2006/relationships/image" Target="../media/image211.png"/><Relationship Id="rId1" Type="http://schemas.openxmlformats.org/officeDocument/2006/relationships/slideLayout" Target="../slideLayouts/slideLayout2.xml"/><Relationship Id="rId4" Type="http://schemas.openxmlformats.org/officeDocument/2006/relationships/image" Target="../media/image213.png"/></Relationships>
</file>

<file path=ppt/slides/_rels/slide21.xml.rels><?xml version="1.0" encoding="UTF-8" standalone="yes"?>
<Relationships xmlns="http://schemas.openxmlformats.org/package/2006/relationships"><Relationship Id="rId3" Type="http://schemas.openxmlformats.org/officeDocument/2006/relationships/hyperlink" Target="ftp://ftp.sanger.ac.uk/pub/resources/theses/js18/chapter3.pdf" TargetMode="External"/><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8" Type="http://schemas.openxmlformats.org/officeDocument/2006/relationships/image" Target="../media/image218.png"/><Relationship Id="rId3" Type="http://schemas.openxmlformats.org/officeDocument/2006/relationships/image" Target="../media/image49.png"/><Relationship Id="rId2" Type="http://schemas.openxmlformats.org/officeDocument/2006/relationships/image" Target="../media/image47.png"/><Relationship Id="rId1" Type="http://schemas.openxmlformats.org/officeDocument/2006/relationships/slideLayout" Target="../slideLayouts/slideLayout2.xml"/><Relationship Id="rId6" Type="http://schemas.openxmlformats.org/officeDocument/2006/relationships/image" Target="../media/image216.png"/><Relationship Id="rId11" Type="http://schemas.openxmlformats.org/officeDocument/2006/relationships/image" Target="../media/image221.png"/><Relationship Id="rId5" Type="http://schemas.openxmlformats.org/officeDocument/2006/relationships/image" Target="../media/image215.png"/><Relationship Id="rId10" Type="http://schemas.openxmlformats.org/officeDocument/2006/relationships/image" Target="../media/image220.png"/><Relationship Id="rId4" Type="http://schemas.openxmlformats.org/officeDocument/2006/relationships/image" Target="../media/image214.png"/><Relationship Id="rId9" Type="http://schemas.openxmlformats.org/officeDocument/2006/relationships/image" Target="../media/image219.png"/></Relationships>
</file>

<file path=ppt/slides/_rels/slide23.xml.rels><?xml version="1.0" encoding="UTF-8" standalone="yes"?>
<Relationships xmlns="http://schemas.openxmlformats.org/package/2006/relationships"><Relationship Id="rId18" Type="http://schemas.openxmlformats.org/officeDocument/2006/relationships/image" Target="../media/image226.png"/><Relationship Id="rId39" Type="http://schemas.openxmlformats.org/officeDocument/2006/relationships/image" Target="../media/image235.png"/><Relationship Id="rId3" Type="http://schemas.openxmlformats.org/officeDocument/2006/relationships/image" Target="../media/image47.png"/><Relationship Id="rId21" Type="http://schemas.openxmlformats.org/officeDocument/2006/relationships/image" Target="../media/image229.png"/><Relationship Id="rId34" Type="http://schemas.openxmlformats.org/officeDocument/2006/relationships/image" Target="../media/image156.png"/><Relationship Id="rId42" Type="http://schemas.openxmlformats.org/officeDocument/2006/relationships/image" Target="../media/image238.png"/><Relationship Id="rId47" Type="http://schemas.openxmlformats.org/officeDocument/2006/relationships/image" Target="../media/image244.png"/><Relationship Id="rId17" Type="http://schemas.openxmlformats.org/officeDocument/2006/relationships/image" Target="../media/image225.png"/><Relationship Id="rId33" Type="http://schemas.openxmlformats.org/officeDocument/2006/relationships/image" Target="../media/image155.png"/><Relationship Id="rId38" Type="http://schemas.openxmlformats.org/officeDocument/2006/relationships/image" Target="../media/image234.png"/><Relationship Id="rId46" Type="http://schemas.openxmlformats.org/officeDocument/2006/relationships/image" Target="../media/image243.png"/><Relationship Id="rId2" Type="http://schemas.openxmlformats.org/officeDocument/2006/relationships/image" Target="../media/image217.png"/><Relationship Id="rId16" Type="http://schemas.openxmlformats.org/officeDocument/2006/relationships/image" Target="../media/image224.png"/><Relationship Id="rId20" Type="http://schemas.openxmlformats.org/officeDocument/2006/relationships/image" Target="../media/image228.png"/><Relationship Id="rId29" Type="http://schemas.openxmlformats.org/officeDocument/2006/relationships/image" Target="../media/image230.png"/><Relationship Id="rId41" Type="http://schemas.openxmlformats.org/officeDocument/2006/relationships/image" Target="../media/image237.png"/><Relationship Id="rId1" Type="http://schemas.openxmlformats.org/officeDocument/2006/relationships/slideLayout" Target="../slideLayouts/slideLayout2.xml"/><Relationship Id="rId32" Type="http://schemas.openxmlformats.org/officeDocument/2006/relationships/image" Target="../media/image154.png"/><Relationship Id="rId37" Type="http://schemas.openxmlformats.org/officeDocument/2006/relationships/image" Target="../media/image233.png"/><Relationship Id="rId40" Type="http://schemas.openxmlformats.org/officeDocument/2006/relationships/image" Target="../media/image236.png"/><Relationship Id="rId45" Type="http://schemas.openxmlformats.org/officeDocument/2006/relationships/image" Target="../media/image242.png"/><Relationship Id="rId5" Type="http://schemas.openxmlformats.org/officeDocument/2006/relationships/image" Target="../media/image222.png"/><Relationship Id="rId15" Type="http://schemas.openxmlformats.org/officeDocument/2006/relationships/image" Target="../media/image223.png"/><Relationship Id="rId36" Type="http://schemas.openxmlformats.org/officeDocument/2006/relationships/image" Target="../media/image158.png"/><Relationship Id="rId19" Type="http://schemas.openxmlformats.org/officeDocument/2006/relationships/image" Target="../media/image227.png"/><Relationship Id="rId31" Type="http://schemas.openxmlformats.org/officeDocument/2006/relationships/image" Target="../media/image231.png"/><Relationship Id="rId44" Type="http://schemas.openxmlformats.org/officeDocument/2006/relationships/image" Target="../media/image241.png"/><Relationship Id="rId4" Type="http://schemas.openxmlformats.org/officeDocument/2006/relationships/image" Target="../media/image49.png"/><Relationship Id="rId14" Type="http://schemas.openxmlformats.org/officeDocument/2006/relationships/image" Target="../media/image215.png"/><Relationship Id="rId30" Type="http://schemas.openxmlformats.org/officeDocument/2006/relationships/image" Target="../media/image152.png"/><Relationship Id="rId35" Type="http://schemas.openxmlformats.org/officeDocument/2006/relationships/image" Target="../media/image232.png"/><Relationship Id="rId43" Type="http://schemas.openxmlformats.org/officeDocument/2006/relationships/image" Target="../media/image239.png"/><Relationship Id="rId48" Type="http://schemas.openxmlformats.org/officeDocument/2006/relationships/image" Target="../media/image245.png"/></Relationships>
</file>

<file path=ppt/slides/_rels/slide24.xml.rels><?xml version="1.0" encoding="UTF-8" standalone="yes"?>
<Relationships xmlns="http://schemas.openxmlformats.org/package/2006/relationships"><Relationship Id="rId18" Type="http://schemas.openxmlformats.org/officeDocument/2006/relationships/image" Target="../media/image253.png"/><Relationship Id="rId26" Type="http://schemas.openxmlformats.org/officeDocument/2006/relationships/image" Target="../media/image259.png"/><Relationship Id="rId3" Type="http://schemas.openxmlformats.org/officeDocument/2006/relationships/image" Target="../media/image247.png"/><Relationship Id="rId21" Type="http://schemas.openxmlformats.org/officeDocument/2006/relationships/image" Target="../media/image256.png"/><Relationship Id="rId17" Type="http://schemas.openxmlformats.org/officeDocument/2006/relationships/image" Target="../media/image252.png"/><Relationship Id="rId25" Type="http://schemas.openxmlformats.org/officeDocument/2006/relationships/image" Target="../media/image258.png"/><Relationship Id="rId2" Type="http://schemas.openxmlformats.org/officeDocument/2006/relationships/image" Target="../media/image246.png"/><Relationship Id="rId16" Type="http://schemas.openxmlformats.org/officeDocument/2006/relationships/image" Target="../media/image251.png"/><Relationship Id="rId20" Type="http://schemas.openxmlformats.org/officeDocument/2006/relationships/image" Target="../media/image255.png"/><Relationship Id="rId29" Type="http://schemas.openxmlformats.org/officeDocument/2006/relationships/image" Target="../media/image262.png"/><Relationship Id="rId1" Type="http://schemas.openxmlformats.org/officeDocument/2006/relationships/slideLayout" Target="../slideLayouts/slideLayout2.xml"/><Relationship Id="rId24" Type="http://schemas.openxmlformats.org/officeDocument/2006/relationships/image" Target="../media/image257.png"/><Relationship Id="rId5" Type="http://schemas.openxmlformats.org/officeDocument/2006/relationships/image" Target="../media/image248.png"/><Relationship Id="rId15" Type="http://schemas.openxmlformats.org/officeDocument/2006/relationships/image" Target="../media/image249.png"/><Relationship Id="rId23" Type="http://schemas.openxmlformats.org/officeDocument/2006/relationships/image" Target="../media/image155.png"/><Relationship Id="rId28" Type="http://schemas.openxmlformats.org/officeDocument/2006/relationships/image" Target="../media/image261.png"/><Relationship Id="rId19" Type="http://schemas.openxmlformats.org/officeDocument/2006/relationships/image" Target="../media/image254.png"/><Relationship Id="rId4" Type="http://schemas.openxmlformats.org/officeDocument/2006/relationships/image" Target="../media/image47.png"/><Relationship Id="rId14" Type="http://schemas.openxmlformats.org/officeDocument/2006/relationships/image" Target="../media/image215.png"/><Relationship Id="rId22" Type="http://schemas.openxmlformats.org/officeDocument/2006/relationships/image" Target="../media/image154.png"/><Relationship Id="rId27" Type="http://schemas.openxmlformats.org/officeDocument/2006/relationships/image" Target="../media/image260.png"/><Relationship Id="rId30" Type="http://schemas.openxmlformats.org/officeDocument/2006/relationships/image" Target="../media/image26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B447A32-0D96-4B57-86B2-82EC84E8995E}"/>
              </a:ext>
            </a:extLst>
          </p:cNvPr>
          <p:cNvSpPr>
            <a:spLocks noGrp="1"/>
          </p:cNvSpPr>
          <p:nvPr>
            <p:ph type="ctrTitle"/>
          </p:nvPr>
        </p:nvSpPr>
        <p:spPr>
          <a:xfrm>
            <a:off x="1018998" y="373452"/>
            <a:ext cx="7106004" cy="1663519"/>
          </a:xfrm>
        </p:spPr>
        <p:txBody>
          <a:bodyPr>
            <a:normAutofit/>
          </a:bodyPr>
          <a:lstStyle/>
          <a:p>
            <a:pPr>
              <a:lnSpc>
                <a:spcPct val="150000"/>
              </a:lnSpc>
            </a:pPr>
            <a:r>
              <a:rPr lang="en-US" altLang="zh-TW" sz="3600" dirty="0">
                <a:latin typeface="Times New Roman" panose="02020603050405020304" pitchFamily="18" charset="0"/>
                <a:cs typeface="Times New Roman" panose="02020603050405020304" pitchFamily="18" charset="0"/>
              </a:rPr>
              <a:t>Space-Efficient Algorithms for Longest Increasing Subsequence</a:t>
            </a:r>
            <a:endParaRPr lang="zh-TW" altLang="en-US" sz="3600" dirty="0">
              <a:latin typeface="Times New Roman" panose="02020603050405020304" pitchFamily="18" charset="0"/>
              <a:cs typeface="Times New Roman" panose="02020603050405020304" pitchFamily="18" charset="0"/>
            </a:endParaRPr>
          </a:p>
        </p:txBody>
      </p:sp>
      <p:sp>
        <p:nvSpPr>
          <p:cNvPr id="3" name="副標題 2">
            <a:extLst>
              <a:ext uri="{FF2B5EF4-FFF2-40B4-BE49-F238E27FC236}">
                <a16:creationId xmlns:a16="http://schemas.microsoft.com/office/drawing/2014/main" id="{61456E59-5D91-4093-B1A4-6F308EA967FD}"/>
              </a:ext>
            </a:extLst>
          </p:cNvPr>
          <p:cNvSpPr>
            <a:spLocks noGrp="1"/>
          </p:cNvSpPr>
          <p:nvPr>
            <p:ph type="subTitle" idx="1"/>
          </p:nvPr>
        </p:nvSpPr>
        <p:spPr>
          <a:xfrm>
            <a:off x="0" y="2413030"/>
            <a:ext cx="9144000" cy="1005839"/>
          </a:xfrm>
        </p:spPr>
        <p:txBody>
          <a:bodyPr>
            <a:normAutofit/>
          </a:bodyPr>
          <a:lstStyle/>
          <a:p>
            <a:r>
              <a:rPr lang="en-US" altLang="zh-TW" dirty="0">
                <a:latin typeface="Times New Roman" panose="02020603050405020304" pitchFamily="18" charset="0"/>
                <a:ea typeface="+mj-ea"/>
                <a:cs typeface="Times New Roman" panose="02020603050405020304" pitchFamily="18" charset="0"/>
              </a:rPr>
              <a:t>Masashi Kiyomi, </a:t>
            </a:r>
            <a:r>
              <a:rPr lang="en-US" altLang="zh-TW" dirty="0" err="1">
                <a:latin typeface="Times New Roman" panose="02020603050405020304" pitchFamily="18" charset="0"/>
                <a:ea typeface="+mj-ea"/>
                <a:cs typeface="Times New Roman" panose="02020603050405020304" pitchFamily="18" charset="0"/>
              </a:rPr>
              <a:t>Hirotaka</a:t>
            </a:r>
            <a:r>
              <a:rPr lang="en-US" altLang="zh-TW" dirty="0">
                <a:latin typeface="Times New Roman" panose="02020603050405020304" pitchFamily="18" charset="0"/>
                <a:ea typeface="+mj-ea"/>
                <a:cs typeface="Times New Roman" panose="02020603050405020304" pitchFamily="18" charset="0"/>
              </a:rPr>
              <a:t> Ono, </a:t>
            </a:r>
            <a:r>
              <a:rPr lang="en-US" altLang="zh-TW" dirty="0" err="1">
                <a:latin typeface="Times New Roman" panose="02020603050405020304" pitchFamily="18" charset="0"/>
                <a:ea typeface="+mj-ea"/>
                <a:cs typeface="Times New Roman" panose="02020603050405020304" pitchFamily="18" charset="0"/>
              </a:rPr>
              <a:t>Yota</a:t>
            </a:r>
            <a:r>
              <a:rPr lang="en-US" altLang="zh-TW" dirty="0">
                <a:latin typeface="Times New Roman" panose="02020603050405020304" pitchFamily="18" charset="0"/>
                <a:ea typeface="+mj-ea"/>
                <a:cs typeface="Times New Roman" panose="02020603050405020304" pitchFamily="18" charset="0"/>
              </a:rPr>
              <a:t> </a:t>
            </a:r>
            <a:r>
              <a:rPr lang="en-US" altLang="zh-TW" dirty="0" err="1">
                <a:latin typeface="Times New Roman" panose="02020603050405020304" pitchFamily="18" charset="0"/>
                <a:ea typeface="+mj-ea"/>
                <a:cs typeface="Times New Roman" panose="02020603050405020304" pitchFamily="18" charset="0"/>
              </a:rPr>
              <a:t>Otachi</a:t>
            </a:r>
            <a:r>
              <a:rPr lang="en-US" altLang="zh-TW" dirty="0">
                <a:latin typeface="Times New Roman" panose="02020603050405020304" pitchFamily="18" charset="0"/>
                <a:ea typeface="+mj-ea"/>
                <a:cs typeface="Times New Roman" panose="02020603050405020304" pitchFamily="18" charset="0"/>
              </a:rPr>
              <a:t>, </a:t>
            </a:r>
          </a:p>
          <a:p>
            <a:r>
              <a:rPr lang="en-US" altLang="zh-TW" dirty="0">
                <a:latin typeface="Times New Roman" panose="02020603050405020304" pitchFamily="18" charset="0"/>
                <a:ea typeface="+mj-ea"/>
                <a:cs typeface="Times New Roman" panose="02020603050405020304" pitchFamily="18" charset="0"/>
              </a:rPr>
              <a:t>Pascal Schweitzer, and Jun </a:t>
            </a:r>
            <a:r>
              <a:rPr lang="en-US" altLang="zh-TW" dirty="0" err="1">
                <a:latin typeface="Times New Roman" panose="02020603050405020304" pitchFamily="18" charset="0"/>
                <a:ea typeface="+mj-ea"/>
                <a:cs typeface="Times New Roman" panose="02020603050405020304" pitchFamily="18" charset="0"/>
              </a:rPr>
              <a:t>Tarui</a:t>
            </a:r>
            <a:endParaRPr lang="zh-TW" altLang="en-US" dirty="0">
              <a:latin typeface="Times New Roman" panose="02020603050405020304" pitchFamily="18" charset="0"/>
              <a:ea typeface="+mj-ea"/>
              <a:cs typeface="Times New Roman" panose="02020603050405020304" pitchFamily="18" charset="0"/>
            </a:endParaRPr>
          </a:p>
        </p:txBody>
      </p:sp>
      <p:sp>
        <p:nvSpPr>
          <p:cNvPr id="4" name="副標題 2">
            <a:extLst>
              <a:ext uri="{FF2B5EF4-FFF2-40B4-BE49-F238E27FC236}">
                <a16:creationId xmlns:a16="http://schemas.microsoft.com/office/drawing/2014/main" id="{A64E0364-4674-4930-835E-A413D880DCDB}"/>
              </a:ext>
            </a:extLst>
          </p:cNvPr>
          <p:cNvSpPr txBox="1">
            <a:spLocks/>
          </p:cNvSpPr>
          <p:nvPr/>
        </p:nvSpPr>
        <p:spPr>
          <a:xfrm>
            <a:off x="5409511" y="5287218"/>
            <a:ext cx="2715491" cy="830998"/>
          </a:xfrm>
          <a:prstGeom prst="rect">
            <a:avLst/>
          </a:prstGeom>
        </p:spPr>
        <p:txBody>
          <a:bodyPr vert="horz" lIns="68580" tIns="34290" rIns="68580" bIns="3429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r"/>
            <a:r>
              <a:rPr lang="en-US" altLang="zh-TW" sz="1800" dirty="0">
                <a:latin typeface="Times New Roman" panose="02020603050405020304" pitchFamily="18" charset="0"/>
                <a:ea typeface="標楷體" panose="03000509000000000000" pitchFamily="65" charset="-120"/>
                <a:cs typeface="Times New Roman" panose="02020603050405020304" pitchFamily="18" charset="0"/>
              </a:rPr>
              <a:t>Speaker: </a:t>
            </a:r>
            <a:r>
              <a:rPr lang="en-US" altLang="zh-TW" sz="1800" dirty="0" err="1">
                <a:latin typeface="Times New Roman" panose="02020603050405020304" pitchFamily="18" charset="0"/>
                <a:ea typeface="標楷體" panose="03000509000000000000" pitchFamily="65" charset="-120"/>
                <a:cs typeface="Times New Roman" panose="02020603050405020304" pitchFamily="18" charset="0"/>
              </a:rPr>
              <a:t>Kuan-Chih</a:t>
            </a:r>
            <a:r>
              <a:rPr lang="en-US" altLang="zh-TW" sz="1800" dirty="0">
                <a:latin typeface="Times New Roman" panose="02020603050405020304" pitchFamily="18" charset="0"/>
                <a:ea typeface="標楷體" panose="03000509000000000000" pitchFamily="65" charset="-120"/>
                <a:cs typeface="Times New Roman" panose="02020603050405020304" pitchFamily="18" charset="0"/>
              </a:rPr>
              <a:t> Chen</a:t>
            </a:r>
          </a:p>
          <a:p>
            <a:pPr algn="r"/>
            <a:r>
              <a:rPr lang="en-US" altLang="zh-TW" sz="1800" dirty="0">
                <a:latin typeface="Times New Roman" panose="02020603050405020304" pitchFamily="18" charset="0"/>
                <a:ea typeface="標楷體" panose="03000509000000000000" pitchFamily="65" charset="-120"/>
                <a:cs typeface="Times New Roman" panose="02020603050405020304" pitchFamily="18" charset="0"/>
              </a:rPr>
              <a:t>Date: 2018.04.17</a:t>
            </a:r>
          </a:p>
        </p:txBody>
      </p:sp>
      <p:sp>
        <p:nvSpPr>
          <p:cNvPr id="5" name="矩形 4">
            <a:extLst>
              <a:ext uri="{FF2B5EF4-FFF2-40B4-BE49-F238E27FC236}">
                <a16:creationId xmlns:a16="http://schemas.microsoft.com/office/drawing/2014/main" id="{776243CF-D414-4295-8B1E-9BF6541E940C}"/>
              </a:ext>
            </a:extLst>
          </p:cNvPr>
          <p:cNvSpPr/>
          <p:nvPr/>
        </p:nvSpPr>
        <p:spPr>
          <a:xfrm>
            <a:off x="938821" y="3580716"/>
            <a:ext cx="7266358" cy="1421992"/>
          </a:xfrm>
          <a:prstGeom prst="rect">
            <a:avLst/>
          </a:prstGeom>
        </p:spPr>
        <p:txBody>
          <a:bodyPr wrap="square">
            <a:spAutoFit/>
          </a:bodyPr>
          <a:lstStyle/>
          <a:p>
            <a:pPr algn="ctr">
              <a:lnSpc>
                <a:spcPct val="150000"/>
              </a:lnSpc>
            </a:pPr>
            <a:r>
              <a:rPr lang="en-US" altLang="zh-TW" sz="2000" dirty="0"/>
              <a:t> </a:t>
            </a:r>
            <a:r>
              <a:rPr lang="en-US" altLang="zh-TW" sz="2000" dirty="0">
                <a:latin typeface="Times New Roman" panose="02020603050405020304" pitchFamily="18" charset="0"/>
                <a:ea typeface="+mj-ea"/>
                <a:cs typeface="Times New Roman" panose="02020603050405020304" pitchFamily="18" charset="0"/>
              </a:rPr>
              <a:t>arXiv:1712.09230v1, 2017 /</a:t>
            </a:r>
          </a:p>
          <a:p>
            <a:pPr algn="ctr">
              <a:lnSpc>
                <a:spcPct val="150000"/>
              </a:lnSpc>
            </a:pPr>
            <a:r>
              <a:rPr lang="en-US" altLang="zh-TW" sz="2000" dirty="0">
                <a:solidFill>
                  <a:srgbClr val="0070C0"/>
                </a:solidFill>
                <a:latin typeface="Times New Roman" panose="02020603050405020304" pitchFamily="18" charset="0"/>
                <a:ea typeface="+mj-ea"/>
                <a:cs typeface="Times New Roman" panose="02020603050405020304" pitchFamily="18" charset="0"/>
              </a:rPr>
              <a:t>STACS</a:t>
            </a:r>
            <a:r>
              <a:rPr lang="en-US" altLang="zh-TW" sz="2000" dirty="0">
                <a:latin typeface="Times New Roman" panose="02020603050405020304" pitchFamily="18" charset="0"/>
                <a:ea typeface="+mj-ea"/>
                <a:cs typeface="Times New Roman" panose="02020603050405020304" pitchFamily="18" charset="0"/>
              </a:rPr>
              <a:t> 2018, February –March, 2018, Caen, France </a:t>
            </a:r>
          </a:p>
          <a:p>
            <a:pPr algn="ctr">
              <a:lnSpc>
                <a:spcPct val="150000"/>
              </a:lnSpc>
            </a:pPr>
            <a:r>
              <a:rPr lang="en-US" altLang="zh-TW" sz="2000" dirty="0">
                <a:solidFill>
                  <a:srgbClr val="0070C0"/>
                </a:solidFill>
                <a:latin typeface="Times New Roman" panose="02020603050405020304" pitchFamily="18" charset="0"/>
                <a:ea typeface="+mj-ea"/>
                <a:cs typeface="Times New Roman" panose="02020603050405020304" pitchFamily="18" charset="0"/>
              </a:rPr>
              <a:t>(Symposium on Theoretical Aspects of Computer Science)</a:t>
            </a:r>
            <a:endParaRPr lang="zh-TW" altLang="en-US" sz="2000" dirty="0">
              <a:solidFill>
                <a:srgbClr val="0070C0"/>
              </a:solidFill>
              <a:latin typeface="Times New Roman" panose="02020603050405020304" pitchFamily="18" charset="0"/>
              <a:ea typeface="+mj-ea"/>
              <a:cs typeface="Times New Roman" panose="02020603050405020304" pitchFamily="18" charset="0"/>
            </a:endParaRPr>
          </a:p>
        </p:txBody>
      </p:sp>
      <p:pic>
        <p:nvPicPr>
          <p:cNvPr id="6" name="圖片 5">
            <a:extLst>
              <a:ext uri="{FF2B5EF4-FFF2-40B4-BE49-F238E27FC236}">
                <a16:creationId xmlns:a16="http://schemas.microsoft.com/office/drawing/2014/main" id="{9E9B792B-1189-4207-9C32-E3DE9C29778C}"/>
              </a:ext>
            </a:extLst>
          </p:cNvPr>
          <p:cNvPicPr>
            <a:picLocks noChangeAspect="1"/>
          </p:cNvPicPr>
          <p:nvPr/>
        </p:nvPicPr>
        <p:blipFill>
          <a:blip r:embed="rId3"/>
          <a:stretch>
            <a:fillRect/>
          </a:stretch>
        </p:blipFill>
        <p:spPr>
          <a:xfrm>
            <a:off x="832206" y="2036971"/>
            <a:ext cx="7880279" cy="4684230"/>
          </a:xfrm>
          <a:prstGeom prst="rect">
            <a:avLst/>
          </a:prstGeom>
        </p:spPr>
      </p:pic>
    </p:spTree>
    <p:extLst>
      <p:ext uri="{BB962C8B-B14F-4D97-AF65-F5344CB8AC3E}">
        <p14:creationId xmlns:p14="http://schemas.microsoft.com/office/powerpoint/2010/main" val="2611728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xit" presetSubtype="0" fill="hold" nodeType="clickEffect">
                                  <p:stCondLst>
                                    <p:cond delay="0"/>
                                  </p:stCondLst>
                                  <p:childTnLst>
                                    <p:animEffect transition="out" filter="fade">
                                      <p:cBhvr>
                                        <p:cTn id="11" dur="500"/>
                                        <p:tgtEl>
                                          <p:spTgt spid="6"/>
                                        </p:tgtEl>
                                      </p:cBhvr>
                                    </p:animEffect>
                                    <p:set>
                                      <p:cBhvr>
                                        <p:cTn id="12" dur="1" fill="hold">
                                          <p:stCondLst>
                                            <p:cond delay="499"/>
                                          </p:stCondLst>
                                        </p:cTn>
                                        <p:tgtEl>
                                          <p:spTgt spid="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471956" y="414725"/>
            <a:ext cx="7886700" cy="583367"/>
          </a:xfrm>
        </p:spPr>
        <p:txBody>
          <a:bodyPr>
            <a:normAutofit/>
          </a:bodyPr>
          <a:lstStyle/>
          <a:p>
            <a:r>
              <a:rPr lang="en-US" altLang="zh-TW" sz="3200" dirty="0">
                <a:latin typeface="Times New Roman" panose="02020603050405020304" pitchFamily="18" charset="0"/>
                <a:cs typeface="Times New Roman" panose="02020603050405020304" pitchFamily="18" charset="0"/>
              </a:rPr>
              <a:t>Abstract</a:t>
            </a:r>
            <a:endParaRPr lang="zh-TW" altLang="en-US" sz="32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EC242670-B200-4340-9830-52717E351455}"/>
              </a:ext>
            </a:extLst>
          </p:cNvPr>
          <p:cNvSpPr>
            <a:spLocks noGrp="1"/>
          </p:cNvSpPr>
          <p:nvPr>
            <p:ph type="sldNum" sz="quarter" idx="12"/>
          </p:nvPr>
        </p:nvSpPr>
        <p:spPr/>
        <p:txBody>
          <a:bodyPr/>
          <a:lstStyle/>
          <a:p>
            <a:fld id="{872633CA-77E0-4863-94F8-E28139DFB2B4}" type="slidenum">
              <a:rPr lang="zh-TW" altLang="en-US" smtClean="0"/>
              <a:t>2</a:t>
            </a:fld>
            <a:endParaRPr lang="zh-TW" altLang="en-US"/>
          </a:p>
        </p:txBody>
      </p:sp>
      <mc:AlternateContent xmlns:mc="http://schemas.openxmlformats.org/markup-compatibility/2006" xmlns:a14="http://schemas.microsoft.com/office/drawing/2010/main">
        <mc:Choice Requires="a14">
          <p:sp>
            <p:nvSpPr>
              <p:cNvPr id="7" name="內容版面配置區 6">
                <a:extLst>
                  <a:ext uri="{FF2B5EF4-FFF2-40B4-BE49-F238E27FC236}">
                    <a16:creationId xmlns:a16="http://schemas.microsoft.com/office/drawing/2014/main" id="{878CA31B-C758-4215-B281-353CA02EC37A}"/>
                  </a:ext>
                </a:extLst>
              </p:cNvPr>
              <p:cNvSpPr>
                <a:spLocks noGrp="1"/>
              </p:cNvSpPr>
              <p:nvPr>
                <p:ph idx="1"/>
              </p:nvPr>
            </p:nvSpPr>
            <p:spPr>
              <a:xfrm>
                <a:off x="471956" y="998092"/>
                <a:ext cx="8327572" cy="5553983"/>
              </a:xfrm>
            </p:spPr>
            <p:txBody>
              <a:bodyPr>
                <a:normAutofit fontScale="77500" lnSpcReduction="20000"/>
              </a:bodyPr>
              <a:lstStyle/>
              <a:p>
                <a:pPr marL="0" indent="0">
                  <a:lnSpc>
                    <a:spcPct val="160000"/>
                  </a:lnSpc>
                  <a:buNone/>
                </a:pPr>
                <a:r>
                  <a:rPr lang="en-US" altLang="zh-TW" dirty="0">
                    <a:latin typeface="Times New Roman" panose="02020603050405020304" pitchFamily="18" charset="0"/>
                    <a:cs typeface="Times New Roman" panose="02020603050405020304" pitchFamily="18" charset="0"/>
                  </a:rPr>
                  <a:t>Given a sequence of integers, we want to find a longest increasing subsequence of the sequence. It is known that this problem can be solved in O(</a:t>
                </a:r>
                <a14:m>
                  <m:oMath xmlns:m="http://schemas.openxmlformats.org/officeDocument/2006/math">
                    <m:r>
                      <a:rPr lang="en-US" altLang="zh-TW" b="0" i="1" smtClean="0">
                        <a:latin typeface="Cambria Math" panose="02040503050406030204" pitchFamily="18" charset="0"/>
                      </a:rPr>
                      <m:t>𝑛</m:t>
                    </m:r>
                    <m:func>
                      <m:funcPr>
                        <m:ctrlPr>
                          <a:rPr lang="en-US" altLang="zh-TW" b="0" i="1" smtClean="0">
                            <a:latin typeface="Cambria Math" panose="02040503050406030204" pitchFamily="18" charset="0"/>
                          </a:rPr>
                        </m:ctrlPr>
                      </m:funcPr>
                      <m:fName>
                        <m:r>
                          <m:rPr>
                            <m:sty m:val="p"/>
                          </m:rPr>
                          <a:rPr lang="en-US" altLang="zh-TW" b="0" i="0" smtClean="0">
                            <a:latin typeface="Cambria Math" panose="02040503050406030204" pitchFamily="18" charset="0"/>
                          </a:rPr>
                          <m:t>log</m:t>
                        </m:r>
                      </m:fName>
                      <m:e>
                        <m:r>
                          <a:rPr lang="en-US" altLang="zh-TW" b="0" i="1" smtClean="0">
                            <a:latin typeface="Cambria Math" panose="02040503050406030204" pitchFamily="18" charset="0"/>
                          </a:rPr>
                          <m:t>𝑛</m:t>
                        </m:r>
                      </m:e>
                    </m:func>
                  </m:oMath>
                </a14:m>
                <a:r>
                  <a:rPr lang="en-US" altLang="zh-TW" dirty="0">
                    <a:latin typeface="Times New Roman" panose="02020603050405020304" pitchFamily="18" charset="0"/>
                    <a:cs typeface="Times New Roman" panose="02020603050405020304" pitchFamily="18" charset="0"/>
                  </a:rPr>
                  <a:t>) time and space. Our goal in this paper is to reduce the space consumption while keeping the time complexity small. For </a:t>
                </a:r>
                <a14:m>
                  <m:oMath xmlns:m="http://schemas.openxmlformats.org/officeDocument/2006/math">
                    <m:rad>
                      <m:radPr>
                        <m:degHide m:val="on"/>
                        <m:ctrlPr>
                          <a:rPr lang="en-US" altLang="zh-TW" i="1" smtClean="0">
                            <a:latin typeface="Cambria Math" panose="02040503050406030204" pitchFamily="18" charset="0"/>
                          </a:rPr>
                        </m:ctrlPr>
                      </m:radPr>
                      <m:deg/>
                      <m:e>
                        <m:r>
                          <a:rPr lang="en-US" altLang="zh-TW" b="0" i="1" smtClean="0">
                            <a:latin typeface="Cambria Math" panose="02040503050406030204" pitchFamily="18" charset="0"/>
                          </a:rPr>
                          <m:t>𝑛</m:t>
                        </m:r>
                      </m:e>
                    </m:rad>
                    <m:r>
                      <a:rPr lang="en-US" altLang="zh-TW" b="0" i="1" smtClean="0">
                        <a:latin typeface="Cambria Math" panose="02040503050406030204" pitchFamily="18" charset="0"/>
                      </a:rPr>
                      <m:t>≤</m:t>
                    </m:r>
                    <m:r>
                      <a:rPr lang="en-US" altLang="zh-TW" b="0" i="1" smtClean="0">
                        <a:latin typeface="Cambria Math" panose="02040503050406030204" pitchFamily="18" charset="0"/>
                      </a:rPr>
                      <m:t>𝑠</m:t>
                    </m:r>
                    <m:r>
                      <a:rPr lang="en-US" altLang="zh-TW" b="0" i="1" smtClean="0">
                        <a:latin typeface="Cambria Math" panose="02040503050406030204" pitchFamily="18" charset="0"/>
                      </a:rPr>
                      <m:t>≤</m:t>
                    </m:r>
                    <m:r>
                      <a:rPr lang="en-US" altLang="zh-TW" b="0" i="1" smtClean="0">
                        <a:latin typeface="Cambria Math" panose="02040503050406030204" pitchFamily="18" charset="0"/>
                      </a:rPr>
                      <m:t>𝑛</m:t>
                    </m:r>
                  </m:oMath>
                </a14:m>
                <a:r>
                  <a:rPr lang="en-US" altLang="zh-TW" dirty="0">
                    <a:latin typeface="Times New Roman" panose="02020603050405020304" pitchFamily="18" charset="0"/>
                    <a:cs typeface="Times New Roman" panose="02020603050405020304" pitchFamily="18" charset="0"/>
                  </a:rPr>
                  <a:t>, we present algorithms that use O(</a:t>
                </a:r>
                <a14:m>
                  <m:oMath xmlns:m="http://schemas.openxmlformats.org/officeDocument/2006/math">
                    <m:r>
                      <a:rPr lang="en-US" altLang="zh-TW" b="0" i="1" smtClean="0">
                        <a:latin typeface="Cambria Math" panose="02040503050406030204" pitchFamily="18" charset="0"/>
                      </a:rPr>
                      <m:t>𝑠</m:t>
                    </m:r>
                    <m:func>
                      <m:funcPr>
                        <m:ctrlPr>
                          <a:rPr lang="en-US" altLang="zh-TW" b="0" i="1" smtClean="0">
                            <a:latin typeface="Cambria Math" panose="02040503050406030204" pitchFamily="18" charset="0"/>
                          </a:rPr>
                        </m:ctrlPr>
                      </m:funcPr>
                      <m:fName>
                        <m:r>
                          <m:rPr>
                            <m:sty m:val="p"/>
                          </m:rPr>
                          <a:rPr lang="en-US" altLang="zh-TW" b="0" i="0" smtClean="0">
                            <a:latin typeface="Cambria Math" panose="02040503050406030204" pitchFamily="18" charset="0"/>
                          </a:rPr>
                          <m:t>log</m:t>
                        </m:r>
                      </m:fName>
                      <m:e>
                        <m:r>
                          <a:rPr lang="en-US" altLang="zh-TW" b="0" i="1" smtClean="0">
                            <a:latin typeface="Cambria Math" panose="02040503050406030204" pitchFamily="18" charset="0"/>
                          </a:rPr>
                          <m:t>𝑛</m:t>
                        </m:r>
                      </m:e>
                    </m:func>
                  </m:oMath>
                </a14:m>
                <a:r>
                  <a:rPr lang="en-US" altLang="zh-TW" dirty="0">
                    <a:latin typeface="Times New Roman" panose="02020603050405020304" pitchFamily="18" charset="0"/>
                    <a:cs typeface="Times New Roman" panose="02020603050405020304" pitchFamily="18" charset="0"/>
                  </a:rPr>
                  <a:t>) bits and O( </a:t>
                </a:r>
                <a14:m>
                  <m:oMath xmlns:m="http://schemas.openxmlformats.org/officeDocument/2006/math">
                    <m:f>
                      <m:fPr>
                        <m:ctrlPr>
                          <a:rPr lang="en-US" altLang="zh-TW" b="0" i="1" smtClean="0">
                            <a:latin typeface="Cambria Math" panose="02040503050406030204" pitchFamily="18" charset="0"/>
                          </a:rPr>
                        </m:ctrlPr>
                      </m:fPr>
                      <m:num>
                        <m:r>
                          <a:rPr lang="en-US" altLang="zh-TW" b="0" i="1" smtClean="0">
                            <a:latin typeface="Cambria Math" panose="02040503050406030204" pitchFamily="18" charset="0"/>
                          </a:rPr>
                          <m:t>1</m:t>
                        </m:r>
                      </m:num>
                      <m:den>
                        <m:r>
                          <a:rPr lang="en-US" altLang="zh-TW" b="0" i="1" smtClean="0">
                            <a:latin typeface="Cambria Math" panose="02040503050406030204" pitchFamily="18" charset="0"/>
                          </a:rPr>
                          <m:t>𝑠</m:t>
                        </m:r>
                      </m:den>
                    </m:f>
                    <m:r>
                      <a:rPr lang="en-US" altLang="zh-TW" b="0" i="1" smtClean="0">
                        <a:latin typeface="Cambria Math" panose="02040503050406030204" pitchFamily="18" charset="0"/>
                      </a:rPr>
                      <m:t> </m:t>
                    </m:r>
                    <m:r>
                      <m:rPr>
                        <m:nor/>
                      </m:rPr>
                      <a:rPr lang="en-US" altLang="zh-TW" dirty="0">
                        <a:latin typeface="Times New Roman" panose="02020603050405020304" pitchFamily="18" charset="0"/>
                        <a:cs typeface="Times New Roman" panose="02020603050405020304" pitchFamily="18" charset="0"/>
                      </a:rPr>
                      <m:t>·</m:t>
                    </m:r>
                    <m:sSup>
                      <m:sSupPr>
                        <m:ctrlPr>
                          <a:rPr lang="en-US" altLang="zh-TW" i="1" dirty="0">
                            <a:latin typeface="Cambria Math" panose="02040503050406030204" pitchFamily="18" charset="0"/>
                          </a:rPr>
                        </m:ctrlPr>
                      </m:sSupPr>
                      <m:e>
                        <m:r>
                          <a:rPr lang="en-US" altLang="zh-TW" b="0" i="1" dirty="0" smtClean="0">
                            <a:latin typeface="Cambria Math" panose="02040503050406030204" pitchFamily="18" charset="0"/>
                          </a:rPr>
                          <m:t> </m:t>
                        </m:r>
                        <m:r>
                          <a:rPr lang="en-US" altLang="zh-TW" i="1" dirty="0">
                            <a:latin typeface="Cambria Math" panose="02040503050406030204" pitchFamily="18" charset="0"/>
                          </a:rPr>
                          <m:t>𝑛</m:t>
                        </m:r>
                      </m:e>
                      <m:sup>
                        <m:r>
                          <a:rPr lang="en-US" altLang="zh-TW" i="1" dirty="0">
                            <a:latin typeface="Cambria Math" panose="02040503050406030204" pitchFamily="18" charset="0"/>
                          </a:rPr>
                          <m:t>2</m:t>
                        </m:r>
                      </m:sup>
                    </m:sSup>
                    <m:r>
                      <a:rPr lang="en-US" altLang="zh-TW" b="0" i="1" dirty="0" smtClean="0">
                        <a:latin typeface="Cambria Math" panose="02040503050406030204" pitchFamily="18" charset="0"/>
                      </a:rPr>
                      <m:t> </m:t>
                    </m:r>
                    <m:r>
                      <m:rPr>
                        <m:nor/>
                      </m:rPr>
                      <a:rPr lang="en-US" altLang="zh-TW" dirty="0">
                        <a:latin typeface="Times New Roman" panose="02020603050405020304" pitchFamily="18" charset="0"/>
                        <a:cs typeface="Times New Roman" panose="02020603050405020304" pitchFamily="18" charset="0"/>
                      </a:rPr>
                      <m:t>·</m:t>
                    </m:r>
                    <m:func>
                      <m:funcPr>
                        <m:ctrlPr>
                          <a:rPr lang="en-US" altLang="zh-TW" i="1">
                            <a:latin typeface="Cambria Math" panose="02040503050406030204" pitchFamily="18" charset="0"/>
                          </a:rPr>
                        </m:ctrlPr>
                      </m:funcPr>
                      <m:fName>
                        <m:r>
                          <m:rPr>
                            <m:sty m:val="p"/>
                          </m:rPr>
                          <a:rPr lang="en-US" altLang="zh-TW">
                            <a:latin typeface="Cambria Math" panose="02040503050406030204" pitchFamily="18" charset="0"/>
                          </a:rPr>
                          <m:t>log</m:t>
                        </m:r>
                      </m:fName>
                      <m:e>
                        <m:r>
                          <a:rPr lang="en-US" altLang="zh-TW" i="1">
                            <a:latin typeface="Cambria Math" panose="02040503050406030204" pitchFamily="18" charset="0"/>
                          </a:rPr>
                          <m:t>𝑛</m:t>
                        </m:r>
                      </m:e>
                    </m:func>
                  </m:oMath>
                </a14:m>
                <a:r>
                  <a:rPr lang="en-US" altLang="zh-TW" dirty="0">
                    <a:latin typeface="Times New Roman" panose="02020603050405020304" pitchFamily="18" charset="0"/>
                    <a:cs typeface="Times New Roman" panose="02020603050405020304" pitchFamily="18" charset="0"/>
                  </a:rPr>
                  <a:t>) time for computing the length of a longest increasing subsequence, and O( </a:t>
                </a:r>
                <a14:m>
                  <m:oMath xmlns:m="http://schemas.openxmlformats.org/officeDocument/2006/math">
                    <m:f>
                      <m:fPr>
                        <m:ctrlPr>
                          <a:rPr lang="en-US" altLang="zh-TW" i="1">
                            <a:latin typeface="Cambria Math" panose="02040503050406030204" pitchFamily="18" charset="0"/>
                          </a:rPr>
                        </m:ctrlPr>
                      </m:fPr>
                      <m:num>
                        <m:r>
                          <a:rPr lang="en-US" altLang="zh-TW" i="1">
                            <a:latin typeface="Cambria Math" panose="02040503050406030204" pitchFamily="18" charset="0"/>
                          </a:rPr>
                          <m:t>1</m:t>
                        </m:r>
                      </m:num>
                      <m:den>
                        <m:r>
                          <a:rPr lang="en-US" altLang="zh-TW" i="1">
                            <a:latin typeface="Cambria Math" panose="02040503050406030204" pitchFamily="18" charset="0"/>
                          </a:rPr>
                          <m:t>𝑠</m:t>
                        </m:r>
                      </m:den>
                    </m:f>
                    <m:r>
                      <a:rPr lang="en-US" altLang="zh-TW" i="1">
                        <a:latin typeface="Cambria Math" panose="02040503050406030204" pitchFamily="18" charset="0"/>
                      </a:rPr>
                      <m:t> </m:t>
                    </m:r>
                    <m:r>
                      <m:rPr>
                        <m:nor/>
                      </m:rPr>
                      <a:rPr lang="en-US" altLang="zh-TW" dirty="0">
                        <a:latin typeface="Times New Roman" panose="02020603050405020304" pitchFamily="18" charset="0"/>
                        <a:cs typeface="Times New Roman" panose="02020603050405020304" pitchFamily="18" charset="0"/>
                      </a:rPr>
                      <m:t>·</m:t>
                    </m:r>
                    <m:sSup>
                      <m:sSupPr>
                        <m:ctrlPr>
                          <a:rPr lang="en-US" altLang="zh-TW" i="1" dirty="0">
                            <a:latin typeface="Cambria Math" panose="02040503050406030204" pitchFamily="18" charset="0"/>
                          </a:rPr>
                        </m:ctrlPr>
                      </m:sSupPr>
                      <m:e>
                        <m:r>
                          <a:rPr lang="en-US" altLang="zh-TW" i="1" dirty="0">
                            <a:latin typeface="Cambria Math" panose="02040503050406030204" pitchFamily="18" charset="0"/>
                          </a:rPr>
                          <m:t> </m:t>
                        </m:r>
                        <m:r>
                          <a:rPr lang="en-US" altLang="zh-TW" i="1" dirty="0">
                            <a:latin typeface="Cambria Math" panose="02040503050406030204" pitchFamily="18" charset="0"/>
                          </a:rPr>
                          <m:t>𝑛</m:t>
                        </m:r>
                      </m:e>
                      <m:sup>
                        <m:r>
                          <a:rPr lang="en-US" altLang="zh-TW" i="1" dirty="0">
                            <a:latin typeface="Cambria Math" panose="02040503050406030204" pitchFamily="18" charset="0"/>
                          </a:rPr>
                          <m:t>2</m:t>
                        </m:r>
                      </m:sup>
                    </m:sSup>
                    <m:r>
                      <a:rPr lang="en-US" altLang="zh-TW" i="1" dirty="0">
                        <a:latin typeface="Cambria Math" panose="02040503050406030204" pitchFamily="18" charset="0"/>
                      </a:rPr>
                      <m:t> </m:t>
                    </m:r>
                    <m:r>
                      <m:rPr>
                        <m:nor/>
                      </m:rPr>
                      <a:rPr lang="en-US" altLang="zh-TW" dirty="0">
                        <a:latin typeface="Times New Roman" panose="02020603050405020304" pitchFamily="18" charset="0"/>
                        <a:cs typeface="Times New Roman" panose="02020603050405020304" pitchFamily="18" charset="0"/>
                      </a:rPr>
                      <m:t>·</m:t>
                    </m:r>
                    <m:func>
                      <m:funcPr>
                        <m:ctrlPr>
                          <a:rPr lang="en-US" altLang="zh-TW" i="1">
                            <a:latin typeface="Cambria Math" panose="02040503050406030204" pitchFamily="18" charset="0"/>
                          </a:rPr>
                        </m:ctrlPr>
                      </m:funcPr>
                      <m:fName>
                        <m:sSup>
                          <m:sSupPr>
                            <m:ctrlPr>
                              <a:rPr lang="en-US" altLang="zh-TW" b="0" i="1" smtClean="0">
                                <a:latin typeface="Cambria Math" panose="02040503050406030204" pitchFamily="18" charset="0"/>
                              </a:rPr>
                            </m:ctrlPr>
                          </m:sSupPr>
                          <m:e>
                            <m:r>
                              <m:rPr>
                                <m:sty m:val="p"/>
                              </m:rPr>
                              <a:rPr lang="en-US" altLang="zh-TW">
                                <a:latin typeface="Cambria Math" panose="02040503050406030204" pitchFamily="18" charset="0"/>
                              </a:rPr>
                              <m:t>log</m:t>
                            </m:r>
                          </m:e>
                          <m:sup>
                            <m:r>
                              <a:rPr lang="en-US" altLang="zh-TW" b="0" i="1" smtClean="0">
                                <a:latin typeface="Cambria Math" panose="02040503050406030204" pitchFamily="18" charset="0"/>
                              </a:rPr>
                              <m:t>2</m:t>
                            </m:r>
                          </m:sup>
                        </m:sSup>
                      </m:fName>
                      <m:e>
                        <m:r>
                          <a:rPr lang="en-US" altLang="zh-TW" i="1">
                            <a:latin typeface="Cambria Math" panose="02040503050406030204" pitchFamily="18" charset="0"/>
                          </a:rPr>
                          <m:t>𝑛</m:t>
                        </m:r>
                      </m:e>
                    </m:func>
                    <m:r>
                      <a:rPr lang="en-US" altLang="zh-TW" b="0" i="1" smtClean="0">
                        <a:latin typeface="Cambria Math" panose="02040503050406030204" pitchFamily="18" charset="0"/>
                      </a:rPr>
                      <m:t>)</m:t>
                    </m:r>
                  </m:oMath>
                </a14:m>
                <a:r>
                  <a:rPr lang="en-US" altLang="zh-TW" dirty="0">
                    <a:latin typeface="Times New Roman" panose="02020603050405020304" pitchFamily="18" charset="0"/>
                    <a:cs typeface="Times New Roman" panose="02020603050405020304" pitchFamily="18" charset="0"/>
                  </a:rPr>
                  <a:t> time for finding an actual subsequence. We also show that the time complexity of our algorithms is optimal up to polylogarithmic factors in the framework of sequential access algorithms with the prescribed amount of space.</a:t>
                </a:r>
                <a:endParaRPr lang="zh-TW" altLang="en-US" dirty="0">
                  <a:latin typeface="Times New Roman" panose="02020603050405020304" pitchFamily="18" charset="0"/>
                  <a:cs typeface="Times New Roman" panose="02020603050405020304" pitchFamily="18" charset="0"/>
                </a:endParaRPr>
              </a:p>
            </p:txBody>
          </p:sp>
        </mc:Choice>
        <mc:Fallback xmlns="">
          <p:sp>
            <p:nvSpPr>
              <p:cNvPr id="7" name="內容版面配置區 6">
                <a:extLst>
                  <a:ext uri="{FF2B5EF4-FFF2-40B4-BE49-F238E27FC236}">
                    <a16:creationId xmlns:a16="http://schemas.microsoft.com/office/drawing/2014/main" id="{878CA31B-C758-4215-B281-353CA02EC37A}"/>
                  </a:ext>
                </a:extLst>
              </p:cNvPr>
              <p:cNvSpPr>
                <a:spLocks noGrp="1" noRot="1" noChangeAspect="1" noMove="1" noResize="1" noEditPoints="1" noAdjustHandles="1" noChangeArrowheads="1" noChangeShapeType="1" noTextEdit="1"/>
              </p:cNvSpPr>
              <p:nvPr>
                <p:ph idx="1"/>
              </p:nvPr>
            </p:nvSpPr>
            <p:spPr>
              <a:xfrm>
                <a:off x="471956" y="998092"/>
                <a:ext cx="8327572" cy="5553983"/>
              </a:xfrm>
              <a:blipFill>
                <a:blip r:embed="rId5"/>
                <a:stretch>
                  <a:fillRect l="-952"/>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3204781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471956" y="414725"/>
            <a:ext cx="7886700" cy="583367"/>
          </a:xfrm>
        </p:spPr>
        <p:txBody>
          <a:bodyPr>
            <a:normAutofit/>
          </a:bodyPr>
          <a:lstStyle/>
          <a:p>
            <a:r>
              <a:rPr lang="en-US" altLang="zh-TW" sz="3200" dirty="0">
                <a:latin typeface="Times New Roman" panose="02020603050405020304" pitchFamily="18" charset="0"/>
                <a:cs typeface="Times New Roman" panose="02020603050405020304" pitchFamily="18" charset="0"/>
              </a:rPr>
              <a:t>Patience Sorting</a:t>
            </a:r>
            <a:endParaRPr lang="zh-TW" altLang="en-US" sz="32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EC242670-B200-4340-9830-52717E351455}"/>
              </a:ext>
            </a:extLst>
          </p:cNvPr>
          <p:cNvSpPr>
            <a:spLocks noGrp="1"/>
          </p:cNvSpPr>
          <p:nvPr>
            <p:ph type="sldNum" sz="quarter" idx="12"/>
          </p:nvPr>
        </p:nvSpPr>
        <p:spPr/>
        <p:txBody>
          <a:bodyPr/>
          <a:lstStyle/>
          <a:p>
            <a:fld id="{872633CA-77E0-4863-94F8-E28139DFB2B4}" type="slidenum">
              <a:rPr lang="zh-TW" altLang="en-US" smtClean="0"/>
              <a:t>3</a:t>
            </a:fld>
            <a:endParaRPr lang="zh-TW" altLang="en-US"/>
          </a:p>
        </p:txBody>
      </p:sp>
      <p:grpSp>
        <p:nvGrpSpPr>
          <p:cNvPr id="16" name="群組 15">
            <a:extLst>
              <a:ext uri="{FF2B5EF4-FFF2-40B4-BE49-F238E27FC236}">
                <a16:creationId xmlns:a16="http://schemas.microsoft.com/office/drawing/2014/main" id="{BF5AB28F-B7A8-4135-B0CF-1D09A1B0FCD8}"/>
              </a:ext>
            </a:extLst>
          </p:cNvPr>
          <p:cNvGrpSpPr/>
          <p:nvPr/>
        </p:nvGrpSpPr>
        <p:grpSpPr>
          <a:xfrm>
            <a:off x="570805" y="2409050"/>
            <a:ext cx="462241" cy="738665"/>
            <a:chOff x="1229360" y="931147"/>
            <a:chExt cx="462241" cy="738665"/>
          </a:xfrm>
        </p:grpSpPr>
        <p:grpSp>
          <p:nvGrpSpPr>
            <p:cNvPr id="17" name="群組 16">
              <a:extLst>
                <a:ext uri="{FF2B5EF4-FFF2-40B4-BE49-F238E27FC236}">
                  <a16:creationId xmlns:a16="http://schemas.microsoft.com/office/drawing/2014/main" id="{30F7D207-C180-45E8-9A78-45DC88A6B80D}"/>
                </a:ext>
              </a:extLst>
            </p:cNvPr>
            <p:cNvGrpSpPr/>
            <p:nvPr/>
          </p:nvGrpSpPr>
          <p:grpSpPr>
            <a:xfrm>
              <a:off x="1229360" y="931147"/>
              <a:ext cx="462241" cy="738665"/>
              <a:chOff x="1229360" y="931147"/>
              <a:chExt cx="462241" cy="738665"/>
            </a:xfrm>
          </p:grpSpPr>
          <mc:AlternateContent xmlns:mc="http://schemas.openxmlformats.org/markup-compatibility/2006" xmlns:a14="http://schemas.microsoft.com/office/drawing/2010/main">
            <mc:Choice Requires="a14">
              <p:sp>
                <p:nvSpPr>
                  <p:cNvPr id="19" name="文字方塊 18">
                    <a:extLst>
                      <a:ext uri="{FF2B5EF4-FFF2-40B4-BE49-F238E27FC236}">
                        <a16:creationId xmlns:a16="http://schemas.microsoft.com/office/drawing/2014/main" id="{23B9F2CC-029A-45B6-92FD-6A90133771EF}"/>
                      </a:ext>
                    </a:extLst>
                  </p:cNvPr>
                  <p:cNvSpPr txBox="1"/>
                  <p:nvPr/>
                </p:nvSpPr>
                <p:spPr>
                  <a:xfrm>
                    <a:off x="1229360" y="1300480"/>
                    <a:ext cx="46224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TW" b="0" i="1" smtClean="0">
                                  <a:latin typeface="Cambria Math" panose="02040503050406030204" pitchFamily="18" charset="0"/>
                                  <a:cs typeface="Times New Roman" panose="02020603050405020304" pitchFamily="18" charset="0"/>
                                </a:rPr>
                              </m:ctrlPr>
                            </m:sSubPr>
                            <m:e>
                              <m:r>
                                <m:rPr>
                                  <m:sty m:val="p"/>
                                </m:rPr>
                                <a:rPr lang="en-US" altLang="zh-TW" b="0" i="0" smtClean="0">
                                  <a:latin typeface="Cambria Math" panose="02040503050406030204" pitchFamily="18" charset="0"/>
                                  <a:cs typeface="Times New Roman" panose="02020603050405020304" pitchFamily="18" charset="0"/>
                                </a:rPr>
                                <m:t>P</m:t>
                              </m:r>
                            </m:e>
                            <m:sub>
                              <m:r>
                                <a:rPr lang="en-US" altLang="zh-TW" b="0" i="0" smtClean="0">
                                  <a:latin typeface="Cambria Math" panose="02040503050406030204" pitchFamily="18" charset="0"/>
                                  <a:cs typeface="Times New Roman" panose="02020603050405020304" pitchFamily="18" charset="0"/>
                                </a:rPr>
                                <m:t>1</m:t>
                              </m:r>
                            </m:sub>
                          </m:sSub>
                        </m:oMath>
                      </m:oMathPara>
                    </a14:m>
                    <a:endParaRPr lang="zh-TW" altLang="en-US">
                      <a:latin typeface="Times New Roman" panose="02020603050405020304" pitchFamily="18" charset="0"/>
                      <a:cs typeface="Times New Roman" panose="02020603050405020304" pitchFamily="18" charset="0"/>
                    </a:endParaRPr>
                  </a:p>
                </p:txBody>
              </p:sp>
            </mc:Choice>
            <mc:Fallback xmlns="">
              <p:sp>
                <p:nvSpPr>
                  <p:cNvPr id="21" name="文字方塊 20"/>
                  <p:cNvSpPr txBox="1">
                    <a:spLocks noRot="1" noChangeAspect="1" noMove="1" noResize="1" noEditPoints="1" noAdjustHandles="1" noChangeArrowheads="1" noChangeShapeType="1" noTextEdit="1"/>
                  </p:cNvSpPr>
                  <p:nvPr/>
                </p:nvSpPr>
                <p:spPr>
                  <a:xfrm>
                    <a:off x="1229360" y="1300480"/>
                    <a:ext cx="462241" cy="369332"/>
                  </a:xfrm>
                  <a:prstGeom prst="rect">
                    <a:avLst/>
                  </a:prstGeom>
                  <a:blipFill rotWithShape="0">
                    <a:blip r:embed="rId5"/>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0" name="文字方塊 19">
                    <a:extLst>
                      <a:ext uri="{FF2B5EF4-FFF2-40B4-BE49-F238E27FC236}">
                        <a16:creationId xmlns:a16="http://schemas.microsoft.com/office/drawing/2014/main" id="{35176C1D-AF6F-4972-A991-86710CFFF21E}"/>
                      </a:ext>
                    </a:extLst>
                  </p:cNvPr>
                  <p:cNvSpPr txBox="1"/>
                  <p:nvPr/>
                </p:nvSpPr>
                <p:spPr>
                  <a:xfrm>
                    <a:off x="1272026" y="931147"/>
                    <a:ext cx="38023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TW" b="1" i="0" smtClean="0">
                              <a:solidFill>
                                <a:srgbClr val="FF0000"/>
                              </a:solidFill>
                              <a:latin typeface="Cambria Math" panose="02040503050406030204" pitchFamily="18" charset="0"/>
                              <a:cs typeface="Times New Roman" panose="02020603050405020304" pitchFamily="18" charset="0"/>
                            </a:rPr>
                            <m:t>𝟐</m:t>
                          </m:r>
                        </m:oMath>
                      </m:oMathPara>
                    </a14:m>
                    <a:endParaRPr lang="zh-TW" altLang="en-US" b="1" dirty="0">
                      <a:solidFill>
                        <a:srgbClr val="FF0000"/>
                      </a:solidFill>
                      <a:latin typeface="Times New Roman" panose="02020603050405020304" pitchFamily="18" charset="0"/>
                      <a:cs typeface="Times New Roman" panose="02020603050405020304" pitchFamily="18" charset="0"/>
                    </a:endParaRPr>
                  </a:p>
                </p:txBody>
              </p:sp>
            </mc:Choice>
            <mc:Fallback xmlns="">
              <p:sp>
                <p:nvSpPr>
                  <p:cNvPr id="20" name="文字方塊 19">
                    <a:extLst>
                      <a:ext uri="{FF2B5EF4-FFF2-40B4-BE49-F238E27FC236}">
                        <a16:creationId xmlns:a16="http://schemas.microsoft.com/office/drawing/2014/main" id="{35176C1D-AF6F-4972-A991-86710CFFF21E}"/>
                      </a:ext>
                    </a:extLst>
                  </p:cNvPr>
                  <p:cNvSpPr txBox="1">
                    <a:spLocks noRot="1" noChangeAspect="1" noMove="1" noResize="1" noEditPoints="1" noAdjustHandles="1" noChangeArrowheads="1" noChangeShapeType="1" noTextEdit="1"/>
                  </p:cNvSpPr>
                  <p:nvPr/>
                </p:nvSpPr>
                <p:spPr>
                  <a:xfrm>
                    <a:off x="1272026" y="931147"/>
                    <a:ext cx="380232" cy="369332"/>
                  </a:xfrm>
                  <a:prstGeom prst="rect">
                    <a:avLst/>
                  </a:prstGeom>
                  <a:blipFill>
                    <a:blip r:embed="rId6"/>
                    <a:stretch>
                      <a:fillRect/>
                    </a:stretch>
                  </a:blipFill>
                </p:spPr>
                <p:txBody>
                  <a:bodyPr/>
                  <a:lstStyle/>
                  <a:p>
                    <a:r>
                      <a:rPr lang="zh-TW" altLang="en-US">
                        <a:noFill/>
                      </a:rPr>
                      <a:t> </a:t>
                    </a:r>
                  </a:p>
                </p:txBody>
              </p:sp>
            </mc:Fallback>
          </mc:AlternateContent>
        </p:grpSp>
        <p:cxnSp>
          <p:nvCxnSpPr>
            <p:cNvPr id="18" name="直線接點 17">
              <a:extLst>
                <a:ext uri="{FF2B5EF4-FFF2-40B4-BE49-F238E27FC236}">
                  <a16:creationId xmlns:a16="http://schemas.microsoft.com/office/drawing/2014/main" id="{08F9C01E-2979-4050-B13C-9A4252D2D289}"/>
                </a:ext>
              </a:extLst>
            </p:cNvPr>
            <p:cNvCxnSpPr/>
            <p:nvPr/>
          </p:nvCxnSpPr>
          <p:spPr>
            <a:xfrm>
              <a:off x="1287853" y="1300480"/>
              <a:ext cx="302167"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80" name="群組 79">
            <a:extLst>
              <a:ext uri="{FF2B5EF4-FFF2-40B4-BE49-F238E27FC236}">
                <a16:creationId xmlns:a16="http://schemas.microsoft.com/office/drawing/2014/main" id="{7F219FB0-D5D1-4FBA-9123-41B77D1DB84D}"/>
              </a:ext>
            </a:extLst>
          </p:cNvPr>
          <p:cNvGrpSpPr/>
          <p:nvPr/>
        </p:nvGrpSpPr>
        <p:grpSpPr>
          <a:xfrm>
            <a:off x="1956711" y="2420242"/>
            <a:ext cx="703719" cy="727473"/>
            <a:chOff x="662125" y="3320192"/>
            <a:chExt cx="703719" cy="727473"/>
          </a:xfrm>
        </p:grpSpPr>
        <p:grpSp>
          <p:nvGrpSpPr>
            <p:cNvPr id="21" name="群組 20">
              <a:extLst>
                <a:ext uri="{FF2B5EF4-FFF2-40B4-BE49-F238E27FC236}">
                  <a16:creationId xmlns:a16="http://schemas.microsoft.com/office/drawing/2014/main" id="{3B5674B6-5D1E-47D3-B802-D3CB91A2D738}"/>
                </a:ext>
              </a:extLst>
            </p:cNvPr>
            <p:cNvGrpSpPr/>
            <p:nvPr/>
          </p:nvGrpSpPr>
          <p:grpSpPr>
            <a:xfrm>
              <a:off x="662125" y="3320192"/>
              <a:ext cx="703719" cy="727473"/>
              <a:chOff x="1229360" y="942339"/>
              <a:chExt cx="703719" cy="727473"/>
            </a:xfrm>
          </p:grpSpPr>
          <mc:AlternateContent xmlns:mc="http://schemas.openxmlformats.org/markup-compatibility/2006" xmlns:a14="http://schemas.microsoft.com/office/drawing/2010/main">
            <mc:Choice Requires="a14">
              <p:sp>
                <p:nvSpPr>
                  <p:cNvPr id="22" name="文字方塊 21">
                    <a:extLst>
                      <a:ext uri="{FF2B5EF4-FFF2-40B4-BE49-F238E27FC236}">
                        <a16:creationId xmlns:a16="http://schemas.microsoft.com/office/drawing/2014/main" id="{70DF1C7F-FEBC-4E18-A5B3-B3883DF1C35C}"/>
                      </a:ext>
                    </a:extLst>
                  </p:cNvPr>
                  <p:cNvSpPr txBox="1"/>
                  <p:nvPr/>
                </p:nvSpPr>
                <p:spPr>
                  <a:xfrm>
                    <a:off x="1229360" y="1300480"/>
                    <a:ext cx="703719" cy="369332"/>
                  </a:xfrm>
                  <a:prstGeom prst="rect">
                    <a:avLst/>
                  </a:prstGeom>
                  <a:noFill/>
                </p:spPr>
                <p:txBody>
                  <a:bodyPr wrap="none" rtlCol="0">
                    <a:spAutoFit/>
                  </a:bodyPr>
                  <a:lstStyle/>
                  <a:p>
                    <a14:m>
                      <m:oMath xmlns:m="http://schemas.openxmlformats.org/officeDocument/2006/math">
                        <m:sSub>
                          <m:sSubPr>
                            <m:ctrlPr>
                              <a:rPr lang="en-US" altLang="zh-TW" b="0" i="1" smtClean="0">
                                <a:latin typeface="Cambria Math" panose="02040503050406030204" pitchFamily="18" charset="0"/>
                                <a:cs typeface="Times New Roman" panose="02020603050405020304" pitchFamily="18" charset="0"/>
                              </a:rPr>
                            </m:ctrlPr>
                          </m:sSubPr>
                          <m:e>
                            <m:r>
                              <m:rPr>
                                <m:sty m:val="p"/>
                              </m:rPr>
                              <a:rPr lang="en-US" altLang="zh-TW" b="0" i="0" smtClean="0">
                                <a:latin typeface="Cambria Math" panose="02040503050406030204" pitchFamily="18" charset="0"/>
                                <a:cs typeface="Times New Roman" panose="02020603050405020304" pitchFamily="18" charset="0"/>
                              </a:rPr>
                              <m:t>P</m:t>
                            </m:r>
                          </m:e>
                          <m:sub>
                            <m:r>
                              <a:rPr lang="en-US" altLang="zh-TW" b="0" i="0" smtClean="0">
                                <a:latin typeface="Cambria Math" panose="02040503050406030204" pitchFamily="18" charset="0"/>
                                <a:cs typeface="Times New Roman" panose="02020603050405020304" pitchFamily="18" charset="0"/>
                              </a:rPr>
                              <m:t>1</m:t>
                            </m:r>
                          </m:sub>
                        </m:sSub>
                      </m:oMath>
                    </a14:m>
                    <a:r>
                      <a:rPr lang="zh-TW" altLang="en-US">
                        <a:latin typeface="Times New Roman" panose="02020603050405020304" pitchFamily="18" charset="0"/>
                        <a:cs typeface="Times New Roman" panose="02020603050405020304" pitchFamily="18" charset="0"/>
                      </a:rPr>
                      <a:t> </a:t>
                    </a:r>
                    <a14:m>
                      <m:oMath xmlns:m="http://schemas.openxmlformats.org/officeDocument/2006/math">
                        <m:r>
                          <a:rPr lang="zh-TW" altLang="en-US" b="0" i="0">
                            <a:latin typeface="Cambria Math" panose="02040503050406030204" pitchFamily="18" charset="0"/>
                            <a:cs typeface="Times New Roman" panose="02020603050405020304" pitchFamily="18" charset="0"/>
                          </a:rPr>
                          <m:t> </m:t>
                        </m:r>
                        <m:sSub>
                          <m:sSubPr>
                            <m:ctrlPr>
                              <a:rPr lang="en-US" altLang="zh-TW" b="0" i="1" smtClean="0">
                                <a:latin typeface="Cambria Math" panose="02040503050406030204" pitchFamily="18" charset="0"/>
                                <a:cs typeface="Times New Roman" panose="02020603050405020304" pitchFamily="18" charset="0"/>
                              </a:rPr>
                            </m:ctrlPr>
                          </m:sSubPr>
                          <m:e>
                            <m:r>
                              <m:rPr>
                                <m:sty m:val="p"/>
                              </m:rPr>
                              <a:rPr lang="en-US" altLang="zh-TW" b="0" i="0" smtClean="0">
                                <a:latin typeface="Cambria Math" panose="02040503050406030204" pitchFamily="18" charset="0"/>
                                <a:cs typeface="Times New Roman" panose="02020603050405020304" pitchFamily="18" charset="0"/>
                              </a:rPr>
                              <m:t>P</m:t>
                            </m:r>
                          </m:e>
                          <m:sub>
                            <m:r>
                              <a:rPr lang="en-US" altLang="zh-TW" i="0">
                                <a:latin typeface="Cambria Math" panose="02040503050406030204" pitchFamily="18" charset="0"/>
                                <a:cs typeface="Times New Roman" panose="02020603050405020304" pitchFamily="18" charset="0"/>
                              </a:rPr>
                              <m:t>2</m:t>
                            </m:r>
                          </m:sub>
                        </m:sSub>
                      </m:oMath>
                    </a14:m>
                    <a:endParaRPr lang="zh-TW" altLang="en-US">
                      <a:latin typeface="Times New Roman" panose="02020603050405020304" pitchFamily="18" charset="0"/>
                      <a:cs typeface="Times New Roman" panose="02020603050405020304" pitchFamily="18" charset="0"/>
                    </a:endParaRPr>
                  </a:p>
                </p:txBody>
              </p:sp>
            </mc:Choice>
            <mc:Fallback xmlns="">
              <p:sp>
                <p:nvSpPr>
                  <p:cNvPr id="55" name="文字方塊 54"/>
                  <p:cNvSpPr txBox="1">
                    <a:spLocks noRot="1" noChangeAspect="1" noMove="1" noResize="1" noEditPoints="1" noAdjustHandles="1" noChangeArrowheads="1" noChangeShapeType="1" noTextEdit="1"/>
                  </p:cNvSpPr>
                  <p:nvPr/>
                </p:nvSpPr>
                <p:spPr>
                  <a:xfrm>
                    <a:off x="1229360" y="1300480"/>
                    <a:ext cx="703719" cy="369332"/>
                  </a:xfrm>
                  <a:prstGeom prst="rect">
                    <a:avLst/>
                  </a:prstGeom>
                  <a:blipFill rotWithShape="0">
                    <a:blip r:embed="rId7"/>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3" name="文字方塊 22">
                    <a:extLst>
                      <a:ext uri="{FF2B5EF4-FFF2-40B4-BE49-F238E27FC236}">
                        <a16:creationId xmlns:a16="http://schemas.microsoft.com/office/drawing/2014/main" id="{057D47F4-2DAD-449D-8EF2-987D6A5A6BA5}"/>
                      </a:ext>
                    </a:extLst>
                  </p:cNvPr>
                  <p:cNvSpPr txBox="1"/>
                  <p:nvPr/>
                </p:nvSpPr>
                <p:spPr>
                  <a:xfrm>
                    <a:off x="1275173" y="942339"/>
                    <a:ext cx="611065" cy="369332"/>
                  </a:xfrm>
                  <a:prstGeom prst="rect">
                    <a:avLst/>
                  </a:prstGeom>
                  <a:noFill/>
                </p:spPr>
                <p:txBody>
                  <a:bodyPr wrap="none" rtlCol="0">
                    <a:spAutoFit/>
                  </a:bodyPr>
                  <a:lstStyle/>
                  <a:p>
                    <a14:m>
                      <m:oMath xmlns:m="http://schemas.openxmlformats.org/officeDocument/2006/math">
                        <m:r>
                          <a:rPr lang="en-US" altLang="zh-TW" i="0">
                            <a:latin typeface="Cambria Math" panose="02040503050406030204" pitchFamily="18" charset="0"/>
                            <a:cs typeface="Times New Roman" panose="02020603050405020304" pitchFamily="18" charset="0"/>
                          </a:rPr>
                          <m:t>2</m:t>
                        </m:r>
                      </m:oMath>
                    </a14:m>
                    <a:r>
                      <a:rPr lang="zh-TW" altLang="en-US" dirty="0">
                        <a:latin typeface="Times New Roman" panose="02020603050405020304" pitchFamily="18" charset="0"/>
                        <a:cs typeface="Times New Roman" panose="02020603050405020304" pitchFamily="18" charset="0"/>
                      </a:rPr>
                      <a:t>   </a:t>
                    </a:r>
                    <a:r>
                      <a:rPr lang="en-US" altLang="zh-TW" b="1" dirty="0">
                        <a:solidFill>
                          <a:srgbClr val="FF0000"/>
                        </a:solidFill>
                        <a:latin typeface="Cambria Math" panose="02040503050406030204" pitchFamily="18" charset="0"/>
                        <a:cs typeface="Times New Roman" panose="02020603050405020304" pitchFamily="18" charset="0"/>
                      </a:rPr>
                      <a:t>8</a:t>
                    </a:r>
                    <a:endParaRPr lang="zh-TW" altLang="en-US" b="1" dirty="0">
                      <a:solidFill>
                        <a:srgbClr val="FF0000"/>
                      </a:solidFill>
                      <a:latin typeface="Cambria Math" panose="02040503050406030204" pitchFamily="18" charset="0"/>
                      <a:cs typeface="Times New Roman" panose="02020603050405020304" pitchFamily="18" charset="0"/>
                    </a:endParaRPr>
                  </a:p>
                </p:txBody>
              </p:sp>
            </mc:Choice>
            <mc:Fallback xmlns="">
              <p:sp>
                <p:nvSpPr>
                  <p:cNvPr id="23" name="文字方塊 22">
                    <a:extLst>
                      <a:ext uri="{FF2B5EF4-FFF2-40B4-BE49-F238E27FC236}">
                        <a16:creationId xmlns:a16="http://schemas.microsoft.com/office/drawing/2014/main" id="{057D47F4-2DAD-449D-8EF2-987D6A5A6BA5}"/>
                      </a:ext>
                    </a:extLst>
                  </p:cNvPr>
                  <p:cNvSpPr txBox="1">
                    <a:spLocks noRot="1" noChangeAspect="1" noMove="1" noResize="1" noEditPoints="1" noAdjustHandles="1" noChangeArrowheads="1" noChangeShapeType="1" noTextEdit="1"/>
                  </p:cNvSpPr>
                  <p:nvPr/>
                </p:nvSpPr>
                <p:spPr>
                  <a:xfrm>
                    <a:off x="1275173" y="942339"/>
                    <a:ext cx="611065" cy="369332"/>
                  </a:xfrm>
                  <a:prstGeom prst="rect">
                    <a:avLst/>
                  </a:prstGeom>
                  <a:blipFill>
                    <a:blip r:embed="rId8"/>
                    <a:stretch>
                      <a:fillRect t="-9836" r="-8911" b="-22951"/>
                    </a:stretch>
                  </a:blipFill>
                </p:spPr>
                <p:txBody>
                  <a:bodyPr/>
                  <a:lstStyle/>
                  <a:p>
                    <a:r>
                      <a:rPr lang="zh-TW" altLang="en-US">
                        <a:noFill/>
                      </a:rPr>
                      <a:t> </a:t>
                    </a:r>
                  </a:p>
                </p:txBody>
              </p:sp>
            </mc:Fallback>
          </mc:AlternateContent>
        </p:grpSp>
        <p:cxnSp>
          <p:nvCxnSpPr>
            <p:cNvPr id="24" name="直線接點 23">
              <a:extLst>
                <a:ext uri="{FF2B5EF4-FFF2-40B4-BE49-F238E27FC236}">
                  <a16:creationId xmlns:a16="http://schemas.microsoft.com/office/drawing/2014/main" id="{E80BE1E8-1138-4A8C-8897-0F559C795BC8}"/>
                </a:ext>
              </a:extLst>
            </p:cNvPr>
            <p:cNvCxnSpPr/>
            <p:nvPr/>
          </p:nvCxnSpPr>
          <p:spPr>
            <a:xfrm>
              <a:off x="720618" y="3678333"/>
              <a:ext cx="588767"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0" name="群組 29">
            <a:extLst>
              <a:ext uri="{FF2B5EF4-FFF2-40B4-BE49-F238E27FC236}">
                <a16:creationId xmlns:a16="http://schemas.microsoft.com/office/drawing/2014/main" id="{083B1EA1-3806-4554-BB73-2DCE4435846A}"/>
              </a:ext>
            </a:extLst>
          </p:cNvPr>
          <p:cNvGrpSpPr/>
          <p:nvPr/>
        </p:nvGrpSpPr>
        <p:grpSpPr>
          <a:xfrm>
            <a:off x="1119212" y="3903968"/>
            <a:ext cx="1013996" cy="1085614"/>
            <a:chOff x="5489283" y="3014978"/>
            <a:chExt cx="1013996" cy="1085614"/>
          </a:xfrm>
        </p:grpSpPr>
        <p:grpSp>
          <p:nvGrpSpPr>
            <p:cNvPr id="31" name="群組 30">
              <a:extLst>
                <a:ext uri="{FF2B5EF4-FFF2-40B4-BE49-F238E27FC236}">
                  <a16:creationId xmlns:a16="http://schemas.microsoft.com/office/drawing/2014/main" id="{D5A2FE69-162D-48E9-86E5-9AE609B21AB1}"/>
                </a:ext>
              </a:extLst>
            </p:cNvPr>
            <p:cNvGrpSpPr/>
            <p:nvPr/>
          </p:nvGrpSpPr>
          <p:grpSpPr>
            <a:xfrm>
              <a:off x="5489283" y="3014978"/>
              <a:ext cx="1013996" cy="1085614"/>
              <a:chOff x="5505677" y="3014978"/>
              <a:chExt cx="1013996" cy="1085614"/>
            </a:xfrm>
          </p:grpSpPr>
          <p:grpSp>
            <p:nvGrpSpPr>
              <p:cNvPr id="34" name="群組 33">
                <a:extLst>
                  <a:ext uri="{FF2B5EF4-FFF2-40B4-BE49-F238E27FC236}">
                    <a16:creationId xmlns:a16="http://schemas.microsoft.com/office/drawing/2014/main" id="{43E5FC64-15C5-4247-9D44-0E6D1BE8B0AD}"/>
                  </a:ext>
                </a:extLst>
              </p:cNvPr>
              <p:cNvGrpSpPr/>
              <p:nvPr/>
            </p:nvGrpSpPr>
            <p:grpSpPr>
              <a:xfrm>
                <a:off x="5505677" y="3014978"/>
                <a:ext cx="1013996" cy="1085614"/>
                <a:chOff x="1229360" y="584198"/>
                <a:chExt cx="1013996" cy="1085614"/>
              </a:xfrm>
            </p:grpSpPr>
            <mc:AlternateContent xmlns:mc="http://schemas.openxmlformats.org/markup-compatibility/2006" xmlns:a14="http://schemas.microsoft.com/office/drawing/2010/main">
              <mc:Choice Requires="a14">
                <p:sp>
                  <p:nvSpPr>
                    <p:cNvPr id="36" name="文字方塊 35">
                      <a:extLst>
                        <a:ext uri="{FF2B5EF4-FFF2-40B4-BE49-F238E27FC236}">
                          <a16:creationId xmlns:a16="http://schemas.microsoft.com/office/drawing/2014/main" id="{89951EF1-1C7E-4FF1-9F4F-CA90B2CBCF00}"/>
                        </a:ext>
                      </a:extLst>
                    </p:cNvPr>
                    <p:cNvSpPr txBox="1"/>
                    <p:nvPr/>
                  </p:nvSpPr>
                  <p:spPr>
                    <a:xfrm>
                      <a:off x="1229360" y="1300480"/>
                      <a:ext cx="1013996" cy="369332"/>
                    </a:xfrm>
                    <a:prstGeom prst="rect">
                      <a:avLst/>
                    </a:prstGeom>
                    <a:noFill/>
                  </p:spPr>
                  <p:txBody>
                    <a:bodyPr wrap="none" rtlCol="0">
                      <a:spAutoFit/>
                    </a:bodyPr>
                    <a:lstStyle/>
                    <a:p>
                      <a14:m>
                        <m:oMath xmlns:m="http://schemas.openxmlformats.org/officeDocument/2006/math">
                          <m:sSub>
                            <m:sSubPr>
                              <m:ctrlPr>
                                <a:rPr lang="en-US" altLang="zh-TW" b="0" i="1" smtClean="0">
                                  <a:latin typeface="Cambria Math" panose="02040503050406030204" pitchFamily="18" charset="0"/>
                                  <a:cs typeface="Times New Roman" panose="02020603050405020304" pitchFamily="18" charset="0"/>
                                </a:rPr>
                              </m:ctrlPr>
                            </m:sSubPr>
                            <m:e>
                              <m:r>
                                <m:rPr>
                                  <m:sty m:val="p"/>
                                </m:rPr>
                                <a:rPr lang="en-US" altLang="zh-TW" b="0" i="0" smtClean="0">
                                  <a:latin typeface="Cambria Math" panose="02040503050406030204" pitchFamily="18" charset="0"/>
                                  <a:cs typeface="Times New Roman" panose="02020603050405020304" pitchFamily="18" charset="0"/>
                                </a:rPr>
                                <m:t>P</m:t>
                              </m:r>
                            </m:e>
                            <m:sub>
                              <m:r>
                                <a:rPr lang="en-US" altLang="zh-TW" b="0" i="0" smtClean="0">
                                  <a:latin typeface="Cambria Math" panose="02040503050406030204" pitchFamily="18" charset="0"/>
                                  <a:cs typeface="Times New Roman" panose="02020603050405020304" pitchFamily="18" charset="0"/>
                                </a:rPr>
                                <m:t>1</m:t>
                              </m:r>
                            </m:sub>
                          </m:sSub>
                        </m:oMath>
                      </a14:m>
                      <a:r>
                        <a:rPr lang="zh-TW" altLang="en-US">
                          <a:latin typeface="Times New Roman" panose="02020603050405020304" pitchFamily="18" charset="0"/>
                          <a:cs typeface="Times New Roman" panose="02020603050405020304" pitchFamily="18" charset="0"/>
                        </a:rPr>
                        <a:t> </a:t>
                      </a:r>
                      <a14:m>
                        <m:oMath xmlns:m="http://schemas.openxmlformats.org/officeDocument/2006/math">
                          <m:r>
                            <a:rPr lang="zh-TW" altLang="en-US" b="0" i="0">
                              <a:latin typeface="Cambria Math" panose="02040503050406030204" pitchFamily="18" charset="0"/>
                              <a:cs typeface="Times New Roman" panose="02020603050405020304" pitchFamily="18" charset="0"/>
                            </a:rPr>
                            <m:t> </m:t>
                          </m:r>
                          <m:sSub>
                            <m:sSubPr>
                              <m:ctrlPr>
                                <a:rPr lang="en-US" altLang="zh-TW" b="0" i="1" smtClean="0">
                                  <a:latin typeface="Cambria Math" panose="02040503050406030204" pitchFamily="18" charset="0"/>
                                  <a:cs typeface="Times New Roman" panose="02020603050405020304" pitchFamily="18" charset="0"/>
                                </a:rPr>
                              </m:ctrlPr>
                            </m:sSubPr>
                            <m:e>
                              <m:r>
                                <m:rPr>
                                  <m:sty m:val="p"/>
                                </m:rPr>
                                <a:rPr lang="en-US" altLang="zh-TW" b="0" i="0" smtClean="0">
                                  <a:latin typeface="Cambria Math" panose="02040503050406030204" pitchFamily="18" charset="0"/>
                                  <a:cs typeface="Times New Roman" panose="02020603050405020304" pitchFamily="18" charset="0"/>
                                </a:rPr>
                                <m:t>P</m:t>
                              </m:r>
                            </m:e>
                            <m:sub>
                              <m:r>
                                <a:rPr lang="en-US" altLang="zh-TW" i="0">
                                  <a:latin typeface="Cambria Math" panose="02040503050406030204" pitchFamily="18" charset="0"/>
                                  <a:cs typeface="Times New Roman" panose="02020603050405020304" pitchFamily="18" charset="0"/>
                                </a:rPr>
                                <m:t>2</m:t>
                              </m:r>
                            </m:sub>
                          </m:sSub>
                          <m:sSub>
                            <m:sSubPr>
                              <m:ctrlPr>
                                <a:rPr lang="en-US" altLang="zh-TW" b="0" i="1" smtClean="0">
                                  <a:latin typeface="Cambria Math" panose="02040503050406030204" pitchFamily="18" charset="0"/>
                                  <a:cs typeface="Times New Roman" panose="02020603050405020304" pitchFamily="18" charset="0"/>
                                </a:rPr>
                              </m:ctrlPr>
                            </m:sSubPr>
                            <m:e>
                              <m:r>
                                <a:rPr lang="zh-TW" altLang="en-US" i="0">
                                  <a:latin typeface="Cambria Math" panose="02040503050406030204" pitchFamily="18" charset="0"/>
                                  <a:cs typeface="Times New Roman" panose="02020603050405020304" pitchFamily="18" charset="0"/>
                                </a:rPr>
                                <m:t>  </m:t>
                              </m:r>
                              <m:r>
                                <m:rPr>
                                  <m:sty m:val="p"/>
                                </m:rPr>
                                <a:rPr lang="en-US" altLang="zh-TW" b="0" i="0" smtClean="0">
                                  <a:latin typeface="Cambria Math" panose="02040503050406030204" pitchFamily="18" charset="0"/>
                                  <a:cs typeface="Times New Roman" panose="02020603050405020304" pitchFamily="18" charset="0"/>
                                </a:rPr>
                                <m:t>P</m:t>
                              </m:r>
                            </m:e>
                            <m:sub>
                              <m:r>
                                <a:rPr lang="en-US" altLang="zh-TW" i="0">
                                  <a:latin typeface="Cambria Math" panose="02040503050406030204" pitchFamily="18" charset="0"/>
                                  <a:cs typeface="Times New Roman" panose="02020603050405020304" pitchFamily="18" charset="0"/>
                                </a:rPr>
                                <m:t>3</m:t>
                              </m:r>
                            </m:sub>
                          </m:sSub>
                        </m:oMath>
                      </a14:m>
                      <a:endParaRPr lang="zh-TW" altLang="en-US">
                        <a:latin typeface="Times New Roman" panose="02020603050405020304" pitchFamily="18" charset="0"/>
                        <a:cs typeface="Times New Roman" panose="02020603050405020304" pitchFamily="18" charset="0"/>
                      </a:endParaRPr>
                    </a:p>
                  </p:txBody>
                </p:sp>
              </mc:Choice>
              <mc:Fallback xmlns="">
                <p:sp>
                  <p:nvSpPr>
                    <p:cNvPr id="208" name="文字方塊 207"/>
                    <p:cNvSpPr txBox="1">
                      <a:spLocks noRot="1" noChangeAspect="1" noMove="1" noResize="1" noEditPoints="1" noAdjustHandles="1" noChangeArrowheads="1" noChangeShapeType="1" noTextEdit="1"/>
                    </p:cNvSpPr>
                    <p:nvPr/>
                  </p:nvSpPr>
                  <p:spPr>
                    <a:xfrm>
                      <a:off x="1229360" y="1300480"/>
                      <a:ext cx="1013996" cy="369332"/>
                    </a:xfrm>
                    <a:prstGeom prst="rect">
                      <a:avLst/>
                    </a:prstGeom>
                    <a:blipFill rotWithShape="0">
                      <a:blip r:embed="rId13"/>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7" name="文字方塊 36">
                      <a:extLst>
                        <a:ext uri="{FF2B5EF4-FFF2-40B4-BE49-F238E27FC236}">
                          <a16:creationId xmlns:a16="http://schemas.microsoft.com/office/drawing/2014/main" id="{3C0F182C-6B27-4969-A227-28A554E23769}"/>
                        </a:ext>
                      </a:extLst>
                    </p:cNvPr>
                    <p:cNvSpPr txBox="1"/>
                    <p:nvPr/>
                  </p:nvSpPr>
                  <p:spPr>
                    <a:xfrm>
                      <a:off x="1316256" y="931147"/>
                      <a:ext cx="889987" cy="369332"/>
                    </a:xfrm>
                    <a:prstGeom prst="rect">
                      <a:avLst/>
                    </a:prstGeom>
                    <a:noFill/>
                  </p:spPr>
                  <p:txBody>
                    <a:bodyPr wrap="none" rtlCol="0">
                      <a:spAutoFit/>
                    </a:bodyPr>
                    <a:lstStyle/>
                    <a:p>
                      <a14:m>
                        <m:oMath xmlns:m="http://schemas.openxmlformats.org/officeDocument/2006/math">
                          <m:r>
                            <a:rPr lang="en-US" altLang="zh-TW" i="0">
                              <a:latin typeface="Cambria Math" panose="02040503050406030204" pitchFamily="18" charset="0"/>
                              <a:cs typeface="Times New Roman" panose="02020603050405020304" pitchFamily="18" charset="0"/>
                            </a:rPr>
                            <m:t>2</m:t>
                          </m:r>
                        </m:oMath>
                      </a14:m>
                      <a:r>
                        <a:rPr lang="zh-TW" altLang="en-US">
                          <a:latin typeface="Times New Roman" panose="02020603050405020304" pitchFamily="18" charset="0"/>
                          <a:cs typeface="Times New Roman" panose="02020603050405020304" pitchFamily="18" charset="0"/>
                        </a:rPr>
                        <a:t>   </a:t>
                      </a:r>
                      <a:r>
                        <a:rPr lang="en-US" altLang="zh-TW">
                          <a:latin typeface="Times New Roman" panose="02020603050405020304" pitchFamily="18" charset="0"/>
                          <a:cs typeface="Times New Roman" panose="02020603050405020304" pitchFamily="18" charset="0"/>
                        </a:rPr>
                        <a:t>8</a:t>
                      </a:r>
                      <a:r>
                        <a:rPr lang="zh-TW" altLang="en-US">
                          <a:latin typeface="Times New Roman" panose="02020603050405020304" pitchFamily="18" charset="0"/>
                          <a:cs typeface="Times New Roman" panose="02020603050405020304" pitchFamily="18" charset="0"/>
                        </a:rPr>
                        <a:t>   </a:t>
                      </a:r>
                      <a:r>
                        <a:rPr lang="en-US" altLang="zh-TW">
                          <a:latin typeface="Times New Roman" panose="02020603050405020304" pitchFamily="18" charset="0"/>
                          <a:cs typeface="Times New Roman" panose="02020603050405020304" pitchFamily="18" charset="0"/>
                        </a:rPr>
                        <a:t>9</a:t>
                      </a:r>
                      <a:endParaRPr lang="zh-TW" altLang="en-US">
                        <a:latin typeface="Times New Roman" panose="02020603050405020304" pitchFamily="18" charset="0"/>
                        <a:cs typeface="Times New Roman" panose="02020603050405020304" pitchFamily="18" charset="0"/>
                      </a:endParaRPr>
                    </a:p>
                  </p:txBody>
                </p:sp>
              </mc:Choice>
              <mc:Fallback xmlns="">
                <p:sp>
                  <p:nvSpPr>
                    <p:cNvPr id="209" name="文字方塊 208"/>
                    <p:cNvSpPr txBox="1">
                      <a:spLocks noRot="1" noChangeAspect="1" noMove="1" noResize="1" noEditPoints="1" noAdjustHandles="1" noChangeArrowheads="1" noChangeShapeType="1" noTextEdit="1"/>
                    </p:cNvSpPr>
                    <p:nvPr/>
                  </p:nvSpPr>
                  <p:spPr>
                    <a:xfrm>
                      <a:off x="1316256" y="931147"/>
                      <a:ext cx="889987" cy="369332"/>
                    </a:xfrm>
                    <a:prstGeom prst="rect">
                      <a:avLst/>
                    </a:prstGeom>
                    <a:blipFill rotWithShape="0">
                      <a:blip r:embed="rId14"/>
                      <a:stretch>
                        <a:fillRect t="-8197" r="-4795" b="-2459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8" name="文字方塊 37">
                      <a:extLst>
                        <a:ext uri="{FF2B5EF4-FFF2-40B4-BE49-F238E27FC236}">
                          <a16:creationId xmlns:a16="http://schemas.microsoft.com/office/drawing/2014/main" id="{0765D4BC-C99D-441F-B497-E1399F29D018}"/>
                        </a:ext>
                      </a:extLst>
                    </p:cNvPr>
                    <p:cNvSpPr txBox="1"/>
                    <p:nvPr/>
                  </p:nvSpPr>
                  <p:spPr>
                    <a:xfrm>
                      <a:off x="1257929" y="584198"/>
                      <a:ext cx="296646" cy="369332"/>
                    </a:xfrm>
                    <a:prstGeom prst="rect">
                      <a:avLst/>
                    </a:prstGeom>
                    <a:noFill/>
                  </p:spPr>
                  <p:txBody>
                    <a:bodyPr wrap="square" rtlCol="0">
                      <a:spAutoFit/>
                    </a:bodyPr>
                    <a:lstStyle/>
                    <a:p>
                      <a:pPr/>
                      <a14:m>
                        <m:oMathPara xmlns:m="http://schemas.openxmlformats.org/officeDocument/2006/math">
                          <m:oMathParaPr>
                            <m:jc m:val="center"/>
                          </m:oMathParaPr>
                          <m:oMath xmlns:m="http://schemas.openxmlformats.org/officeDocument/2006/math">
                            <m:r>
                              <a:rPr lang="zh-TW" altLang="en-US" b="1">
                                <a:solidFill>
                                  <a:srgbClr val="FF0000"/>
                                </a:solidFill>
                                <a:latin typeface="Cambria Math" panose="02040503050406030204" pitchFamily="18" charset="0"/>
                                <a:cs typeface="Times New Roman" panose="02020603050405020304" pitchFamily="18" charset="0"/>
                              </a:rPr>
                              <m:t> </m:t>
                            </m:r>
                            <m:r>
                              <a:rPr lang="en-US" altLang="zh-TW" b="1">
                                <a:solidFill>
                                  <a:srgbClr val="FF0000"/>
                                </a:solidFill>
                                <a:latin typeface="Cambria Math" panose="02040503050406030204" pitchFamily="18" charset="0"/>
                                <a:cs typeface="Times New Roman" panose="02020603050405020304" pitchFamily="18" charset="0"/>
                              </a:rPr>
                              <m:t>𝟏</m:t>
                            </m:r>
                          </m:oMath>
                        </m:oMathPara>
                      </a14:m>
                      <a:endParaRPr lang="zh-TW" altLang="en-US" b="1" dirty="0">
                        <a:solidFill>
                          <a:srgbClr val="FF0000"/>
                        </a:solidFill>
                        <a:latin typeface="Cambria Math" panose="02040503050406030204" pitchFamily="18" charset="0"/>
                        <a:cs typeface="Times New Roman" panose="02020603050405020304" pitchFamily="18" charset="0"/>
                      </a:endParaRPr>
                    </a:p>
                  </p:txBody>
                </p:sp>
              </mc:Choice>
              <mc:Fallback xmlns="">
                <p:sp>
                  <p:nvSpPr>
                    <p:cNvPr id="38" name="文字方塊 37">
                      <a:extLst>
                        <a:ext uri="{FF2B5EF4-FFF2-40B4-BE49-F238E27FC236}">
                          <a16:creationId xmlns:a16="http://schemas.microsoft.com/office/drawing/2014/main" id="{0765D4BC-C99D-441F-B497-E1399F29D018}"/>
                        </a:ext>
                      </a:extLst>
                    </p:cNvPr>
                    <p:cNvSpPr txBox="1">
                      <a:spLocks noRot="1" noChangeAspect="1" noMove="1" noResize="1" noEditPoints="1" noAdjustHandles="1" noChangeArrowheads="1" noChangeShapeType="1" noTextEdit="1"/>
                    </p:cNvSpPr>
                    <p:nvPr/>
                  </p:nvSpPr>
                  <p:spPr>
                    <a:xfrm>
                      <a:off x="1257929" y="584198"/>
                      <a:ext cx="296646" cy="369332"/>
                    </a:xfrm>
                    <a:prstGeom prst="rect">
                      <a:avLst/>
                    </a:prstGeom>
                    <a:blipFill>
                      <a:blip r:embed="rId15"/>
                      <a:stretch>
                        <a:fillRect r="-22449"/>
                      </a:stretch>
                    </a:blipFill>
                  </p:spPr>
                  <p:txBody>
                    <a:bodyPr/>
                    <a:lstStyle/>
                    <a:p>
                      <a:r>
                        <a:rPr lang="zh-TW" altLang="en-US">
                          <a:noFill/>
                        </a:rPr>
                        <a:t> </a:t>
                      </a:r>
                    </a:p>
                  </p:txBody>
                </p:sp>
              </mc:Fallback>
            </mc:AlternateContent>
          </p:grpSp>
          <p:cxnSp>
            <p:nvCxnSpPr>
              <p:cNvPr id="35" name="直線接點 34">
                <a:extLst>
                  <a:ext uri="{FF2B5EF4-FFF2-40B4-BE49-F238E27FC236}">
                    <a16:creationId xmlns:a16="http://schemas.microsoft.com/office/drawing/2014/main" id="{CFBDA52E-2930-4E13-9B45-315587208CAE}"/>
                  </a:ext>
                </a:extLst>
              </p:cNvPr>
              <p:cNvCxnSpPr/>
              <p:nvPr/>
            </p:nvCxnSpPr>
            <p:spPr>
              <a:xfrm>
                <a:off x="5564170" y="3731260"/>
                <a:ext cx="95449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32" name="文字方塊 31">
                  <a:extLst>
                    <a:ext uri="{FF2B5EF4-FFF2-40B4-BE49-F238E27FC236}">
                      <a16:creationId xmlns:a16="http://schemas.microsoft.com/office/drawing/2014/main" id="{FBEE5491-A283-4D46-AB20-DF695130ADCD}"/>
                    </a:ext>
                  </a:extLst>
                </p:cNvPr>
                <p:cNvSpPr txBox="1"/>
                <p:nvPr/>
              </p:nvSpPr>
              <p:spPr>
                <a:xfrm>
                  <a:off x="5807456" y="3026169"/>
                  <a:ext cx="300636"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zh-TW" altLang="en-US" i="0">
                            <a:latin typeface="Cambria Math" panose="02040503050406030204" pitchFamily="18" charset="0"/>
                            <a:cs typeface="Times New Roman" panose="02020603050405020304" pitchFamily="18" charset="0"/>
                          </a:rPr>
                          <m:t> </m:t>
                        </m:r>
                        <m:r>
                          <a:rPr lang="en-US" altLang="zh-TW" i="0" smtClean="0">
                            <a:latin typeface="Cambria Math" panose="02040503050406030204" pitchFamily="18" charset="0"/>
                            <a:cs typeface="Times New Roman" panose="02020603050405020304" pitchFamily="18" charset="0"/>
                          </a:rPr>
                          <m:t>4</m:t>
                        </m:r>
                      </m:oMath>
                    </m:oMathPara>
                  </a14:m>
                  <a:endParaRPr lang="zh-TW" altLang="en-US">
                    <a:latin typeface="Times New Roman" panose="02020603050405020304" pitchFamily="18" charset="0"/>
                    <a:cs typeface="Times New Roman" panose="02020603050405020304" pitchFamily="18" charset="0"/>
                  </a:endParaRPr>
                </a:p>
              </p:txBody>
            </p:sp>
          </mc:Choice>
          <mc:Fallback xmlns="">
            <p:sp>
              <p:nvSpPr>
                <p:cNvPr id="234" name="文字方塊 233"/>
                <p:cNvSpPr txBox="1">
                  <a:spLocks noRot="1" noChangeAspect="1" noMove="1" noResize="1" noEditPoints="1" noAdjustHandles="1" noChangeArrowheads="1" noChangeShapeType="1" noTextEdit="1"/>
                </p:cNvSpPr>
                <p:nvPr/>
              </p:nvSpPr>
              <p:spPr>
                <a:xfrm>
                  <a:off x="5807456" y="3026169"/>
                  <a:ext cx="300636" cy="369332"/>
                </a:xfrm>
                <a:prstGeom prst="rect">
                  <a:avLst/>
                </a:prstGeom>
                <a:blipFill rotWithShape="0">
                  <a:blip r:embed="rId16"/>
                  <a:stretch>
                    <a:fillRect r="-1632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3" name="文字方塊 32">
                  <a:extLst>
                    <a:ext uri="{FF2B5EF4-FFF2-40B4-BE49-F238E27FC236}">
                      <a16:creationId xmlns:a16="http://schemas.microsoft.com/office/drawing/2014/main" id="{FF487B1E-EA3B-478F-A243-63FE37751EE9}"/>
                    </a:ext>
                  </a:extLst>
                </p:cNvPr>
                <p:cNvSpPr txBox="1"/>
                <p:nvPr/>
              </p:nvSpPr>
              <p:spPr>
                <a:xfrm>
                  <a:off x="6108091" y="3026169"/>
                  <a:ext cx="296646" cy="369332"/>
                </a:xfrm>
                <a:prstGeom prst="rect">
                  <a:avLst/>
                </a:prstGeom>
                <a:noFill/>
              </p:spPr>
              <p:txBody>
                <a:bodyPr wrap="square" rtlCol="0">
                  <a:spAutoFit/>
                </a:bodyPr>
                <a:lstStyle/>
                <a:p>
                  <a:pPr/>
                  <a14:m>
                    <m:oMathPara xmlns:m="http://schemas.openxmlformats.org/officeDocument/2006/math">
                      <m:oMathParaPr>
                        <m:jc m:val="center"/>
                      </m:oMathParaPr>
                      <m:oMath xmlns:m="http://schemas.openxmlformats.org/officeDocument/2006/math">
                        <m:r>
                          <a:rPr lang="zh-TW" altLang="en-US" i="0">
                            <a:latin typeface="Cambria Math" panose="02040503050406030204" pitchFamily="18" charset="0"/>
                            <a:cs typeface="Times New Roman" panose="02020603050405020304" pitchFamily="18" charset="0"/>
                          </a:rPr>
                          <m:t> </m:t>
                        </m:r>
                        <m:r>
                          <a:rPr lang="en-US" altLang="zh-TW" i="0" smtClean="0">
                            <a:latin typeface="Cambria Math" panose="02040503050406030204" pitchFamily="18" charset="0"/>
                            <a:cs typeface="Times New Roman" panose="02020603050405020304" pitchFamily="18" charset="0"/>
                          </a:rPr>
                          <m:t>5</m:t>
                        </m:r>
                      </m:oMath>
                    </m:oMathPara>
                  </a14:m>
                  <a:endParaRPr lang="zh-TW" altLang="en-US">
                    <a:latin typeface="Times New Roman" panose="02020603050405020304" pitchFamily="18" charset="0"/>
                    <a:cs typeface="Times New Roman" panose="02020603050405020304" pitchFamily="18" charset="0"/>
                  </a:endParaRPr>
                </a:p>
              </p:txBody>
            </p:sp>
          </mc:Choice>
          <mc:Fallback xmlns="">
            <p:sp>
              <p:nvSpPr>
                <p:cNvPr id="235" name="文字方塊 234"/>
                <p:cNvSpPr txBox="1">
                  <a:spLocks noRot="1" noChangeAspect="1" noMove="1" noResize="1" noEditPoints="1" noAdjustHandles="1" noChangeArrowheads="1" noChangeShapeType="1" noTextEdit="1"/>
                </p:cNvSpPr>
                <p:nvPr/>
              </p:nvSpPr>
              <p:spPr>
                <a:xfrm>
                  <a:off x="6108091" y="3026169"/>
                  <a:ext cx="296646" cy="369332"/>
                </a:xfrm>
                <a:prstGeom prst="rect">
                  <a:avLst/>
                </a:prstGeom>
                <a:blipFill rotWithShape="0">
                  <a:blip r:embed="rId17"/>
                  <a:stretch>
                    <a:fillRect r="-18367"/>
                  </a:stretch>
                </a:blipFill>
              </p:spPr>
              <p:txBody>
                <a:bodyPr/>
                <a:lstStyle/>
                <a:p>
                  <a:r>
                    <a:rPr lang="zh-TW" altLang="en-US">
                      <a:noFill/>
                    </a:rPr>
                    <a:t> </a:t>
                  </a:r>
                </a:p>
              </p:txBody>
            </p:sp>
          </mc:Fallback>
        </mc:AlternateContent>
      </p:grpSp>
      <p:grpSp>
        <p:nvGrpSpPr>
          <p:cNvPr id="39" name="群組 38">
            <a:extLst>
              <a:ext uri="{FF2B5EF4-FFF2-40B4-BE49-F238E27FC236}">
                <a16:creationId xmlns:a16="http://schemas.microsoft.com/office/drawing/2014/main" id="{8BB4F344-5D1D-43B5-A2DE-958CAC078BDB}"/>
              </a:ext>
            </a:extLst>
          </p:cNvPr>
          <p:cNvGrpSpPr/>
          <p:nvPr/>
        </p:nvGrpSpPr>
        <p:grpSpPr>
          <a:xfrm>
            <a:off x="2907134" y="3903968"/>
            <a:ext cx="1324273" cy="1085614"/>
            <a:chOff x="6609477" y="3014978"/>
            <a:chExt cx="1324273" cy="1085614"/>
          </a:xfrm>
        </p:grpSpPr>
        <mc:AlternateContent xmlns:mc="http://schemas.openxmlformats.org/markup-compatibility/2006" xmlns:a14="http://schemas.microsoft.com/office/drawing/2010/main">
          <mc:Choice Requires="a14">
            <p:sp>
              <p:nvSpPr>
                <p:cNvPr id="40" name="文字方塊 39">
                  <a:extLst>
                    <a:ext uri="{FF2B5EF4-FFF2-40B4-BE49-F238E27FC236}">
                      <a16:creationId xmlns:a16="http://schemas.microsoft.com/office/drawing/2014/main" id="{C6012D2B-8FA0-4E19-B373-D1B837E3B691}"/>
                    </a:ext>
                  </a:extLst>
                </p:cNvPr>
                <p:cNvSpPr txBox="1"/>
                <p:nvPr/>
              </p:nvSpPr>
              <p:spPr>
                <a:xfrm>
                  <a:off x="6935572" y="3026169"/>
                  <a:ext cx="300636"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zh-TW" altLang="en-US" i="0">
                            <a:latin typeface="Cambria Math" panose="02040503050406030204" pitchFamily="18" charset="0"/>
                            <a:cs typeface="Times New Roman" panose="02020603050405020304" pitchFamily="18" charset="0"/>
                          </a:rPr>
                          <m:t> </m:t>
                        </m:r>
                        <m:r>
                          <a:rPr lang="en-US" altLang="zh-TW" i="0" smtClean="0">
                            <a:latin typeface="Cambria Math" panose="02040503050406030204" pitchFamily="18" charset="0"/>
                            <a:cs typeface="Times New Roman" panose="02020603050405020304" pitchFamily="18" charset="0"/>
                          </a:rPr>
                          <m:t>4</m:t>
                        </m:r>
                      </m:oMath>
                    </m:oMathPara>
                  </a14:m>
                  <a:endParaRPr lang="zh-TW" altLang="en-US" dirty="0">
                    <a:latin typeface="Times New Roman" panose="02020603050405020304" pitchFamily="18" charset="0"/>
                    <a:cs typeface="Times New Roman" panose="02020603050405020304" pitchFamily="18" charset="0"/>
                  </a:endParaRPr>
                </a:p>
              </p:txBody>
            </p:sp>
          </mc:Choice>
          <mc:Fallback xmlns="">
            <p:sp>
              <p:nvSpPr>
                <p:cNvPr id="231" name="文字方塊 230"/>
                <p:cNvSpPr txBox="1">
                  <a:spLocks noRot="1" noChangeAspect="1" noMove="1" noResize="1" noEditPoints="1" noAdjustHandles="1" noChangeArrowheads="1" noChangeShapeType="1" noTextEdit="1"/>
                </p:cNvSpPr>
                <p:nvPr/>
              </p:nvSpPr>
              <p:spPr>
                <a:xfrm>
                  <a:off x="6935572" y="3026169"/>
                  <a:ext cx="300636" cy="369332"/>
                </a:xfrm>
                <a:prstGeom prst="rect">
                  <a:avLst/>
                </a:prstGeom>
                <a:blipFill rotWithShape="0">
                  <a:blip r:embed="rId18"/>
                  <a:stretch>
                    <a:fillRect r="-1632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1" name="文字方塊 40">
                  <a:extLst>
                    <a:ext uri="{FF2B5EF4-FFF2-40B4-BE49-F238E27FC236}">
                      <a16:creationId xmlns:a16="http://schemas.microsoft.com/office/drawing/2014/main" id="{AA002670-5399-47DF-822C-CCD8B138786A}"/>
                    </a:ext>
                  </a:extLst>
                </p:cNvPr>
                <p:cNvSpPr txBox="1"/>
                <p:nvPr/>
              </p:nvSpPr>
              <p:spPr>
                <a:xfrm>
                  <a:off x="7236207" y="3026169"/>
                  <a:ext cx="296646" cy="369332"/>
                </a:xfrm>
                <a:prstGeom prst="rect">
                  <a:avLst/>
                </a:prstGeom>
                <a:noFill/>
              </p:spPr>
              <p:txBody>
                <a:bodyPr wrap="square" rtlCol="0">
                  <a:spAutoFit/>
                </a:bodyPr>
                <a:lstStyle/>
                <a:p>
                  <a:pPr/>
                  <a14:m>
                    <m:oMathPara xmlns:m="http://schemas.openxmlformats.org/officeDocument/2006/math">
                      <m:oMathParaPr>
                        <m:jc m:val="center"/>
                      </m:oMathParaPr>
                      <m:oMath xmlns:m="http://schemas.openxmlformats.org/officeDocument/2006/math">
                        <m:r>
                          <a:rPr lang="zh-TW" altLang="en-US" i="0">
                            <a:latin typeface="Cambria Math" panose="02040503050406030204" pitchFamily="18" charset="0"/>
                            <a:cs typeface="Times New Roman" panose="02020603050405020304" pitchFamily="18" charset="0"/>
                          </a:rPr>
                          <m:t> </m:t>
                        </m:r>
                        <m:r>
                          <a:rPr lang="en-US" altLang="zh-TW" i="0" smtClean="0">
                            <a:latin typeface="Cambria Math" panose="02040503050406030204" pitchFamily="18" charset="0"/>
                            <a:cs typeface="Times New Roman" panose="02020603050405020304" pitchFamily="18" charset="0"/>
                          </a:rPr>
                          <m:t>5</m:t>
                        </m:r>
                      </m:oMath>
                    </m:oMathPara>
                  </a14:m>
                  <a:endParaRPr lang="zh-TW" altLang="en-US">
                    <a:latin typeface="Times New Roman" panose="02020603050405020304" pitchFamily="18" charset="0"/>
                    <a:cs typeface="Times New Roman" panose="02020603050405020304" pitchFamily="18" charset="0"/>
                  </a:endParaRPr>
                </a:p>
              </p:txBody>
            </p:sp>
          </mc:Choice>
          <mc:Fallback xmlns="">
            <p:sp>
              <p:nvSpPr>
                <p:cNvPr id="232" name="文字方塊 231"/>
                <p:cNvSpPr txBox="1">
                  <a:spLocks noRot="1" noChangeAspect="1" noMove="1" noResize="1" noEditPoints="1" noAdjustHandles="1" noChangeArrowheads="1" noChangeShapeType="1" noTextEdit="1"/>
                </p:cNvSpPr>
                <p:nvPr/>
              </p:nvSpPr>
              <p:spPr>
                <a:xfrm>
                  <a:off x="7236207" y="3026169"/>
                  <a:ext cx="296646" cy="369332"/>
                </a:xfrm>
                <a:prstGeom prst="rect">
                  <a:avLst/>
                </a:prstGeom>
                <a:blipFill rotWithShape="0">
                  <a:blip r:embed="rId19"/>
                  <a:stretch>
                    <a:fillRect r="-18367"/>
                  </a:stretch>
                </a:blipFill>
              </p:spPr>
              <p:txBody>
                <a:bodyPr/>
                <a:lstStyle/>
                <a:p>
                  <a:r>
                    <a:rPr lang="zh-TW" altLang="en-US">
                      <a:noFill/>
                    </a:rPr>
                    <a:t> </a:t>
                  </a:r>
                </a:p>
              </p:txBody>
            </p:sp>
          </mc:Fallback>
        </mc:AlternateContent>
        <p:grpSp>
          <p:nvGrpSpPr>
            <p:cNvPr id="42" name="群組 41">
              <a:extLst>
                <a:ext uri="{FF2B5EF4-FFF2-40B4-BE49-F238E27FC236}">
                  <a16:creationId xmlns:a16="http://schemas.microsoft.com/office/drawing/2014/main" id="{AA44EE97-4E3B-4748-B632-9759883DF5F3}"/>
                </a:ext>
              </a:extLst>
            </p:cNvPr>
            <p:cNvGrpSpPr/>
            <p:nvPr/>
          </p:nvGrpSpPr>
          <p:grpSpPr>
            <a:xfrm>
              <a:off x="6609477" y="3014978"/>
              <a:ext cx="1324273" cy="1085614"/>
              <a:chOff x="5505677" y="3014978"/>
              <a:chExt cx="1324273" cy="1085614"/>
            </a:xfrm>
          </p:grpSpPr>
          <p:grpSp>
            <p:nvGrpSpPr>
              <p:cNvPr id="43" name="群組 42">
                <a:extLst>
                  <a:ext uri="{FF2B5EF4-FFF2-40B4-BE49-F238E27FC236}">
                    <a16:creationId xmlns:a16="http://schemas.microsoft.com/office/drawing/2014/main" id="{1DC27503-8690-4853-8C00-D22BF0385382}"/>
                  </a:ext>
                </a:extLst>
              </p:cNvPr>
              <p:cNvGrpSpPr/>
              <p:nvPr/>
            </p:nvGrpSpPr>
            <p:grpSpPr>
              <a:xfrm>
                <a:off x="5505677" y="3014978"/>
                <a:ext cx="1324273" cy="1085614"/>
                <a:chOff x="1229360" y="584198"/>
                <a:chExt cx="1324273" cy="1085614"/>
              </a:xfrm>
            </p:grpSpPr>
            <mc:AlternateContent xmlns:mc="http://schemas.openxmlformats.org/markup-compatibility/2006" xmlns:a14="http://schemas.microsoft.com/office/drawing/2010/main">
              <mc:Choice Requires="a14">
                <p:sp>
                  <p:nvSpPr>
                    <p:cNvPr id="45" name="文字方塊 44">
                      <a:extLst>
                        <a:ext uri="{FF2B5EF4-FFF2-40B4-BE49-F238E27FC236}">
                          <a16:creationId xmlns:a16="http://schemas.microsoft.com/office/drawing/2014/main" id="{0187A7E8-8C93-4645-9F51-A75EE2760A76}"/>
                        </a:ext>
                      </a:extLst>
                    </p:cNvPr>
                    <p:cNvSpPr txBox="1"/>
                    <p:nvPr/>
                  </p:nvSpPr>
                  <p:spPr>
                    <a:xfrm>
                      <a:off x="1229360" y="1300480"/>
                      <a:ext cx="1324273" cy="369332"/>
                    </a:xfrm>
                    <a:prstGeom prst="rect">
                      <a:avLst/>
                    </a:prstGeom>
                    <a:noFill/>
                  </p:spPr>
                  <p:txBody>
                    <a:bodyPr wrap="none" rtlCol="0">
                      <a:spAutoFit/>
                    </a:bodyPr>
                    <a:lstStyle/>
                    <a:p>
                      <a14:m>
                        <m:oMath xmlns:m="http://schemas.openxmlformats.org/officeDocument/2006/math">
                          <m:sSub>
                            <m:sSubPr>
                              <m:ctrlPr>
                                <a:rPr lang="en-US" altLang="zh-TW" b="0" i="1" smtClean="0">
                                  <a:latin typeface="Cambria Math" panose="02040503050406030204" pitchFamily="18" charset="0"/>
                                  <a:cs typeface="Times New Roman" panose="02020603050405020304" pitchFamily="18" charset="0"/>
                                </a:rPr>
                              </m:ctrlPr>
                            </m:sSubPr>
                            <m:e>
                              <m:r>
                                <m:rPr>
                                  <m:sty m:val="p"/>
                                </m:rPr>
                                <a:rPr lang="en-US" altLang="zh-TW" b="0" i="0" smtClean="0">
                                  <a:latin typeface="Cambria Math" panose="02040503050406030204" pitchFamily="18" charset="0"/>
                                  <a:cs typeface="Times New Roman" panose="02020603050405020304" pitchFamily="18" charset="0"/>
                                </a:rPr>
                                <m:t>P</m:t>
                              </m:r>
                            </m:e>
                            <m:sub>
                              <m:r>
                                <a:rPr lang="en-US" altLang="zh-TW" b="0" i="0" smtClean="0">
                                  <a:latin typeface="Cambria Math" panose="02040503050406030204" pitchFamily="18" charset="0"/>
                                  <a:cs typeface="Times New Roman" panose="02020603050405020304" pitchFamily="18" charset="0"/>
                                </a:rPr>
                                <m:t>1</m:t>
                              </m:r>
                            </m:sub>
                          </m:sSub>
                        </m:oMath>
                      </a14:m>
                      <a:r>
                        <a:rPr lang="zh-TW" altLang="en-US">
                          <a:latin typeface="Times New Roman" panose="02020603050405020304" pitchFamily="18" charset="0"/>
                          <a:cs typeface="Times New Roman" panose="02020603050405020304" pitchFamily="18" charset="0"/>
                        </a:rPr>
                        <a:t> </a:t>
                      </a:r>
                      <a14:m>
                        <m:oMath xmlns:m="http://schemas.openxmlformats.org/officeDocument/2006/math">
                          <m:r>
                            <a:rPr lang="zh-TW" altLang="en-US" b="0" i="0">
                              <a:latin typeface="Cambria Math" panose="02040503050406030204" pitchFamily="18" charset="0"/>
                              <a:cs typeface="Times New Roman" panose="02020603050405020304" pitchFamily="18" charset="0"/>
                            </a:rPr>
                            <m:t> </m:t>
                          </m:r>
                          <m:sSub>
                            <m:sSubPr>
                              <m:ctrlPr>
                                <a:rPr lang="en-US" altLang="zh-TW" b="0" i="1" smtClean="0">
                                  <a:latin typeface="Cambria Math" panose="02040503050406030204" pitchFamily="18" charset="0"/>
                                  <a:cs typeface="Times New Roman" panose="02020603050405020304" pitchFamily="18" charset="0"/>
                                </a:rPr>
                              </m:ctrlPr>
                            </m:sSubPr>
                            <m:e>
                              <m:r>
                                <m:rPr>
                                  <m:sty m:val="p"/>
                                </m:rPr>
                                <a:rPr lang="en-US" altLang="zh-TW" b="0" i="0" smtClean="0">
                                  <a:latin typeface="Cambria Math" panose="02040503050406030204" pitchFamily="18" charset="0"/>
                                  <a:cs typeface="Times New Roman" panose="02020603050405020304" pitchFamily="18" charset="0"/>
                                </a:rPr>
                                <m:t>P</m:t>
                              </m:r>
                            </m:e>
                            <m:sub>
                              <m:r>
                                <a:rPr lang="en-US" altLang="zh-TW" i="0">
                                  <a:latin typeface="Cambria Math" panose="02040503050406030204" pitchFamily="18" charset="0"/>
                                  <a:cs typeface="Times New Roman" panose="02020603050405020304" pitchFamily="18" charset="0"/>
                                </a:rPr>
                                <m:t>2</m:t>
                              </m:r>
                            </m:sub>
                          </m:sSub>
                          <m:sSub>
                            <m:sSubPr>
                              <m:ctrlPr>
                                <a:rPr lang="en-US" altLang="zh-TW" b="0" i="1" smtClean="0">
                                  <a:latin typeface="Cambria Math" panose="02040503050406030204" pitchFamily="18" charset="0"/>
                                  <a:cs typeface="Times New Roman" panose="02020603050405020304" pitchFamily="18" charset="0"/>
                                </a:rPr>
                              </m:ctrlPr>
                            </m:sSubPr>
                            <m:e>
                              <m:r>
                                <a:rPr lang="zh-TW" altLang="en-US" i="0">
                                  <a:latin typeface="Cambria Math" panose="02040503050406030204" pitchFamily="18" charset="0"/>
                                  <a:cs typeface="Times New Roman" panose="02020603050405020304" pitchFamily="18" charset="0"/>
                                </a:rPr>
                                <m:t>  </m:t>
                              </m:r>
                              <m:r>
                                <m:rPr>
                                  <m:sty m:val="p"/>
                                </m:rPr>
                                <a:rPr lang="en-US" altLang="zh-TW" b="0" i="0" smtClean="0">
                                  <a:latin typeface="Cambria Math" panose="02040503050406030204" pitchFamily="18" charset="0"/>
                                  <a:cs typeface="Times New Roman" panose="02020603050405020304" pitchFamily="18" charset="0"/>
                                </a:rPr>
                                <m:t>P</m:t>
                              </m:r>
                            </m:e>
                            <m:sub>
                              <m:r>
                                <a:rPr lang="en-US" altLang="zh-TW" i="0">
                                  <a:latin typeface="Cambria Math" panose="02040503050406030204" pitchFamily="18" charset="0"/>
                                  <a:cs typeface="Times New Roman" panose="02020603050405020304" pitchFamily="18" charset="0"/>
                                </a:rPr>
                                <m:t>3</m:t>
                              </m:r>
                            </m:sub>
                          </m:sSub>
                          <m:sSub>
                            <m:sSubPr>
                              <m:ctrlPr>
                                <a:rPr lang="en-US" altLang="zh-TW" b="0" i="1" smtClean="0">
                                  <a:latin typeface="Cambria Math" panose="02040503050406030204" pitchFamily="18" charset="0"/>
                                  <a:cs typeface="Times New Roman" panose="02020603050405020304" pitchFamily="18" charset="0"/>
                                </a:rPr>
                              </m:ctrlPr>
                            </m:sSubPr>
                            <m:e>
                              <m:r>
                                <a:rPr lang="zh-TW" altLang="en-US" i="0">
                                  <a:latin typeface="Cambria Math" panose="02040503050406030204" pitchFamily="18" charset="0"/>
                                  <a:cs typeface="Times New Roman" panose="02020603050405020304" pitchFamily="18" charset="0"/>
                                </a:rPr>
                                <m:t>  </m:t>
                              </m:r>
                              <m:r>
                                <m:rPr>
                                  <m:sty m:val="p"/>
                                </m:rPr>
                                <a:rPr lang="en-US" altLang="zh-TW" b="0" i="0" smtClean="0">
                                  <a:latin typeface="Cambria Math" panose="02040503050406030204" pitchFamily="18" charset="0"/>
                                  <a:cs typeface="Times New Roman" panose="02020603050405020304" pitchFamily="18" charset="0"/>
                                </a:rPr>
                                <m:t>P</m:t>
                              </m:r>
                            </m:e>
                            <m:sub>
                              <m:r>
                                <a:rPr lang="en-US" altLang="zh-TW" i="0">
                                  <a:latin typeface="Cambria Math" panose="02040503050406030204" pitchFamily="18" charset="0"/>
                                  <a:cs typeface="Times New Roman" panose="02020603050405020304" pitchFamily="18" charset="0"/>
                                </a:rPr>
                                <m:t>4</m:t>
                              </m:r>
                            </m:sub>
                          </m:sSub>
                        </m:oMath>
                      </a14:m>
                      <a:endParaRPr lang="zh-TW" altLang="en-US">
                        <a:latin typeface="Times New Roman" panose="02020603050405020304" pitchFamily="18" charset="0"/>
                        <a:cs typeface="Times New Roman" panose="02020603050405020304" pitchFamily="18" charset="0"/>
                      </a:endParaRPr>
                    </a:p>
                  </p:txBody>
                </p:sp>
              </mc:Choice>
              <mc:Fallback xmlns="">
                <p:sp>
                  <p:nvSpPr>
                    <p:cNvPr id="217" name="文字方塊 216"/>
                    <p:cNvSpPr txBox="1">
                      <a:spLocks noRot="1" noChangeAspect="1" noMove="1" noResize="1" noEditPoints="1" noAdjustHandles="1" noChangeArrowheads="1" noChangeShapeType="1" noTextEdit="1"/>
                    </p:cNvSpPr>
                    <p:nvPr/>
                  </p:nvSpPr>
                  <p:spPr>
                    <a:xfrm>
                      <a:off x="1229360" y="1300480"/>
                      <a:ext cx="1324273" cy="369332"/>
                    </a:xfrm>
                    <a:prstGeom prst="rect">
                      <a:avLst/>
                    </a:prstGeom>
                    <a:blipFill rotWithShape="0">
                      <a:blip r:embed="rId20"/>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6" name="文字方塊 45">
                      <a:extLst>
                        <a:ext uri="{FF2B5EF4-FFF2-40B4-BE49-F238E27FC236}">
                          <a16:creationId xmlns:a16="http://schemas.microsoft.com/office/drawing/2014/main" id="{93CF60F3-007C-4994-93C0-83C7A003726F}"/>
                        </a:ext>
                      </a:extLst>
                    </p:cNvPr>
                    <p:cNvSpPr txBox="1"/>
                    <p:nvPr/>
                  </p:nvSpPr>
                  <p:spPr>
                    <a:xfrm>
                      <a:off x="1316256" y="931147"/>
                      <a:ext cx="1178528" cy="369332"/>
                    </a:xfrm>
                    <a:prstGeom prst="rect">
                      <a:avLst/>
                    </a:prstGeom>
                    <a:noFill/>
                  </p:spPr>
                  <p:txBody>
                    <a:bodyPr wrap="none" rtlCol="0">
                      <a:spAutoFit/>
                    </a:bodyPr>
                    <a:lstStyle/>
                    <a:p>
                      <a14:m>
                        <m:oMath xmlns:m="http://schemas.openxmlformats.org/officeDocument/2006/math">
                          <m:r>
                            <a:rPr lang="en-US" altLang="zh-TW" i="0">
                              <a:latin typeface="Cambria Math" panose="02040503050406030204" pitchFamily="18" charset="0"/>
                              <a:cs typeface="Times New Roman" panose="02020603050405020304" pitchFamily="18" charset="0"/>
                            </a:rPr>
                            <m:t>2</m:t>
                          </m:r>
                        </m:oMath>
                      </a14:m>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8</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9</a:t>
                      </a:r>
                      <a:r>
                        <a:rPr lang="zh-TW" altLang="en-US" dirty="0">
                          <a:latin typeface="Times New Roman" panose="02020603050405020304" pitchFamily="18" charset="0"/>
                          <a:cs typeface="Times New Roman" panose="02020603050405020304" pitchFamily="18" charset="0"/>
                        </a:rPr>
                        <a:t>   </a:t>
                      </a:r>
                      <a:r>
                        <a:rPr lang="en-US" altLang="zh-TW" b="1" dirty="0">
                          <a:solidFill>
                            <a:srgbClr val="FF0000"/>
                          </a:solidFill>
                          <a:latin typeface="Cambria Math" panose="02040503050406030204" pitchFamily="18" charset="0"/>
                          <a:cs typeface="Times New Roman" panose="02020603050405020304" pitchFamily="18" charset="0"/>
                        </a:rPr>
                        <a:t>7</a:t>
                      </a:r>
                      <a:endParaRPr lang="zh-TW" altLang="en-US" b="1" dirty="0">
                        <a:solidFill>
                          <a:srgbClr val="FF0000"/>
                        </a:solidFill>
                        <a:latin typeface="Cambria Math" panose="02040503050406030204" pitchFamily="18" charset="0"/>
                        <a:cs typeface="Times New Roman" panose="02020603050405020304" pitchFamily="18" charset="0"/>
                      </a:endParaRPr>
                    </a:p>
                  </p:txBody>
                </p:sp>
              </mc:Choice>
              <mc:Fallback xmlns="">
                <p:sp>
                  <p:nvSpPr>
                    <p:cNvPr id="46" name="文字方塊 45">
                      <a:extLst>
                        <a:ext uri="{FF2B5EF4-FFF2-40B4-BE49-F238E27FC236}">
                          <a16:creationId xmlns:a16="http://schemas.microsoft.com/office/drawing/2014/main" id="{93CF60F3-007C-4994-93C0-83C7A003726F}"/>
                        </a:ext>
                      </a:extLst>
                    </p:cNvPr>
                    <p:cNvSpPr txBox="1">
                      <a:spLocks noRot="1" noChangeAspect="1" noMove="1" noResize="1" noEditPoints="1" noAdjustHandles="1" noChangeArrowheads="1" noChangeShapeType="1" noTextEdit="1"/>
                    </p:cNvSpPr>
                    <p:nvPr/>
                  </p:nvSpPr>
                  <p:spPr>
                    <a:xfrm>
                      <a:off x="1316256" y="931147"/>
                      <a:ext cx="1178528" cy="369332"/>
                    </a:xfrm>
                    <a:prstGeom prst="rect">
                      <a:avLst/>
                    </a:prstGeom>
                    <a:blipFill>
                      <a:blip r:embed="rId21"/>
                      <a:stretch>
                        <a:fillRect t="-9836" r="-5699" b="-2459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7" name="文字方塊 46">
                      <a:extLst>
                        <a:ext uri="{FF2B5EF4-FFF2-40B4-BE49-F238E27FC236}">
                          <a16:creationId xmlns:a16="http://schemas.microsoft.com/office/drawing/2014/main" id="{06CB26C6-F0D9-4556-A07C-6AB63EA483E5}"/>
                        </a:ext>
                      </a:extLst>
                    </p:cNvPr>
                    <p:cNvSpPr txBox="1"/>
                    <p:nvPr/>
                  </p:nvSpPr>
                  <p:spPr>
                    <a:xfrm>
                      <a:off x="1257929" y="584198"/>
                      <a:ext cx="296646" cy="369332"/>
                    </a:xfrm>
                    <a:prstGeom prst="rect">
                      <a:avLst/>
                    </a:prstGeom>
                    <a:noFill/>
                  </p:spPr>
                  <p:txBody>
                    <a:bodyPr wrap="square" rtlCol="0">
                      <a:spAutoFit/>
                    </a:bodyPr>
                    <a:lstStyle/>
                    <a:p>
                      <a:pPr/>
                      <a14:m>
                        <m:oMathPara xmlns:m="http://schemas.openxmlformats.org/officeDocument/2006/math">
                          <m:oMathParaPr>
                            <m:jc m:val="center"/>
                          </m:oMathParaPr>
                          <m:oMath xmlns:m="http://schemas.openxmlformats.org/officeDocument/2006/math">
                            <m:r>
                              <a:rPr lang="zh-TW" altLang="en-US" i="0">
                                <a:latin typeface="Cambria Math" panose="02040503050406030204" pitchFamily="18" charset="0"/>
                                <a:cs typeface="Times New Roman" panose="02020603050405020304" pitchFamily="18" charset="0"/>
                              </a:rPr>
                              <m:t> </m:t>
                            </m:r>
                            <m:r>
                              <a:rPr lang="en-US" altLang="zh-TW" i="0" smtClean="0">
                                <a:latin typeface="Cambria Math" panose="02040503050406030204" pitchFamily="18" charset="0"/>
                                <a:cs typeface="Times New Roman" panose="02020603050405020304" pitchFamily="18" charset="0"/>
                              </a:rPr>
                              <m:t>1</m:t>
                            </m:r>
                          </m:oMath>
                        </m:oMathPara>
                      </a14:m>
                      <a:endParaRPr lang="zh-TW" altLang="en-US">
                        <a:latin typeface="Times New Roman" panose="02020603050405020304" pitchFamily="18" charset="0"/>
                        <a:cs typeface="Times New Roman" panose="02020603050405020304" pitchFamily="18" charset="0"/>
                      </a:endParaRPr>
                    </a:p>
                  </p:txBody>
                </p:sp>
              </mc:Choice>
              <mc:Fallback xmlns="">
                <p:sp>
                  <p:nvSpPr>
                    <p:cNvPr id="220" name="文字方塊 219"/>
                    <p:cNvSpPr txBox="1">
                      <a:spLocks noRot="1" noChangeAspect="1" noMove="1" noResize="1" noEditPoints="1" noAdjustHandles="1" noChangeArrowheads="1" noChangeShapeType="1" noTextEdit="1"/>
                    </p:cNvSpPr>
                    <p:nvPr/>
                  </p:nvSpPr>
                  <p:spPr>
                    <a:xfrm>
                      <a:off x="1257929" y="584198"/>
                      <a:ext cx="296646" cy="369332"/>
                    </a:xfrm>
                    <a:prstGeom prst="rect">
                      <a:avLst/>
                    </a:prstGeom>
                    <a:blipFill rotWithShape="0">
                      <a:blip r:embed="rId22"/>
                      <a:stretch>
                        <a:fillRect r="-16327"/>
                      </a:stretch>
                    </a:blipFill>
                  </p:spPr>
                  <p:txBody>
                    <a:bodyPr/>
                    <a:lstStyle/>
                    <a:p>
                      <a:r>
                        <a:rPr lang="zh-TW" altLang="en-US">
                          <a:noFill/>
                        </a:rPr>
                        <a:t> </a:t>
                      </a:r>
                    </a:p>
                  </p:txBody>
                </p:sp>
              </mc:Fallback>
            </mc:AlternateContent>
          </p:grpSp>
          <p:cxnSp>
            <p:nvCxnSpPr>
              <p:cNvPr id="44" name="直線接點 43">
                <a:extLst>
                  <a:ext uri="{FF2B5EF4-FFF2-40B4-BE49-F238E27FC236}">
                    <a16:creationId xmlns:a16="http://schemas.microsoft.com/office/drawing/2014/main" id="{E859881C-863B-4676-B24E-91B4BBD11B78}"/>
                  </a:ext>
                </a:extLst>
              </p:cNvPr>
              <p:cNvCxnSpPr/>
              <p:nvPr/>
            </p:nvCxnSpPr>
            <p:spPr>
              <a:xfrm>
                <a:off x="5564170" y="3731260"/>
                <a:ext cx="121415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48" name="群組 47">
            <a:extLst>
              <a:ext uri="{FF2B5EF4-FFF2-40B4-BE49-F238E27FC236}">
                <a16:creationId xmlns:a16="http://schemas.microsoft.com/office/drawing/2014/main" id="{C4FBAD9A-5D08-495E-857B-045EB7DC2095}"/>
              </a:ext>
            </a:extLst>
          </p:cNvPr>
          <p:cNvGrpSpPr/>
          <p:nvPr/>
        </p:nvGrpSpPr>
        <p:grpSpPr>
          <a:xfrm>
            <a:off x="4887265" y="3903968"/>
            <a:ext cx="1324273" cy="1085614"/>
            <a:chOff x="5505677" y="3014978"/>
            <a:chExt cx="1324273" cy="1085614"/>
          </a:xfrm>
        </p:grpSpPr>
        <p:grpSp>
          <p:nvGrpSpPr>
            <p:cNvPr id="49" name="群組 48">
              <a:extLst>
                <a:ext uri="{FF2B5EF4-FFF2-40B4-BE49-F238E27FC236}">
                  <a16:creationId xmlns:a16="http://schemas.microsoft.com/office/drawing/2014/main" id="{BD631867-7229-45D6-8C27-ADB26E7C3FFE}"/>
                </a:ext>
              </a:extLst>
            </p:cNvPr>
            <p:cNvGrpSpPr/>
            <p:nvPr/>
          </p:nvGrpSpPr>
          <p:grpSpPr>
            <a:xfrm>
              <a:off x="5505677" y="3014978"/>
              <a:ext cx="1324273" cy="1085614"/>
              <a:chOff x="1229360" y="584198"/>
              <a:chExt cx="1324273" cy="1085614"/>
            </a:xfrm>
          </p:grpSpPr>
          <mc:AlternateContent xmlns:mc="http://schemas.openxmlformats.org/markup-compatibility/2006" xmlns:a14="http://schemas.microsoft.com/office/drawing/2010/main">
            <mc:Choice Requires="a14">
              <p:sp>
                <p:nvSpPr>
                  <p:cNvPr id="51" name="文字方塊 50">
                    <a:extLst>
                      <a:ext uri="{FF2B5EF4-FFF2-40B4-BE49-F238E27FC236}">
                        <a16:creationId xmlns:a16="http://schemas.microsoft.com/office/drawing/2014/main" id="{5FF62B6B-643C-4E31-BE0E-3D1D0D6913EA}"/>
                      </a:ext>
                    </a:extLst>
                  </p:cNvPr>
                  <p:cNvSpPr txBox="1"/>
                  <p:nvPr/>
                </p:nvSpPr>
                <p:spPr>
                  <a:xfrm>
                    <a:off x="1229360" y="1300480"/>
                    <a:ext cx="1324273" cy="369332"/>
                  </a:xfrm>
                  <a:prstGeom prst="rect">
                    <a:avLst/>
                  </a:prstGeom>
                  <a:noFill/>
                </p:spPr>
                <p:txBody>
                  <a:bodyPr wrap="none" rtlCol="0">
                    <a:spAutoFit/>
                  </a:bodyPr>
                  <a:lstStyle/>
                  <a:p>
                    <a14:m>
                      <m:oMath xmlns:m="http://schemas.openxmlformats.org/officeDocument/2006/math">
                        <m:sSub>
                          <m:sSubPr>
                            <m:ctrlPr>
                              <a:rPr lang="en-US" altLang="zh-TW" b="0" i="1" smtClean="0">
                                <a:latin typeface="Cambria Math" panose="02040503050406030204" pitchFamily="18" charset="0"/>
                                <a:cs typeface="Times New Roman" panose="02020603050405020304" pitchFamily="18" charset="0"/>
                              </a:rPr>
                            </m:ctrlPr>
                          </m:sSubPr>
                          <m:e>
                            <m:r>
                              <m:rPr>
                                <m:sty m:val="p"/>
                              </m:rPr>
                              <a:rPr lang="en-US" altLang="zh-TW" b="0" i="0" smtClean="0">
                                <a:latin typeface="Cambria Math" panose="02040503050406030204" pitchFamily="18" charset="0"/>
                                <a:cs typeface="Times New Roman" panose="02020603050405020304" pitchFamily="18" charset="0"/>
                              </a:rPr>
                              <m:t>P</m:t>
                            </m:r>
                          </m:e>
                          <m:sub>
                            <m:r>
                              <a:rPr lang="en-US" altLang="zh-TW" b="0" i="0" smtClean="0">
                                <a:latin typeface="Cambria Math" panose="02040503050406030204" pitchFamily="18" charset="0"/>
                                <a:cs typeface="Times New Roman" panose="02020603050405020304" pitchFamily="18" charset="0"/>
                              </a:rPr>
                              <m:t>1</m:t>
                            </m:r>
                          </m:sub>
                        </m:sSub>
                      </m:oMath>
                    </a14:m>
                    <a:r>
                      <a:rPr lang="zh-TW" altLang="en-US">
                        <a:latin typeface="Times New Roman" panose="02020603050405020304" pitchFamily="18" charset="0"/>
                        <a:cs typeface="Times New Roman" panose="02020603050405020304" pitchFamily="18" charset="0"/>
                      </a:rPr>
                      <a:t> </a:t>
                    </a:r>
                    <a14:m>
                      <m:oMath xmlns:m="http://schemas.openxmlformats.org/officeDocument/2006/math">
                        <m:r>
                          <a:rPr lang="zh-TW" altLang="en-US" b="0" i="0">
                            <a:latin typeface="Cambria Math" panose="02040503050406030204" pitchFamily="18" charset="0"/>
                            <a:cs typeface="Times New Roman" panose="02020603050405020304" pitchFamily="18" charset="0"/>
                          </a:rPr>
                          <m:t> </m:t>
                        </m:r>
                        <m:sSub>
                          <m:sSubPr>
                            <m:ctrlPr>
                              <a:rPr lang="en-US" altLang="zh-TW" b="0" i="1" smtClean="0">
                                <a:latin typeface="Cambria Math" panose="02040503050406030204" pitchFamily="18" charset="0"/>
                                <a:cs typeface="Times New Roman" panose="02020603050405020304" pitchFamily="18" charset="0"/>
                              </a:rPr>
                            </m:ctrlPr>
                          </m:sSubPr>
                          <m:e>
                            <m:r>
                              <m:rPr>
                                <m:sty m:val="p"/>
                              </m:rPr>
                              <a:rPr lang="en-US" altLang="zh-TW" b="0" i="0" smtClean="0">
                                <a:latin typeface="Cambria Math" panose="02040503050406030204" pitchFamily="18" charset="0"/>
                                <a:cs typeface="Times New Roman" panose="02020603050405020304" pitchFamily="18" charset="0"/>
                              </a:rPr>
                              <m:t>P</m:t>
                            </m:r>
                          </m:e>
                          <m:sub>
                            <m:r>
                              <a:rPr lang="en-US" altLang="zh-TW" i="0">
                                <a:latin typeface="Cambria Math" panose="02040503050406030204" pitchFamily="18" charset="0"/>
                                <a:cs typeface="Times New Roman" panose="02020603050405020304" pitchFamily="18" charset="0"/>
                              </a:rPr>
                              <m:t>2</m:t>
                            </m:r>
                          </m:sub>
                        </m:sSub>
                        <m:sSub>
                          <m:sSubPr>
                            <m:ctrlPr>
                              <a:rPr lang="en-US" altLang="zh-TW" b="0" i="1" smtClean="0">
                                <a:latin typeface="Cambria Math" panose="02040503050406030204" pitchFamily="18" charset="0"/>
                                <a:cs typeface="Times New Roman" panose="02020603050405020304" pitchFamily="18" charset="0"/>
                              </a:rPr>
                            </m:ctrlPr>
                          </m:sSubPr>
                          <m:e>
                            <m:r>
                              <a:rPr lang="zh-TW" altLang="en-US" i="0">
                                <a:latin typeface="Cambria Math" panose="02040503050406030204" pitchFamily="18" charset="0"/>
                                <a:cs typeface="Times New Roman" panose="02020603050405020304" pitchFamily="18" charset="0"/>
                              </a:rPr>
                              <m:t>  </m:t>
                            </m:r>
                            <m:r>
                              <m:rPr>
                                <m:sty m:val="p"/>
                              </m:rPr>
                              <a:rPr lang="en-US" altLang="zh-TW" b="0" i="0" smtClean="0">
                                <a:latin typeface="Cambria Math" panose="02040503050406030204" pitchFamily="18" charset="0"/>
                                <a:cs typeface="Times New Roman" panose="02020603050405020304" pitchFamily="18" charset="0"/>
                              </a:rPr>
                              <m:t>P</m:t>
                            </m:r>
                          </m:e>
                          <m:sub>
                            <m:r>
                              <a:rPr lang="en-US" altLang="zh-TW" i="0">
                                <a:latin typeface="Cambria Math" panose="02040503050406030204" pitchFamily="18" charset="0"/>
                                <a:cs typeface="Times New Roman" panose="02020603050405020304" pitchFamily="18" charset="0"/>
                              </a:rPr>
                              <m:t>3</m:t>
                            </m:r>
                          </m:sub>
                        </m:sSub>
                        <m:sSub>
                          <m:sSubPr>
                            <m:ctrlPr>
                              <a:rPr lang="en-US" altLang="zh-TW" b="0" i="1" smtClean="0">
                                <a:latin typeface="Cambria Math" panose="02040503050406030204" pitchFamily="18" charset="0"/>
                                <a:cs typeface="Times New Roman" panose="02020603050405020304" pitchFamily="18" charset="0"/>
                              </a:rPr>
                            </m:ctrlPr>
                          </m:sSubPr>
                          <m:e>
                            <m:r>
                              <a:rPr lang="zh-TW" altLang="en-US" i="0">
                                <a:latin typeface="Cambria Math" panose="02040503050406030204" pitchFamily="18" charset="0"/>
                                <a:cs typeface="Times New Roman" panose="02020603050405020304" pitchFamily="18" charset="0"/>
                              </a:rPr>
                              <m:t>  </m:t>
                            </m:r>
                            <m:r>
                              <m:rPr>
                                <m:sty m:val="p"/>
                              </m:rPr>
                              <a:rPr lang="en-US" altLang="zh-TW" b="0" i="0" smtClean="0">
                                <a:latin typeface="Cambria Math" panose="02040503050406030204" pitchFamily="18" charset="0"/>
                                <a:cs typeface="Times New Roman" panose="02020603050405020304" pitchFamily="18" charset="0"/>
                              </a:rPr>
                              <m:t>P</m:t>
                            </m:r>
                          </m:e>
                          <m:sub>
                            <m:r>
                              <a:rPr lang="en-US" altLang="zh-TW" i="0">
                                <a:latin typeface="Cambria Math" panose="02040503050406030204" pitchFamily="18" charset="0"/>
                                <a:cs typeface="Times New Roman" panose="02020603050405020304" pitchFamily="18" charset="0"/>
                              </a:rPr>
                              <m:t>4</m:t>
                            </m:r>
                          </m:sub>
                        </m:sSub>
                      </m:oMath>
                    </a14:m>
                    <a:endParaRPr lang="zh-TW" altLang="en-US">
                      <a:latin typeface="Times New Roman" panose="02020603050405020304" pitchFamily="18" charset="0"/>
                      <a:cs typeface="Times New Roman" panose="02020603050405020304" pitchFamily="18" charset="0"/>
                    </a:endParaRPr>
                  </a:p>
                </p:txBody>
              </p:sp>
            </mc:Choice>
            <mc:Fallback xmlns="">
              <p:sp>
                <p:nvSpPr>
                  <p:cNvPr id="225" name="文字方塊 224"/>
                  <p:cNvSpPr txBox="1">
                    <a:spLocks noRot="1" noChangeAspect="1" noMove="1" noResize="1" noEditPoints="1" noAdjustHandles="1" noChangeArrowheads="1" noChangeShapeType="1" noTextEdit="1"/>
                  </p:cNvSpPr>
                  <p:nvPr/>
                </p:nvSpPr>
                <p:spPr>
                  <a:xfrm>
                    <a:off x="1229360" y="1300480"/>
                    <a:ext cx="1324273" cy="369332"/>
                  </a:xfrm>
                  <a:prstGeom prst="rect">
                    <a:avLst/>
                  </a:prstGeom>
                  <a:blipFill rotWithShape="0">
                    <a:blip r:embed="rId23"/>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2" name="文字方塊 51">
                    <a:extLst>
                      <a:ext uri="{FF2B5EF4-FFF2-40B4-BE49-F238E27FC236}">
                        <a16:creationId xmlns:a16="http://schemas.microsoft.com/office/drawing/2014/main" id="{E4328906-F70F-4215-BA0B-9D2812A83471}"/>
                      </a:ext>
                    </a:extLst>
                  </p:cNvPr>
                  <p:cNvSpPr txBox="1"/>
                  <p:nvPr/>
                </p:nvSpPr>
                <p:spPr>
                  <a:xfrm>
                    <a:off x="1316256" y="931147"/>
                    <a:ext cx="1178528" cy="369332"/>
                  </a:xfrm>
                  <a:prstGeom prst="rect">
                    <a:avLst/>
                  </a:prstGeom>
                  <a:noFill/>
                </p:spPr>
                <p:txBody>
                  <a:bodyPr wrap="none" rtlCol="0">
                    <a:spAutoFit/>
                  </a:bodyPr>
                  <a:lstStyle/>
                  <a:p>
                    <a14:m>
                      <m:oMath xmlns:m="http://schemas.openxmlformats.org/officeDocument/2006/math">
                        <m:r>
                          <a:rPr lang="en-US" altLang="zh-TW" i="0">
                            <a:latin typeface="Cambria Math" panose="02040503050406030204" pitchFamily="18" charset="0"/>
                            <a:cs typeface="Times New Roman" panose="02020603050405020304" pitchFamily="18" charset="0"/>
                          </a:rPr>
                          <m:t>2</m:t>
                        </m:r>
                      </m:oMath>
                    </a14:m>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8</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9</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7</a:t>
                    </a:r>
                    <a:endParaRPr lang="zh-TW" altLang="en-US" dirty="0">
                      <a:latin typeface="Times New Roman" panose="02020603050405020304" pitchFamily="18" charset="0"/>
                      <a:cs typeface="Times New Roman" panose="02020603050405020304" pitchFamily="18" charset="0"/>
                    </a:endParaRPr>
                  </a:p>
                </p:txBody>
              </p:sp>
            </mc:Choice>
            <mc:Fallback xmlns="">
              <p:sp>
                <p:nvSpPr>
                  <p:cNvPr id="226" name="文字方塊 225"/>
                  <p:cNvSpPr txBox="1">
                    <a:spLocks noRot="1" noChangeAspect="1" noMove="1" noResize="1" noEditPoints="1" noAdjustHandles="1" noChangeArrowheads="1" noChangeShapeType="1" noTextEdit="1"/>
                  </p:cNvSpPr>
                  <p:nvPr/>
                </p:nvSpPr>
                <p:spPr>
                  <a:xfrm>
                    <a:off x="1316256" y="931147"/>
                    <a:ext cx="1178528" cy="369332"/>
                  </a:xfrm>
                  <a:prstGeom prst="rect">
                    <a:avLst/>
                  </a:prstGeom>
                  <a:blipFill rotWithShape="0">
                    <a:blip r:embed="rId24"/>
                    <a:stretch>
                      <a:fillRect t="-8197" r="-3627" b="-2459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3" name="文字方塊 52">
                    <a:extLst>
                      <a:ext uri="{FF2B5EF4-FFF2-40B4-BE49-F238E27FC236}">
                        <a16:creationId xmlns:a16="http://schemas.microsoft.com/office/drawing/2014/main" id="{811E212F-5671-44BF-BCB6-24B816DB6D78}"/>
                      </a:ext>
                    </a:extLst>
                  </p:cNvPr>
                  <p:cNvSpPr txBox="1"/>
                  <p:nvPr/>
                </p:nvSpPr>
                <p:spPr>
                  <a:xfrm>
                    <a:off x="1554575" y="584198"/>
                    <a:ext cx="300636"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zh-TW" altLang="en-US" i="0">
                              <a:latin typeface="Cambria Math" panose="02040503050406030204" pitchFamily="18" charset="0"/>
                              <a:cs typeface="Times New Roman" panose="02020603050405020304" pitchFamily="18" charset="0"/>
                            </a:rPr>
                            <m:t> </m:t>
                          </m:r>
                          <m:r>
                            <a:rPr lang="en-US" altLang="zh-TW" i="0" smtClean="0">
                              <a:latin typeface="Cambria Math" panose="02040503050406030204" pitchFamily="18" charset="0"/>
                              <a:cs typeface="Times New Roman" panose="02020603050405020304" pitchFamily="18" charset="0"/>
                            </a:rPr>
                            <m:t>4</m:t>
                          </m:r>
                        </m:oMath>
                      </m:oMathPara>
                    </a14:m>
                    <a:endParaRPr lang="zh-TW" altLang="en-US">
                      <a:latin typeface="Times New Roman" panose="02020603050405020304" pitchFamily="18" charset="0"/>
                      <a:cs typeface="Times New Roman" panose="02020603050405020304" pitchFamily="18" charset="0"/>
                    </a:endParaRPr>
                  </a:p>
                </p:txBody>
              </p:sp>
            </mc:Choice>
            <mc:Fallback xmlns="">
              <p:sp>
                <p:nvSpPr>
                  <p:cNvPr id="227" name="文字方塊 226"/>
                  <p:cNvSpPr txBox="1">
                    <a:spLocks noRot="1" noChangeAspect="1" noMove="1" noResize="1" noEditPoints="1" noAdjustHandles="1" noChangeArrowheads="1" noChangeShapeType="1" noTextEdit="1"/>
                  </p:cNvSpPr>
                  <p:nvPr/>
                </p:nvSpPr>
                <p:spPr>
                  <a:xfrm>
                    <a:off x="1554575" y="584198"/>
                    <a:ext cx="300636" cy="369332"/>
                  </a:xfrm>
                  <a:prstGeom prst="rect">
                    <a:avLst/>
                  </a:prstGeom>
                  <a:blipFill rotWithShape="0">
                    <a:blip r:embed="rId25"/>
                    <a:stretch>
                      <a:fillRect r="-1632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4" name="文字方塊 53">
                    <a:extLst>
                      <a:ext uri="{FF2B5EF4-FFF2-40B4-BE49-F238E27FC236}">
                        <a16:creationId xmlns:a16="http://schemas.microsoft.com/office/drawing/2014/main" id="{A6F13C45-51DD-4C10-952D-3707D59A8EBE}"/>
                      </a:ext>
                    </a:extLst>
                  </p:cNvPr>
                  <p:cNvSpPr txBox="1"/>
                  <p:nvPr/>
                </p:nvSpPr>
                <p:spPr>
                  <a:xfrm>
                    <a:off x="1257929" y="584198"/>
                    <a:ext cx="296646" cy="369332"/>
                  </a:xfrm>
                  <a:prstGeom prst="rect">
                    <a:avLst/>
                  </a:prstGeom>
                  <a:noFill/>
                </p:spPr>
                <p:txBody>
                  <a:bodyPr wrap="square" rtlCol="0">
                    <a:spAutoFit/>
                  </a:bodyPr>
                  <a:lstStyle/>
                  <a:p>
                    <a:pPr/>
                    <a14:m>
                      <m:oMathPara xmlns:m="http://schemas.openxmlformats.org/officeDocument/2006/math">
                        <m:oMathParaPr>
                          <m:jc m:val="center"/>
                        </m:oMathParaPr>
                        <m:oMath xmlns:m="http://schemas.openxmlformats.org/officeDocument/2006/math">
                          <m:r>
                            <a:rPr lang="zh-TW" altLang="en-US" i="0">
                              <a:latin typeface="Cambria Math" panose="02040503050406030204" pitchFamily="18" charset="0"/>
                              <a:cs typeface="Times New Roman" panose="02020603050405020304" pitchFamily="18" charset="0"/>
                            </a:rPr>
                            <m:t> </m:t>
                          </m:r>
                          <m:r>
                            <a:rPr lang="en-US" altLang="zh-TW" i="0" smtClean="0">
                              <a:latin typeface="Cambria Math" panose="02040503050406030204" pitchFamily="18" charset="0"/>
                              <a:cs typeface="Times New Roman" panose="02020603050405020304" pitchFamily="18" charset="0"/>
                            </a:rPr>
                            <m:t>1</m:t>
                          </m:r>
                        </m:oMath>
                      </m:oMathPara>
                    </a14:m>
                    <a:endParaRPr lang="zh-TW" altLang="en-US">
                      <a:latin typeface="Times New Roman" panose="02020603050405020304" pitchFamily="18" charset="0"/>
                      <a:cs typeface="Times New Roman" panose="02020603050405020304" pitchFamily="18" charset="0"/>
                    </a:endParaRPr>
                  </a:p>
                </p:txBody>
              </p:sp>
            </mc:Choice>
            <mc:Fallback xmlns="">
              <p:sp>
                <p:nvSpPr>
                  <p:cNvPr id="228" name="文字方塊 227"/>
                  <p:cNvSpPr txBox="1">
                    <a:spLocks noRot="1" noChangeAspect="1" noMove="1" noResize="1" noEditPoints="1" noAdjustHandles="1" noChangeArrowheads="1" noChangeShapeType="1" noTextEdit="1"/>
                  </p:cNvSpPr>
                  <p:nvPr/>
                </p:nvSpPr>
                <p:spPr>
                  <a:xfrm>
                    <a:off x="1257929" y="584198"/>
                    <a:ext cx="296646" cy="369332"/>
                  </a:xfrm>
                  <a:prstGeom prst="rect">
                    <a:avLst/>
                  </a:prstGeom>
                  <a:blipFill rotWithShape="0">
                    <a:blip r:embed="rId26"/>
                    <a:stretch>
                      <a:fillRect r="-1836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5" name="文字方塊 54">
                    <a:extLst>
                      <a:ext uri="{FF2B5EF4-FFF2-40B4-BE49-F238E27FC236}">
                        <a16:creationId xmlns:a16="http://schemas.microsoft.com/office/drawing/2014/main" id="{EEC8A7BF-8BA3-4142-B9F9-E624515666CC}"/>
                      </a:ext>
                    </a:extLst>
                  </p:cNvPr>
                  <p:cNvSpPr txBox="1"/>
                  <p:nvPr/>
                </p:nvSpPr>
                <p:spPr>
                  <a:xfrm>
                    <a:off x="2123410" y="584198"/>
                    <a:ext cx="296646" cy="369332"/>
                  </a:xfrm>
                  <a:prstGeom prst="rect">
                    <a:avLst/>
                  </a:prstGeom>
                  <a:noFill/>
                </p:spPr>
                <p:txBody>
                  <a:bodyPr wrap="square" rtlCol="0">
                    <a:spAutoFit/>
                  </a:bodyPr>
                  <a:lstStyle/>
                  <a:p>
                    <a:pPr/>
                    <a14:m>
                      <m:oMathPara xmlns:m="http://schemas.openxmlformats.org/officeDocument/2006/math">
                        <m:oMathParaPr>
                          <m:jc m:val="center"/>
                        </m:oMathParaPr>
                        <m:oMath xmlns:m="http://schemas.openxmlformats.org/officeDocument/2006/math">
                          <m:r>
                            <a:rPr lang="zh-TW" altLang="en-US" b="1">
                              <a:solidFill>
                                <a:srgbClr val="FF0000"/>
                              </a:solidFill>
                              <a:latin typeface="Cambria Math" panose="02040503050406030204" pitchFamily="18" charset="0"/>
                              <a:cs typeface="Times New Roman" panose="02020603050405020304" pitchFamily="18" charset="0"/>
                            </a:rPr>
                            <m:t> </m:t>
                          </m:r>
                          <m:r>
                            <a:rPr lang="en-US" altLang="zh-TW" b="1">
                              <a:solidFill>
                                <a:srgbClr val="FF0000"/>
                              </a:solidFill>
                              <a:latin typeface="Cambria Math" panose="02040503050406030204" pitchFamily="18" charset="0"/>
                              <a:cs typeface="Times New Roman" panose="02020603050405020304" pitchFamily="18" charset="0"/>
                            </a:rPr>
                            <m:t>𝟔</m:t>
                          </m:r>
                        </m:oMath>
                      </m:oMathPara>
                    </a14:m>
                    <a:endParaRPr lang="zh-TW" altLang="en-US" b="1" dirty="0">
                      <a:solidFill>
                        <a:srgbClr val="FF0000"/>
                      </a:solidFill>
                      <a:latin typeface="Cambria Math" panose="02040503050406030204" pitchFamily="18" charset="0"/>
                      <a:cs typeface="Times New Roman" panose="02020603050405020304" pitchFamily="18" charset="0"/>
                    </a:endParaRPr>
                  </a:p>
                </p:txBody>
              </p:sp>
            </mc:Choice>
            <mc:Fallback xmlns="">
              <p:sp>
                <p:nvSpPr>
                  <p:cNvPr id="55" name="文字方塊 54">
                    <a:extLst>
                      <a:ext uri="{FF2B5EF4-FFF2-40B4-BE49-F238E27FC236}">
                        <a16:creationId xmlns:a16="http://schemas.microsoft.com/office/drawing/2014/main" id="{EEC8A7BF-8BA3-4142-B9F9-E624515666CC}"/>
                      </a:ext>
                    </a:extLst>
                  </p:cNvPr>
                  <p:cNvSpPr txBox="1">
                    <a:spLocks noRot="1" noChangeAspect="1" noMove="1" noResize="1" noEditPoints="1" noAdjustHandles="1" noChangeArrowheads="1" noChangeShapeType="1" noTextEdit="1"/>
                  </p:cNvSpPr>
                  <p:nvPr/>
                </p:nvSpPr>
                <p:spPr>
                  <a:xfrm>
                    <a:off x="2123410" y="584198"/>
                    <a:ext cx="296646" cy="369332"/>
                  </a:xfrm>
                  <a:prstGeom prst="rect">
                    <a:avLst/>
                  </a:prstGeom>
                  <a:blipFill>
                    <a:blip r:embed="rId27"/>
                    <a:stretch>
                      <a:fillRect r="-22449"/>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6" name="文字方塊 55">
                    <a:extLst>
                      <a:ext uri="{FF2B5EF4-FFF2-40B4-BE49-F238E27FC236}">
                        <a16:creationId xmlns:a16="http://schemas.microsoft.com/office/drawing/2014/main" id="{81B46D76-A7F9-4C6C-BDC8-6153F176AC09}"/>
                      </a:ext>
                    </a:extLst>
                  </p:cNvPr>
                  <p:cNvSpPr txBox="1"/>
                  <p:nvPr/>
                </p:nvSpPr>
                <p:spPr>
                  <a:xfrm>
                    <a:off x="1855210" y="584198"/>
                    <a:ext cx="296646" cy="369332"/>
                  </a:xfrm>
                  <a:prstGeom prst="rect">
                    <a:avLst/>
                  </a:prstGeom>
                  <a:noFill/>
                </p:spPr>
                <p:txBody>
                  <a:bodyPr wrap="square" rtlCol="0">
                    <a:spAutoFit/>
                  </a:bodyPr>
                  <a:lstStyle/>
                  <a:p>
                    <a:pPr/>
                    <a14:m>
                      <m:oMathPara xmlns:m="http://schemas.openxmlformats.org/officeDocument/2006/math">
                        <m:oMathParaPr>
                          <m:jc m:val="center"/>
                        </m:oMathParaPr>
                        <m:oMath xmlns:m="http://schemas.openxmlformats.org/officeDocument/2006/math">
                          <m:r>
                            <a:rPr lang="zh-TW" altLang="en-US" i="0">
                              <a:latin typeface="Cambria Math" panose="02040503050406030204" pitchFamily="18" charset="0"/>
                              <a:cs typeface="Times New Roman" panose="02020603050405020304" pitchFamily="18" charset="0"/>
                            </a:rPr>
                            <m:t> </m:t>
                          </m:r>
                          <m:r>
                            <a:rPr lang="en-US" altLang="zh-TW" i="0" smtClean="0">
                              <a:latin typeface="Cambria Math" panose="02040503050406030204" pitchFamily="18" charset="0"/>
                              <a:cs typeface="Times New Roman" panose="02020603050405020304" pitchFamily="18" charset="0"/>
                            </a:rPr>
                            <m:t>5</m:t>
                          </m:r>
                        </m:oMath>
                      </m:oMathPara>
                    </a14:m>
                    <a:endParaRPr lang="zh-TW" altLang="en-US">
                      <a:latin typeface="Times New Roman" panose="02020603050405020304" pitchFamily="18" charset="0"/>
                      <a:cs typeface="Times New Roman" panose="02020603050405020304" pitchFamily="18" charset="0"/>
                    </a:endParaRPr>
                  </a:p>
                </p:txBody>
              </p:sp>
            </mc:Choice>
            <mc:Fallback xmlns="">
              <p:sp>
                <p:nvSpPr>
                  <p:cNvPr id="230" name="文字方塊 229"/>
                  <p:cNvSpPr txBox="1">
                    <a:spLocks noRot="1" noChangeAspect="1" noMove="1" noResize="1" noEditPoints="1" noAdjustHandles="1" noChangeArrowheads="1" noChangeShapeType="1" noTextEdit="1"/>
                  </p:cNvSpPr>
                  <p:nvPr/>
                </p:nvSpPr>
                <p:spPr>
                  <a:xfrm>
                    <a:off x="1855210" y="584198"/>
                    <a:ext cx="296646" cy="369332"/>
                  </a:xfrm>
                  <a:prstGeom prst="rect">
                    <a:avLst/>
                  </a:prstGeom>
                  <a:blipFill rotWithShape="0">
                    <a:blip r:embed="rId28"/>
                    <a:stretch>
                      <a:fillRect r="-18367"/>
                    </a:stretch>
                  </a:blipFill>
                </p:spPr>
                <p:txBody>
                  <a:bodyPr/>
                  <a:lstStyle/>
                  <a:p>
                    <a:r>
                      <a:rPr lang="zh-TW" altLang="en-US">
                        <a:noFill/>
                      </a:rPr>
                      <a:t> </a:t>
                    </a:r>
                  </a:p>
                </p:txBody>
              </p:sp>
            </mc:Fallback>
          </mc:AlternateContent>
        </p:grpSp>
        <p:cxnSp>
          <p:nvCxnSpPr>
            <p:cNvPr id="50" name="直線接點 49">
              <a:extLst>
                <a:ext uri="{FF2B5EF4-FFF2-40B4-BE49-F238E27FC236}">
                  <a16:creationId xmlns:a16="http://schemas.microsoft.com/office/drawing/2014/main" id="{634954D4-A8FB-4A7A-BF8A-D3D62ED0077B}"/>
                </a:ext>
              </a:extLst>
            </p:cNvPr>
            <p:cNvCxnSpPr/>
            <p:nvPr/>
          </p:nvCxnSpPr>
          <p:spPr>
            <a:xfrm>
              <a:off x="5564170" y="3731260"/>
              <a:ext cx="121415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57" name="群組 56">
            <a:extLst>
              <a:ext uri="{FF2B5EF4-FFF2-40B4-BE49-F238E27FC236}">
                <a16:creationId xmlns:a16="http://schemas.microsoft.com/office/drawing/2014/main" id="{E2E58BEC-6EE2-40FB-9EE3-CC712EE881F9}"/>
              </a:ext>
            </a:extLst>
          </p:cNvPr>
          <p:cNvGrpSpPr/>
          <p:nvPr/>
        </p:nvGrpSpPr>
        <p:grpSpPr>
          <a:xfrm>
            <a:off x="5177835" y="2073292"/>
            <a:ext cx="1013996" cy="1074423"/>
            <a:chOff x="3132289" y="3026169"/>
            <a:chExt cx="1013996" cy="1074423"/>
          </a:xfrm>
        </p:grpSpPr>
        <p:grpSp>
          <p:nvGrpSpPr>
            <p:cNvPr id="58" name="群組 57">
              <a:extLst>
                <a:ext uri="{FF2B5EF4-FFF2-40B4-BE49-F238E27FC236}">
                  <a16:creationId xmlns:a16="http://schemas.microsoft.com/office/drawing/2014/main" id="{A1F8AD50-B248-470F-872F-E0E20B84A530}"/>
                </a:ext>
              </a:extLst>
            </p:cNvPr>
            <p:cNvGrpSpPr/>
            <p:nvPr/>
          </p:nvGrpSpPr>
          <p:grpSpPr>
            <a:xfrm>
              <a:off x="3132289" y="3026169"/>
              <a:ext cx="1013996" cy="1074423"/>
              <a:chOff x="1229360" y="595389"/>
              <a:chExt cx="1013996" cy="1074423"/>
            </a:xfrm>
          </p:grpSpPr>
          <mc:AlternateContent xmlns:mc="http://schemas.openxmlformats.org/markup-compatibility/2006" xmlns:a14="http://schemas.microsoft.com/office/drawing/2010/main">
            <mc:Choice Requires="a14">
              <p:sp>
                <p:nvSpPr>
                  <p:cNvPr id="62" name="文字方塊 61">
                    <a:extLst>
                      <a:ext uri="{FF2B5EF4-FFF2-40B4-BE49-F238E27FC236}">
                        <a16:creationId xmlns:a16="http://schemas.microsoft.com/office/drawing/2014/main" id="{D7F0473F-03F8-4413-B0BB-47C3F069F369}"/>
                      </a:ext>
                    </a:extLst>
                  </p:cNvPr>
                  <p:cNvSpPr txBox="1"/>
                  <p:nvPr/>
                </p:nvSpPr>
                <p:spPr>
                  <a:xfrm>
                    <a:off x="1229360" y="1300480"/>
                    <a:ext cx="1013996" cy="369332"/>
                  </a:xfrm>
                  <a:prstGeom prst="rect">
                    <a:avLst/>
                  </a:prstGeom>
                  <a:noFill/>
                </p:spPr>
                <p:txBody>
                  <a:bodyPr wrap="none" rtlCol="0">
                    <a:spAutoFit/>
                  </a:bodyPr>
                  <a:lstStyle/>
                  <a:p>
                    <a14:m>
                      <m:oMath xmlns:m="http://schemas.openxmlformats.org/officeDocument/2006/math">
                        <m:sSub>
                          <m:sSubPr>
                            <m:ctrlPr>
                              <a:rPr lang="en-US" altLang="zh-TW" b="0" i="1" smtClean="0">
                                <a:latin typeface="Cambria Math" panose="02040503050406030204" pitchFamily="18" charset="0"/>
                                <a:cs typeface="Times New Roman" panose="02020603050405020304" pitchFamily="18" charset="0"/>
                              </a:rPr>
                            </m:ctrlPr>
                          </m:sSubPr>
                          <m:e>
                            <m:r>
                              <m:rPr>
                                <m:sty m:val="p"/>
                              </m:rPr>
                              <a:rPr lang="en-US" altLang="zh-TW" b="0" i="0" smtClean="0">
                                <a:latin typeface="Cambria Math" panose="02040503050406030204" pitchFamily="18" charset="0"/>
                                <a:cs typeface="Times New Roman" panose="02020603050405020304" pitchFamily="18" charset="0"/>
                              </a:rPr>
                              <m:t>P</m:t>
                            </m:r>
                          </m:e>
                          <m:sub>
                            <m:r>
                              <a:rPr lang="en-US" altLang="zh-TW" b="0" i="0" smtClean="0">
                                <a:latin typeface="Cambria Math" panose="02040503050406030204" pitchFamily="18" charset="0"/>
                                <a:cs typeface="Times New Roman" panose="02020603050405020304" pitchFamily="18" charset="0"/>
                              </a:rPr>
                              <m:t>1</m:t>
                            </m:r>
                          </m:sub>
                        </m:sSub>
                      </m:oMath>
                    </a14:m>
                    <a:r>
                      <a:rPr lang="zh-TW" altLang="en-US">
                        <a:latin typeface="Times New Roman" panose="02020603050405020304" pitchFamily="18" charset="0"/>
                        <a:cs typeface="Times New Roman" panose="02020603050405020304" pitchFamily="18" charset="0"/>
                      </a:rPr>
                      <a:t> </a:t>
                    </a:r>
                    <a14:m>
                      <m:oMath xmlns:m="http://schemas.openxmlformats.org/officeDocument/2006/math">
                        <m:r>
                          <a:rPr lang="zh-TW" altLang="en-US" b="0" i="0">
                            <a:latin typeface="Cambria Math" panose="02040503050406030204" pitchFamily="18" charset="0"/>
                            <a:cs typeface="Times New Roman" panose="02020603050405020304" pitchFamily="18" charset="0"/>
                          </a:rPr>
                          <m:t> </m:t>
                        </m:r>
                        <m:sSub>
                          <m:sSubPr>
                            <m:ctrlPr>
                              <a:rPr lang="en-US" altLang="zh-TW" b="0" i="1" smtClean="0">
                                <a:latin typeface="Cambria Math" panose="02040503050406030204" pitchFamily="18" charset="0"/>
                                <a:cs typeface="Times New Roman" panose="02020603050405020304" pitchFamily="18" charset="0"/>
                              </a:rPr>
                            </m:ctrlPr>
                          </m:sSubPr>
                          <m:e>
                            <m:r>
                              <m:rPr>
                                <m:sty m:val="p"/>
                              </m:rPr>
                              <a:rPr lang="en-US" altLang="zh-TW" b="0" i="0" smtClean="0">
                                <a:latin typeface="Cambria Math" panose="02040503050406030204" pitchFamily="18" charset="0"/>
                                <a:cs typeface="Times New Roman" panose="02020603050405020304" pitchFamily="18" charset="0"/>
                              </a:rPr>
                              <m:t>P</m:t>
                            </m:r>
                          </m:e>
                          <m:sub>
                            <m:r>
                              <a:rPr lang="en-US" altLang="zh-TW" i="0">
                                <a:latin typeface="Cambria Math" panose="02040503050406030204" pitchFamily="18" charset="0"/>
                                <a:cs typeface="Times New Roman" panose="02020603050405020304" pitchFamily="18" charset="0"/>
                              </a:rPr>
                              <m:t>2</m:t>
                            </m:r>
                          </m:sub>
                        </m:sSub>
                        <m:sSub>
                          <m:sSubPr>
                            <m:ctrlPr>
                              <a:rPr lang="en-US" altLang="zh-TW" b="0" i="1" smtClean="0">
                                <a:latin typeface="Cambria Math" panose="02040503050406030204" pitchFamily="18" charset="0"/>
                                <a:cs typeface="Times New Roman" panose="02020603050405020304" pitchFamily="18" charset="0"/>
                              </a:rPr>
                            </m:ctrlPr>
                          </m:sSubPr>
                          <m:e>
                            <m:r>
                              <a:rPr lang="zh-TW" altLang="en-US" i="0">
                                <a:latin typeface="Cambria Math" panose="02040503050406030204" pitchFamily="18" charset="0"/>
                                <a:cs typeface="Times New Roman" panose="02020603050405020304" pitchFamily="18" charset="0"/>
                              </a:rPr>
                              <m:t>  </m:t>
                            </m:r>
                            <m:r>
                              <m:rPr>
                                <m:sty m:val="p"/>
                              </m:rPr>
                              <a:rPr lang="en-US" altLang="zh-TW" b="0" i="0" smtClean="0">
                                <a:latin typeface="Cambria Math" panose="02040503050406030204" pitchFamily="18" charset="0"/>
                                <a:cs typeface="Times New Roman" panose="02020603050405020304" pitchFamily="18" charset="0"/>
                              </a:rPr>
                              <m:t>P</m:t>
                            </m:r>
                          </m:e>
                          <m:sub>
                            <m:r>
                              <a:rPr lang="en-US" altLang="zh-TW" i="0">
                                <a:latin typeface="Cambria Math" panose="02040503050406030204" pitchFamily="18" charset="0"/>
                                <a:cs typeface="Times New Roman" panose="02020603050405020304" pitchFamily="18" charset="0"/>
                              </a:rPr>
                              <m:t>3</m:t>
                            </m:r>
                          </m:sub>
                        </m:sSub>
                      </m:oMath>
                    </a14:m>
                    <a:endParaRPr lang="zh-TW" altLang="en-US">
                      <a:latin typeface="Times New Roman" panose="02020603050405020304" pitchFamily="18" charset="0"/>
                      <a:cs typeface="Times New Roman" panose="02020603050405020304" pitchFamily="18" charset="0"/>
                    </a:endParaRPr>
                  </a:p>
                </p:txBody>
              </p:sp>
            </mc:Choice>
            <mc:Fallback xmlns="">
              <p:sp>
                <p:nvSpPr>
                  <p:cNvPr id="193" name="文字方塊 192"/>
                  <p:cNvSpPr txBox="1">
                    <a:spLocks noRot="1" noChangeAspect="1" noMove="1" noResize="1" noEditPoints="1" noAdjustHandles="1" noChangeArrowheads="1" noChangeShapeType="1" noTextEdit="1"/>
                  </p:cNvSpPr>
                  <p:nvPr/>
                </p:nvSpPr>
                <p:spPr>
                  <a:xfrm>
                    <a:off x="1229360" y="1300480"/>
                    <a:ext cx="1013996" cy="369332"/>
                  </a:xfrm>
                  <a:prstGeom prst="rect">
                    <a:avLst/>
                  </a:prstGeom>
                  <a:blipFill rotWithShape="0">
                    <a:blip r:embed="rId29"/>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63" name="文字方塊 62">
                    <a:extLst>
                      <a:ext uri="{FF2B5EF4-FFF2-40B4-BE49-F238E27FC236}">
                        <a16:creationId xmlns:a16="http://schemas.microsoft.com/office/drawing/2014/main" id="{70C5827A-531D-42A4-AB9E-D4C8A4DA2FCA}"/>
                      </a:ext>
                    </a:extLst>
                  </p:cNvPr>
                  <p:cNvSpPr txBox="1"/>
                  <p:nvPr/>
                </p:nvSpPr>
                <p:spPr>
                  <a:xfrm>
                    <a:off x="1236515" y="970316"/>
                    <a:ext cx="370614"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TW" i="0">
                              <a:latin typeface="Cambria Math" panose="02040503050406030204" pitchFamily="18" charset="0"/>
                              <a:cs typeface="Times New Roman" panose="02020603050405020304" pitchFamily="18" charset="0"/>
                            </a:rPr>
                            <m:t>2</m:t>
                          </m:r>
                        </m:oMath>
                      </m:oMathPara>
                    </a14:m>
                    <a:endParaRPr lang="zh-TW" altLang="en-US" b="1">
                      <a:latin typeface="Times New Roman" panose="02020603050405020304" pitchFamily="18" charset="0"/>
                      <a:cs typeface="Times New Roman" panose="02020603050405020304" pitchFamily="18" charset="0"/>
                    </a:endParaRPr>
                  </a:p>
                </p:txBody>
              </p:sp>
            </mc:Choice>
            <mc:Fallback xmlns="">
              <p:sp>
                <p:nvSpPr>
                  <p:cNvPr id="194" name="文字方塊 193"/>
                  <p:cNvSpPr txBox="1">
                    <a:spLocks noRot="1" noChangeAspect="1" noMove="1" noResize="1" noEditPoints="1" noAdjustHandles="1" noChangeArrowheads="1" noChangeShapeType="1" noTextEdit="1"/>
                  </p:cNvSpPr>
                  <p:nvPr/>
                </p:nvSpPr>
                <p:spPr>
                  <a:xfrm>
                    <a:off x="1236515" y="970316"/>
                    <a:ext cx="370614" cy="369332"/>
                  </a:xfrm>
                  <a:prstGeom prst="rect">
                    <a:avLst/>
                  </a:prstGeom>
                  <a:blipFill rotWithShape="0">
                    <a:blip r:embed="rId30"/>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64" name="文字方塊 63">
                    <a:extLst>
                      <a:ext uri="{FF2B5EF4-FFF2-40B4-BE49-F238E27FC236}">
                        <a16:creationId xmlns:a16="http://schemas.microsoft.com/office/drawing/2014/main" id="{6CD97F54-C4A6-470C-8BA0-6C7A57BA8B79}"/>
                      </a:ext>
                    </a:extLst>
                  </p:cNvPr>
                  <p:cNvSpPr txBox="1"/>
                  <p:nvPr/>
                </p:nvSpPr>
                <p:spPr>
                  <a:xfrm>
                    <a:off x="1573852" y="595389"/>
                    <a:ext cx="370614"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TW" i="0" smtClean="0">
                              <a:latin typeface="Cambria Math" panose="02040503050406030204" pitchFamily="18" charset="0"/>
                              <a:cs typeface="Times New Roman" panose="02020603050405020304" pitchFamily="18" charset="0"/>
                            </a:rPr>
                            <m:t>4</m:t>
                          </m:r>
                        </m:oMath>
                      </m:oMathPara>
                    </a14:m>
                    <a:endParaRPr lang="zh-TW" altLang="en-US">
                      <a:latin typeface="Times New Roman" panose="02020603050405020304" pitchFamily="18" charset="0"/>
                      <a:cs typeface="Times New Roman" panose="02020603050405020304" pitchFamily="18" charset="0"/>
                    </a:endParaRPr>
                  </a:p>
                </p:txBody>
              </p:sp>
            </mc:Choice>
            <mc:Fallback xmlns="">
              <p:sp>
                <p:nvSpPr>
                  <p:cNvPr id="195" name="文字方塊 194"/>
                  <p:cNvSpPr txBox="1">
                    <a:spLocks noRot="1" noChangeAspect="1" noMove="1" noResize="1" noEditPoints="1" noAdjustHandles="1" noChangeArrowheads="1" noChangeShapeType="1" noTextEdit="1"/>
                  </p:cNvSpPr>
                  <p:nvPr/>
                </p:nvSpPr>
                <p:spPr>
                  <a:xfrm>
                    <a:off x="1573852" y="595389"/>
                    <a:ext cx="370614" cy="369332"/>
                  </a:xfrm>
                  <a:prstGeom prst="rect">
                    <a:avLst/>
                  </a:prstGeom>
                  <a:blipFill rotWithShape="0">
                    <a:blip r:embed="rId31"/>
                    <a:stretch>
                      <a:fillRect/>
                    </a:stretch>
                  </a:blipFill>
                </p:spPr>
                <p:txBody>
                  <a:bodyPr/>
                  <a:lstStyle/>
                  <a:p>
                    <a:r>
                      <a:rPr lang="zh-TW" altLang="en-US">
                        <a:noFill/>
                      </a:rPr>
                      <a:t> </a:t>
                    </a:r>
                  </a:p>
                </p:txBody>
              </p:sp>
            </mc:Fallback>
          </mc:AlternateContent>
        </p:grpSp>
        <p:cxnSp>
          <p:nvCxnSpPr>
            <p:cNvPr id="59" name="直線接點 58">
              <a:extLst>
                <a:ext uri="{FF2B5EF4-FFF2-40B4-BE49-F238E27FC236}">
                  <a16:creationId xmlns:a16="http://schemas.microsoft.com/office/drawing/2014/main" id="{639FA0C9-BD2C-4288-822A-6A1696DE3DC2}"/>
                </a:ext>
              </a:extLst>
            </p:cNvPr>
            <p:cNvCxnSpPr/>
            <p:nvPr/>
          </p:nvCxnSpPr>
          <p:spPr>
            <a:xfrm>
              <a:off x="3190782" y="3731260"/>
              <a:ext cx="95449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60" name="矩形 59">
              <a:extLst>
                <a:ext uri="{FF2B5EF4-FFF2-40B4-BE49-F238E27FC236}">
                  <a16:creationId xmlns:a16="http://schemas.microsoft.com/office/drawing/2014/main" id="{1E751679-6BFC-4142-BB42-2A96B101CB7D}"/>
                </a:ext>
              </a:extLst>
            </p:cNvPr>
            <p:cNvSpPr/>
            <p:nvPr/>
          </p:nvSpPr>
          <p:spPr>
            <a:xfrm>
              <a:off x="3835624" y="3378676"/>
              <a:ext cx="309700" cy="369332"/>
            </a:xfrm>
            <a:prstGeom prst="rect">
              <a:avLst/>
            </a:prstGeom>
          </p:spPr>
          <p:txBody>
            <a:bodyPr wrap="none">
              <a:spAutoFit/>
            </a:bodyPr>
            <a:lstStyle/>
            <a:p>
              <a:r>
                <a:rPr lang="en-US" altLang="zh-TW" b="1" dirty="0">
                  <a:solidFill>
                    <a:srgbClr val="FF0000"/>
                  </a:solidFill>
                  <a:latin typeface="Cambria Math" panose="02040503050406030204" pitchFamily="18" charset="0"/>
                  <a:cs typeface="Times New Roman" panose="02020603050405020304" pitchFamily="18" charset="0"/>
                </a:rPr>
                <a:t>9</a:t>
              </a:r>
              <a:endParaRPr lang="zh-TW" altLang="en-US" b="1" dirty="0">
                <a:solidFill>
                  <a:srgbClr val="FF0000"/>
                </a:solidFill>
                <a:latin typeface="Cambria Math" panose="02040503050406030204" pitchFamily="18" charset="0"/>
                <a:cs typeface="Times New Roman" panose="02020603050405020304" pitchFamily="18" charset="0"/>
              </a:endParaRPr>
            </a:p>
          </p:txBody>
        </p:sp>
        <p:sp>
          <p:nvSpPr>
            <p:cNvPr id="61" name="矩形 60">
              <a:extLst>
                <a:ext uri="{FF2B5EF4-FFF2-40B4-BE49-F238E27FC236}">
                  <a16:creationId xmlns:a16="http://schemas.microsoft.com/office/drawing/2014/main" id="{ECEB8100-BB36-40AD-B13D-0B23E4A2B911}"/>
                </a:ext>
              </a:extLst>
            </p:cNvPr>
            <p:cNvSpPr/>
            <p:nvPr/>
          </p:nvSpPr>
          <p:spPr>
            <a:xfrm>
              <a:off x="3513739" y="3389905"/>
              <a:ext cx="300082" cy="369332"/>
            </a:xfrm>
            <a:prstGeom prst="rect">
              <a:avLst/>
            </a:prstGeom>
          </p:spPr>
          <p:txBody>
            <a:bodyPr wrap="none">
              <a:spAutoFit/>
            </a:bodyPr>
            <a:lstStyle/>
            <a:p>
              <a:r>
                <a:rPr lang="en-US" altLang="zh-TW">
                  <a:latin typeface="Times New Roman" panose="02020603050405020304" pitchFamily="18" charset="0"/>
                  <a:cs typeface="Times New Roman" panose="02020603050405020304" pitchFamily="18" charset="0"/>
                </a:rPr>
                <a:t>8</a:t>
              </a:r>
              <a:endParaRPr lang="zh-TW" altLang="en-US"/>
            </a:p>
          </p:txBody>
        </p:sp>
      </p:grpSp>
      <p:grpSp>
        <p:nvGrpSpPr>
          <p:cNvPr id="81" name="群組 80">
            <a:extLst>
              <a:ext uri="{FF2B5EF4-FFF2-40B4-BE49-F238E27FC236}">
                <a16:creationId xmlns:a16="http://schemas.microsoft.com/office/drawing/2014/main" id="{F9C04D5E-81F7-4FC5-826E-6016F37FFEC6}"/>
              </a:ext>
            </a:extLst>
          </p:cNvPr>
          <p:cNvGrpSpPr/>
          <p:nvPr/>
        </p:nvGrpSpPr>
        <p:grpSpPr>
          <a:xfrm>
            <a:off x="3531512" y="2062101"/>
            <a:ext cx="703719" cy="1085614"/>
            <a:chOff x="1487657" y="2962051"/>
            <a:chExt cx="703719" cy="1085614"/>
          </a:xfrm>
        </p:grpSpPr>
        <p:grpSp>
          <p:nvGrpSpPr>
            <p:cNvPr id="25" name="群組 24">
              <a:extLst>
                <a:ext uri="{FF2B5EF4-FFF2-40B4-BE49-F238E27FC236}">
                  <a16:creationId xmlns:a16="http://schemas.microsoft.com/office/drawing/2014/main" id="{6FA6E169-6F5F-43EF-A1B9-2C3028EBC77A}"/>
                </a:ext>
              </a:extLst>
            </p:cNvPr>
            <p:cNvGrpSpPr/>
            <p:nvPr/>
          </p:nvGrpSpPr>
          <p:grpSpPr>
            <a:xfrm>
              <a:off x="1487657" y="2962051"/>
              <a:ext cx="703719" cy="1085614"/>
              <a:chOff x="1229360" y="584198"/>
              <a:chExt cx="703719" cy="1085614"/>
            </a:xfrm>
          </p:grpSpPr>
          <mc:AlternateContent xmlns:mc="http://schemas.openxmlformats.org/markup-compatibility/2006" xmlns:a14="http://schemas.microsoft.com/office/drawing/2010/main">
            <mc:Choice Requires="a14">
              <p:sp>
                <p:nvSpPr>
                  <p:cNvPr id="26" name="文字方塊 25">
                    <a:extLst>
                      <a:ext uri="{FF2B5EF4-FFF2-40B4-BE49-F238E27FC236}">
                        <a16:creationId xmlns:a16="http://schemas.microsoft.com/office/drawing/2014/main" id="{8229B41C-6250-41AB-932A-67BF56206199}"/>
                      </a:ext>
                    </a:extLst>
                  </p:cNvPr>
                  <p:cNvSpPr txBox="1"/>
                  <p:nvPr/>
                </p:nvSpPr>
                <p:spPr>
                  <a:xfrm>
                    <a:off x="1229360" y="1300480"/>
                    <a:ext cx="703719" cy="369332"/>
                  </a:xfrm>
                  <a:prstGeom prst="rect">
                    <a:avLst/>
                  </a:prstGeom>
                  <a:noFill/>
                </p:spPr>
                <p:txBody>
                  <a:bodyPr wrap="none" rtlCol="0">
                    <a:spAutoFit/>
                  </a:bodyPr>
                  <a:lstStyle/>
                  <a:p>
                    <a14:m>
                      <m:oMath xmlns:m="http://schemas.openxmlformats.org/officeDocument/2006/math">
                        <m:sSub>
                          <m:sSubPr>
                            <m:ctrlPr>
                              <a:rPr lang="en-US" altLang="zh-TW" b="0" i="1" smtClean="0">
                                <a:latin typeface="Cambria Math" panose="02040503050406030204" pitchFamily="18" charset="0"/>
                                <a:cs typeface="Times New Roman" panose="02020603050405020304" pitchFamily="18" charset="0"/>
                              </a:rPr>
                            </m:ctrlPr>
                          </m:sSubPr>
                          <m:e>
                            <m:r>
                              <m:rPr>
                                <m:sty m:val="p"/>
                              </m:rPr>
                              <a:rPr lang="en-US" altLang="zh-TW" b="0" i="0" smtClean="0">
                                <a:latin typeface="Cambria Math" panose="02040503050406030204" pitchFamily="18" charset="0"/>
                                <a:cs typeface="Times New Roman" panose="02020603050405020304" pitchFamily="18" charset="0"/>
                              </a:rPr>
                              <m:t>P</m:t>
                            </m:r>
                          </m:e>
                          <m:sub>
                            <m:r>
                              <a:rPr lang="en-US" altLang="zh-TW" b="0" i="0" smtClean="0">
                                <a:latin typeface="Cambria Math" panose="02040503050406030204" pitchFamily="18" charset="0"/>
                                <a:cs typeface="Times New Roman" panose="02020603050405020304" pitchFamily="18" charset="0"/>
                              </a:rPr>
                              <m:t>1</m:t>
                            </m:r>
                          </m:sub>
                        </m:sSub>
                      </m:oMath>
                    </a14:m>
                    <a:r>
                      <a:rPr lang="zh-TW" altLang="en-US">
                        <a:latin typeface="Times New Roman" panose="02020603050405020304" pitchFamily="18" charset="0"/>
                        <a:cs typeface="Times New Roman" panose="02020603050405020304" pitchFamily="18" charset="0"/>
                      </a:rPr>
                      <a:t> </a:t>
                    </a:r>
                    <a14:m>
                      <m:oMath xmlns:m="http://schemas.openxmlformats.org/officeDocument/2006/math">
                        <m:r>
                          <a:rPr lang="zh-TW" altLang="en-US" b="0" i="0">
                            <a:latin typeface="Cambria Math" panose="02040503050406030204" pitchFamily="18" charset="0"/>
                            <a:cs typeface="Times New Roman" panose="02020603050405020304" pitchFamily="18" charset="0"/>
                          </a:rPr>
                          <m:t> </m:t>
                        </m:r>
                        <m:sSub>
                          <m:sSubPr>
                            <m:ctrlPr>
                              <a:rPr lang="en-US" altLang="zh-TW" b="0" i="1" smtClean="0">
                                <a:latin typeface="Cambria Math" panose="02040503050406030204" pitchFamily="18" charset="0"/>
                                <a:cs typeface="Times New Roman" panose="02020603050405020304" pitchFamily="18" charset="0"/>
                              </a:rPr>
                            </m:ctrlPr>
                          </m:sSubPr>
                          <m:e>
                            <m:r>
                              <m:rPr>
                                <m:sty m:val="p"/>
                              </m:rPr>
                              <a:rPr lang="en-US" altLang="zh-TW" b="0" i="0" smtClean="0">
                                <a:latin typeface="Cambria Math" panose="02040503050406030204" pitchFamily="18" charset="0"/>
                                <a:cs typeface="Times New Roman" panose="02020603050405020304" pitchFamily="18" charset="0"/>
                              </a:rPr>
                              <m:t>P</m:t>
                            </m:r>
                          </m:e>
                          <m:sub>
                            <m:r>
                              <a:rPr lang="en-US" altLang="zh-TW" i="0">
                                <a:latin typeface="Cambria Math" panose="02040503050406030204" pitchFamily="18" charset="0"/>
                                <a:cs typeface="Times New Roman" panose="02020603050405020304" pitchFamily="18" charset="0"/>
                              </a:rPr>
                              <m:t>2</m:t>
                            </m:r>
                          </m:sub>
                        </m:sSub>
                      </m:oMath>
                    </a14:m>
                    <a:endParaRPr lang="zh-TW" altLang="en-US">
                      <a:latin typeface="Times New Roman" panose="02020603050405020304" pitchFamily="18" charset="0"/>
                      <a:cs typeface="Times New Roman" panose="02020603050405020304" pitchFamily="18" charset="0"/>
                    </a:endParaRPr>
                  </a:p>
                </p:txBody>
              </p:sp>
            </mc:Choice>
            <mc:Fallback xmlns="">
              <p:sp>
                <p:nvSpPr>
                  <p:cNvPr id="179" name="文字方塊 178"/>
                  <p:cNvSpPr txBox="1">
                    <a:spLocks noRot="1" noChangeAspect="1" noMove="1" noResize="1" noEditPoints="1" noAdjustHandles="1" noChangeArrowheads="1" noChangeShapeType="1" noTextEdit="1"/>
                  </p:cNvSpPr>
                  <p:nvPr/>
                </p:nvSpPr>
                <p:spPr>
                  <a:xfrm>
                    <a:off x="1229360" y="1300480"/>
                    <a:ext cx="703719" cy="369332"/>
                  </a:xfrm>
                  <a:prstGeom prst="rect">
                    <a:avLst/>
                  </a:prstGeom>
                  <a:blipFill rotWithShape="0">
                    <a:blip r:embed="rId10"/>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7" name="文字方塊 26">
                    <a:extLst>
                      <a:ext uri="{FF2B5EF4-FFF2-40B4-BE49-F238E27FC236}">
                        <a16:creationId xmlns:a16="http://schemas.microsoft.com/office/drawing/2014/main" id="{F06F3FD5-AB38-4E4B-82BF-5D36FB7D28F0}"/>
                      </a:ext>
                    </a:extLst>
                  </p:cNvPr>
                  <p:cNvSpPr txBox="1"/>
                  <p:nvPr/>
                </p:nvSpPr>
                <p:spPr>
                  <a:xfrm>
                    <a:off x="1236151" y="970316"/>
                    <a:ext cx="370614"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TW" i="0">
                              <a:latin typeface="Cambria Math" panose="02040503050406030204" pitchFamily="18" charset="0"/>
                              <a:cs typeface="Times New Roman" panose="02020603050405020304" pitchFamily="18" charset="0"/>
                            </a:rPr>
                            <m:t>2</m:t>
                          </m:r>
                        </m:oMath>
                      </m:oMathPara>
                    </a14:m>
                    <a:endParaRPr lang="zh-TW" altLang="en-US" dirty="0">
                      <a:latin typeface="Times New Roman" panose="02020603050405020304" pitchFamily="18" charset="0"/>
                      <a:cs typeface="Times New Roman" panose="02020603050405020304" pitchFamily="18" charset="0"/>
                    </a:endParaRPr>
                  </a:p>
                </p:txBody>
              </p:sp>
            </mc:Choice>
            <mc:Fallback xmlns="">
              <p:sp>
                <p:nvSpPr>
                  <p:cNvPr id="180" name="文字方塊 179"/>
                  <p:cNvSpPr txBox="1">
                    <a:spLocks noRot="1" noChangeAspect="1" noMove="1" noResize="1" noEditPoints="1" noAdjustHandles="1" noChangeArrowheads="1" noChangeShapeType="1" noTextEdit="1"/>
                  </p:cNvSpPr>
                  <p:nvPr/>
                </p:nvSpPr>
                <p:spPr>
                  <a:xfrm>
                    <a:off x="1236151" y="970316"/>
                    <a:ext cx="370614" cy="369332"/>
                  </a:xfrm>
                  <a:prstGeom prst="rect">
                    <a:avLst/>
                  </a:prstGeom>
                  <a:blipFill rotWithShape="0">
                    <a:blip r:embed="rId11"/>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8" name="文字方塊 27">
                    <a:extLst>
                      <a:ext uri="{FF2B5EF4-FFF2-40B4-BE49-F238E27FC236}">
                        <a16:creationId xmlns:a16="http://schemas.microsoft.com/office/drawing/2014/main" id="{FE11E39E-FED1-4615-B7E1-E8492D5D3704}"/>
                      </a:ext>
                    </a:extLst>
                  </p:cNvPr>
                  <p:cNvSpPr txBox="1"/>
                  <p:nvPr/>
                </p:nvSpPr>
                <p:spPr>
                  <a:xfrm>
                    <a:off x="1548793" y="584198"/>
                    <a:ext cx="38023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TW" b="1">
                              <a:solidFill>
                                <a:srgbClr val="FF0000"/>
                              </a:solidFill>
                              <a:latin typeface="Cambria Math" panose="02040503050406030204" pitchFamily="18" charset="0"/>
                              <a:cs typeface="Times New Roman" panose="02020603050405020304" pitchFamily="18" charset="0"/>
                            </a:rPr>
                            <m:t>𝟒</m:t>
                          </m:r>
                        </m:oMath>
                      </m:oMathPara>
                    </a14:m>
                    <a:endParaRPr lang="zh-TW" altLang="en-US" b="1" dirty="0">
                      <a:solidFill>
                        <a:srgbClr val="FF0000"/>
                      </a:solidFill>
                      <a:latin typeface="Cambria Math" panose="02040503050406030204" pitchFamily="18" charset="0"/>
                      <a:cs typeface="Times New Roman" panose="02020603050405020304" pitchFamily="18" charset="0"/>
                    </a:endParaRPr>
                  </a:p>
                </p:txBody>
              </p:sp>
            </mc:Choice>
            <mc:Fallback xmlns="">
              <p:sp>
                <p:nvSpPr>
                  <p:cNvPr id="28" name="文字方塊 27">
                    <a:extLst>
                      <a:ext uri="{FF2B5EF4-FFF2-40B4-BE49-F238E27FC236}">
                        <a16:creationId xmlns:a16="http://schemas.microsoft.com/office/drawing/2014/main" id="{FE11E39E-FED1-4615-B7E1-E8492D5D3704}"/>
                      </a:ext>
                    </a:extLst>
                  </p:cNvPr>
                  <p:cNvSpPr txBox="1">
                    <a:spLocks noRot="1" noChangeAspect="1" noMove="1" noResize="1" noEditPoints="1" noAdjustHandles="1" noChangeArrowheads="1" noChangeShapeType="1" noTextEdit="1"/>
                  </p:cNvSpPr>
                  <p:nvPr/>
                </p:nvSpPr>
                <p:spPr>
                  <a:xfrm>
                    <a:off x="1548793" y="584198"/>
                    <a:ext cx="380232" cy="369332"/>
                  </a:xfrm>
                  <a:prstGeom prst="rect">
                    <a:avLst/>
                  </a:prstGeom>
                  <a:blipFill>
                    <a:blip r:embed="rId32"/>
                    <a:stretch>
                      <a:fillRect/>
                    </a:stretch>
                  </a:blipFill>
                </p:spPr>
                <p:txBody>
                  <a:bodyPr/>
                  <a:lstStyle/>
                  <a:p>
                    <a:r>
                      <a:rPr lang="zh-TW" altLang="en-US">
                        <a:noFill/>
                      </a:rPr>
                      <a:t> </a:t>
                    </a:r>
                  </a:p>
                </p:txBody>
              </p:sp>
            </mc:Fallback>
          </mc:AlternateContent>
        </p:grpSp>
        <p:cxnSp>
          <p:nvCxnSpPr>
            <p:cNvPr id="29" name="直線接點 28">
              <a:extLst>
                <a:ext uri="{FF2B5EF4-FFF2-40B4-BE49-F238E27FC236}">
                  <a16:creationId xmlns:a16="http://schemas.microsoft.com/office/drawing/2014/main" id="{C297E773-C15E-48C5-86F7-CAA3AEFB4636}"/>
                </a:ext>
              </a:extLst>
            </p:cNvPr>
            <p:cNvCxnSpPr/>
            <p:nvPr/>
          </p:nvCxnSpPr>
          <p:spPr>
            <a:xfrm>
              <a:off x="1546150" y="3678333"/>
              <a:ext cx="588767"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65" name="矩形 64">
              <a:extLst>
                <a:ext uri="{FF2B5EF4-FFF2-40B4-BE49-F238E27FC236}">
                  <a16:creationId xmlns:a16="http://schemas.microsoft.com/office/drawing/2014/main" id="{A934DC68-F57E-4F96-A4BA-08F8140D5230}"/>
                </a:ext>
              </a:extLst>
            </p:cNvPr>
            <p:cNvSpPr/>
            <p:nvPr/>
          </p:nvSpPr>
          <p:spPr>
            <a:xfrm>
              <a:off x="1848216" y="3336978"/>
              <a:ext cx="300082" cy="369332"/>
            </a:xfrm>
            <a:prstGeom prst="rect">
              <a:avLst/>
            </a:prstGeom>
          </p:spPr>
          <p:txBody>
            <a:bodyPr wrap="none">
              <a:spAutoFit/>
            </a:bodyPr>
            <a:lstStyle/>
            <a:p>
              <a:r>
                <a:rPr lang="en-US" altLang="zh-TW">
                  <a:latin typeface="Times New Roman" panose="02020603050405020304" pitchFamily="18" charset="0"/>
                  <a:cs typeface="Times New Roman" panose="02020603050405020304" pitchFamily="18" charset="0"/>
                </a:rPr>
                <a:t>8</a:t>
              </a:r>
              <a:endParaRPr lang="zh-TW" altLang="en-US">
                <a:latin typeface="Times New Roman" panose="02020603050405020304" pitchFamily="18" charset="0"/>
                <a:cs typeface="Times New Roman" panose="02020603050405020304" pitchFamily="18" charset="0"/>
              </a:endParaRPr>
            </a:p>
          </p:txBody>
        </p:sp>
      </p:grpSp>
      <p:grpSp>
        <p:nvGrpSpPr>
          <p:cNvPr id="67" name="群組 66">
            <a:extLst>
              <a:ext uri="{FF2B5EF4-FFF2-40B4-BE49-F238E27FC236}">
                <a16:creationId xmlns:a16="http://schemas.microsoft.com/office/drawing/2014/main" id="{DD0F3B8C-67A4-46F3-B486-2B9F123B9AC8}"/>
              </a:ext>
            </a:extLst>
          </p:cNvPr>
          <p:cNvGrpSpPr/>
          <p:nvPr/>
        </p:nvGrpSpPr>
        <p:grpSpPr>
          <a:xfrm>
            <a:off x="7070115" y="3559241"/>
            <a:ext cx="1324273" cy="1421948"/>
            <a:chOff x="9501670" y="2670251"/>
            <a:chExt cx="1324273" cy="1421948"/>
          </a:xfrm>
        </p:grpSpPr>
        <p:grpSp>
          <p:nvGrpSpPr>
            <p:cNvPr id="68" name="群組 67">
              <a:extLst>
                <a:ext uri="{FF2B5EF4-FFF2-40B4-BE49-F238E27FC236}">
                  <a16:creationId xmlns:a16="http://schemas.microsoft.com/office/drawing/2014/main" id="{0050684E-DDE6-485D-A573-EB2A48E4A7CC}"/>
                </a:ext>
              </a:extLst>
            </p:cNvPr>
            <p:cNvGrpSpPr/>
            <p:nvPr/>
          </p:nvGrpSpPr>
          <p:grpSpPr>
            <a:xfrm>
              <a:off x="9501670" y="3006585"/>
              <a:ext cx="1324273" cy="1085614"/>
              <a:chOff x="5505677" y="3014978"/>
              <a:chExt cx="1324273" cy="1085614"/>
            </a:xfrm>
          </p:grpSpPr>
          <p:grpSp>
            <p:nvGrpSpPr>
              <p:cNvPr id="70" name="群組 69">
                <a:extLst>
                  <a:ext uri="{FF2B5EF4-FFF2-40B4-BE49-F238E27FC236}">
                    <a16:creationId xmlns:a16="http://schemas.microsoft.com/office/drawing/2014/main" id="{93D16AA5-8758-4F60-80C7-F6E99FDA11B5}"/>
                  </a:ext>
                </a:extLst>
              </p:cNvPr>
              <p:cNvGrpSpPr/>
              <p:nvPr/>
            </p:nvGrpSpPr>
            <p:grpSpPr>
              <a:xfrm>
                <a:off x="5505677" y="3014978"/>
                <a:ext cx="1324273" cy="1085614"/>
                <a:chOff x="1229360" y="584198"/>
                <a:chExt cx="1324273" cy="1085614"/>
              </a:xfrm>
            </p:grpSpPr>
            <mc:AlternateContent xmlns:mc="http://schemas.openxmlformats.org/markup-compatibility/2006" xmlns:a14="http://schemas.microsoft.com/office/drawing/2010/main">
              <mc:Choice Requires="a14">
                <p:sp>
                  <p:nvSpPr>
                    <p:cNvPr id="72" name="文字方塊 71">
                      <a:extLst>
                        <a:ext uri="{FF2B5EF4-FFF2-40B4-BE49-F238E27FC236}">
                          <a16:creationId xmlns:a16="http://schemas.microsoft.com/office/drawing/2014/main" id="{D1CAC6C7-5083-4FB4-94F6-2E1FFD578B9C}"/>
                        </a:ext>
                      </a:extLst>
                    </p:cNvPr>
                    <p:cNvSpPr txBox="1"/>
                    <p:nvPr/>
                  </p:nvSpPr>
                  <p:spPr>
                    <a:xfrm>
                      <a:off x="1229360" y="1300480"/>
                      <a:ext cx="1324273" cy="369332"/>
                    </a:xfrm>
                    <a:prstGeom prst="rect">
                      <a:avLst/>
                    </a:prstGeom>
                    <a:noFill/>
                  </p:spPr>
                  <p:txBody>
                    <a:bodyPr wrap="none" rtlCol="0">
                      <a:spAutoFit/>
                    </a:bodyPr>
                    <a:lstStyle/>
                    <a:p>
                      <a14:m>
                        <m:oMath xmlns:m="http://schemas.openxmlformats.org/officeDocument/2006/math">
                          <m:sSub>
                            <m:sSubPr>
                              <m:ctrlPr>
                                <a:rPr lang="en-US" altLang="zh-TW" b="0" i="1" smtClean="0">
                                  <a:latin typeface="Cambria Math" panose="02040503050406030204" pitchFamily="18" charset="0"/>
                                  <a:cs typeface="Times New Roman" panose="02020603050405020304" pitchFamily="18" charset="0"/>
                                </a:rPr>
                              </m:ctrlPr>
                            </m:sSubPr>
                            <m:e>
                              <m:r>
                                <m:rPr>
                                  <m:sty m:val="p"/>
                                </m:rPr>
                                <a:rPr lang="en-US" altLang="zh-TW" b="0" i="0" smtClean="0">
                                  <a:latin typeface="Cambria Math" panose="02040503050406030204" pitchFamily="18" charset="0"/>
                                  <a:cs typeface="Times New Roman" panose="02020603050405020304" pitchFamily="18" charset="0"/>
                                </a:rPr>
                                <m:t>P</m:t>
                              </m:r>
                            </m:e>
                            <m:sub>
                              <m:r>
                                <a:rPr lang="en-US" altLang="zh-TW" b="0" i="0" smtClean="0">
                                  <a:latin typeface="Cambria Math" panose="02040503050406030204" pitchFamily="18" charset="0"/>
                                  <a:cs typeface="Times New Roman" panose="02020603050405020304" pitchFamily="18" charset="0"/>
                                </a:rPr>
                                <m:t>1</m:t>
                              </m:r>
                            </m:sub>
                          </m:sSub>
                        </m:oMath>
                      </a14:m>
                      <a:r>
                        <a:rPr lang="zh-TW" altLang="en-US" dirty="0">
                          <a:latin typeface="Times New Roman" panose="02020603050405020304" pitchFamily="18" charset="0"/>
                          <a:cs typeface="Times New Roman" panose="02020603050405020304" pitchFamily="18" charset="0"/>
                        </a:rPr>
                        <a:t> </a:t>
                      </a:r>
                      <a14:m>
                        <m:oMath xmlns:m="http://schemas.openxmlformats.org/officeDocument/2006/math">
                          <m:r>
                            <a:rPr lang="zh-TW" altLang="en-US" b="0" i="0">
                              <a:latin typeface="Cambria Math" panose="02040503050406030204" pitchFamily="18" charset="0"/>
                              <a:cs typeface="Times New Roman" panose="02020603050405020304" pitchFamily="18" charset="0"/>
                            </a:rPr>
                            <m:t> </m:t>
                          </m:r>
                          <m:sSub>
                            <m:sSubPr>
                              <m:ctrlPr>
                                <a:rPr lang="en-US" altLang="zh-TW" b="0" i="1" smtClean="0">
                                  <a:latin typeface="Cambria Math" panose="02040503050406030204" pitchFamily="18" charset="0"/>
                                  <a:cs typeface="Times New Roman" panose="02020603050405020304" pitchFamily="18" charset="0"/>
                                </a:rPr>
                              </m:ctrlPr>
                            </m:sSubPr>
                            <m:e>
                              <m:r>
                                <m:rPr>
                                  <m:sty m:val="p"/>
                                </m:rPr>
                                <a:rPr lang="en-US" altLang="zh-TW" b="0" i="0" smtClean="0">
                                  <a:latin typeface="Cambria Math" panose="02040503050406030204" pitchFamily="18" charset="0"/>
                                  <a:cs typeface="Times New Roman" panose="02020603050405020304" pitchFamily="18" charset="0"/>
                                </a:rPr>
                                <m:t>P</m:t>
                              </m:r>
                            </m:e>
                            <m:sub>
                              <m:r>
                                <a:rPr lang="en-US" altLang="zh-TW" i="0">
                                  <a:latin typeface="Cambria Math" panose="02040503050406030204" pitchFamily="18" charset="0"/>
                                  <a:cs typeface="Times New Roman" panose="02020603050405020304" pitchFamily="18" charset="0"/>
                                </a:rPr>
                                <m:t>2</m:t>
                              </m:r>
                            </m:sub>
                          </m:sSub>
                          <m:sSub>
                            <m:sSubPr>
                              <m:ctrlPr>
                                <a:rPr lang="en-US" altLang="zh-TW" b="0" i="1" smtClean="0">
                                  <a:latin typeface="Cambria Math" panose="02040503050406030204" pitchFamily="18" charset="0"/>
                                  <a:cs typeface="Times New Roman" panose="02020603050405020304" pitchFamily="18" charset="0"/>
                                </a:rPr>
                              </m:ctrlPr>
                            </m:sSubPr>
                            <m:e>
                              <m:r>
                                <a:rPr lang="zh-TW" altLang="en-US" i="0">
                                  <a:latin typeface="Cambria Math" panose="02040503050406030204" pitchFamily="18" charset="0"/>
                                  <a:cs typeface="Times New Roman" panose="02020603050405020304" pitchFamily="18" charset="0"/>
                                </a:rPr>
                                <m:t>  </m:t>
                              </m:r>
                              <m:r>
                                <m:rPr>
                                  <m:sty m:val="p"/>
                                </m:rPr>
                                <a:rPr lang="en-US" altLang="zh-TW" b="0" i="0" smtClean="0">
                                  <a:latin typeface="Cambria Math" panose="02040503050406030204" pitchFamily="18" charset="0"/>
                                  <a:cs typeface="Times New Roman" panose="02020603050405020304" pitchFamily="18" charset="0"/>
                                </a:rPr>
                                <m:t>P</m:t>
                              </m:r>
                            </m:e>
                            <m:sub>
                              <m:r>
                                <a:rPr lang="en-US" altLang="zh-TW" i="0">
                                  <a:latin typeface="Cambria Math" panose="02040503050406030204" pitchFamily="18" charset="0"/>
                                  <a:cs typeface="Times New Roman" panose="02020603050405020304" pitchFamily="18" charset="0"/>
                                </a:rPr>
                                <m:t>3</m:t>
                              </m:r>
                            </m:sub>
                          </m:sSub>
                          <m:sSub>
                            <m:sSubPr>
                              <m:ctrlPr>
                                <a:rPr lang="en-US" altLang="zh-TW" b="0" i="1" smtClean="0">
                                  <a:latin typeface="Cambria Math" panose="02040503050406030204" pitchFamily="18" charset="0"/>
                                  <a:cs typeface="Times New Roman" panose="02020603050405020304" pitchFamily="18" charset="0"/>
                                </a:rPr>
                              </m:ctrlPr>
                            </m:sSubPr>
                            <m:e>
                              <m:r>
                                <a:rPr lang="zh-TW" altLang="en-US" i="0">
                                  <a:latin typeface="Cambria Math" panose="02040503050406030204" pitchFamily="18" charset="0"/>
                                  <a:cs typeface="Times New Roman" panose="02020603050405020304" pitchFamily="18" charset="0"/>
                                </a:rPr>
                                <m:t>  </m:t>
                              </m:r>
                              <m:r>
                                <m:rPr>
                                  <m:sty m:val="p"/>
                                </m:rPr>
                                <a:rPr lang="en-US" altLang="zh-TW" b="0" i="0" smtClean="0">
                                  <a:latin typeface="Cambria Math" panose="02040503050406030204" pitchFamily="18" charset="0"/>
                                  <a:cs typeface="Times New Roman" panose="02020603050405020304" pitchFamily="18" charset="0"/>
                                </a:rPr>
                                <m:t>P</m:t>
                              </m:r>
                            </m:e>
                            <m:sub>
                              <m:r>
                                <a:rPr lang="en-US" altLang="zh-TW" i="0">
                                  <a:latin typeface="Cambria Math" panose="02040503050406030204" pitchFamily="18" charset="0"/>
                                  <a:cs typeface="Times New Roman" panose="02020603050405020304" pitchFamily="18" charset="0"/>
                                </a:rPr>
                                <m:t>4</m:t>
                              </m:r>
                            </m:sub>
                          </m:sSub>
                        </m:oMath>
                      </a14:m>
                      <a:endParaRPr lang="zh-TW" altLang="en-US" dirty="0">
                        <a:latin typeface="Times New Roman" panose="02020603050405020304" pitchFamily="18" charset="0"/>
                        <a:cs typeface="Times New Roman" panose="02020603050405020304" pitchFamily="18" charset="0"/>
                      </a:endParaRPr>
                    </a:p>
                  </p:txBody>
                </p:sp>
              </mc:Choice>
              <mc:Fallback xmlns="">
                <p:sp>
                  <p:nvSpPr>
                    <p:cNvPr id="255" name="文字方塊 254"/>
                    <p:cNvSpPr txBox="1">
                      <a:spLocks noRot="1" noChangeAspect="1" noMove="1" noResize="1" noEditPoints="1" noAdjustHandles="1" noChangeArrowheads="1" noChangeShapeType="1" noTextEdit="1"/>
                    </p:cNvSpPr>
                    <p:nvPr/>
                  </p:nvSpPr>
                  <p:spPr>
                    <a:xfrm>
                      <a:off x="1229360" y="1300480"/>
                      <a:ext cx="1324273" cy="369332"/>
                    </a:xfrm>
                    <a:prstGeom prst="rect">
                      <a:avLst/>
                    </a:prstGeom>
                    <a:blipFill rotWithShape="0">
                      <a:blip r:embed="rId33"/>
                      <a:stretch>
                        <a:fillRect b="-166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73" name="文字方塊 72">
                      <a:extLst>
                        <a:ext uri="{FF2B5EF4-FFF2-40B4-BE49-F238E27FC236}">
                          <a16:creationId xmlns:a16="http://schemas.microsoft.com/office/drawing/2014/main" id="{2BCAF684-64D6-42CE-8D75-49C9A03C4BBD}"/>
                        </a:ext>
                      </a:extLst>
                    </p:cNvPr>
                    <p:cNvSpPr txBox="1"/>
                    <p:nvPr/>
                  </p:nvSpPr>
                  <p:spPr>
                    <a:xfrm>
                      <a:off x="1316256" y="931147"/>
                      <a:ext cx="1178528" cy="369332"/>
                    </a:xfrm>
                    <a:prstGeom prst="rect">
                      <a:avLst/>
                    </a:prstGeom>
                    <a:noFill/>
                  </p:spPr>
                  <p:txBody>
                    <a:bodyPr wrap="none" rtlCol="0">
                      <a:spAutoFit/>
                    </a:bodyPr>
                    <a:lstStyle/>
                    <a:p>
                      <a14:m>
                        <m:oMath xmlns:m="http://schemas.openxmlformats.org/officeDocument/2006/math">
                          <m:r>
                            <a:rPr lang="en-US" altLang="zh-TW" i="0" smtClean="0">
                              <a:solidFill>
                                <a:srgbClr val="0070C0"/>
                              </a:solidFill>
                              <a:latin typeface="Cambria Math" panose="02040503050406030204" pitchFamily="18" charset="0"/>
                              <a:cs typeface="Times New Roman" panose="02020603050405020304" pitchFamily="18" charset="0"/>
                            </a:rPr>
                            <m:t>2</m:t>
                          </m:r>
                        </m:oMath>
                      </a14:m>
                      <a:r>
                        <a:rPr lang="zh-TW" altLang="en-US">
                          <a:latin typeface="Times New Roman" panose="02020603050405020304" pitchFamily="18" charset="0"/>
                          <a:cs typeface="Times New Roman" panose="02020603050405020304" pitchFamily="18" charset="0"/>
                        </a:rPr>
                        <a:t>   </a:t>
                      </a:r>
                      <a:r>
                        <a:rPr lang="en-US" altLang="zh-TW">
                          <a:latin typeface="Times New Roman" panose="02020603050405020304" pitchFamily="18" charset="0"/>
                          <a:cs typeface="Times New Roman" panose="02020603050405020304" pitchFamily="18" charset="0"/>
                        </a:rPr>
                        <a:t>8</a:t>
                      </a:r>
                      <a:r>
                        <a:rPr lang="zh-TW" altLang="en-US">
                          <a:latin typeface="Times New Roman" panose="02020603050405020304" pitchFamily="18" charset="0"/>
                          <a:cs typeface="Times New Roman" panose="02020603050405020304" pitchFamily="18" charset="0"/>
                        </a:rPr>
                        <a:t>   </a:t>
                      </a:r>
                      <a:r>
                        <a:rPr lang="en-US" altLang="zh-TW">
                          <a:latin typeface="Times New Roman" panose="02020603050405020304" pitchFamily="18" charset="0"/>
                          <a:cs typeface="Times New Roman" panose="02020603050405020304" pitchFamily="18" charset="0"/>
                        </a:rPr>
                        <a:t>9</a:t>
                      </a:r>
                      <a:r>
                        <a:rPr lang="zh-TW" altLang="en-US">
                          <a:latin typeface="Times New Roman" panose="02020603050405020304" pitchFamily="18" charset="0"/>
                          <a:cs typeface="Times New Roman" panose="02020603050405020304" pitchFamily="18" charset="0"/>
                        </a:rPr>
                        <a:t>   </a:t>
                      </a:r>
                      <a:r>
                        <a:rPr lang="en-US" altLang="zh-TW">
                          <a:latin typeface="Times New Roman" panose="02020603050405020304" pitchFamily="18" charset="0"/>
                          <a:cs typeface="Times New Roman" panose="02020603050405020304" pitchFamily="18" charset="0"/>
                        </a:rPr>
                        <a:t>7</a:t>
                      </a:r>
                      <a:endParaRPr lang="zh-TW" altLang="en-US">
                        <a:latin typeface="Times New Roman" panose="02020603050405020304" pitchFamily="18" charset="0"/>
                        <a:cs typeface="Times New Roman" panose="02020603050405020304" pitchFamily="18" charset="0"/>
                      </a:endParaRPr>
                    </a:p>
                  </p:txBody>
                </p:sp>
              </mc:Choice>
              <mc:Fallback xmlns="">
                <p:sp>
                  <p:nvSpPr>
                    <p:cNvPr id="256" name="文字方塊 255"/>
                    <p:cNvSpPr txBox="1">
                      <a:spLocks noRot="1" noChangeAspect="1" noMove="1" noResize="1" noEditPoints="1" noAdjustHandles="1" noChangeArrowheads="1" noChangeShapeType="1" noTextEdit="1"/>
                    </p:cNvSpPr>
                    <p:nvPr/>
                  </p:nvSpPr>
                  <p:spPr>
                    <a:xfrm>
                      <a:off x="1316256" y="931147"/>
                      <a:ext cx="1178528" cy="369332"/>
                    </a:xfrm>
                    <a:prstGeom prst="rect">
                      <a:avLst/>
                    </a:prstGeom>
                    <a:blipFill rotWithShape="0">
                      <a:blip r:embed="rId34"/>
                      <a:stretch>
                        <a:fillRect t="-8197" r="-3627" b="-2459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74" name="文字方塊 73">
                      <a:extLst>
                        <a:ext uri="{FF2B5EF4-FFF2-40B4-BE49-F238E27FC236}">
                          <a16:creationId xmlns:a16="http://schemas.microsoft.com/office/drawing/2014/main" id="{64C48A17-6E19-43C5-9B5E-5D2494263F77}"/>
                        </a:ext>
                      </a:extLst>
                    </p:cNvPr>
                    <p:cNvSpPr txBox="1"/>
                    <p:nvPr/>
                  </p:nvSpPr>
                  <p:spPr>
                    <a:xfrm>
                      <a:off x="1554575" y="584198"/>
                      <a:ext cx="300636"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zh-TW" altLang="en-US" i="0">
                                <a:latin typeface="Cambria Math" panose="02040503050406030204" pitchFamily="18" charset="0"/>
                                <a:cs typeface="Times New Roman" panose="02020603050405020304" pitchFamily="18" charset="0"/>
                              </a:rPr>
                              <m:t> </m:t>
                            </m:r>
                            <m:r>
                              <a:rPr lang="en-US" altLang="zh-TW" i="0" smtClean="0">
                                <a:solidFill>
                                  <a:srgbClr val="0070C0"/>
                                </a:solidFill>
                                <a:latin typeface="Cambria Math" panose="02040503050406030204" pitchFamily="18" charset="0"/>
                                <a:cs typeface="Times New Roman" panose="02020603050405020304" pitchFamily="18" charset="0"/>
                              </a:rPr>
                              <m:t>4</m:t>
                            </m:r>
                          </m:oMath>
                        </m:oMathPara>
                      </a14:m>
                      <a:endParaRPr lang="zh-TW" altLang="en-US">
                        <a:latin typeface="Times New Roman" panose="02020603050405020304" pitchFamily="18" charset="0"/>
                        <a:cs typeface="Times New Roman" panose="02020603050405020304" pitchFamily="18" charset="0"/>
                      </a:endParaRPr>
                    </a:p>
                  </p:txBody>
                </p:sp>
              </mc:Choice>
              <mc:Fallback xmlns="">
                <p:sp>
                  <p:nvSpPr>
                    <p:cNvPr id="257" name="文字方塊 256"/>
                    <p:cNvSpPr txBox="1">
                      <a:spLocks noRot="1" noChangeAspect="1" noMove="1" noResize="1" noEditPoints="1" noAdjustHandles="1" noChangeArrowheads="1" noChangeShapeType="1" noTextEdit="1"/>
                    </p:cNvSpPr>
                    <p:nvPr/>
                  </p:nvSpPr>
                  <p:spPr>
                    <a:xfrm>
                      <a:off x="1554575" y="584198"/>
                      <a:ext cx="300636" cy="369332"/>
                    </a:xfrm>
                    <a:prstGeom prst="rect">
                      <a:avLst/>
                    </a:prstGeom>
                    <a:blipFill rotWithShape="0">
                      <a:blip r:embed="rId35"/>
                      <a:stretch>
                        <a:fillRect r="-1836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75" name="文字方塊 74">
                      <a:extLst>
                        <a:ext uri="{FF2B5EF4-FFF2-40B4-BE49-F238E27FC236}">
                          <a16:creationId xmlns:a16="http://schemas.microsoft.com/office/drawing/2014/main" id="{74683F1C-D7B9-4DAD-B273-87AACBFD9874}"/>
                        </a:ext>
                      </a:extLst>
                    </p:cNvPr>
                    <p:cNvSpPr txBox="1"/>
                    <p:nvPr/>
                  </p:nvSpPr>
                  <p:spPr>
                    <a:xfrm>
                      <a:off x="1257929" y="584198"/>
                      <a:ext cx="296646" cy="369332"/>
                    </a:xfrm>
                    <a:prstGeom prst="rect">
                      <a:avLst/>
                    </a:prstGeom>
                    <a:noFill/>
                  </p:spPr>
                  <p:txBody>
                    <a:bodyPr wrap="square" rtlCol="0">
                      <a:spAutoFit/>
                    </a:bodyPr>
                    <a:lstStyle/>
                    <a:p>
                      <a:pPr/>
                      <a14:m>
                        <m:oMathPara xmlns:m="http://schemas.openxmlformats.org/officeDocument/2006/math">
                          <m:oMathParaPr>
                            <m:jc m:val="center"/>
                          </m:oMathParaPr>
                          <m:oMath xmlns:m="http://schemas.openxmlformats.org/officeDocument/2006/math">
                            <m:r>
                              <a:rPr lang="zh-TW" altLang="en-US" i="0">
                                <a:latin typeface="Cambria Math" panose="02040503050406030204" pitchFamily="18" charset="0"/>
                                <a:cs typeface="Times New Roman" panose="02020603050405020304" pitchFamily="18" charset="0"/>
                              </a:rPr>
                              <m:t> </m:t>
                            </m:r>
                            <m:r>
                              <a:rPr lang="en-US" altLang="zh-TW" i="0" smtClean="0">
                                <a:latin typeface="Cambria Math" panose="02040503050406030204" pitchFamily="18" charset="0"/>
                                <a:cs typeface="Times New Roman" panose="02020603050405020304" pitchFamily="18" charset="0"/>
                              </a:rPr>
                              <m:t>1</m:t>
                            </m:r>
                          </m:oMath>
                        </m:oMathPara>
                      </a14:m>
                      <a:endParaRPr lang="zh-TW" altLang="en-US">
                        <a:latin typeface="Times New Roman" panose="02020603050405020304" pitchFamily="18" charset="0"/>
                        <a:cs typeface="Times New Roman" panose="02020603050405020304" pitchFamily="18" charset="0"/>
                      </a:endParaRPr>
                    </a:p>
                  </p:txBody>
                </p:sp>
              </mc:Choice>
              <mc:Fallback xmlns="">
                <p:sp>
                  <p:nvSpPr>
                    <p:cNvPr id="258" name="文字方塊 257"/>
                    <p:cNvSpPr txBox="1">
                      <a:spLocks noRot="1" noChangeAspect="1" noMove="1" noResize="1" noEditPoints="1" noAdjustHandles="1" noChangeArrowheads="1" noChangeShapeType="1" noTextEdit="1"/>
                    </p:cNvSpPr>
                    <p:nvPr/>
                  </p:nvSpPr>
                  <p:spPr>
                    <a:xfrm>
                      <a:off x="1257929" y="584198"/>
                      <a:ext cx="296646" cy="369332"/>
                    </a:xfrm>
                    <a:prstGeom prst="rect">
                      <a:avLst/>
                    </a:prstGeom>
                    <a:blipFill rotWithShape="0">
                      <a:blip r:embed="rId36"/>
                      <a:stretch>
                        <a:fillRect r="-1836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76" name="文字方塊 75">
                      <a:extLst>
                        <a:ext uri="{FF2B5EF4-FFF2-40B4-BE49-F238E27FC236}">
                          <a16:creationId xmlns:a16="http://schemas.microsoft.com/office/drawing/2014/main" id="{129AB5FB-2789-4100-8673-53F8C5AED2F7}"/>
                        </a:ext>
                      </a:extLst>
                    </p:cNvPr>
                    <p:cNvSpPr txBox="1"/>
                    <p:nvPr/>
                  </p:nvSpPr>
                  <p:spPr>
                    <a:xfrm>
                      <a:off x="2123410" y="584198"/>
                      <a:ext cx="296646" cy="369332"/>
                    </a:xfrm>
                    <a:prstGeom prst="rect">
                      <a:avLst/>
                    </a:prstGeom>
                    <a:noFill/>
                  </p:spPr>
                  <p:txBody>
                    <a:bodyPr wrap="square" rtlCol="0">
                      <a:spAutoFit/>
                    </a:bodyPr>
                    <a:lstStyle/>
                    <a:p>
                      <a:pPr/>
                      <a14:m>
                        <m:oMathPara xmlns:m="http://schemas.openxmlformats.org/officeDocument/2006/math">
                          <m:oMathParaPr>
                            <m:jc m:val="center"/>
                          </m:oMathParaPr>
                          <m:oMath xmlns:m="http://schemas.openxmlformats.org/officeDocument/2006/math">
                            <m:r>
                              <a:rPr lang="zh-TW" altLang="en-US" i="0">
                                <a:latin typeface="Cambria Math" panose="02040503050406030204" pitchFamily="18" charset="0"/>
                                <a:cs typeface="Times New Roman" panose="02020603050405020304" pitchFamily="18" charset="0"/>
                              </a:rPr>
                              <m:t> </m:t>
                            </m:r>
                            <m:r>
                              <a:rPr lang="en-US" altLang="zh-TW" b="0" i="0" smtClean="0">
                                <a:solidFill>
                                  <a:srgbClr val="0070C0"/>
                                </a:solidFill>
                                <a:latin typeface="Cambria Math" panose="02040503050406030204" pitchFamily="18" charset="0"/>
                                <a:cs typeface="Times New Roman" panose="02020603050405020304" pitchFamily="18" charset="0"/>
                              </a:rPr>
                              <m:t>6</m:t>
                            </m:r>
                          </m:oMath>
                        </m:oMathPara>
                      </a14:m>
                      <a:endParaRPr lang="zh-TW" altLang="en-US">
                        <a:latin typeface="Times New Roman" panose="02020603050405020304" pitchFamily="18" charset="0"/>
                        <a:cs typeface="Times New Roman" panose="02020603050405020304" pitchFamily="18" charset="0"/>
                      </a:endParaRPr>
                    </a:p>
                  </p:txBody>
                </p:sp>
              </mc:Choice>
              <mc:Fallback xmlns="">
                <p:sp>
                  <p:nvSpPr>
                    <p:cNvPr id="259" name="文字方塊 258"/>
                    <p:cNvSpPr txBox="1">
                      <a:spLocks noRot="1" noChangeAspect="1" noMove="1" noResize="1" noEditPoints="1" noAdjustHandles="1" noChangeArrowheads="1" noChangeShapeType="1" noTextEdit="1"/>
                    </p:cNvSpPr>
                    <p:nvPr/>
                  </p:nvSpPr>
                  <p:spPr>
                    <a:xfrm>
                      <a:off x="2123410" y="584198"/>
                      <a:ext cx="296646" cy="369332"/>
                    </a:xfrm>
                    <a:prstGeom prst="rect">
                      <a:avLst/>
                    </a:prstGeom>
                    <a:blipFill rotWithShape="0">
                      <a:blip r:embed="rId37"/>
                      <a:stretch>
                        <a:fillRect r="-1836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77" name="文字方塊 76">
                      <a:extLst>
                        <a:ext uri="{FF2B5EF4-FFF2-40B4-BE49-F238E27FC236}">
                          <a16:creationId xmlns:a16="http://schemas.microsoft.com/office/drawing/2014/main" id="{6A8769E6-64E0-4798-B1AB-2DD1115C40D7}"/>
                        </a:ext>
                      </a:extLst>
                    </p:cNvPr>
                    <p:cNvSpPr txBox="1"/>
                    <p:nvPr/>
                  </p:nvSpPr>
                  <p:spPr>
                    <a:xfrm>
                      <a:off x="1855210" y="584198"/>
                      <a:ext cx="296646" cy="369332"/>
                    </a:xfrm>
                    <a:prstGeom prst="rect">
                      <a:avLst/>
                    </a:prstGeom>
                    <a:noFill/>
                  </p:spPr>
                  <p:txBody>
                    <a:bodyPr wrap="square" rtlCol="0">
                      <a:spAutoFit/>
                    </a:bodyPr>
                    <a:lstStyle/>
                    <a:p>
                      <a:pPr/>
                      <a14:m>
                        <m:oMathPara xmlns:m="http://schemas.openxmlformats.org/officeDocument/2006/math">
                          <m:oMathParaPr>
                            <m:jc m:val="center"/>
                          </m:oMathParaPr>
                          <m:oMath xmlns:m="http://schemas.openxmlformats.org/officeDocument/2006/math">
                            <m:r>
                              <a:rPr lang="zh-TW" altLang="en-US" i="0">
                                <a:latin typeface="Cambria Math" panose="02040503050406030204" pitchFamily="18" charset="0"/>
                                <a:cs typeface="Times New Roman" panose="02020603050405020304" pitchFamily="18" charset="0"/>
                              </a:rPr>
                              <m:t> </m:t>
                            </m:r>
                            <m:r>
                              <a:rPr lang="en-US" altLang="zh-TW" i="0" smtClean="0">
                                <a:solidFill>
                                  <a:srgbClr val="0070C0"/>
                                </a:solidFill>
                                <a:latin typeface="Cambria Math" panose="02040503050406030204" pitchFamily="18" charset="0"/>
                                <a:cs typeface="Times New Roman" panose="02020603050405020304" pitchFamily="18" charset="0"/>
                              </a:rPr>
                              <m:t>5</m:t>
                            </m:r>
                          </m:oMath>
                        </m:oMathPara>
                      </a14:m>
                      <a:endParaRPr lang="zh-TW" altLang="en-US">
                        <a:latin typeface="Times New Roman" panose="02020603050405020304" pitchFamily="18" charset="0"/>
                        <a:cs typeface="Times New Roman" panose="02020603050405020304" pitchFamily="18" charset="0"/>
                      </a:endParaRPr>
                    </a:p>
                  </p:txBody>
                </p:sp>
              </mc:Choice>
              <mc:Fallback xmlns="">
                <p:sp>
                  <p:nvSpPr>
                    <p:cNvPr id="260" name="文字方塊 259"/>
                    <p:cNvSpPr txBox="1">
                      <a:spLocks noRot="1" noChangeAspect="1" noMove="1" noResize="1" noEditPoints="1" noAdjustHandles="1" noChangeArrowheads="1" noChangeShapeType="1" noTextEdit="1"/>
                    </p:cNvSpPr>
                    <p:nvPr/>
                  </p:nvSpPr>
                  <p:spPr>
                    <a:xfrm>
                      <a:off x="1855210" y="584198"/>
                      <a:ext cx="296646" cy="369332"/>
                    </a:xfrm>
                    <a:prstGeom prst="rect">
                      <a:avLst/>
                    </a:prstGeom>
                    <a:blipFill rotWithShape="0">
                      <a:blip r:embed="rId38"/>
                      <a:stretch>
                        <a:fillRect r="-18367"/>
                      </a:stretch>
                    </a:blipFill>
                  </p:spPr>
                  <p:txBody>
                    <a:bodyPr/>
                    <a:lstStyle/>
                    <a:p>
                      <a:r>
                        <a:rPr lang="zh-TW" altLang="en-US">
                          <a:noFill/>
                        </a:rPr>
                        <a:t> </a:t>
                      </a:r>
                    </a:p>
                  </p:txBody>
                </p:sp>
              </mc:Fallback>
            </mc:AlternateContent>
          </p:grpSp>
          <p:cxnSp>
            <p:nvCxnSpPr>
              <p:cNvPr id="71" name="直線接點 70">
                <a:extLst>
                  <a:ext uri="{FF2B5EF4-FFF2-40B4-BE49-F238E27FC236}">
                    <a16:creationId xmlns:a16="http://schemas.microsoft.com/office/drawing/2014/main" id="{7856D62B-CE1C-4AC0-B32F-7D0416BFB573}"/>
                  </a:ext>
                </a:extLst>
              </p:cNvPr>
              <p:cNvCxnSpPr/>
              <p:nvPr/>
            </p:nvCxnSpPr>
            <p:spPr>
              <a:xfrm>
                <a:off x="5564170" y="3731260"/>
                <a:ext cx="121415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69" name="文字方塊 68">
                  <a:extLst>
                    <a:ext uri="{FF2B5EF4-FFF2-40B4-BE49-F238E27FC236}">
                      <a16:creationId xmlns:a16="http://schemas.microsoft.com/office/drawing/2014/main" id="{A37D10F3-D7B6-436E-9548-68D17DA14599}"/>
                    </a:ext>
                  </a:extLst>
                </p:cNvPr>
                <p:cNvSpPr txBox="1"/>
                <p:nvPr/>
              </p:nvSpPr>
              <p:spPr>
                <a:xfrm>
                  <a:off x="9828880" y="2670251"/>
                  <a:ext cx="296646" cy="369332"/>
                </a:xfrm>
                <a:prstGeom prst="rect">
                  <a:avLst/>
                </a:prstGeom>
                <a:noFill/>
              </p:spPr>
              <p:txBody>
                <a:bodyPr wrap="square" rtlCol="0">
                  <a:spAutoFit/>
                </a:bodyPr>
                <a:lstStyle/>
                <a:p>
                  <a:pPr/>
                  <a14:m>
                    <m:oMathPara xmlns:m="http://schemas.openxmlformats.org/officeDocument/2006/math">
                      <m:oMathParaPr>
                        <m:jc m:val="center"/>
                      </m:oMathParaPr>
                      <m:oMath xmlns:m="http://schemas.openxmlformats.org/officeDocument/2006/math">
                        <m:r>
                          <a:rPr lang="zh-TW" altLang="en-US" b="1">
                            <a:solidFill>
                              <a:srgbClr val="FF0000"/>
                            </a:solidFill>
                            <a:latin typeface="Cambria Math" panose="02040503050406030204" pitchFamily="18" charset="0"/>
                            <a:cs typeface="Times New Roman" panose="02020603050405020304" pitchFamily="18" charset="0"/>
                          </a:rPr>
                          <m:t> </m:t>
                        </m:r>
                        <m:r>
                          <a:rPr lang="en-US" altLang="zh-TW" b="1">
                            <a:solidFill>
                              <a:srgbClr val="FF0000"/>
                            </a:solidFill>
                            <a:latin typeface="Cambria Math" panose="02040503050406030204" pitchFamily="18" charset="0"/>
                            <a:cs typeface="Times New Roman" panose="02020603050405020304" pitchFamily="18" charset="0"/>
                          </a:rPr>
                          <m:t>3</m:t>
                        </m:r>
                      </m:oMath>
                    </m:oMathPara>
                  </a14:m>
                  <a:endParaRPr lang="zh-TW" altLang="en-US" b="1" dirty="0">
                    <a:solidFill>
                      <a:srgbClr val="FF0000"/>
                    </a:solidFill>
                    <a:latin typeface="Cambria Math" panose="02040503050406030204" pitchFamily="18" charset="0"/>
                    <a:cs typeface="Times New Roman" panose="02020603050405020304" pitchFamily="18" charset="0"/>
                  </a:endParaRPr>
                </a:p>
              </p:txBody>
            </p:sp>
          </mc:Choice>
          <mc:Fallback xmlns="">
            <p:sp>
              <p:nvSpPr>
                <p:cNvPr id="69" name="文字方塊 68">
                  <a:extLst>
                    <a:ext uri="{FF2B5EF4-FFF2-40B4-BE49-F238E27FC236}">
                      <a16:creationId xmlns:a16="http://schemas.microsoft.com/office/drawing/2014/main" id="{A37D10F3-D7B6-436E-9548-68D17DA14599}"/>
                    </a:ext>
                  </a:extLst>
                </p:cNvPr>
                <p:cNvSpPr txBox="1">
                  <a:spLocks noRot="1" noChangeAspect="1" noMove="1" noResize="1" noEditPoints="1" noAdjustHandles="1" noChangeArrowheads="1" noChangeShapeType="1" noTextEdit="1"/>
                </p:cNvSpPr>
                <p:nvPr/>
              </p:nvSpPr>
              <p:spPr>
                <a:xfrm>
                  <a:off x="9828880" y="2670251"/>
                  <a:ext cx="296646" cy="369332"/>
                </a:xfrm>
                <a:prstGeom prst="rect">
                  <a:avLst/>
                </a:prstGeom>
                <a:blipFill>
                  <a:blip r:embed="rId39"/>
                  <a:stretch>
                    <a:fillRect r="-18367"/>
                  </a:stretch>
                </a:blipFill>
              </p:spPr>
              <p:txBody>
                <a:bodyPr/>
                <a:lstStyle/>
                <a:p>
                  <a:r>
                    <a:rPr lang="zh-TW" altLang="en-US">
                      <a:noFill/>
                    </a:rPr>
                    <a:t> </a:t>
                  </a:r>
                </a:p>
              </p:txBody>
            </p:sp>
          </mc:Fallback>
        </mc:AlternateContent>
      </p:grpSp>
      <mc:AlternateContent xmlns:mc="http://schemas.openxmlformats.org/markup-compatibility/2006" xmlns:a14="http://schemas.microsoft.com/office/drawing/2010/main">
        <mc:Choice Requires="a14">
          <p:sp>
            <p:nvSpPr>
              <p:cNvPr id="78" name="標題 1">
                <a:extLst>
                  <a:ext uri="{FF2B5EF4-FFF2-40B4-BE49-F238E27FC236}">
                    <a16:creationId xmlns:a16="http://schemas.microsoft.com/office/drawing/2014/main" id="{61682426-6933-433A-ACD1-5259A0A8AD45}"/>
                  </a:ext>
                </a:extLst>
              </p:cNvPr>
              <p:cNvSpPr txBox="1">
                <a:spLocks/>
              </p:cNvSpPr>
              <p:nvPr/>
            </p:nvSpPr>
            <p:spPr>
              <a:xfrm>
                <a:off x="570805" y="1180135"/>
                <a:ext cx="7886700" cy="5833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2800" dirty="0">
                    <a:latin typeface="Times New Roman" panose="02020603050405020304" pitchFamily="18" charset="0"/>
                    <a:cs typeface="Times New Roman" panose="02020603050405020304" pitchFamily="18" charset="0"/>
                  </a:rPr>
                  <a:t>input: </a:t>
                </a:r>
                <a14:m>
                  <m:oMath xmlns:m="http://schemas.openxmlformats.org/officeDocument/2006/math">
                    <m:r>
                      <a:rPr lang="en-US" altLang="zh-TW" sz="2800" b="0" i="0" smtClean="0">
                        <a:latin typeface="Cambria Math" panose="02040503050406030204" pitchFamily="18" charset="0"/>
                        <a:cs typeface="Times New Roman" panose="02020603050405020304" pitchFamily="18" charset="0"/>
                      </a:rPr>
                      <m:t>  </m:t>
                    </m:r>
                    <m:r>
                      <a:rPr lang="en-US" altLang="zh-TW" sz="2800" b="0" i="1" smtClean="0">
                        <a:latin typeface="Cambria Math" panose="02040503050406030204" pitchFamily="18" charset="0"/>
                        <a:cs typeface="Times New Roman" panose="02020603050405020304" pitchFamily="18" charset="0"/>
                      </a:rPr>
                      <m:t>𝜏</m:t>
                    </m:r>
                    <m:r>
                      <a:rPr lang="en-US" altLang="zh-TW" sz="2800" b="0" i="1" smtClean="0">
                        <a:latin typeface="Cambria Math" panose="02040503050406030204" pitchFamily="18" charset="0"/>
                        <a:cs typeface="Times New Roman" panose="02020603050405020304" pitchFamily="18" charset="0"/>
                      </a:rPr>
                      <m:t>= &lt;2, 8, 4, 9, 5, 1, 7, 6, 3&gt;</m:t>
                    </m:r>
                  </m:oMath>
                </a14:m>
                <a:endParaRPr lang="zh-TW" altLang="en-US" sz="2800" dirty="0">
                  <a:latin typeface="Times New Roman" panose="02020603050405020304" pitchFamily="18" charset="0"/>
                  <a:cs typeface="Times New Roman" panose="02020603050405020304" pitchFamily="18" charset="0"/>
                </a:endParaRPr>
              </a:p>
            </p:txBody>
          </p:sp>
        </mc:Choice>
        <mc:Fallback xmlns="">
          <p:sp>
            <p:nvSpPr>
              <p:cNvPr id="78" name="標題 1">
                <a:extLst>
                  <a:ext uri="{FF2B5EF4-FFF2-40B4-BE49-F238E27FC236}">
                    <a16:creationId xmlns:a16="http://schemas.microsoft.com/office/drawing/2014/main" id="{61682426-6933-433A-ACD1-5259A0A8AD45}"/>
                  </a:ext>
                </a:extLst>
              </p:cNvPr>
              <p:cNvSpPr txBox="1">
                <a:spLocks noRot="1" noChangeAspect="1" noMove="1" noResize="1" noEditPoints="1" noAdjustHandles="1" noChangeArrowheads="1" noChangeShapeType="1" noTextEdit="1"/>
              </p:cNvSpPr>
              <p:nvPr/>
            </p:nvSpPr>
            <p:spPr>
              <a:xfrm>
                <a:off x="570805" y="1180135"/>
                <a:ext cx="7886700" cy="583367"/>
              </a:xfrm>
              <a:prstGeom prst="rect">
                <a:avLst/>
              </a:prstGeom>
              <a:blipFill>
                <a:blip r:embed="rId42"/>
                <a:stretch>
                  <a:fillRect l="-1624" t="-9474" b="-20000"/>
                </a:stretch>
              </a:blipFill>
            </p:spPr>
            <p:txBody>
              <a:bodyPr/>
              <a:lstStyle/>
              <a:p>
                <a:r>
                  <a:rPr lang="zh-TW" altLang="en-US">
                    <a:noFill/>
                  </a:rPr>
                  <a:t> </a:t>
                </a:r>
              </a:p>
            </p:txBody>
          </p:sp>
        </mc:Fallback>
      </mc:AlternateContent>
      <p:cxnSp>
        <p:nvCxnSpPr>
          <p:cNvPr id="92" name="直線單箭頭接點 91">
            <a:extLst>
              <a:ext uri="{FF2B5EF4-FFF2-40B4-BE49-F238E27FC236}">
                <a16:creationId xmlns:a16="http://schemas.microsoft.com/office/drawing/2014/main" id="{498196F0-6A4A-4760-B5D4-90B82C41706B}"/>
              </a:ext>
            </a:extLst>
          </p:cNvPr>
          <p:cNvCxnSpPr/>
          <p:nvPr/>
        </p:nvCxnSpPr>
        <p:spPr>
          <a:xfrm>
            <a:off x="1245314" y="2817551"/>
            <a:ext cx="33528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93" name="群組 92">
            <a:extLst>
              <a:ext uri="{FF2B5EF4-FFF2-40B4-BE49-F238E27FC236}">
                <a16:creationId xmlns:a16="http://schemas.microsoft.com/office/drawing/2014/main" id="{C0804ABB-5FD7-49CE-9A9D-4C2A9E7847E9}"/>
              </a:ext>
            </a:extLst>
          </p:cNvPr>
          <p:cNvGrpSpPr/>
          <p:nvPr/>
        </p:nvGrpSpPr>
        <p:grpSpPr>
          <a:xfrm>
            <a:off x="7122319" y="2062101"/>
            <a:ext cx="1013996" cy="1074423"/>
            <a:chOff x="1392435" y="3520994"/>
            <a:chExt cx="1013996" cy="1074423"/>
          </a:xfrm>
        </p:grpSpPr>
        <p:grpSp>
          <p:nvGrpSpPr>
            <p:cNvPr id="94" name="群組 93">
              <a:extLst>
                <a:ext uri="{FF2B5EF4-FFF2-40B4-BE49-F238E27FC236}">
                  <a16:creationId xmlns:a16="http://schemas.microsoft.com/office/drawing/2014/main" id="{F6A30D42-2BA2-4885-84F0-AD0AB9B60D32}"/>
                </a:ext>
              </a:extLst>
            </p:cNvPr>
            <p:cNvGrpSpPr/>
            <p:nvPr/>
          </p:nvGrpSpPr>
          <p:grpSpPr>
            <a:xfrm>
              <a:off x="1392435" y="3520994"/>
              <a:ext cx="1013996" cy="1074423"/>
              <a:chOff x="5489283" y="3026169"/>
              <a:chExt cx="1013996" cy="1074423"/>
            </a:xfrm>
          </p:grpSpPr>
          <p:grpSp>
            <p:nvGrpSpPr>
              <p:cNvPr id="96" name="群組 95">
                <a:extLst>
                  <a:ext uri="{FF2B5EF4-FFF2-40B4-BE49-F238E27FC236}">
                    <a16:creationId xmlns:a16="http://schemas.microsoft.com/office/drawing/2014/main" id="{4094ACD7-CA0A-4487-A61E-375C56D56700}"/>
                  </a:ext>
                </a:extLst>
              </p:cNvPr>
              <p:cNvGrpSpPr/>
              <p:nvPr/>
            </p:nvGrpSpPr>
            <p:grpSpPr>
              <a:xfrm>
                <a:off x="5489283" y="3361927"/>
                <a:ext cx="1013996" cy="738665"/>
                <a:chOff x="5505677" y="3361927"/>
                <a:chExt cx="1013996" cy="738665"/>
              </a:xfrm>
            </p:grpSpPr>
            <p:grpSp>
              <p:nvGrpSpPr>
                <p:cNvPr id="99" name="群組 98">
                  <a:extLst>
                    <a:ext uri="{FF2B5EF4-FFF2-40B4-BE49-F238E27FC236}">
                      <a16:creationId xmlns:a16="http://schemas.microsoft.com/office/drawing/2014/main" id="{3F4175D0-47B8-4F15-9E7F-98D22CA50150}"/>
                    </a:ext>
                  </a:extLst>
                </p:cNvPr>
                <p:cNvGrpSpPr/>
                <p:nvPr/>
              </p:nvGrpSpPr>
              <p:grpSpPr>
                <a:xfrm>
                  <a:off x="5505677" y="3361927"/>
                  <a:ext cx="1013996" cy="738665"/>
                  <a:chOff x="1229360" y="931147"/>
                  <a:chExt cx="1013996" cy="738665"/>
                </a:xfrm>
              </p:grpSpPr>
              <mc:AlternateContent xmlns:mc="http://schemas.openxmlformats.org/markup-compatibility/2006" xmlns:a14="http://schemas.microsoft.com/office/drawing/2010/main">
                <mc:Choice Requires="a14">
                  <p:sp>
                    <p:nvSpPr>
                      <p:cNvPr id="101" name="文字方塊 100">
                        <a:extLst>
                          <a:ext uri="{FF2B5EF4-FFF2-40B4-BE49-F238E27FC236}">
                            <a16:creationId xmlns:a16="http://schemas.microsoft.com/office/drawing/2014/main" id="{81C0D400-DEE6-422F-8A3D-D8F4E92CAC8A}"/>
                          </a:ext>
                        </a:extLst>
                      </p:cNvPr>
                      <p:cNvSpPr txBox="1"/>
                      <p:nvPr/>
                    </p:nvSpPr>
                    <p:spPr>
                      <a:xfrm>
                        <a:off x="1229360" y="1300480"/>
                        <a:ext cx="1013996" cy="369332"/>
                      </a:xfrm>
                      <a:prstGeom prst="rect">
                        <a:avLst/>
                      </a:prstGeom>
                      <a:noFill/>
                    </p:spPr>
                    <p:txBody>
                      <a:bodyPr wrap="none" rtlCol="0">
                        <a:spAutoFit/>
                      </a:bodyPr>
                      <a:lstStyle/>
                      <a:p>
                        <a14:m>
                          <m:oMath xmlns:m="http://schemas.openxmlformats.org/officeDocument/2006/math">
                            <m:sSub>
                              <m:sSubPr>
                                <m:ctrlPr>
                                  <a:rPr lang="en-US" altLang="zh-TW" b="0" i="1" smtClean="0">
                                    <a:latin typeface="Cambria Math" panose="02040503050406030204" pitchFamily="18" charset="0"/>
                                    <a:cs typeface="Times New Roman" panose="02020603050405020304" pitchFamily="18" charset="0"/>
                                  </a:rPr>
                                </m:ctrlPr>
                              </m:sSubPr>
                              <m:e>
                                <m:r>
                                  <m:rPr>
                                    <m:sty m:val="p"/>
                                  </m:rPr>
                                  <a:rPr lang="en-US" altLang="zh-TW" b="0" i="0" smtClean="0">
                                    <a:latin typeface="Cambria Math" panose="02040503050406030204" pitchFamily="18" charset="0"/>
                                    <a:cs typeface="Times New Roman" panose="02020603050405020304" pitchFamily="18" charset="0"/>
                                  </a:rPr>
                                  <m:t>P</m:t>
                                </m:r>
                              </m:e>
                              <m:sub>
                                <m:r>
                                  <a:rPr lang="en-US" altLang="zh-TW" b="0" i="0" smtClean="0">
                                    <a:latin typeface="Cambria Math" panose="02040503050406030204" pitchFamily="18" charset="0"/>
                                    <a:cs typeface="Times New Roman" panose="02020603050405020304" pitchFamily="18" charset="0"/>
                                  </a:rPr>
                                  <m:t>1</m:t>
                                </m:r>
                              </m:sub>
                            </m:sSub>
                          </m:oMath>
                        </a14:m>
                        <a:r>
                          <a:rPr lang="zh-TW" altLang="en-US">
                            <a:latin typeface="Times New Roman" panose="02020603050405020304" pitchFamily="18" charset="0"/>
                            <a:cs typeface="Times New Roman" panose="02020603050405020304" pitchFamily="18" charset="0"/>
                          </a:rPr>
                          <a:t> </a:t>
                        </a:r>
                        <a14:m>
                          <m:oMath xmlns:m="http://schemas.openxmlformats.org/officeDocument/2006/math">
                            <m:r>
                              <a:rPr lang="zh-TW" altLang="en-US" b="0" i="0">
                                <a:latin typeface="Cambria Math" panose="02040503050406030204" pitchFamily="18" charset="0"/>
                                <a:cs typeface="Times New Roman" panose="02020603050405020304" pitchFamily="18" charset="0"/>
                              </a:rPr>
                              <m:t> </m:t>
                            </m:r>
                            <m:sSub>
                              <m:sSubPr>
                                <m:ctrlPr>
                                  <a:rPr lang="en-US" altLang="zh-TW" b="0" i="1" smtClean="0">
                                    <a:latin typeface="Cambria Math" panose="02040503050406030204" pitchFamily="18" charset="0"/>
                                    <a:cs typeface="Times New Roman" panose="02020603050405020304" pitchFamily="18" charset="0"/>
                                  </a:rPr>
                                </m:ctrlPr>
                              </m:sSubPr>
                              <m:e>
                                <m:r>
                                  <m:rPr>
                                    <m:sty m:val="p"/>
                                  </m:rPr>
                                  <a:rPr lang="en-US" altLang="zh-TW" b="0" i="0" smtClean="0">
                                    <a:latin typeface="Cambria Math" panose="02040503050406030204" pitchFamily="18" charset="0"/>
                                    <a:cs typeface="Times New Roman" panose="02020603050405020304" pitchFamily="18" charset="0"/>
                                  </a:rPr>
                                  <m:t>P</m:t>
                                </m:r>
                              </m:e>
                              <m:sub>
                                <m:r>
                                  <a:rPr lang="en-US" altLang="zh-TW" i="0">
                                    <a:latin typeface="Cambria Math" panose="02040503050406030204" pitchFamily="18" charset="0"/>
                                    <a:cs typeface="Times New Roman" panose="02020603050405020304" pitchFamily="18" charset="0"/>
                                  </a:rPr>
                                  <m:t>2</m:t>
                                </m:r>
                              </m:sub>
                            </m:sSub>
                            <m:sSub>
                              <m:sSubPr>
                                <m:ctrlPr>
                                  <a:rPr lang="en-US" altLang="zh-TW" b="0" i="1" smtClean="0">
                                    <a:latin typeface="Cambria Math" panose="02040503050406030204" pitchFamily="18" charset="0"/>
                                    <a:cs typeface="Times New Roman" panose="02020603050405020304" pitchFamily="18" charset="0"/>
                                  </a:rPr>
                                </m:ctrlPr>
                              </m:sSubPr>
                              <m:e>
                                <m:r>
                                  <a:rPr lang="zh-TW" altLang="en-US" i="0">
                                    <a:latin typeface="Cambria Math" panose="02040503050406030204" pitchFamily="18" charset="0"/>
                                    <a:cs typeface="Times New Roman" panose="02020603050405020304" pitchFamily="18" charset="0"/>
                                  </a:rPr>
                                  <m:t>  </m:t>
                                </m:r>
                                <m:r>
                                  <m:rPr>
                                    <m:sty m:val="p"/>
                                  </m:rPr>
                                  <a:rPr lang="en-US" altLang="zh-TW" b="0" i="0" smtClean="0">
                                    <a:latin typeface="Cambria Math" panose="02040503050406030204" pitchFamily="18" charset="0"/>
                                    <a:cs typeface="Times New Roman" panose="02020603050405020304" pitchFamily="18" charset="0"/>
                                  </a:rPr>
                                  <m:t>P</m:t>
                                </m:r>
                              </m:e>
                              <m:sub>
                                <m:r>
                                  <a:rPr lang="en-US" altLang="zh-TW" i="0">
                                    <a:latin typeface="Cambria Math" panose="02040503050406030204" pitchFamily="18" charset="0"/>
                                    <a:cs typeface="Times New Roman" panose="02020603050405020304" pitchFamily="18" charset="0"/>
                                  </a:rPr>
                                  <m:t>3</m:t>
                                </m:r>
                              </m:sub>
                            </m:sSub>
                          </m:oMath>
                        </a14:m>
                        <a:endParaRPr lang="zh-TW" altLang="en-US">
                          <a:latin typeface="Times New Roman" panose="02020603050405020304" pitchFamily="18" charset="0"/>
                          <a:cs typeface="Times New Roman" panose="02020603050405020304" pitchFamily="18" charset="0"/>
                        </a:endParaRPr>
                      </a:p>
                    </p:txBody>
                  </p:sp>
                </mc:Choice>
                <mc:Fallback xmlns="">
                  <p:sp>
                    <p:nvSpPr>
                      <p:cNvPr id="244" name="文字方塊 243"/>
                      <p:cNvSpPr txBox="1">
                        <a:spLocks noRot="1" noChangeAspect="1" noMove="1" noResize="1" noEditPoints="1" noAdjustHandles="1" noChangeArrowheads="1" noChangeShapeType="1" noTextEdit="1"/>
                      </p:cNvSpPr>
                      <p:nvPr/>
                    </p:nvSpPr>
                    <p:spPr>
                      <a:xfrm>
                        <a:off x="1229360" y="1300480"/>
                        <a:ext cx="1013996" cy="369332"/>
                      </a:xfrm>
                      <a:prstGeom prst="rect">
                        <a:avLst/>
                      </a:prstGeom>
                      <a:blipFill rotWithShape="0">
                        <a:blip r:embed="rId40"/>
                        <a:stretch>
                          <a:fillRect/>
                        </a:stretch>
                      </a:blipFill>
                    </p:spPr>
                    <p:txBody>
                      <a:bodyPr/>
                      <a:lstStyle/>
                      <a:p>
                        <a:r>
                          <a:rPr lang="zh-TW" altLang="en-US">
                            <a:noFill/>
                          </a:rPr>
                          <a:t> </a:t>
                        </a:r>
                      </a:p>
                    </p:txBody>
                  </p:sp>
                </mc:Fallback>
              </mc:AlternateContent>
              <p:sp>
                <p:nvSpPr>
                  <p:cNvPr id="102" name="文字方塊 101">
                    <a:extLst>
                      <a:ext uri="{FF2B5EF4-FFF2-40B4-BE49-F238E27FC236}">
                        <a16:creationId xmlns:a16="http://schemas.microsoft.com/office/drawing/2014/main" id="{BAAC224B-578D-4F9A-9043-B7A3A4F7CF23}"/>
                      </a:ext>
                    </a:extLst>
                  </p:cNvPr>
                  <p:cNvSpPr txBox="1"/>
                  <p:nvPr/>
                </p:nvSpPr>
                <p:spPr>
                  <a:xfrm>
                    <a:off x="1614131" y="931147"/>
                    <a:ext cx="588623" cy="369332"/>
                  </a:xfrm>
                  <a:prstGeom prst="rect">
                    <a:avLst/>
                  </a:prstGeom>
                  <a:noFill/>
                </p:spPr>
                <p:txBody>
                  <a:bodyPr wrap="none" rtlCol="0">
                    <a:spAutoFit/>
                  </a:bodyPr>
                  <a:lstStyle/>
                  <a:p>
                    <a:r>
                      <a:rPr lang="en-US" altLang="zh-TW">
                        <a:latin typeface="Times New Roman" panose="02020603050405020304" pitchFamily="18" charset="0"/>
                        <a:cs typeface="Times New Roman" panose="02020603050405020304" pitchFamily="18" charset="0"/>
                      </a:rPr>
                      <a:t>8</a:t>
                    </a:r>
                    <a:r>
                      <a:rPr lang="zh-TW" altLang="en-US">
                        <a:latin typeface="Times New Roman" panose="02020603050405020304" pitchFamily="18" charset="0"/>
                        <a:cs typeface="Times New Roman" panose="02020603050405020304" pitchFamily="18" charset="0"/>
                      </a:rPr>
                      <a:t>   </a:t>
                    </a:r>
                    <a:r>
                      <a:rPr lang="en-US" altLang="zh-TW">
                        <a:latin typeface="Times New Roman" panose="02020603050405020304" pitchFamily="18" charset="0"/>
                        <a:cs typeface="Times New Roman" panose="02020603050405020304" pitchFamily="18" charset="0"/>
                      </a:rPr>
                      <a:t>9</a:t>
                    </a:r>
                    <a:endParaRPr lang="zh-TW" altLang="en-US">
                      <a:latin typeface="Times New Roman" panose="02020603050405020304" pitchFamily="18" charset="0"/>
                      <a:cs typeface="Times New Roman" panose="02020603050405020304" pitchFamily="18" charset="0"/>
                    </a:endParaRPr>
                  </a:p>
                </p:txBody>
              </p:sp>
            </p:grpSp>
            <p:cxnSp>
              <p:nvCxnSpPr>
                <p:cNvPr id="100" name="直線接點 99">
                  <a:extLst>
                    <a:ext uri="{FF2B5EF4-FFF2-40B4-BE49-F238E27FC236}">
                      <a16:creationId xmlns:a16="http://schemas.microsoft.com/office/drawing/2014/main" id="{19989498-4B92-42BF-B6E3-EAC1A411623E}"/>
                    </a:ext>
                  </a:extLst>
                </p:cNvPr>
                <p:cNvCxnSpPr/>
                <p:nvPr/>
              </p:nvCxnSpPr>
              <p:spPr>
                <a:xfrm>
                  <a:off x="5564170" y="3731260"/>
                  <a:ext cx="95449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97" name="文字方塊 96">
                    <a:extLst>
                      <a:ext uri="{FF2B5EF4-FFF2-40B4-BE49-F238E27FC236}">
                        <a16:creationId xmlns:a16="http://schemas.microsoft.com/office/drawing/2014/main" id="{96E9EB68-6D7C-40DB-A4CD-E026AA2B0123}"/>
                      </a:ext>
                    </a:extLst>
                  </p:cNvPr>
                  <p:cNvSpPr txBox="1"/>
                  <p:nvPr/>
                </p:nvSpPr>
                <p:spPr>
                  <a:xfrm>
                    <a:off x="5807456" y="3026169"/>
                    <a:ext cx="300636"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zh-TW" altLang="en-US" i="0">
                              <a:latin typeface="Cambria Math" panose="02040503050406030204" pitchFamily="18" charset="0"/>
                              <a:cs typeface="Times New Roman" panose="02020603050405020304" pitchFamily="18" charset="0"/>
                            </a:rPr>
                            <m:t> </m:t>
                          </m:r>
                          <m:r>
                            <a:rPr lang="en-US" altLang="zh-TW" i="0" smtClean="0">
                              <a:latin typeface="Cambria Math" panose="02040503050406030204" pitchFamily="18" charset="0"/>
                              <a:cs typeface="Times New Roman" panose="02020603050405020304" pitchFamily="18" charset="0"/>
                            </a:rPr>
                            <m:t>4</m:t>
                          </m:r>
                        </m:oMath>
                      </m:oMathPara>
                    </a14:m>
                    <a:endParaRPr lang="zh-TW" altLang="en-US">
                      <a:latin typeface="Times New Roman" panose="02020603050405020304" pitchFamily="18" charset="0"/>
                      <a:cs typeface="Times New Roman" panose="02020603050405020304" pitchFamily="18" charset="0"/>
                    </a:endParaRPr>
                  </a:p>
                </p:txBody>
              </p:sp>
            </mc:Choice>
            <mc:Fallback xmlns="">
              <p:sp>
                <p:nvSpPr>
                  <p:cNvPr id="240" name="文字方塊 239"/>
                  <p:cNvSpPr txBox="1">
                    <a:spLocks noRot="1" noChangeAspect="1" noMove="1" noResize="1" noEditPoints="1" noAdjustHandles="1" noChangeArrowheads="1" noChangeShapeType="1" noTextEdit="1"/>
                  </p:cNvSpPr>
                  <p:nvPr/>
                </p:nvSpPr>
                <p:spPr>
                  <a:xfrm>
                    <a:off x="5807456" y="3026169"/>
                    <a:ext cx="300636" cy="369332"/>
                  </a:xfrm>
                  <a:prstGeom prst="rect">
                    <a:avLst/>
                  </a:prstGeom>
                  <a:blipFill rotWithShape="0">
                    <a:blip r:embed="rId3"/>
                    <a:stretch>
                      <a:fillRect r="-1632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98" name="文字方塊 97">
                    <a:extLst>
                      <a:ext uri="{FF2B5EF4-FFF2-40B4-BE49-F238E27FC236}">
                        <a16:creationId xmlns:a16="http://schemas.microsoft.com/office/drawing/2014/main" id="{6CA6B8B6-553D-4489-9476-2E6C38B47CE3}"/>
                      </a:ext>
                    </a:extLst>
                  </p:cNvPr>
                  <p:cNvSpPr txBox="1"/>
                  <p:nvPr/>
                </p:nvSpPr>
                <p:spPr>
                  <a:xfrm>
                    <a:off x="6108091" y="3026169"/>
                    <a:ext cx="296646" cy="369332"/>
                  </a:xfrm>
                  <a:prstGeom prst="rect">
                    <a:avLst/>
                  </a:prstGeom>
                  <a:noFill/>
                </p:spPr>
                <p:txBody>
                  <a:bodyPr wrap="square" rtlCol="0">
                    <a:spAutoFit/>
                  </a:bodyPr>
                  <a:lstStyle/>
                  <a:p>
                    <a:pPr/>
                    <a14:m>
                      <m:oMathPara xmlns:m="http://schemas.openxmlformats.org/officeDocument/2006/math">
                        <m:oMathParaPr>
                          <m:jc m:val="center"/>
                        </m:oMathParaPr>
                        <m:oMath xmlns:m="http://schemas.openxmlformats.org/officeDocument/2006/math">
                          <m:r>
                            <a:rPr lang="zh-TW" altLang="en-US" b="1">
                              <a:solidFill>
                                <a:srgbClr val="FF0000"/>
                              </a:solidFill>
                              <a:latin typeface="Cambria Math" panose="02040503050406030204" pitchFamily="18" charset="0"/>
                              <a:cs typeface="Times New Roman" panose="02020603050405020304" pitchFamily="18" charset="0"/>
                            </a:rPr>
                            <m:t> </m:t>
                          </m:r>
                          <m:r>
                            <a:rPr lang="en-US" altLang="zh-TW" b="1">
                              <a:solidFill>
                                <a:srgbClr val="FF0000"/>
                              </a:solidFill>
                              <a:latin typeface="Cambria Math" panose="02040503050406030204" pitchFamily="18" charset="0"/>
                              <a:cs typeface="Times New Roman" panose="02020603050405020304" pitchFamily="18" charset="0"/>
                            </a:rPr>
                            <m:t>𝟓</m:t>
                          </m:r>
                        </m:oMath>
                      </m:oMathPara>
                    </a14:m>
                    <a:endParaRPr lang="zh-TW" altLang="en-US" b="1" dirty="0">
                      <a:solidFill>
                        <a:srgbClr val="FF0000"/>
                      </a:solidFill>
                      <a:latin typeface="Cambria Math" panose="02040503050406030204" pitchFamily="18" charset="0"/>
                      <a:cs typeface="Times New Roman" panose="02020603050405020304" pitchFamily="18" charset="0"/>
                    </a:endParaRPr>
                  </a:p>
                </p:txBody>
              </p:sp>
            </mc:Choice>
            <mc:Fallback xmlns="">
              <p:sp>
                <p:nvSpPr>
                  <p:cNvPr id="98" name="文字方塊 97">
                    <a:extLst>
                      <a:ext uri="{FF2B5EF4-FFF2-40B4-BE49-F238E27FC236}">
                        <a16:creationId xmlns:a16="http://schemas.microsoft.com/office/drawing/2014/main" id="{6CA6B8B6-553D-4489-9476-2E6C38B47CE3}"/>
                      </a:ext>
                    </a:extLst>
                  </p:cNvPr>
                  <p:cNvSpPr txBox="1">
                    <a:spLocks noRot="1" noChangeAspect="1" noMove="1" noResize="1" noEditPoints="1" noAdjustHandles="1" noChangeArrowheads="1" noChangeShapeType="1" noTextEdit="1"/>
                  </p:cNvSpPr>
                  <p:nvPr/>
                </p:nvSpPr>
                <p:spPr>
                  <a:xfrm>
                    <a:off x="6108091" y="3026169"/>
                    <a:ext cx="296646" cy="369332"/>
                  </a:xfrm>
                  <a:prstGeom prst="rect">
                    <a:avLst/>
                  </a:prstGeom>
                  <a:blipFill>
                    <a:blip r:embed="rId43"/>
                    <a:stretch>
                      <a:fillRect r="-22449"/>
                    </a:stretch>
                  </a:blipFill>
                </p:spPr>
                <p:txBody>
                  <a:bodyPr/>
                  <a:lstStyle/>
                  <a:p>
                    <a:r>
                      <a:rPr lang="zh-TW" altLang="en-US">
                        <a:noFill/>
                      </a:rPr>
                      <a:t> </a:t>
                    </a:r>
                  </a:p>
                </p:txBody>
              </p:sp>
            </mc:Fallback>
          </mc:AlternateContent>
        </p:grpSp>
        <mc:AlternateContent xmlns:mc="http://schemas.openxmlformats.org/markup-compatibility/2006" xmlns:a14="http://schemas.microsoft.com/office/drawing/2010/main">
          <mc:Choice Requires="a14">
            <p:sp>
              <p:nvSpPr>
                <p:cNvPr id="95" name="矩形 94">
                  <a:extLst>
                    <a:ext uri="{FF2B5EF4-FFF2-40B4-BE49-F238E27FC236}">
                      <a16:creationId xmlns:a16="http://schemas.microsoft.com/office/drawing/2014/main" id="{615C18CD-D210-43C3-9116-5EF5403EA78E}"/>
                    </a:ext>
                  </a:extLst>
                </p:cNvPr>
                <p:cNvSpPr/>
                <p:nvPr/>
              </p:nvSpPr>
              <p:spPr>
                <a:xfrm>
                  <a:off x="1406905" y="3867943"/>
                  <a:ext cx="365806"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i="0" smtClean="0">
                            <a:latin typeface="Cambria Math" panose="02040503050406030204" pitchFamily="18" charset="0"/>
                            <a:cs typeface="Times New Roman" panose="02020603050405020304" pitchFamily="18" charset="0"/>
                          </a:rPr>
                          <m:t>2</m:t>
                        </m:r>
                      </m:oMath>
                    </m:oMathPara>
                  </a14:m>
                  <a:endParaRPr lang="zh-TW" altLang="en-US"/>
                </a:p>
              </p:txBody>
            </p:sp>
          </mc:Choice>
          <mc:Fallback xmlns="">
            <p:sp>
              <p:nvSpPr>
                <p:cNvPr id="95" name="矩形 94">
                  <a:extLst>
                    <a:ext uri="{FF2B5EF4-FFF2-40B4-BE49-F238E27FC236}">
                      <a16:creationId xmlns:a16="http://schemas.microsoft.com/office/drawing/2014/main" id="{615C18CD-D210-43C3-9116-5EF5403EA78E}"/>
                    </a:ext>
                  </a:extLst>
                </p:cNvPr>
                <p:cNvSpPr>
                  <a:spLocks noRot="1" noChangeAspect="1" noMove="1" noResize="1" noEditPoints="1" noAdjustHandles="1" noChangeArrowheads="1" noChangeShapeType="1" noTextEdit="1"/>
                </p:cNvSpPr>
                <p:nvPr/>
              </p:nvSpPr>
              <p:spPr>
                <a:xfrm>
                  <a:off x="1406905" y="3867943"/>
                  <a:ext cx="365806" cy="369332"/>
                </a:xfrm>
                <a:prstGeom prst="rect">
                  <a:avLst/>
                </a:prstGeom>
                <a:blipFill>
                  <a:blip r:embed="rId41"/>
                  <a:stretch>
                    <a:fillRect/>
                  </a:stretch>
                </a:blipFill>
              </p:spPr>
              <p:txBody>
                <a:bodyPr/>
                <a:lstStyle/>
                <a:p>
                  <a:r>
                    <a:rPr lang="zh-TW" altLang="en-US">
                      <a:noFill/>
                    </a:rPr>
                    <a:t> </a:t>
                  </a:r>
                </a:p>
              </p:txBody>
            </p:sp>
          </mc:Fallback>
        </mc:AlternateContent>
      </p:grpSp>
      <p:cxnSp>
        <p:nvCxnSpPr>
          <p:cNvPr id="103" name="直線單箭頭接點 102">
            <a:extLst>
              <a:ext uri="{FF2B5EF4-FFF2-40B4-BE49-F238E27FC236}">
                <a16:creationId xmlns:a16="http://schemas.microsoft.com/office/drawing/2014/main" id="{EEAC0369-AE77-4354-B749-481E174FF733}"/>
              </a:ext>
            </a:extLst>
          </p:cNvPr>
          <p:cNvCxnSpPr/>
          <p:nvPr/>
        </p:nvCxnSpPr>
        <p:spPr>
          <a:xfrm>
            <a:off x="2933601" y="2817551"/>
            <a:ext cx="33528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4" name="直線單箭頭接點 103">
            <a:extLst>
              <a:ext uri="{FF2B5EF4-FFF2-40B4-BE49-F238E27FC236}">
                <a16:creationId xmlns:a16="http://schemas.microsoft.com/office/drawing/2014/main" id="{08C50A83-4652-456F-9EBE-2C4291DB70BF}"/>
              </a:ext>
            </a:extLst>
          </p:cNvPr>
          <p:cNvCxnSpPr/>
          <p:nvPr/>
        </p:nvCxnSpPr>
        <p:spPr>
          <a:xfrm>
            <a:off x="4533495" y="2817551"/>
            <a:ext cx="33528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5" name="直線單箭頭接點 104">
            <a:extLst>
              <a:ext uri="{FF2B5EF4-FFF2-40B4-BE49-F238E27FC236}">
                <a16:creationId xmlns:a16="http://schemas.microsoft.com/office/drawing/2014/main" id="{FD956956-BCC1-4E58-A461-70758022BAF6}"/>
              </a:ext>
            </a:extLst>
          </p:cNvPr>
          <p:cNvCxnSpPr/>
          <p:nvPr/>
        </p:nvCxnSpPr>
        <p:spPr>
          <a:xfrm>
            <a:off x="6503358" y="2817551"/>
            <a:ext cx="33528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7" name="直線單箭頭接點 106">
            <a:extLst>
              <a:ext uri="{FF2B5EF4-FFF2-40B4-BE49-F238E27FC236}">
                <a16:creationId xmlns:a16="http://schemas.microsoft.com/office/drawing/2014/main" id="{116A6C49-5C56-456F-8D8D-181A7D4B5E92}"/>
              </a:ext>
            </a:extLst>
          </p:cNvPr>
          <p:cNvCxnSpPr/>
          <p:nvPr/>
        </p:nvCxnSpPr>
        <p:spPr>
          <a:xfrm>
            <a:off x="570805" y="4620249"/>
            <a:ext cx="33528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8" name="直線單箭頭接點 107">
            <a:extLst>
              <a:ext uri="{FF2B5EF4-FFF2-40B4-BE49-F238E27FC236}">
                <a16:creationId xmlns:a16="http://schemas.microsoft.com/office/drawing/2014/main" id="{83560D84-0F94-4F21-9FCD-7893A7828FC2}"/>
              </a:ext>
            </a:extLst>
          </p:cNvPr>
          <p:cNvCxnSpPr/>
          <p:nvPr/>
        </p:nvCxnSpPr>
        <p:spPr>
          <a:xfrm>
            <a:off x="2325150" y="4620249"/>
            <a:ext cx="33528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9" name="直線單箭頭接點 108">
            <a:extLst>
              <a:ext uri="{FF2B5EF4-FFF2-40B4-BE49-F238E27FC236}">
                <a16:creationId xmlns:a16="http://schemas.microsoft.com/office/drawing/2014/main" id="{8E551238-8505-44AF-A15D-3ABA2821CB1A}"/>
              </a:ext>
            </a:extLst>
          </p:cNvPr>
          <p:cNvCxnSpPr/>
          <p:nvPr/>
        </p:nvCxnSpPr>
        <p:spPr>
          <a:xfrm>
            <a:off x="4404360" y="4620249"/>
            <a:ext cx="33528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0" name="直線單箭頭接點 109">
            <a:extLst>
              <a:ext uri="{FF2B5EF4-FFF2-40B4-BE49-F238E27FC236}">
                <a16:creationId xmlns:a16="http://schemas.microsoft.com/office/drawing/2014/main" id="{7CAEB58F-21E1-4BC9-A9B6-7861F2EB0EE8}"/>
              </a:ext>
            </a:extLst>
          </p:cNvPr>
          <p:cNvCxnSpPr/>
          <p:nvPr/>
        </p:nvCxnSpPr>
        <p:spPr>
          <a:xfrm>
            <a:off x="6503358" y="4620249"/>
            <a:ext cx="33528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1" name="標題 1">
                <a:extLst>
                  <a:ext uri="{FF2B5EF4-FFF2-40B4-BE49-F238E27FC236}">
                    <a16:creationId xmlns:a16="http://schemas.microsoft.com/office/drawing/2014/main" id="{88A1B601-A83A-4342-8ABE-4DD71B6B282F}"/>
                  </a:ext>
                </a:extLst>
              </p:cNvPr>
              <p:cNvSpPr txBox="1">
                <a:spLocks/>
              </p:cNvSpPr>
              <p:nvPr/>
            </p:nvSpPr>
            <p:spPr>
              <a:xfrm>
                <a:off x="574474" y="5351802"/>
                <a:ext cx="7886700" cy="5833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14:m>
                  <m:oMathPara xmlns:m="http://schemas.openxmlformats.org/officeDocument/2006/math">
                    <m:oMathParaPr>
                      <m:jc m:val="left"/>
                    </m:oMathParaPr>
                    <m:oMath xmlns:m="http://schemas.openxmlformats.org/officeDocument/2006/math">
                      <m:r>
                        <a:rPr lang="en-US" altLang="zh-TW" sz="2800" b="0" i="1" smtClean="0">
                          <a:latin typeface="Cambria Math" panose="02040503050406030204" pitchFamily="18" charset="0"/>
                          <a:cs typeface="Times New Roman" panose="02020603050405020304" pitchFamily="18" charset="0"/>
                        </a:rPr>
                        <m:t>𝑙𝑖𝑠</m:t>
                      </m:r>
                      <m:d>
                        <m:dPr>
                          <m:ctrlPr>
                            <a:rPr lang="en-US" altLang="zh-TW" sz="2800" b="0" i="1" smtClean="0">
                              <a:latin typeface="Cambria Math" panose="02040503050406030204" pitchFamily="18" charset="0"/>
                              <a:cs typeface="Times New Roman" panose="02020603050405020304" pitchFamily="18" charset="0"/>
                            </a:rPr>
                          </m:ctrlPr>
                        </m:dPr>
                        <m:e>
                          <m:r>
                            <a:rPr lang="zh-TW" altLang="en-US" sz="2800" b="0" i="1" smtClean="0">
                              <a:latin typeface="Cambria Math" panose="02040503050406030204" pitchFamily="18" charset="0"/>
                              <a:cs typeface="Times New Roman" panose="02020603050405020304" pitchFamily="18" charset="0"/>
                            </a:rPr>
                            <m:t>𝜏</m:t>
                          </m:r>
                        </m:e>
                      </m:d>
                      <m:r>
                        <a:rPr lang="en-US" altLang="zh-TW" sz="2800" b="0" i="1" smtClean="0">
                          <a:latin typeface="Cambria Math" panose="02040503050406030204" pitchFamily="18" charset="0"/>
                          <a:cs typeface="Times New Roman" panose="02020603050405020304" pitchFamily="18" charset="0"/>
                        </a:rPr>
                        <m:t>=4</m:t>
                      </m:r>
                    </m:oMath>
                  </m:oMathPara>
                </a14:m>
                <a:endParaRPr lang="zh-TW" altLang="en-US" sz="2800" dirty="0">
                  <a:latin typeface="Times New Roman" panose="02020603050405020304" pitchFamily="18" charset="0"/>
                  <a:cs typeface="Times New Roman" panose="02020603050405020304" pitchFamily="18" charset="0"/>
                </a:endParaRPr>
              </a:p>
            </p:txBody>
          </p:sp>
        </mc:Choice>
        <mc:Fallback xmlns="">
          <p:sp>
            <p:nvSpPr>
              <p:cNvPr id="111" name="標題 1">
                <a:extLst>
                  <a:ext uri="{FF2B5EF4-FFF2-40B4-BE49-F238E27FC236}">
                    <a16:creationId xmlns:a16="http://schemas.microsoft.com/office/drawing/2014/main" id="{88A1B601-A83A-4342-8ABE-4DD71B6B282F}"/>
                  </a:ext>
                </a:extLst>
              </p:cNvPr>
              <p:cNvSpPr txBox="1">
                <a:spLocks noRot="1" noChangeAspect="1" noMove="1" noResize="1" noEditPoints="1" noAdjustHandles="1" noChangeArrowheads="1" noChangeShapeType="1" noTextEdit="1"/>
              </p:cNvSpPr>
              <p:nvPr/>
            </p:nvSpPr>
            <p:spPr>
              <a:xfrm>
                <a:off x="574474" y="5351802"/>
                <a:ext cx="7886700" cy="583367"/>
              </a:xfrm>
              <a:prstGeom prst="rect">
                <a:avLst/>
              </a:prstGeom>
              <a:blipFill>
                <a:blip r:embed="rId46"/>
                <a:stretch>
                  <a:fillRect l="-464"/>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12" name="標題 1">
                <a:extLst>
                  <a:ext uri="{FF2B5EF4-FFF2-40B4-BE49-F238E27FC236}">
                    <a16:creationId xmlns:a16="http://schemas.microsoft.com/office/drawing/2014/main" id="{160C2DB3-3B85-4264-B345-1FE051B43411}"/>
                  </a:ext>
                </a:extLst>
              </p:cNvPr>
              <p:cNvSpPr txBox="1">
                <a:spLocks/>
              </p:cNvSpPr>
              <p:nvPr/>
            </p:nvSpPr>
            <p:spPr>
              <a:xfrm>
                <a:off x="4824054" y="5894020"/>
                <a:ext cx="3558333" cy="5833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14:m>
                  <m:oMathPara xmlns:m="http://schemas.openxmlformats.org/officeDocument/2006/math">
                    <m:oMathParaPr>
                      <m:jc m:val="center"/>
                    </m:oMathParaPr>
                    <m:oMath xmlns:m="http://schemas.openxmlformats.org/officeDocument/2006/math">
                      <m:r>
                        <m:rPr>
                          <m:nor/>
                        </m:rPr>
                        <a:rPr lang="en-US" altLang="zh-TW" sz="2400" b="0" i="0" dirty="0" smtClean="0">
                          <a:solidFill>
                            <a:srgbClr val="0070C0"/>
                          </a:solidFill>
                          <a:latin typeface="Times New Roman" panose="02020603050405020304" pitchFamily="18" charset="0"/>
                          <a:cs typeface="Times New Roman" panose="02020603050405020304" pitchFamily="18" charset="0"/>
                        </a:rPr>
                        <m:t>O</m:t>
                      </m:r>
                      <m:r>
                        <m:rPr>
                          <m:nor/>
                        </m:rPr>
                        <a:rPr lang="en-US" altLang="zh-TW" sz="2400" dirty="0" smtClean="0">
                          <a:solidFill>
                            <a:srgbClr val="0070C0"/>
                          </a:solidFill>
                          <a:latin typeface="Times New Roman" panose="02020603050405020304" pitchFamily="18" charset="0"/>
                          <a:cs typeface="Times New Roman" panose="02020603050405020304" pitchFamily="18" charset="0"/>
                        </a:rPr>
                        <m:t>(</m:t>
                      </m:r>
                      <m:r>
                        <a:rPr lang="en-US" altLang="zh-TW" sz="2400" i="1">
                          <a:solidFill>
                            <a:srgbClr val="0070C0"/>
                          </a:solidFill>
                          <a:latin typeface="Cambria Math" panose="02040503050406030204" pitchFamily="18" charset="0"/>
                        </a:rPr>
                        <m:t>𝑛</m:t>
                      </m:r>
                      <m:func>
                        <m:funcPr>
                          <m:ctrlPr>
                            <a:rPr lang="en-US" altLang="zh-TW" sz="2400" i="1">
                              <a:solidFill>
                                <a:srgbClr val="0070C0"/>
                              </a:solidFill>
                              <a:latin typeface="Cambria Math" panose="02040503050406030204" pitchFamily="18" charset="0"/>
                            </a:rPr>
                          </m:ctrlPr>
                        </m:funcPr>
                        <m:fName>
                          <m:r>
                            <m:rPr>
                              <m:sty m:val="p"/>
                            </m:rPr>
                            <a:rPr lang="en-US" altLang="zh-TW" sz="2400">
                              <a:solidFill>
                                <a:srgbClr val="0070C0"/>
                              </a:solidFill>
                              <a:latin typeface="Cambria Math" panose="02040503050406030204" pitchFamily="18" charset="0"/>
                            </a:rPr>
                            <m:t>log</m:t>
                          </m:r>
                        </m:fName>
                        <m:e>
                          <m:r>
                            <a:rPr lang="en-US" altLang="zh-TW" sz="2400" i="1">
                              <a:solidFill>
                                <a:srgbClr val="0070C0"/>
                              </a:solidFill>
                              <a:latin typeface="Cambria Math" panose="02040503050406030204" pitchFamily="18" charset="0"/>
                            </a:rPr>
                            <m:t>𝑛</m:t>
                          </m:r>
                        </m:e>
                      </m:func>
                      <m:r>
                        <m:rPr>
                          <m:nor/>
                        </m:rPr>
                        <a:rPr lang="en-US" altLang="zh-TW" sz="2400" dirty="0">
                          <a:solidFill>
                            <a:srgbClr val="0070C0"/>
                          </a:solidFill>
                          <a:latin typeface="Times New Roman" panose="02020603050405020304" pitchFamily="18" charset="0"/>
                          <a:cs typeface="Times New Roman" panose="02020603050405020304" pitchFamily="18" charset="0"/>
                        </a:rPr>
                        <m:t>) </m:t>
                      </m:r>
                      <m:r>
                        <m:rPr>
                          <m:nor/>
                        </m:rPr>
                        <a:rPr lang="en-US" altLang="zh-TW" sz="2400" dirty="0">
                          <a:solidFill>
                            <a:srgbClr val="0070C0"/>
                          </a:solidFill>
                          <a:latin typeface="Times New Roman" panose="02020603050405020304" pitchFamily="18" charset="0"/>
                          <a:cs typeface="Times New Roman" panose="02020603050405020304" pitchFamily="18" charset="0"/>
                        </a:rPr>
                        <m:t>time</m:t>
                      </m:r>
                      <m:r>
                        <m:rPr>
                          <m:nor/>
                        </m:rPr>
                        <a:rPr lang="en-US" altLang="zh-TW" sz="2400" dirty="0">
                          <a:solidFill>
                            <a:srgbClr val="0070C0"/>
                          </a:solidFill>
                          <a:latin typeface="Times New Roman" panose="02020603050405020304" pitchFamily="18" charset="0"/>
                          <a:cs typeface="Times New Roman" panose="02020603050405020304" pitchFamily="18" charset="0"/>
                        </a:rPr>
                        <m:t> </m:t>
                      </m:r>
                      <m:r>
                        <m:rPr>
                          <m:nor/>
                        </m:rPr>
                        <a:rPr lang="en-US" altLang="zh-TW" sz="2400" dirty="0">
                          <a:solidFill>
                            <a:srgbClr val="0070C0"/>
                          </a:solidFill>
                          <a:latin typeface="Times New Roman" panose="02020603050405020304" pitchFamily="18" charset="0"/>
                          <a:cs typeface="Times New Roman" panose="02020603050405020304" pitchFamily="18" charset="0"/>
                        </a:rPr>
                        <m:t>and</m:t>
                      </m:r>
                      <m:r>
                        <m:rPr>
                          <m:nor/>
                        </m:rPr>
                        <a:rPr lang="en-US" altLang="zh-TW" sz="2400" dirty="0">
                          <a:solidFill>
                            <a:srgbClr val="0070C0"/>
                          </a:solidFill>
                          <a:latin typeface="Times New Roman" panose="02020603050405020304" pitchFamily="18" charset="0"/>
                          <a:cs typeface="Times New Roman" panose="02020603050405020304" pitchFamily="18" charset="0"/>
                        </a:rPr>
                        <m:t> </m:t>
                      </m:r>
                      <m:r>
                        <m:rPr>
                          <m:nor/>
                        </m:rPr>
                        <a:rPr lang="en-US" altLang="zh-TW" sz="2400" dirty="0">
                          <a:solidFill>
                            <a:srgbClr val="0070C0"/>
                          </a:solidFill>
                          <a:latin typeface="Times New Roman" panose="02020603050405020304" pitchFamily="18" charset="0"/>
                          <a:cs typeface="Times New Roman" panose="02020603050405020304" pitchFamily="18" charset="0"/>
                        </a:rPr>
                        <m:t>space</m:t>
                      </m:r>
                    </m:oMath>
                  </m:oMathPara>
                </a14:m>
                <a:endParaRPr lang="zh-TW" altLang="en-US" sz="2400" dirty="0">
                  <a:solidFill>
                    <a:srgbClr val="0070C0"/>
                  </a:solidFill>
                  <a:latin typeface="Times New Roman" panose="02020603050405020304" pitchFamily="18" charset="0"/>
                  <a:cs typeface="Times New Roman" panose="02020603050405020304" pitchFamily="18" charset="0"/>
                </a:endParaRPr>
              </a:p>
            </p:txBody>
          </p:sp>
        </mc:Choice>
        <mc:Fallback xmlns="">
          <p:sp>
            <p:nvSpPr>
              <p:cNvPr id="112" name="標題 1">
                <a:extLst>
                  <a:ext uri="{FF2B5EF4-FFF2-40B4-BE49-F238E27FC236}">
                    <a16:creationId xmlns:a16="http://schemas.microsoft.com/office/drawing/2014/main" id="{160C2DB3-3B85-4264-B345-1FE051B43411}"/>
                  </a:ext>
                </a:extLst>
              </p:cNvPr>
              <p:cNvSpPr txBox="1">
                <a:spLocks noRot="1" noChangeAspect="1" noMove="1" noResize="1" noEditPoints="1" noAdjustHandles="1" noChangeArrowheads="1" noChangeShapeType="1" noTextEdit="1"/>
              </p:cNvSpPr>
              <p:nvPr/>
            </p:nvSpPr>
            <p:spPr>
              <a:xfrm>
                <a:off x="4824054" y="5894020"/>
                <a:ext cx="3558333" cy="583367"/>
              </a:xfrm>
              <a:prstGeom prst="rect">
                <a:avLst/>
              </a:prstGeom>
              <a:blipFill>
                <a:blip r:embed="rId47"/>
                <a:stretch>
                  <a:fillRect b="-1042"/>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7758893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471956" y="414725"/>
            <a:ext cx="7886700" cy="583367"/>
          </a:xfrm>
        </p:spPr>
        <p:txBody>
          <a:bodyPr>
            <a:normAutofit/>
          </a:bodyPr>
          <a:lstStyle/>
          <a:p>
            <a:r>
              <a:rPr lang="en-US" altLang="zh-TW" sz="3200" dirty="0">
                <a:latin typeface="Times New Roman" panose="02020603050405020304" pitchFamily="18" charset="0"/>
                <a:cs typeface="Times New Roman" panose="02020603050405020304" pitchFamily="18" charset="0"/>
              </a:rPr>
              <a:t>Patience Sorting - Time and Space Complexity</a:t>
            </a:r>
            <a:endParaRPr lang="zh-TW" altLang="en-US" sz="32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EC242670-B200-4340-9830-52717E351455}"/>
              </a:ext>
            </a:extLst>
          </p:cNvPr>
          <p:cNvSpPr>
            <a:spLocks noGrp="1"/>
          </p:cNvSpPr>
          <p:nvPr>
            <p:ph type="sldNum" sz="quarter" idx="12"/>
          </p:nvPr>
        </p:nvSpPr>
        <p:spPr/>
        <p:txBody>
          <a:bodyPr/>
          <a:lstStyle/>
          <a:p>
            <a:fld id="{872633CA-77E0-4863-94F8-E28139DFB2B4}" type="slidenum">
              <a:rPr lang="zh-TW" altLang="en-US" smtClean="0"/>
              <a:t>4</a:t>
            </a:fld>
            <a:endParaRPr lang="zh-TW" altLang="en-US"/>
          </a:p>
        </p:txBody>
      </p:sp>
      <mc:AlternateContent xmlns:mc="http://schemas.openxmlformats.org/markup-compatibility/2006" xmlns:a14="http://schemas.microsoft.com/office/drawing/2010/main">
        <mc:Choice Requires="a14">
          <p:sp>
            <p:nvSpPr>
              <p:cNvPr id="105" name="標題 1">
                <a:extLst>
                  <a:ext uri="{FF2B5EF4-FFF2-40B4-BE49-F238E27FC236}">
                    <a16:creationId xmlns:a16="http://schemas.microsoft.com/office/drawing/2014/main" id="{E886ED64-BEEF-4E2C-BA18-8FBD9245A2E5}"/>
                  </a:ext>
                </a:extLst>
              </p:cNvPr>
              <p:cNvSpPr txBox="1">
                <a:spLocks/>
              </p:cNvSpPr>
              <p:nvPr/>
            </p:nvSpPr>
            <p:spPr>
              <a:xfrm>
                <a:off x="570805" y="1548205"/>
                <a:ext cx="3744717" cy="5833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2800" b="1" dirty="0">
                    <a:latin typeface="Times New Roman" panose="02020603050405020304" pitchFamily="18" charset="0"/>
                    <a:cs typeface="Times New Roman" panose="02020603050405020304" pitchFamily="18" charset="0"/>
                  </a:rPr>
                  <a:t>Time: </a:t>
                </a:r>
                <a14:m>
                  <m:oMath xmlns:m="http://schemas.openxmlformats.org/officeDocument/2006/math">
                    <m:r>
                      <m:rPr>
                        <m:nor/>
                      </m:rPr>
                      <a:rPr lang="en-US" altLang="zh-TW" sz="2800" b="1" dirty="0" smtClean="0">
                        <a:solidFill>
                          <a:srgbClr val="0070C0"/>
                        </a:solidFill>
                        <a:latin typeface="Times New Roman" panose="02020603050405020304" pitchFamily="18" charset="0"/>
                        <a:cs typeface="Times New Roman" panose="02020603050405020304" pitchFamily="18" charset="0"/>
                      </a:rPr>
                      <m:t>O</m:t>
                    </m:r>
                    <m:r>
                      <m:rPr>
                        <m:nor/>
                      </m:rPr>
                      <a:rPr lang="en-US" altLang="zh-TW" sz="2800" b="1" dirty="0" smtClean="0">
                        <a:solidFill>
                          <a:srgbClr val="0070C0"/>
                        </a:solidFill>
                        <a:latin typeface="Times New Roman" panose="02020603050405020304" pitchFamily="18" charset="0"/>
                        <a:cs typeface="Times New Roman" panose="02020603050405020304" pitchFamily="18" charset="0"/>
                      </a:rPr>
                      <m:t>(</m:t>
                    </m:r>
                    <m:r>
                      <m:rPr>
                        <m:nor/>
                      </m:rPr>
                      <a:rPr lang="en-US" altLang="zh-TW" sz="2800" b="1" i="0" dirty="0" smtClean="0">
                        <a:solidFill>
                          <a:srgbClr val="0070C0"/>
                        </a:solidFill>
                        <a:latin typeface="Times New Roman" panose="02020603050405020304" pitchFamily="18" charset="0"/>
                        <a:cs typeface="Times New Roman" panose="02020603050405020304" pitchFamily="18" charset="0"/>
                      </a:rPr>
                      <m:t>n</m:t>
                    </m:r>
                    <m:r>
                      <m:rPr>
                        <m:nor/>
                      </m:rPr>
                      <a:rPr lang="en-US" altLang="zh-TW" sz="2800" b="1" i="0" dirty="0" smtClean="0">
                        <a:solidFill>
                          <a:srgbClr val="0070C0"/>
                        </a:solidFill>
                        <a:latin typeface="Times New Roman" panose="02020603050405020304" pitchFamily="18" charset="0"/>
                        <a:cs typeface="Times New Roman" panose="02020603050405020304" pitchFamily="18" charset="0"/>
                      </a:rPr>
                      <m:t> </m:t>
                    </m:r>
                    <m:r>
                      <m:rPr>
                        <m:nor/>
                      </m:rPr>
                      <a:rPr lang="en-US" altLang="zh-TW" sz="2800" b="1" i="0" dirty="0" smtClean="0">
                        <a:solidFill>
                          <a:srgbClr val="0070C0"/>
                        </a:solidFill>
                        <a:latin typeface="Times New Roman" panose="02020603050405020304" pitchFamily="18" charset="0"/>
                        <a:cs typeface="Times New Roman" panose="02020603050405020304" pitchFamily="18" charset="0"/>
                      </a:rPr>
                      <m:t>log</m:t>
                    </m:r>
                    <m:r>
                      <m:rPr>
                        <m:nor/>
                      </m:rPr>
                      <a:rPr lang="en-US" altLang="zh-TW" sz="2800" b="1" i="0" dirty="0" smtClean="0">
                        <a:solidFill>
                          <a:srgbClr val="0070C0"/>
                        </a:solidFill>
                        <a:latin typeface="Times New Roman" panose="02020603050405020304" pitchFamily="18" charset="0"/>
                        <a:cs typeface="Times New Roman" panose="02020603050405020304" pitchFamily="18" charset="0"/>
                      </a:rPr>
                      <m:t> </m:t>
                    </m:r>
                    <m:r>
                      <a:rPr lang="en-US" altLang="zh-TW" sz="2800" b="1" i="1" smtClean="0">
                        <a:solidFill>
                          <a:srgbClr val="0070C0"/>
                        </a:solidFill>
                        <a:latin typeface="Cambria Math" panose="02040503050406030204" pitchFamily="18" charset="0"/>
                        <a:cs typeface="Times New Roman" panose="02020603050405020304" pitchFamily="18" charset="0"/>
                      </a:rPr>
                      <m:t>𝒏</m:t>
                    </m:r>
                    <m:r>
                      <m:rPr>
                        <m:nor/>
                      </m:rPr>
                      <a:rPr lang="en-US" altLang="zh-TW" sz="2800" b="1" dirty="0">
                        <a:solidFill>
                          <a:srgbClr val="0070C0"/>
                        </a:solidFill>
                        <a:latin typeface="Times New Roman" panose="02020603050405020304" pitchFamily="18" charset="0"/>
                        <a:cs typeface="Times New Roman" panose="02020603050405020304" pitchFamily="18" charset="0"/>
                      </a:rPr>
                      <m:t>) </m:t>
                    </m:r>
                  </m:oMath>
                </a14:m>
                <a:endParaRPr lang="zh-TW" altLang="en-US" sz="2800" b="1" dirty="0">
                  <a:latin typeface="Times New Roman" panose="02020603050405020304" pitchFamily="18" charset="0"/>
                  <a:cs typeface="Times New Roman" panose="02020603050405020304" pitchFamily="18" charset="0"/>
                </a:endParaRPr>
              </a:p>
            </p:txBody>
          </p:sp>
        </mc:Choice>
        <mc:Fallback xmlns="">
          <p:sp>
            <p:nvSpPr>
              <p:cNvPr id="105" name="標題 1">
                <a:extLst>
                  <a:ext uri="{FF2B5EF4-FFF2-40B4-BE49-F238E27FC236}">
                    <a16:creationId xmlns:a16="http://schemas.microsoft.com/office/drawing/2014/main" id="{E886ED64-BEEF-4E2C-BA18-8FBD9245A2E5}"/>
                  </a:ext>
                </a:extLst>
              </p:cNvPr>
              <p:cNvSpPr txBox="1">
                <a:spLocks noRot="1" noChangeAspect="1" noMove="1" noResize="1" noEditPoints="1" noAdjustHandles="1" noChangeArrowheads="1" noChangeShapeType="1" noTextEdit="1"/>
              </p:cNvSpPr>
              <p:nvPr/>
            </p:nvSpPr>
            <p:spPr>
              <a:xfrm>
                <a:off x="570805" y="1548205"/>
                <a:ext cx="3744717" cy="583367"/>
              </a:xfrm>
              <a:prstGeom prst="rect">
                <a:avLst/>
              </a:prstGeom>
              <a:blipFill>
                <a:blip r:embed="rId13"/>
                <a:stretch>
                  <a:fillRect l="-3420" t="-9375" b="-19792"/>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06" name="標題 1">
                <a:extLst>
                  <a:ext uri="{FF2B5EF4-FFF2-40B4-BE49-F238E27FC236}">
                    <a16:creationId xmlns:a16="http://schemas.microsoft.com/office/drawing/2014/main" id="{2B044696-4802-4F04-ACE4-D14EA19B9ACA}"/>
                  </a:ext>
                </a:extLst>
              </p:cNvPr>
              <p:cNvSpPr txBox="1">
                <a:spLocks/>
              </p:cNvSpPr>
              <p:nvPr/>
            </p:nvSpPr>
            <p:spPr>
              <a:xfrm>
                <a:off x="570805" y="2131572"/>
                <a:ext cx="8002390" cy="5833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14:m>
                  <m:oMath xmlns:m="http://schemas.openxmlformats.org/officeDocument/2006/math">
                    <m:r>
                      <m:rPr>
                        <m:nor/>
                      </m:rPr>
                      <a:rPr lang="en-US" altLang="zh-TW" sz="2400" b="1" i="1" dirty="0" smtClean="0">
                        <a:latin typeface="Times New Roman" panose="02020603050405020304" pitchFamily="18" charset="0"/>
                        <a:cs typeface="Times New Roman" panose="02020603050405020304" pitchFamily="18" charset="0"/>
                      </a:rPr>
                      <m:t>n</m:t>
                    </m:r>
                  </m:oMath>
                </a14:m>
                <a:r>
                  <a:rPr lang="zh-TW" altLang="en-US" sz="2400" dirty="0">
                    <a:latin typeface="Times New Roman" panose="02020603050405020304" pitchFamily="18" charset="0"/>
                    <a:cs typeface="Times New Roman" panose="02020603050405020304" pitchFamily="18" charset="0"/>
                  </a:rPr>
                  <a:t> </a:t>
                </a:r>
                <a:r>
                  <a:rPr lang="en-US" altLang="zh-TW" sz="2400" dirty="0">
                    <a:latin typeface="Times New Roman" panose="02020603050405020304" pitchFamily="18" charset="0"/>
                    <a:cs typeface="Times New Roman" panose="02020603050405020304" pitchFamily="18" charset="0"/>
                  </a:rPr>
                  <a:t>elements from </a:t>
                </a:r>
                <a14:m>
                  <m:oMath xmlns:m="http://schemas.openxmlformats.org/officeDocument/2006/math">
                    <m:sSub>
                      <m:sSubPr>
                        <m:ctrlPr>
                          <a:rPr lang="en-US" altLang="zh-TW" sz="2400" i="1">
                            <a:latin typeface="Cambria Math" panose="02040503050406030204" pitchFamily="18" charset="0"/>
                            <a:cs typeface="Times New Roman" panose="02020603050405020304" pitchFamily="18" charset="0"/>
                          </a:rPr>
                        </m:ctrlPr>
                      </m:sSubPr>
                      <m:e>
                        <m:r>
                          <a:rPr lang="en-US" altLang="zh-TW" sz="2400" i="1">
                            <a:latin typeface="Cambria Math" panose="02040503050406030204" pitchFamily="18" charset="0"/>
                            <a:cs typeface="Times New Roman" panose="02020603050405020304" pitchFamily="18" charset="0"/>
                          </a:rPr>
                          <m:t>𝜏</m:t>
                        </m:r>
                      </m:e>
                      <m:sub>
                        <m:r>
                          <a:rPr lang="en-US" altLang="zh-TW" sz="2400" i="1">
                            <a:latin typeface="Cambria Math" panose="02040503050406030204" pitchFamily="18" charset="0"/>
                            <a:cs typeface="Times New Roman" panose="02020603050405020304" pitchFamily="18" charset="0"/>
                          </a:rPr>
                          <m:t>1</m:t>
                        </m:r>
                      </m:sub>
                    </m:sSub>
                  </m:oMath>
                </a14:m>
                <a:r>
                  <a:rPr lang="en-US" altLang="zh-TW" sz="2400" dirty="0">
                    <a:latin typeface="Times New Roman" panose="02020603050405020304" pitchFamily="18" charset="0"/>
                    <a:cs typeface="Times New Roman" panose="02020603050405020304" pitchFamily="18" charset="0"/>
                  </a:rPr>
                  <a:t>to </a:t>
                </a:r>
                <a14:m>
                  <m:oMath xmlns:m="http://schemas.openxmlformats.org/officeDocument/2006/math">
                    <m:sSub>
                      <m:sSubPr>
                        <m:ctrlPr>
                          <a:rPr lang="en-US" altLang="zh-TW" sz="2400" i="1">
                            <a:latin typeface="Cambria Math" panose="02040503050406030204" pitchFamily="18" charset="0"/>
                            <a:cs typeface="Times New Roman" panose="02020603050405020304" pitchFamily="18" charset="0"/>
                          </a:rPr>
                        </m:ctrlPr>
                      </m:sSubPr>
                      <m:e>
                        <m:r>
                          <a:rPr lang="en-US" altLang="zh-TW" sz="2400" i="1">
                            <a:latin typeface="Cambria Math" panose="02040503050406030204" pitchFamily="18" charset="0"/>
                            <a:cs typeface="Times New Roman" panose="02020603050405020304" pitchFamily="18" charset="0"/>
                          </a:rPr>
                          <m:t>𝜏</m:t>
                        </m:r>
                      </m:e>
                      <m:sub>
                        <m:r>
                          <a:rPr lang="en-US" altLang="zh-TW" sz="2400" i="1">
                            <a:latin typeface="Cambria Math" panose="02040503050406030204" pitchFamily="18" charset="0"/>
                            <a:cs typeface="Times New Roman" panose="02020603050405020304" pitchFamily="18" charset="0"/>
                          </a:rPr>
                          <m:t>𝑛</m:t>
                        </m:r>
                      </m:sub>
                    </m:sSub>
                  </m:oMath>
                </a14:m>
                <a:r>
                  <a:rPr lang="zh-TW" altLang="en-US" sz="2400" dirty="0">
                    <a:latin typeface="Times New Roman" panose="02020603050405020304" pitchFamily="18" charset="0"/>
                    <a:cs typeface="Times New Roman" panose="02020603050405020304" pitchFamily="18" charset="0"/>
                  </a:rPr>
                  <a:t> </a:t>
                </a:r>
                <a:r>
                  <a:rPr lang="en-US" altLang="zh-TW" sz="2400" dirty="0">
                    <a:latin typeface="Times New Roman" panose="02020603050405020304" pitchFamily="18" charset="0"/>
                    <a:cs typeface="Times New Roman" panose="02020603050405020304" pitchFamily="18" charset="0"/>
                  </a:rPr>
                  <a:t>+</a:t>
                </a:r>
                <a:endParaRPr lang="zh-TW" altLang="en-US" sz="2400" dirty="0">
                  <a:latin typeface="Times New Roman" panose="02020603050405020304" pitchFamily="18" charset="0"/>
                  <a:cs typeface="Times New Roman" panose="02020603050405020304" pitchFamily="18" charset="0"/>
                </a:endParaRPr>
              </a:p>
            </p:txBody>
          </p:sp>
        </mc:Choice>
        <mc:Fallback xmlns="">
          <p:sp>
            <p:nvSpPr>
              <p:cNvPr id="106" name="標題 1">
                <a:extLst>
                  <a:ext uri="{FF2B5EF4-FFF2-40B4-BE49-F238E27FC236}">
                    <a16:creationId xmlns:a16="http://schemas.microsoft.com/office/drawing/2014/main" id="{2B044696-4802-4F04-ACE4-D14EA19B9ACA}"/>
                  </a:ext>
                </a:extLst>
              </p:cNvPr>
              <p:cNvSpPr txBox="1">
                <a:spLocks noRot="1" noChangeAspect="1" noMove="1" noResize="1" noEditPoints="1" noAdjustHandles="1" noChangeArrowheads="1" noChangeShapeType="1" noTextEdit="1"/>
              </p:cNvSpPr>
              <p:nvPr/>
            </p:nvSpPr>
            <p:spPr>
              <a:xfrm>
                <a:off x="570805" y="2131572"/>
                <a:ext cx="8002390" cy="583367"/>
              </a:xfrm>
              <a:prstGeom prst="rect">
                <a:avLst/>
              </a:prstGeom>
              <a:blipFill>
                <a:blip r:embed="rId14"/>
                <a:stretch>
                  <a:fillRect t="-1053" b="-10526"/>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11" name="標題 1">
                <a:extLst>
                  <a:ext uri="{FF2B5EF4-FFF2-40B4-BE49-F238E27FC236}">
                    <a16:creationId xmlns:a16="http://schemas.microsoft.com/office/drawing/2014/main" id="{851A67A1-9B2B-4943-B3AE-863B29A19652}"/>
                  </a:ext>
                </a:extLst>
              </p:cNvPr>
              <p:cNvSpPr txBox="1">
                <a:spLocks/>
              </p:cNvSpPr>
              <p:nvPr/>
            </p:nvSpPr>
            <p:spPr>
              <a:xfrm>
                <a:off x="570805" y="3867015"/>
                <a:ext cx="5708075" cy="5833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2800" b="1" dirty="0">
                    <a:latin typeface="Times New Roman" panose="02020603050405020304" pitchFamily="18" charset="0"/>
                    <a:cs typeface="Times New Roman" panose="02020603050405020304" pitchFamily="18" charset="0"/>
                  </a:rPr>
                  <a:t>Space:</a:t>
                </a:r>
                <a14:m>
                  <m:oMath xmlns:m="http://schemas.openxmlformats.org/officeDocument/2006/math">
                    <m:r>
                      <a:rPr lang="en-US" altLang="zh-TW" sz="2800" b="1" i="0" dirty="0" smtClean="0">
                        <a:solidFill>
                          <a:srgbClr val="0070C0"/>
                        </a:solidFill>
                        <a:latin typeface="Cambria Math" panose="02040503050406030204" pitchFamily="18" charset="0"/>
                        <a:cs typeface="Times New Roman" panose="02020603050405020304" pitchFamily="18" charset="0"/>
                      </a:rPr>
                      <m:t> </m:t>
                    </m:r>
                    <m:r>
                      <m:rPr>
                        <m:nor/>
                      </m:rPr>
                      <a:rPr lang="en-US" altLang="zh-TW" sz="2800" b="1" dirty="0">
                        <a:solidFill>
                          <a:srgbClr val="0070C0"/>
                        </a:solidFill>
                        <a:latin typeface="Times New Roman" panose="02020603050405020304" pitchFamily="18" charset="0"/>
                        <a:cs typeface="Times New Roman" panose="02020603050405020304" pitchFamily="18" charset="0"/>
                      </a:rPr>
                      <m:t>O</m:t>
                    </m:r>
                    <m:r>
                      <m:rPr>
                        <m:nor/>
                      </m:rPr>
                      <a:rPr lang="en-US" altLang="zh-TW" sz="2800" b="1" dirty="0">
                        <a:solidFill>
                          <a:srgbClr val="0070C0"/>
                        </a:solidFill>
                        <a:latin typeface="Times New Roman" panose="02020603050405020304" pitchFamily="18" charset="0"/>
                        <a:cs typeface="Times New Roman" panose="02020603050405020304" pitchFamily="18" charset="0"/>
                      </a:rPr>
                      <m:t>(</m:t>
                    </m:r>
                    <m:r>
                      <m:rPr>
                        <m:nor/>
                      </m:rPr>
                      <a:rPr lang="en-US" altLang="zh-TW" sz="2800" b="1" dirty="0">
                        <a:solidFill>
                          <a:srgbClr val="0070C0"/>
                        </a:solidFill>
                        <a:latin typeface="Times New Roman" panose="02020603050405020304" pitchFamily="18" charset="0"/>
                        <a:cs typeface="Times New Roman" panose="02020603050405020304" pitchFamily="18" charset="0"/>
                      </a:rPr>
                      <m:t>n</m:t>
                    </m:r>
                    <m:r>
                      <m:rPr>
                        <m:nor/>
                      </m:rPr>
                      <a:rPr lang="en-US" altLang="zh-TW" sz="2800" b="1" dirty="0">
                        <a:solidFill>
                          <a:srgbClr val="0070C0"/>
                        </a:solidFill>
                        <a:latin typeface="Times New Roman" panose="02020603050405020304" pitchFamily="18" charset="0"/>
                        <a:cs typeface="Times New Roman" panose="02020603050405020304" pitchFamily="18" charset="0"/>
                      </a:rPr>
                      <m:t> </m:t>
                    </m:r>
                    <m:r>
                      <m:rPr>
                        <m:nor/>
                      </m:rPr>
                      <a:rPr lang="en-US" altLang="zh-TW" sz="2800" b="1" dirty="0">
                        <a:solidFill>
                          <a:srgbClr val="0070C0"/>
                        </a:solidFill>
                        <a:latin typeface="Times New Roman" panose="02020603050405020304" pitchFamily="18" charset="0"/>
                        <a:cs typeface="Times New Roman" panose="02020603050405020304" pitchFamily="18" charset="0"/>
                      </a:rPr>
                      <m:t>log</m:t>
                    </m:r>
                    <m:r>
                      <m:rPr>
                        <m:nor/>
                      </m:rPr>
                      <a:rPr lang="en-US" altLang="zh-TW" sz="2800" b="1" dirty="0">
                        <a:solidFill>
                          <a:srgbClr val="0070C0"/>
                        </a:solidFill>
                        <a:latin typeface="Times New Roman" panose="02020603050405020304" pitchFamily="18" charset="0"/>
                        <a:cs typeface="Times New Roman" panose="02020603050405020304" pitchFamily="18" charset="0"/>
                      </a:rPr>
                      <m:t> </m:t>
                    </m:r>
                    <m:r>
                      <a:rPr lang="en-US" altLang="zh-TW" sz="2800" b="1" i="1">
                        <a:solidFill>
                          <a:srgbClr val="0070C0"/>
                        </a:solidFill>
                        <a:latin typeface="Cambria Math" panose="02040503050406030204" pitchFamily="18" charset="0"/>
                        <a:cs typeface="Times New Roman" panose="02020603050405020304" pitchFamily="18" charset="0"/>
                      </a:rPr>
                      <m:t>𝒏</m:t>
                    </m:r>
                    <m:r>
                      <m:rPr>
                        <m:nor/>
                      </m:rPr>
                      <a:rPr lang="en-US" altLang="zh-TW" sz="2800" b="1" dirty="0">
                        <a:solidFill>
                          <a:srgbClr val="0070C0"/>
                        </a:solidFill>
                        <a:latin typeface="Times New Roman" panose="02020603050405020304" pitchFamily="18" charset="0"/>
                        <a:cs typeface="Times New Roman" panose="02020603050405020304" pitchFamily="18" charset="0"/>
                      </a:rPr>
                      <m:t>)</m:t>
                    </m:r>
                  </m:oMath>
                </a14:m>
                <a:endParaRPr lang="zh-TW" altLang="en-US" sz="2800" b="1" dirty="0">
                  <a:latin typeface="Times New Roman" panose="02020603050405020304" pitchFamily="18" charset="0"/>
                  <a:cs typeface="Times New Roman" panose="02020603050405020304" pitchFamily="18" charset="0"/>
                </a:endParaRPr>
              </a:p>
            </p:txBody>
          </p:sp>
        </mc:Choice>
        <mc:Fallback xmlns="">
          <p:sp>
            <p:nvSpPr>
              <p:cNvPr id="111" name="標題 1">
                <a:extLst>
                  <a:ext uri="{FF2B5EF4-FFF2-40B4-BE49-F238E27FC236}">
                    <a16:creationId xmlns:a16="http://schemas.microsoft.com/office/drawing/2014/main" id="{851A67A1-9B2B-4943-B3AE-863B29A19652}"/>
                  </a:ext>
                </a:extLst>
              </p:cNvPr>
              <p:cNvSpPr txBox="1">
                <a:spLocks noRot="1" noChangeAspect="1" noMove="1" noResize="1" noEditPoints="1" noAdjustHandles="1" noChangeArrowheads="1" noChangeShapeType="1" noTextEdit="1"/>
              </p:cNvSpPr>
              <p:nvPr/>
            </p:nvSpPr>
            <p:spPr>
              <a:xfrm>
                <a:off x="570805" y="3867015"/>
                <a:ext cx="5708075" cy="583367"/>
              </a:xfrm>
              <a:prstGeom prst="rect">
                <a:avLst/>
              </a:prstGeom>
              <a:blipFill>
                <a:blip r:embed="rId15"/>
                <a:stretch>
                  <a:fillRect l="-2244" t="-8333" b="-19792"/>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12" name="標題 1">
                <a:extLst>
                  <a:ext uri="{FF2B5EF4-FFF2-40B4-BE49-F238E27FC236}">
                    <a16:creationId xmlns:a16="http://schemas.microsoft.com/office/drawing/2014/main" id="{C0C8A287-9E24-4A8B-94E9-152D804BC5B1}"/>
                  </a:ext>
                </a:extLst>
              </p:cNvPr>
              <p:cNvSpPr txBox="1">
                <a:spLocks/>
              </p:cNvSpPr>
              <p:nvPr/>
            </p:nvSpPr>
            <p:spPr>
              <a:xfrm>
                <a:off x="570805" y="4450382"/>
                <a:ext cx="8002390" cy="5833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2400" dirty="0">
                    <a:latin typeface="Times New Roman" panose="02020603050405020304" pitchFamily="18" charset="0"/>
                    <a:cs typeface="Times New Roman" panose="02020603050405020304" pitchFamily="18" charset="0"/>
                  </a:rPr>
                  <a:t>total number of elements in the piles is </a:t>
                </a:r>
                <a14:m>
                  <m:oMath xmlns:m="http://schemas.openxmlformats.org/officeDocument/2006/math">
                    <m:r>
                      <m:rPr>
                        <m:nor/>
                      </m:rPr>
                      <a:rPr lang="en-US" altLang="zh-TW" sz="2400" b="1" i="1" dirty="0">
                        <a:latin typeface="Times New Roman" panose="02020603050405020304" pitchFamily="18" charset="0"/>
                        <a:cs typeface="Times New Roman" panose="02020603050405020304" pitchFamily="18" charset="0"/>
                      </a:rPr>
                      <m:t>O</m:t>
                    </m:r>
                    <m:r>
                      <m:rPr>
                        <m:nor/>
                      </m:rPr>
                      <a:rPr lang="en-US" altLang="zh-TW" sz="2400" b="1" i="1" dirty="0">
                        <a:latin typeface="Times New Roman" panose="02020603050405020304" pitchFamily="18" charset="0"/>
                        <a:cs typeface="Times New Roman" panose="02020603050405020304" pitchFamily="18" charset="0"/>
                      </a:rPr>
                      <m:t>(</m:t>
                    </m:r>
                    <m:r>
                      <m:rPr>
                        <m:nor/>
                      </m:rPr>
                      <a:rPr lang="en-US" altLang="zh-TW" sz="2400" b="1" i="1" dirty="0">
                        <a:latin typeface="Times New Roman" panose="02020603050405020304" pitchFamily="18" charset="0"/>
                        <a:cs typeface="Times New Roman" panose="02020603050405020304" pitchFamily="18" charset="0"/>
                      </a:rPr>
                      <m:t>n</m:t>
                    </m:r>
                    <m:r>
                      <m:rPr>
                        <m:nor/>
                      </m:rPr>
                      <a:rPr lang="en-US" altLang="zh-TW" sz="2400" b="1" i="1" dirty="0">
                        <a:latin typeface="Times New Roman" panose="02020603050405020304" pitchFamily="18" charset="0"/>
                        <a:cs typeface="Times New Roman" panose="02020603050405020304" pitchFamily="18" charset="0"/>
                      </a:rPr>
                      <m:t>)</m:t>
                    </m:r>
                  </m:oMath>
                </a14:m>
                <a:r>
                  <a:rPr lang="en-US" altLang="zh-TW" sz="2400" dirty="0">
                    <a:latin typeface="Times New Roman" panose="02020603050405020304" pitchFamily="18" charset="0"/>
                    <a:cs typeface="Times New Roman" panose="02020603050405020304" pitchFamily="18" charset="0"/>
                  </a:rPr>
                  <a:t> +</a:t>
                </a:r>
                <a:endParaRPr lang="zh-TW" altLang="en-US" sz="2400" dirty="0">
                  <a:latin typeface="Times New Roman" panose="02020603050405020304" pitchFamily="18" charset="0"/>
                  <a:cs typeface="Times New Roman" panose="02020603050405020304" pitchFamily="18" charset="0"/>
                </a:endParaRPr>
              </a:p>
            </p:txBody>
          </p:sp>
        </mc:Choice>
        <mc:Fallback xmlns="">
          <p:sp>
            <p:nvSpPr>
              <p:cNvPr id="112" name="標題 1">
                <a:extLst>
                  <a:ext uri="{FF2B5EF4-FFF2-40B4-BE49-F238E27FC236}">
                    <a16:creationId xmlns:a16="http://schemas.microsoft.com/office/drawing/2014/main" id="{C0C8A287-9E24-4A8B-94E9-152D804BC5B1}"/>
                  </a:ext>
                </a:extLst>
              </p:cNvPr>
              <p:cNvSpPr txBox="1">
                <a:spLocks noRot="1" noChangeAspect="1" noMove="1" noResize="1" noEditPoints="1" noAdjustHandles="1" noChangeArrowheads="1" noChangeShapeType="1" noTextEdit="1"/>
              </p:cNvSpPr>
              <p:nvPr/>
            </p:nvSpPr>
            <p:spPr>
              <a:xfrm>
                <a:off x="570805" y="4450382"/>
                <a:ext cx="8002390" cy="583367"/>
              </a:xfrm>
              <a:prstGeom prst="rect">
                <a:avLst/>
              </a:prstGeom>
              <a:blipFill>
                <a:blip r:embed="rId16"/>
                <a:stretch>
                  <a:fillRect l="-1220" t="-1042" b="-9375"/>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13" name="標題 1">
                <a:extLst>
                  <a:ext uri="{FF2B5EF4-FFF2-40B4-BE49-F238E27FC236}">
                    <a16:creationId xmlns:a16="http://schemas.microsoft.com/office/drawing/2014/main" id="{3C23AC40-DFB0-4859-BBC9-2780CE911D41}"/>
                  </a:ext>
                </a:extLst>
              </p:cNvPr>
              <p:cNvSpPr txBox="1">
                <a:spLocks/>
              </p:cNvSpPr>
              <p:nvPr/>
            </p:nvSpPr>
            <p:spPr>
              <a:xfrm>
                <a:off x="570805" y="5038308"/>
                <a:ext cx="8002390" cy="5833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2400" dirty="0">
                    <a:latin typeface="Times New Roman" panose="02020603050405020304" pitchFamily="18" charset="0"/>
                    <a:cs typeface="Times New Roman" panose="02020603050405020304" pitchFamily="18" charset="0"/>
                  </a:rPr>
                  <a:t>a Boolean table of length</a:t>
                </a:r>
                <a:r>
                  <a:rPr lang="en-US" altLang="zh-TW" sz="2400" b="1" dirty="0">
                    <a:cs typeface="Times New Roman" panose="02020603050405020304" pitchFamily="18" charset="0"/>
                  </a:rPr>
                  <a:t> </a:t>
                </a:r>
                <a14:m>
                  <m:oMath xmlns:m="http://schemas.openxmlformats.org/officeDocument/2006/math">
                    <m:r>
                      <m:rPr>
                        <m:nor/>
                      </m:rPr>
                      <a:rPr lang="en-US" altLang="zh-TW" sz="2400" b="1" i="1" dirty="0">
                        <a:latin typeface="Times New Roman" panose="02020603050405020304" pitchFamily="18" charset="0"/>
                        <a:cs typeface="Times New Roman" panose="02020603050405020304" pitchFamily="18" charset="0"/>
                      </a:rPr>
                      <m:t>n</m:t>
                    </m:r>
                  </m:oMath>
                </a14:m>
                <a:r>
                  <a:rPr lang="en-US" altLang="zh-TW" sz="2400" dirty="0">
                    <a:latin typeface="Times New Roman" panose="02020603050405020304" pitchFamily="18" charset="0"/>
                    <a:cs typeface="Times New Roman" panose="02020603050405020304" pitchFamily="18" charset="0"/>
                  </a:rPr>
                  <a:t> </a:t>
                </a:r>
                <a:endParaRPr lang="zh-TW" altLang="en-US" sz="2400" dirty="0">
                  <a:latin typeface="Times New Roman" panose="02020603050405020304" pitchFamily="18" charset="0"/>
                  <a:cs typeface="Times New Roman" panose="02020603050405020304" pitchFamily="18" charset="0"/>
                </a:endParaRPr>
              </a:p>
            </p:txBody>
          </p:sp>
        </mc:Choice>
        <mc:Fallback xmlns="">
          <p:sp>
            <p:nvSpPr>
              <p:cNvPr id="113" name="標題 1">
                <a:extLst>
                  <a:ext uri="{FF2B5EF4-FFF2-40B4-BE49-F238E27FC236}">
                    <a16:creationId xmlns:a16="http://schemas.microsoft.com/office/drawing/2014/main" id="{3C23AC40-DFB0-4859-BBC9-2780CE911D41}"/>
                  </a:ext>
                </a:extLst>
              </p:cNvPr>
              <p:cNvSpPr txBox="1">
                <a:spLocks noRot="1" noChangeAspect="1" noMove="1" noResize="1" noEditPoints="1" noAdjustHandles="1" noChangeArrowheads="1" noChangeShapeType="1" noTextEdit="1"/>
              </p:cNvSpPr>
              <p:nvPr/>
            </p:nvSpPr>
            <p:spPr>
              <a:xfrm>
                <a:off x="570805" y="5038308"/>
                <a:ext cx="8002390" cy="583367"/>
              </a:xfrm>
              <a:prstGeom prst="rect">
                <a:avLst/>
              </a:prstGeom>
              <a:blipFill>
                <a:blip r:embed="rId17"/>
                <a:stretch>
                  <a:fillRect l="-1220" t="-1042" b="-9375"/>
                </a:stretch>
              </a:blipFill>
            </p:spPr>
            <p:txBody>
              <a:bodyPr/>
              <a:lstStyle/>
              <a:p>
                <a:r>
                  <a:rPr lang="zh-TW" altLang="en-US">
                    <a:noFill/>
                  </a:rPr>
                  <a:t> </a:t>
                </a:r>
              </a:p>
            </p:txBody>
          </p:sp>
        </mc:Fallback>
      </mc:AlternateContent>
      <p:pic>
        <p:nvPicPr>
          <p:cNvPr id="3" name="圖片 2">
            <a:extLst>
              <a:ext uri="{FF2B5EF4-FFF2-40B4-BE49-F238E27FC236}">
                <a16:creationId xmlns:a16="http://schemas.microsoft.com/office/drawing/2014/main" id="{5A158D8E-50D5-4946-8BA6-5CC7F41CF135}"/>
              </a:ext>
            </a:extLst>
          </p:cNvPr>
          <p:cNvPicPr>
            <a:picLocks noChangeAspect="1"/>
          </p:cNvPicPr>
          <p:nvPr/>
        </p:nvPicPr>
        <p:blipFill>
          <a:blip r:embed="rId18"/>
          <a:stretch>
            <a:fillRect/>
          </a:stretch>
        </p:blipFill>
        <p:spPr>
          <a:xfrm>
            <a:off x="4334722" y="1129654"/>
            <a:ext cx="4466371" cy="1585286"/>
          </a:xfrm>
          <a:prstGeom prst="rect">
            <a:avLst/>
          </a:prstGeom>
        </p:spPr>
      </p:pic>
      <p:sp>
        <p:nvSpPr>
          <p:cNvPr id="10" name="橢圓 9">
            <a:extLst>
              <a:ext uri="{FF2B5EF4-FFF2-40B4-BE49-F238E27FC236}">
                <a16:creationId xmlns:a16="http://schemas.microsoft.com/office/drawing/2014/main" id="{2258404F-1DF8-47D3-A55B-76644567FCF7}"/>
              </a:ext>
            </a:extLst>
          </p:cNvPr>
          <p:cNvSpPr/>
          <p:nvPr/>
        </p:nvSpPr>
        <p:spPr>
          <a:xfrm>
            <a:off x="4572000" y="2029519"/>
            <a:ext cx="3786656" cy="354124"/>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6" name="直線單箭頭接點 5">
            <a:extLst>
              <a:ext uri="{FF2B5EF4-FFF2-40B4-BE49-F238E27FC236}">
                <a16:creationId xmlns:a16="http://schemas.microsoft.com/office/drawing/2014/main" id="{A4FB0E43-C93A-4DF8-9EAD-02E134D72429}"/>
              </a:ext>
            </a:extLst>
          </p:cNvPr>
          <p:cNvCxnSpPr>
            <a:cxnSpLocks/>
            <a:stCxn id="10" idx="3"/>
          </p:cNvCxnSpPr>
          <p:nvPr/>
        </p:nvCxnSpPr>
        <p:spPr>
          <a:xfrm flipH="1">
            <a:off x="4334722" y="2331783"/>
            <a:ext cx="791821" cy="491236"/>
          </a:xfrm>
          <a:prstGeom prst="straightConnector1">
            <a:avLst/>
          </a:prstGeom>
          <a:noFill/>
          <a:ln>
            <a:solidFill>
              <a:srgbClr val="FF0000"/>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mc:AlternateContent xmlns:mc="http://schemas.openxmlformats.org/markup-compatibility/2006" xmlns:a14="http://schemas.microsoft.com/office/drawing/2010/main">
        <mc:Choice Requires="a14">
          <p:sp>
            <p:nvSpPr>
              <p:cNvPr id="14" name="標題 1">
                <a:extLst>
                  <a:ext uri="{FF2B5EF4-FFF2-40B4-BE49-F238E27FC236}">
                    <a16:creationId xmlns:a16="http://schemas.microsoft.com/office/drawing/2014/main" id="{284D1909-0518-48D0-A907-ADFD6DE7FEB8}"/>
                  </a:ext>
                </a:extLst>
              </p:cNvPr>
              <p:cNvSpPr txBox="1">
                <a:spLocks/>
              </p:cNvSpPr>
              <p:nvPr/>
            </p:nvSpPr>
            <p:spPr>
              <a:xfrm>
                <a:off x="570805" y="2714939"/>
                <a:ext cx="8002390" cy="5833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14:m>
                  <m:oMath xmlns:m="http://schemas.openxmlformats.org/officeDocument/2006/math">
                    <m:r>
                      <m:rPr>
                        <m:nor/>
                      </m:rPr>
                      <a:rPr lang="en-US" altLang="zh-TW" sz="2400" b="1" i="1" dirty="0">
                        <a:latin typeface="Times New Roman" panose="02020603050405020304" pitchFamily="18" charset="0"/>
                        <a:cs typeface="Times New Roman" panose="02020603050405020304" pitchFamily="18" charset="0"/>
                      </a:rPr>
                      <m:t>O</m:t>
                    </m:r>
                    <m:r>
                      <m:rPr>
                        <m:nor/>
                      </m:rPr>
                      <a:rPr lang="en-US" altLang="zh-TW" sz="2400" b="1" i="1" dirty="0">
                        <a:latin typeface="Times New Roman" panose="02020603050405020304" pitchFamily="18" charset="0"/>
                        <a:cs typeface="Times New Roman" panose="02020603050405020304" pitchFamily="18" charset="0"/>
                      </a:rPr>
                      <m:t>(</m:t>
                    </m:r>
                    <m:r>
                      <m:rPr>
                        <m:nor/>
                      </m:rPr>
                      <a:rPr lang="en-US" altLang="zh-TW" sz="2400" b="1" i="1" dirty="0">
                        <a:latin typeface="Times New Roman" panose="02020603050405020304" pitchFamily="18" charset="0"/>
                        <a:cs typeface="Times New Roman" panose="02020603050405020304" pitchFamily="18" charset="0"/>
                      </a:rPr>
                      <m:t>log</m:t>
                    </m:r>
                    <m:r>
                      <m:rPr>
                        <m:nor/>
                      </m:rPr>
                      <a:rPr lang="en-US" altLang="zh-TW" sz="2400" b="1" i="1" dirty="0">
                        <a:latin typeface="Times New Roman" panose="02020603050405020304" pitchFamily="18" charset="0"/>
                        <a:cs typeface="Times New Roman" panose="02020603050405020304" pitchFamily="18" charset="0"/>
                      </a:rPr>
                      <m:t> </m:t>
                    </m:r>
                    <m:r>
                      <m:rPr>
                        <m:nor/>
                      </m:rPr>
                      <a:rPr lang="en-US" altLang="zh-TW" sz="2400" b="1" i="1" dirty="0">
                        <a:latin typeface="Times New Roman" panose="02020603050405020304" pitchFamily="18" charset="0"/>
                        <a:cs typeface="Times New Roman" panose="02020603050405020304" pitchFamily="18" charset="0"/>
                      </a:rPr>
                      <m:t>n</m:t>
                    </m:r>
                    <m:r>
                      <m:rPr>
                        <m:nor/>
                      </m:rPr>
                      <a:rPr lang="en-US" altLang="zh-TW" sz="2400" b="1" i="1" dirty="0">
                        <a:latin typeface="Times New Roman" panose="02020603050405020304" pitchFamily="18" charset="0"/>
                        <a:cs typeface="Times New Roman" panose="02020603050405020304" pitchFamily="18" charset="0"/>
                      </a:rPr>
                      <m:t>)</m:t>
                    </m:r>
                  </m:oMath>
                </a14:m>
                <a:r>
                  <a:rPr lang="zh-TW" altLang="en-US" sz="2400" dirty="0">
                    <a:latin typeface="Times New Roman" panose="02020603050405020304" pitchFamily="18" charset="0"/>
                    <a:cs typeface="Times New Roman" panose="02020603050405020304" pitchFamily="18" charset="0"/>
                  </a:rPr>
                  <a:t> </a:t>
                </a:r>
                <a:r>
                  <a:rPr lang="en-US" altLang="zh-TW" sz="2400" dirty="0">
                    <a:latin typeface="Times New Roman" panose="02020603050405020304" pitchFamily="18" charset="0"/>
                    <a:cs typeface="Times New Roman" panose="02020603050405020304" pitchFamily="18" charset="0"/>
                  </a:rPr>
                  <a:t>by using binary search</a:t>
                </a:r>
                <a:endParaRPr lang="zh-TW" altLang="en-US" sz="2400" dirty="0">
                  <a:latin typeface="Times New Roman" panose="02020603050405020304" pitchFamily="18" charset="0"/>
                  <a:cs typeface="Times New Roman" panose="02020603050405020304" pitchFamily="18" charset="0"/>
                </a:endParaRPr>
              </a:p>
            </p:txBody>
          </p:sp>
        </mc:Choice>
        <mc:Fallback xmlns="">
          <p:sp>
            <p:nvSpPr>
              <p:cNvPr id="14" name="標題 1">
                <a:extLst>
                  <a:ext uri="{FF2B5EF4-FFF2-40B4-BE49-F238E27FC236}">
                    <a16:creationId xmlns:a16="http://schemas.microsoft.com/office/drawing/2014/main" id="{284D1909-0518-48D0-A907-ADFD6DE7FEB8}"/>
                  </a:ext>
                </a:extLst>
              </p:cNvPr>
              <p:cNvSpPr txBox="1">
                <a:spLocks noRot="1" noChangeAspect="1" noMove="1" noResize="1" noEditPoints="1" noAdjustHandles="1" noChangeArrowheads="1" noChangeShapeType="1" noTextEdit="1"/>
              </p:cNvSpPr>
              <p:nvPr/>
            </p:nvSpPr>
            <p:spPr>
              <a:xfrm>
                <a:off x="570805" y="2714939"/>
                <a:ext cx="8002390" cy="583367"/>
              </a:xfrm>
              <a:prstGeom prst="rect">
                <a:avLst/>
              </a:prstGeom>
              <a:blipFill>
                <a:blip r:embed="rId19"/>
                <a:stretch>
                  <a:fillRect l="-686" b="-10417"/>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376737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471956" y="414725"/>
            <a:ext cx="7886700" cy="583367"/>
          </a:xfrm>
        </p:spPr>
        <p:txBody>
          <a:bodyPr>
            <a:normAutofit/>
          </a:bodyPr>
          <a:lstStyle/>
          <a:p>
            <a:r>
              <a:rPr lang="en-US" altLang="zh-TW" sz="3200" dirty="0">
                <a:latin typeface="Times New Roman" panose="02020603050405020304" pitchFamily="18" charset="0"/>
                <a:cs typeface="Times New Roman" panose="02020603050405020304" pitchFamily="18" charset="0"/>
              </a:rPr>
              <a:t>Patience Sorting</a:t>
            </a:r>
            <a:endParaRPr lang="zh-TW" altLang="en-US" sz="32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EC242670-B200-4340-9830-52717E351455}"/>
              </a:ext>
            </a:extLst>
          </p:cNvPr>
          <p:cNvSpPr>
            <a:spLocks noGrp="1"/>
          </p:cNvSpPr>
          <p:nvPr>
            <p:ph type="sldNum" sz="quarter" idx="12"/>
          </p:nvPr>
        </p:nvSpPr>
        <p:spPr/>
        <p:txBody>
          <a:bodyPr/>
          <a:lstStyle/>
          <a:p>
            <a:fld id="{872633CA-77E0-4863-94F8-E28139DFB2B4}" type="slidenum">
              <a:rPr lang="zh-TW" altLang="en-US" smtClean="0"/>
              <a:t>5</a:t>
            </a:fld>
            <a:endParaRPr lang="zh-TW" altLang="en-US"/>
          </a:p>
        </p:txBody>
      </p:sp>
      <p:grpSp>
        <p:nvGrpSpPr>
          <p:cNvPr id="68" name="群組 67">
            <a:extLst>
              <a:ext uri="{FF2B5EF4-FFF2-40B4-BE49-F238E27FC236}">
                <a16:creationId xmlns:a16="http://schemas.microsoft.com/office/drawing/2014/main" id="{0050684E-DDE6-485D-A573-EB2A48E4A7CC}"/>
              </a:ext>
            </a:extLst>
          </p:cNvPr>
          <p:cNvGrpSpPr/>
          <p:nvPr/>
        </p:nvGrpSpPr>
        <p:grpSpPr>
          <a:xfrm>
            <a:off x="2612660" y="1876080"/>
            <a:ext cx="2441951" cy="2339816"/>
            <a:chOff x="5428799" y="1859328"/>
            <a:chExt cx="2441951" cy="2339816"/>
          </a:xfrm>
        </p:grpSpPr>
        <p:grpSp>
          <p:nvGrpSpPr>
            <p:cNvPr id="70" name="群組 69">
              <a:extLst>
                <a:ext uri="{FF2B5EF4-FFF2-40B4-BE49-F238E27FC236}">
                  <a16:creationId xmlns:a16="http://schemas.microsoft.com/office/drawing/2014/main" id="{93D16AA5-8758-4F60-80C7-F6E99FDA11B5}"/>
                </a:ext>
              </a:extLst>
            </p:cNvPr>
            <p:cNvGrpSpPr/>
            <p:nvPr/>
          </p:nvGrpSpPr>
          <p:grpSpPr>
            <a:xfrm>
              <a:off x="5428799" y="1859328"/>
              <a:ext cx="2441951" cy="2339816"/>
              <a:chOff x="1152482" y="-571452"/>
              <a:chExt cx="2441951" cy="2339816"/>
            </a:xfrm>
          </p:grpSpPr>
          <mc:AlternateContent xmlns:mc="http://schemas.openxmlformats.org/markup-compatibility/2006" xmlns:a14="http://schemas.microsoft.com/office/drawing/2010/main">
            <mc:Choice Requires="a14">
              <p:sp>
                <p:nvSpPr>
                  <p:cNvPr id="72" name="文字方塊 71">
                    <a:extLst>
                      <a:ext uri="{FF2B5EF4-FFF2-40B4-BE49-F238E27FC236}">
                        <a16:creationId xmlns:a16="http://schemas.microsoft.com/office/drawing/2014/main" id="{D1CAC6C7-5083-4FB4-94F6-2E1FFD578B9C}"/>
                      </a:ext>
                    </a:extLst>
                  </p:cNvPr>
                  <p:cNvSpPr txBox="1"/>
                  <p:nvPr/>
                </p:nvSpPr>
                <p:spPr>
                  <a:xfrm>
                    <a:off x="1152482" y="1245144"/>
                    <a:ext cx="2441951" cy="523220"/>
                  </a:xfrm>
                  <a:prstGeom prst="rect">
                    <a:avLst/>
                  </a:prstGeom>
                  <a:noFill/>
                </p:spPr>
                <p:txBody>
                  <a:bodyPr wrap="none" rtlCol="0">
                    <a:spAutoFit/>
                  </a:bodyPr>
                  <a:lstStyle/>
                  <a:p>
                    <a14:m>
                      <m:oMath xmlns:m="http://schemas.openxmlformats.org/officeDocument/2006/math">
                        <m:sSub>
                          <m:sSubPr>
                            <m:ctrlPr>
                              <a:rPr lang="en-US" altLang="zh-TW" sz="2800" b="0" i="1" smtClean="0">
                                <a:latin typeface="Cambria Math" panose="02040503050406030204" pitchFamily="18" charset="0"/>
                                <a:cs typeface="Times New Roman" panose="02020603050405020304" pitchFamily="18" charset="0"/>
                              </a:rPr>
                            </m:ctrlPr>
                          </m:sSubPr>
                          <m:e>
                            <m:r>
                              <m:rPr>
                                <m:sty m:val="p"/>
                              </m:rPr>
                              <a:rPr lang="en-US" altLang="zh-TW" sz="2800" b="0" i="0" smtClean="0">
                                <a:latin typeface="Cambria Math" panose="02040503050406030204" pitchFamily="18" charset="0"/>
                                <a:cs typeface="Times New Roman" panose="02020603050405020304" pitchFamily="18" charset="0"/>
                              </a:rPr>
                              <m:t>P</m:t>
                            </m:r>
                          </m:e>
                          <m:sub>
                            <m:r>
                              <a:rPr lang="en-US" altLang="zh-TW" sz="2800" b="0" i="0" smtClean="0">
                                <a:latin typeface="Cambria Math" panose="02040503050406030204" pitchFamily="18" charset="0"/>
                                <a:cs typeface="Times New Roman" panose="02020603050405020304" pitchFamily="18" charset="0"/>
                              </a:rPr>
                              <m:t>1</m:t>
                            </m:r>
                          </m:sub>
                        </m:sSub>
                      </m:oMath>
                    </a14:m>
                    <a:r>
                      <a:rPr lang="zh-TW" altLang="en-US" sz="2800" dirty="0">
                        <a:latin typeface="Times New Roman" panose="02020603050405020304" pitchFamily="18" charset="0"/>
                        <a:cs typeface="Times New Roman" panose="02020603050405020304" pitchFamily="18" charset="0"/>
                      </a:rPr>
                      <a:t>   </a:t>
                    </a:r>
                    <a14:m>
                      <m:oMath xmlns:m="http://schemas.openxmlformats.org/officeDocument/2006/math">
                        <m:r>
                          <a:rPr lang="zh-TW" altLang="en-US" sz="2800" b="0" i="0">
                            <a:latin typeface="Cambria Math" panose="02040503050406030204" pitchFamily="18" charset="0"/>
                            <a:cs typeface="Times New Roman" panose="02020603050405020304" pitchFamily="18" charset="0"/>
                          </a:rPr>
                          <m:t> </m:t>
                        </m:r>
                        <m:sSub>
                          <m:sSubPr>
                            <m:ctrlPr>
                              <a:rPr lang="en-US" altLang="zh-TW" sz="2800" b="0" i="1" smtClean="0">
                                <a:latin typeface="Cambria Math" panose="02040503050406030204" pitchFamily="18" charset="0"/>
                                <a:cs typeface="Times New Roman" panose="02020603050405020304" pitchFamily="18" charset="0"/>
                              </a:rPr>
                            </m:ctrlPr>
                          </m:sSubPr>
                          <m:e>
                            <m:r>
                              <m:rPr>
                                <m:sty m:val="p"/>
                              </m:rPr>
                              <a:rPr lang="en-US" altLang="zh-TW" sz="2800" b="0" i="0" smtClean="0">
                                <a:latin typeface="Cambria Math" panose="02040503050406030204" pitchFamily="18" charset="0"/>
                                <a:cs typeface="Times New Roman" panose="02020603050405020304" pitchFamily="18" charset="0"/>
                              </a:rPr>
                              <m:t>P</m:t>
                            </m:r>
                          </m:e>
                          <m:sub>
                            <m:r>
                              <a:rPr lang="en-US" altLang="zh-TW" sz="2800" i="0">
                                <a:latin typeface="Cambria Math" panose="02040503050406030204" pitchFamily="18" charset="0"/>
                                <a:cs typeface="Times New Roman" panose="02020603050405020304" pitchFamily="18" charset="0"/>
                              </a:rPr>
                              <m:t>2</m:t>
                            </m:r>
                          </m:sub>
                        </m:sSub>
                        <m:sSub>
                          <m:sSubPr>
                            <m:ctrlPr>
                              <a:rPr lang="en-US" altLang="zh-TW" sz="2800" b="0" i="1" smtClean="0">
                                <a:latin typeface="Cambria Math" panose="02040503050406030204" pitchFamily="18" charset="0"/>
                                <a:cs typeface="Times New Roman" panose="02020603050405020304" pitchFamily="18" charset="0"/>
                              </a:rPr>
                            </m:ctrlPr>
                          </m:sSubPr>
                          <m:e>
                            <m:r>
                              <a:rPr lang="en-US" altLang="zh-TW" sz="2800" b="0" i="0" smtClean="0">
                                <a:latin typeface="Cambria Math" panose="02040503050406030204" pitchFamily="18" charset="0"/>
                                <a:cs typeface="Times New Roman" panose="02020603050405020304" pitchFamily="18" charset="0"/>
                              </a:rPr>
                              <m:t> </m:t>
                            </m:r>
                            <m:r>
                              <a:rPr lang="zh-TW" altLang="en-US" sz="2800" i="0">
                                <a:latin typeface="Cambria Math" panose="02040503050406030204" pitchFamily="18" charset="0"/>
                                <a:cs typeface="Times New Roman" panose="02020603050405020304" pitchFamily="18" charset="0"/>
                              </a:rPr>
                              <m:t> </m:t>
                            </m:r>
                            <m:r>
                              <a:rPr lang="en-US" altLang="zh-TW" sz="2800" b="0" i="0" smtClean="0">
                                <a:latin typeface="Cambria Math" panose="02040503050406030204" pitchFamily="18" charset="0"/>
                                <a:cs typeface="Times New Roman" panose="02020603050405020304" pitchFamily="18" charset="0"/>
                              </a:rPr>
                              <m:t> </m:t>
                            </m:r>
                            <m:r>
                              <a:rPr lang="zh-TW" altLang="en-US" sz="2800" i="0">
                                <a:latin typeface="Cambria Math" panose="02040503050406030204" pitchFamily="18" charset="0"/>
                                <a:cs typeface="Times New Roman" panose="02020603050405020304" pitchFamily="18" charset="0"/>
                              </a:rPr>
                              <m:t> </m:t>
                            </m:r>
                            <m:r>
                              <m:rPr>
                                <m:sty m:val="p"/>
                              </m:rPr>
                              <a:rPr lang="en-US" altLang="zh-TW" sz="2800" b="0" i="0" smtClean="0">
                                <a:latin typeface="Cambria Math" panose="02040503050406030204" pitchFamily="18" charset="0"/>
                                <a:cs typeface="Times New Roman" panose="02020603050405020304" pitchFamily="18" charset="0"/>
                              </a:rPr>
                              <m:t>P</m:t>
                            </m:r>
                          </m:e>
                          <m:sub>
                            <m:r>
                              <a:rPr lang="en-US" altLang="zh-TW" sz="2800" i="0">
                                <a:latin typeface="Cambria Math" panose="02040503050406030204" pitchFamily="18" charset="0"/>
                                <a:cs typeface="Times New Roman" panose="02020603050405020304" pitchFamily="18" charset="0"/>
                              </a:rPr>
                              <m:t>3</m:t>
                            </m:r>
                          </m:sub>
                        </m:sSub>
                        <m:sSub>
                          <m:sSubPr>
                            <m:ctrlPr>
                              <a:rPr lang="en-US" altLang="zh-TW" sz="2800" b="0" i="1" smtClean="0">
                                <a:latin typeface="Cambria Math" panose="02040503050406030204" pitchFamily="18" charset="0"/>
                                <a:cs typeface="Times New Roman" panose="02020603050405020304" pitchFamily="18" charset="0"/>
                              </a:rPr>
                            </m:ctrlPr>
                          </m:sSubPr>
                          <m:e>
                            <m:r>
                              <a:rPr lang="zh-TW" altLang="en-US" sz="2800" i="0">
                                <a:latin typeface="Cambria Math" panose="02040503050406030204" pitchFamily="18" charset="0"/>
                                <a:cs typeface="Times New Roman" panose="02020603050405020304" pitchFamily="18" charset="0"/>
                              </a:rPr>
                              <m:t> </m:t>
                            </m:r>
                            <m:r>
                              <a:rPr lang="en-US" altLang="zh-TW" sz="2800" b="0" i="0" smtClean="0">
                                <a:latin typeface="Cambria Math" panose="02040503050406030204" pitchFamily="18" charset="0"/>
                                <a:cs typeface="Times New Roman" panose="02020603050405020304" pitchFamily="18" charset="0"/>
                              </a:rPr>
                              <m:t> </m:t>
                            </m:r>
                            <m:r>
                              <a:rPr lang="zh-TW" altLang="en-US" sz="2800" i="0">
                                <a:latin typeface="Cambria Math" panose="02040503050406030204" pitchFamily="18" charset="0"/>
                                <a:cs typeface="Times New Roman" panose="02020603050405020304" pitchFamily="18" charset="0"/>
                              </a:rPr>
                              <m:t> </m:t>
                            </m:r>
                            <m:r>
                              <a:rPr lang="en-US" altLang="zh-TW" sz="2800" b="0" i="0" smtClean="0">
                                <a:latin typeface="Cambria Math" panose="02040503050406030204" pitchFamily="18" charset="0"/>
                                <a:cs typeface="Times New Roman" panose="02020603050405020304" pitchFamily="18" charset="0"/>
                              </a:rPr>
                              <m:t> </m:t>
                            </m:r>
                            <m:r>
                              <m:rPr>
                                <m:sty m:val="p"/>
                              </m:rPr>
                              <a:rPr lang="en-US" altLang="zh-TW" sz="2800" b="0" i="0" smtClean="0">
                                <a:latin typeface="Cambria Math" panose="02040503050406030204" pitchFamily="18" charset="0"/>
                                <a:cs typeface="Times New Roman" panose="02020603050405020304" pitchFamily="18" charset="0"/>
                              </a:rPr>
                              <m:t>P</m:t>
                            </m:r>
                          </m:e>
                          <m:sub>
                            <m:r>
                              <a:rPr lang="en-US" altLang="zh-TW" sz="2800" i="0">
                                <a:latin typeface="Cambria Math" panose="02040503050406030204" pitchFamily="18" charset="0"/>
                                <a:cs typeface="Times New Roman" panose="02020603050405020304" pitchFamily="18" charset="0"/>
                              </a:rPr>
                              <m:t>4</m:t>
                            </m:r>
                          </m:sub>
                        </m:sSub>
                      </m:oMath>
                    </a14:m>
                    <a:endParaRPr lang="zh-TW" altLang="en-US" sz="2800" dirty="0">
                      <a:latin typeface="Times New Roman" panose="02020603050405020304" pitchFamily="18" charset="0"/>
                      <a:cs typeface="Times New Roman" panose="02020603050405020304" pitchFamily="18" charset="0"/>
                    </a:endParaRPr>
                  </a:p>
                </p:txBody>
              </p:sp>
            </mc:Choice>
            <mc:Fallback xmlns="">
              <p:sp>
                <p:nvSpPr>
                  <p:cNvPr id="72" name="文字方塊 71">
                    <a:extLst>
                      <a:ext uri="{FF2B5EF4-FFF2-40B4-BE49-F238E27FC236}">
                        <a16:creationId xmlns:a16="http://schemas.microsoft.com/office/drawing/2014/main" id="{D1CAC6C7-5083-4FB4-94F6-2E1FFD578B9C}"/>
                      </a:ext>
                    </a:extLst>
                  </p:cNvPr>
                  <p:cNvSpPr txBox="1">
                    <a:spLocks noRot="1" noChangeAspect="1" noMove="1" noResize="1" noEditPoints="1" noAdjustHandles="1" noChangeArrowheads="1" noChangeShapeType="1" noTextEdit="1"/>
                  </p:cNvSpPr>
                  <p:nvPr/>
                </p:nvSpPr>
                <p:spPr>
                  <a:xfrm>
                    <a:off x="1152482" y="1245144"/>
                    <a:ext cx="2441951" cy="523220"/>
                  </a:xfrm>
                  <a:prstGeom prst="rect">
                    <a:avLst/>
                  </a:prstGeom>
                  <a:blipFill>
                    <a:blip r:embed="rId3"/>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73" name="文字方塊 72">
                    <a:extLst>
                      <a:ext uri="{FF2B5EF4-FFF2-40B4-BE49-F238E27FC236}">
                        <a16:creationId xmlns:a16="http://schemas.microsoft.com/office/drawing/2014/main" id="{2BCAF684-64D6-42CE-8D75-49C9A03C4BBD}"/>
                      </a:ext>
                    </a:extLst>
                  </p:cNvPr>
                  <p:cNvSpPr txBox="1"/>
                  <p:nvPr/>
                </p:nvSpPr>
                <p:spPr>
                  <a:xfrm>
                    <a:off x="1229360" y="642997"/>
                    <a:ext cx="2268570" cy="523220"/>
                  </a:xfrm>
                  <a:prstGeom prst="rect">
                    <a:avLst/>
                  </a:prstGeom>
                  <a:noFill/>
                </p:spPr>
                <p:txBody>
                  <a:bodyPr wrap="none" rtlCol="0">
                    <a:spAutoFit/>
                  </a:bodyPr>
                  <a:lstStyle/>
                  <a:p>
                    <a14:m>
                      <m:oMath xmlns:m="http://schemas.openxmlformats.org/officeDocument/2006/math">
                        <m:r>
                          <a:rPr lang="en-US" altLang="zh-TW" sz="2800" i="0" smtClean="0">
                            <a:solidFill>
                              <a:schemeClr val="tx1"/>
                            </a:solidFill>
                            <a:latin typeface="Cambria Math" panose="02040503050406030204" pitchFamily="18" charset="0"/>
                            <a:cs typeface="Times New Roman" panose="02020603050405020304" pitchFamily="18" charset="0"/>
                          </a:rPr>
                          <m:t>2</m:t>
                        </m:r>
                      </m:oMath>
                    </a14:m>
                    <a:r>
                      <a:rPr lang="zh-TW" altLang="en-US" sz="2800" dirty="0">
                        <a:solidFill>
                          <a:schemeClr val="tx1"/>
                        </a:solidFill>
                        <a:latin typeface="Times New Roman" panose="02020603050405020304" pitchFamily="18" charset="0"/>
                        <a:cs typeface="Times New Roman" panose="02020603050405020304" pitchFamily="18" charset="0"/>
                      </a:rPr>
                      <a:t>     </a:t>
                    </a:r>
                    <a:r>
                      <a:rPr lang="en-US" altLang="zh-TW" sz="2800" dirty="0">
                        <a:solidFill>
                          <a:schemeClr val="tx1"/>
                        </a:solidFill>
                        <a:latin typeface="Times New Roman" panose="02020603050405020304" pitchFamily="18" charset="0"/>
                        <a:cs typeface="Times New Roman" panose="02020603050405020304" pitchFamily="18" charset="0"/>
                      </a:rPr>
                      <a:t>8</a:t>
                    </a:r>
                    <a:r>
                      <a:rPr lang="zh-TW" altLang="en-US" sz="2800" dirty="0">
                        <a:solidFill>
                          <a:schemeClr val="tx1"/>
                        </a:solidFill>
                        <a:latin typeface="Times New Roman" panose="02020603050405020304" pitchFamily="18" charset="0"/>
                        <a:cs typeface="Times New Roman" panose="02020603050405020304" pitchFamily="18" charset="0"/>
                      </a:rPr>
                      <a:t>     </a:t>
                    </a:r>
                    <a:r>
                      <a:rPr lang="en-US" altLang="zh-TW" sz="2800" dirty="0">
                        <a:solidFill>
                          <a:schemeClr val="tx1"/>
                        </a:solidFill>
                        <a:latin typeface="Times New Roman" panose="02020603050405020304" pitchFamily="18" charset="0"/>
                        <a:cs typeface="Times New Roman" panose="02020603050405020304" pitchFamily="18" charset="0"/>
                      </a:rPr>
                      <a:t>9</a:t>
                    </a:r>
                    <a:r>
                      <a:rPr lang="zh-TW" altLang="en-US" sz="2800" dirty="0">
                        <a:solidFill>
                          <a:schemeClr val="tx1"/>
                        </a:solidFill>
                        <a:latin typeface="Times New Roman" panose="02020603050405020304" pitchFamily="18" charset="0"/>
                        <a:cs typeface="Times New Roman" panose="02020603050405020304" pitchFamily="18" charset="0"/>
                      </a:rPr>
                      <a:t>     </a:t>
                    </a:r>
                    <a:r>
                      <a:rPr lang="en-US" altLang="zh-TW" sz="2800" dirty="0">
                        <a:solidFill>
                          <a:schemeClr val="tx1"/>
                        </a:solidFill>
                        <a:latin typeface="Times New Roman" panose="02020603050405020304" pitchFamily="18" charset="0"/>
                        <a:cs typeface="Times New Roman" panose="02020603050405020304" pitchFamily="18" charset="0"/>
                      </a:rPr>
                      <a:t>7</a:t>
                    </a:r>
                    <a:endParaRPr lang="zh-TW" altLang="en-US" sz="2800" dirty="0">
                      <a:solidFill>
                        <a:schemeClr val="tx1"/>
                      </a:solidFill>
                      <a:latin typeface="Times New Roman" panose="02020603050405020304" pitchFamily="18" charset="0"/>
                      <a:cs typeface="Times New Roman" panose="02020603050405020304" pitchFamily="18" charset="0"/>
                    </a:endParaRPr>
                  </a:p>
                </p:txBody>
              </p:sp>
            </mc:Choice>
            <mc:Fallback xmlns="">
              <p:sp>
                <p:nvSpPr>
                  <p:cNvPr id="73" name="文字方塊 72">
                    <a:extLst>
                      <a:ext uri="{FF2B5EF4-FFF2-40B4-BE49-F238E27FC236}">
                        <a16:creationId xmlns:a16="http://schemas.microsoft.com/office/drawing/2014/main" id="{2BCAF684-64D6-42CE-8D75-49C9A03C4BBD}"/>
                      </a:ext>
                    </a:extLst>
                  </p:cNvPr>
                  <p:cNvSpPr txBox="1">
                    <a:spLocks noRot="1" noChangeAspect="1" noMove="1" noResize="1" noEditPoints="1" noAdjustHandles="1" noChangeArrowheads="1" noChangeShapeType="1" noTextEdit="1"/>
                  </p:cNvSpPr>
                  <p:nvPr/>
                </p:nvSpPr>
                <p:spPr>
                  <a:xfrm>
                    <a:off x="1229360" y="642997"/>
                    <a:ext cx="2268570" cy="523220"/>
                  </a:xfrm>
                  <a:prstGeom prst="rect">
                    <a:avLst/>
                  </a:prstGeom>
                  <a:blipFill>
                    <a:blip r:embed="rId4"/>
                    <a:stretch>
                      <a:fillRect t="-12791" r="-4570" b="-31395"/>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90" name="文字方塊 89">
                    <a:extLst>
                      <a:ext uri="{FF2B5EF4-FFF2-40B4-BE49-F238E27FC236}">
                        <a16:creationId xmlns:a16="http://schemas.microsoft.com/office/drawing/2014/main" id="{C4CA54FF-BE6B-4A34-BF5B-856540CC4472}"/>
                      </a:ext>
                    </a:extLst>
                  </p:cNvPr>
                  <p:cNvSpPr txBox="1"/>
                  <p:nvPr/>
                </p:nvSpPr>
                <p:spPr>
                  <a:xfrm>
                    <a:off x="1229360" y="18037"/>
                    <a:ext cx="2268570" cy="523220"/>
                  </a:xfrm>
                  <a:prstGeom prst="rect">
                    <a:avLst/>
                  </a:prstGeom>
                  <a:noFill/>
                </p:spPr>
                <p:txBody>
                  <a:bodyPr wrap="none" rtlCol="0">
                    <a:spAutoFit/>
                  </a:bodyPr>
                  <a:lstStyle/>
                  <a:p>
                    <a14:m>
                      <m:oMath xmlns:m="http://schemas.openxmlformats.org/officeDocument/2006/math">
                        <m:r>
                          <a:rPr lang="en-US" altLang="zh-TW" sz="2800" b="0" i="0" smtClean="0">
                            <a:solidFill>
                              <a:schemeClr val="tx1"/>
                            </a:solidFill>
                            <a:latin typeface="Cambria Math" panose="02040503050406030204" pitchFamily="18" charset="0"/>
                            <a:cs typeface="Times New Roman" panose="02020603050405020304" pitchFamily="18" charset="0"/>
                          </a:rPr>
                          <m:t>1</m:t>
                        </m:r>
                      </m:oMath>
                    </a14:m>
                    <a:r>
                      <a:rPr lang="zh-TW" altLang="en-US" sz="2800" dirty="0">
                        <a:latin typeface="Times New Roman" panose="02020603050405020304" pitchFamily="18" charset="0"/>
                        <a:cs typeface="Times New Roman" panose="02020603050405020304" pitchFamily="18" charset="0"/>
                      </a:rPr>
                      <a:t>     </a:t>
                    </a:r>
                    <a:r>
                      <a:rPr lang="en-US" altLang="zh-TW" sz="2800" dirty="0">
                        <a:latin typeface="Times New Roman" panose="02020603050405020304" pitchFamily="18" charset="0"/>
                        <a:cs typeface="Times New Roman" panose="02020603050405020304" pitchFamily="18" charset="0"/>
                      </a:rPr>
                      <a:t>4</a:t>
                    </a:r>
                    <a:r>
                      <a:rPr lang="zh-TW" altLang="en-US" sz="2800" dirty="0">
                        <a:latin typeface="Times New Roman" panose="02020603050405020304" pitchFamily="18" charset="0"/>
                        <a:cs typeface="Times New Roman" panose="02020603050405020304" pitchFamily="18" charset="0"/>
                      </a:rPr>
                      <a:t>     </a:t>
                    </a:r>
                    <a:r>
                      <a:rPr lang="en-US" altLang="zh-TW" sz="2800" dirty="0">
                        <a:latin typeface="Times New Roman" panose="02020603050405020304" pitchFamily="18" charset="0"/>
                        <a:cs typeface="Times New Roman" panose="02020603050405020304" pitchFamily="18" charset="0"/>
                      </a:rPr>
                      <a:t>5</a:t>
                    </a:r>
                    <a:r>
                      <a:rPr lang="zh-TW" altLang="en-US" sz="2800" dirty="0">
                        <a:latin typeface="Times New Roman" panose="02020603050405020304" pitchFamily="18" charset="0"/>
                        <a:cs typeface="Times New Roman" panose="02020603050405020304" pitchFamily="18" charset="0"/>
                      </a:rPr>
                      <a:t>     </a:t>
                    </a:r>
                    <a:r>
                      <a:rPr lang="en-US" altLang="zh-TW" sz="2800" dirty="0">
                        <a:latin typeface="Times New Roman" panose="02020603050405020304" pitchFamily="18" charset="0"/>
                        <a:cs typeface="Times New Roman" panose="02020603050405020304" pitchFamily="18" charset="0"/>
                      </a:rPr>
                      <a:t>6</a:t>
                    </a:r>
                    <a:endParaRPr lang="zh-TW" altLang="en-US" sz="2800" dirty="0">
                      <a:latin typeface="Times New Roman" panose="02020603050405020304" pitchFamily="18" charset="0"/>
                      <a:cs typeface="Times New Roman" panose="02020603050405020304" pitchFamily="18" charset="0"/>
                    </a:endParaRPr>
                  </a:p>
                </p:txBody>
              </p:sp>
            </mc:Choice>
            <mc:Fallback xmlns="">
              <p:sp>
                <p:nvSpPr>
                  <p:cNvPr id="90" name="文字方塊 89">
                    <a:extLst>
                      <a:ext uri="{FF2B5EF4-FFF2-40B4-BE49-F238E27FC236}">
                        <a16:creationId xmlns:a16="http://schemas.microsoft.com/office/drawing/2014/main" id="{C4CA54FF-BE6B-4A34-BF5B-856540CC4472}"/>
                      </a:ext>
                    </a:extLst>
                  </p:cNvPr>
                  <p:cNvSpPr txBox="1">
                    <a:spLocks noRot="1" noChangeAspect="1" noMove="1" noResize="1" noEditPoints="1" noAdjustHandles="1" noChangeArrowheads="1" noChangeShapeType="1" noTextEdit="1"/>
                  </p:cNvSpPr>
                  <p:nvPr/>
                </p:nvSpPr>
                <p:spPr>
                  <a:xfrm>
                    <a:off x="1229360" y="18037"/>
                    <a:ext cx="2268570" cy="523220"/>
                  </a:xfrm>
                  <a:prstGeom prst="rect">
                    <a:avLst/>
                  </a:prstGeom>
                  <a:blipFill>
                    <a:blip r:embed="rId5"/>
                    <a:stretch>
                      <a:fillRect t="-11628" r="-4570" b="-31395"/>
                    </a:stretch>
                  </a:blipFill>
                </p:spPr>
                <p:txBody>
                  <a:bodyPr/>
                  <a:lstStyle/>
                  <a:p>
                    <a:r>
                      <a:rPr lang="zh-TW" altLang="en-US">
                        <a:noFill/>
                      </a:rPr>
                      <a:t> </a:t>
                    </a:r>
                  </a:p>
                </p:txBody>
              </p:sp>
            </mc:Fallback>
          </mc:AlternateContent>
          <p:sp>
            <p:nvSpPr>
              <p:cNvPr id="91" name="文字方塊 90">
                <a:extLst>
                  <a:ext uri="{FF2B5EF4-FFF2-40B4-BE49-F238E27FC236}">
                    <a16:creationId xmlns:a16="http://schemas.microsoft.com/office/drawing/2014/main" id="{D05B7B5E-7BA0-46DC-96F7-9141414A9A51}"/>
                  </a:ext>
                </a:extLst>
              </p:cNvPr>
              <p:cNvSpPr txBox="1"/>
              <p:nvPr/>
            </p:nvSpPr>
            <p:spPr>
              <a:xfrm>
                <a:off x="1849059" y="-571452"/>
                <a:ext cx="434898" cy="523220"/>
              </a:xfrm>
              <a:prstGeom prst="rect">
                <a:avLst/>
              </a:prstGeom>
              <a:noFill/>
            </p:spPr>
            <p:txBody>
              <a:bodyPr wrap="square" rtlCol="0">
                <a:spAutoFit/>
              </a:bodyPr>
              <a:lstStyle/>
              <a:p>
                <a:r>
                  <a:rPr lang="en-US" altLang="zh-TW" sz="2800" dirty="0">
                    <a:latin typeface="Times New Roman" panose="02020603050405020304" pitchFamily="18" charset="0"/>
                    <a:cs typeface="Times New Roman" panose="02020603050405020304" pitchFamily="18" charset="0"/>
                  </a:rPr>
                  <a:t>3</a:t>
                </a:r>
                <a:endParaRPr lang="zh-TW" altLang="en-US" sz="2800" dirty="0">
                  <a:latin typeface="Times New Roman" panose="02020603050405020304" pitchFamily="18" charset="0"/>
                  <a:cs typeface="Times New Roman" panose="02020603050405020304" pitchFamily="18" charset="0"/>
                </a:endParaRPr>
              </a:p>
            </p:txBody>
          </p:sp>
        </p:grpSp>
        <p:cxnSp>
          <p:nvCxnSpPr>
            <p:cNvPr id="71" name="直線接點 70">
              <a:extLst>
                <a:ext uri="{FF2B5EF4-FFF2-40B4-BE49-F238E27FC236}">
                  <a16:creationId xmlns:a16="http://schemas.microsoft.com/office/drawing/2014/main" id="{7856D62B-CE1C-4AC0-B32F-7D0416BFB573}"/>
                </a:ext>
              </a:extLst>
            </p:cNvPr>
            <p:cNvCxnSpPr>
              <a:cxnSpLocks/>
            </p:cNvCxnSpPr>
            <p:nvPr/>
          </p:nvCxnSpPr>
          <p:spPr>
            <a:xfrm>
              <a:off x="5525304" y="3596997"/>
              <a:ext cx="224894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78" name="標題 1">
                <a:extLst>
                  <a:ext uri="{FF2B5EF4-FFF2-40B4-BE49-F238E27FC236}">
                    <a16:creationId xmlns:a16="http://schemas.microsoft.com/office/drawing/2014/main" id="{61682426-6933-433A-ACD1-5259A0A8AD45}"/>
                  </a:ext>
                </a:extLst>
              </p:cNvPr>
              <p:cNvSpPr txBox="1">
                <a:spLocks/>
              </p:cNvSpPr>
              <p:nvPr/>
            </p:nvSpPr>
            <p:spPr>
              <a:xfrm>
                <a:off x="570805" y="1180135"/>
                <a:ext cx="7886700" cy="5833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2800" dirty="0">
                    <a:latin typeface="Times New Roman" panose="02020603050405020304" pitchFamily="18" charset="0"/>
                    <a:cs typeface="Times New Roman" panose="02020603050405020304" pitchFamily="18" charset="0"/>
                  </a:rPr>
                  <a:t>input: </a:t>
                </a:r>
                <a14:m>
                  <m:oMath xmlns:m="http://schemas.openxmlformats.org/officeDocument/2006/math">
                    <m:r>
                      <a:rPr lang="en-US" altLang="zh-TW" sz="2800" b="0" i="0" smtClean="0">
                        <a:latin typeface="Cambria Math" panose="02040503050406030204" pitchFamily="18" charset="0"/>
                        <a:cs typeface="Times New Roman" panose="02020603050405020304" pitchFamily="18" charset="0"/>
                      </a:rPr>
                      <m:t>  </m:t>
                    </m:r>
                    <m:r>
                      <a:rPr lang="en-US" altLang="zh-TW" sz="2800" b="0" i="1" smtClean="0">
                        <a:latin typeface="Cambria Math" panose="02040503050406030204" pitchFamily="18" charset="0"/>
                        <a:cs typeface="Times New Roman" panose="02020603050405020304" pitchFamily="18" charset="0"/>
                      </a:rPr>
                      <m:t>𝜏</m:t>
                    </m:r>
                    <m:r>
                      <a:rPr lang="en-US" altLang="zh-TW" sz="2800" b="0" i="1" smtClean="0">
                        <a:latin typeface="Cambria Math" panose="02040503050406030204" pitchFamily="18" charset="0"/>
                        <a:cs typeface="Times New Roman" panose="02020603050405020304" pitchFamily="18" charset="0"/>
                      </a:rPr>
                      <m:t>= &lt;2, 8, 4, 9, 5, 1, 7, 6, 3&gt;</m:t>
                    </m:r>
                  </m:oMath>
                </a14:m>
                <a:endParaRPr lang="zh-TW" altLang="en-US" sz="2800" dirty="0">
                  <a:latin typeface="Times New Roman" panose="02020603050405020304" pitchFamily="18" charset="0"/>
                  <a:cs typeface="Times New Roman" panose="02020603050405020304" pitchFamily="18" charset="0"/>
                </a:endParaRPr>
              </a:p>
            </p:txBody>
          </p:sp>
        </mc:Choice>
        <mc:Fallback xmlns="">
          <p:sp>
            <p:nvSpPr>
              <p:cNvPr id="78" name="標題 1">
                <a:extLst>
                  <a:ext uri="{FF2B5EF4-FFF2-40B4-BE49-F238E27FC236}">
                    <a16:creationId xmlns:a16="http://schemas.microsoft.com/office/drawing/2014/main" id="{61682426-6933-433A-ACD1-5259A0A8AD45}"/>
                  </a:ext>
                </a:extLst>
              </p:cNvPr>
              <p:cNvSpPr txBox="1">
                <a:spLocks noRot="1" noChangeAspect="1" noMove="1" noResize="1" noEditPoints="1" noAdjustHandles="1" noChangeArrowheads="1" noChangeShapeType="1" noTextEdit="1"/>
              </p:cNvSpPr>
              <p:nvPr/>
            </p:nvSpPr>
            <p:spPr>
              <a:xfrm>
                <a:off x="570805" y="1180135"/>
                <a:ext cx="7886700" cy="583367"/>
              </a:xfrm>
              <a:prstGeom prst="rect">
                <a:avLst/>
              </a:prstGeom>
              <a:blipFill>
                <a:blip r:embed="rId6"/>
                <a:stretch>
                  <a:fillRect l="-1624" t="-9474" b="-2000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11" name="標題 1">
                <a:extLst>
                  <a:ext uri="{FF2B5EF4-FFF2-40B4-BE49-F238E27FC236}">
                    <a16:creationId xmlns:a16="http://schemas.microsoft.com/office/drawing/2014/main" id="{88A1B601-A83A-4342-8ABE-4DD71B6B282F}"/>
                  </a:ext>
                </a:extLst>
              </p:cNvPr>
              <p:cNvSpPr txBox="1">
                <a:spLocks/>
              </p:cNvSpPr>
              <p:nvPr/>
            </p:nvSpPr>
            <p:spPr>
              <a:xfrm>
                <a:off x="570805" y="4547004"/>
                <a:ext cx="7886700" cy="5833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14:m>
                  <m:oMath xmlns:m="http://schemas.openxmlformats.org/officeDocument/2006/math">
                    <m:r>
                      <a:rPr lang="en-US" altLang="zh-TW" sz="2800" b="0" i="1" smtClean="0">
                        <a:latin typeface="Cambria Math" panose="02040503050406030204" pitchFamily="18" charset="0"/>
                        <a:cs typeface="Times New Roman" panose="02020603050405020304" pitchFamily="18" charset="0"/>
                      </a:rPr>
                      <m:t>𝑑𝑒𝑐𝑟𝑒𝑎𝑠𝑖𝑛𝑔</m:t>
                    </m:r>
                    <m:r>
                      <a:rPr lang="en-US" altLang="zh-TW" sz="2800" b="0" i="1" smtClean="0">
                        <a:latin typeface="Cambria Math" panose="02040503050406030204" pitchFamily="18" charset="0"/>
                        <a:cs typeface="Times New Roman" panose="02020603050405020304" pitchFamily="18" charset="0"/>
                      </a:rPr>
                      <m:t> </m:t>
                    </m:r>
                    <m:r>
                      <a:rPr lang="en-US" altLang="zh-TW" sz="2800" b="0" i="1" smtClean="0">
                        <a:latin typeface="Cambria Math" panose="02040503050406030204" pitchFamily="18" charset="0"/>
                        <a:cs typeface="Times New Roman" panose="02020603050405020304" pitchFamily="18" charset="0"/>
                      </a:rPr>
                      <m:t>𝑠𝑢𝑏𝑠𝑒𝑞𝑢𝑒𝑛𝑐𝑒</m:t>
                    </m:r>
                  </m:oMath>
                </a14:m>
                <a:r>
                  <a:rPr lang="en-US" altLang="zh-TW" sz="2800" dirty="0">
                    <a:latin typeface="Times New Roman" panose="02020603050405020304" pitchFamily="18" charset="0"/>
                    <a:cs typeface="Times New Roman" panose="02020603050405020304" pitchFamily="18" charset="0"/>
                  </a:rPr>
                  <a:t>:</a:t>
                </a:r>
                <a:endParaRPr lang="zh-TW" altLang="en-US" sz="2800" dirty="0">
                  <a:latin typeface="Times New Roman" panose="02020603050405020304" pitchFamily="18" charset="0"/>
                  <a:cs typeface="Times New Roman" panose="02020603050405020304" pitchFamily="18" charset="0"/>
                </a:endParaRPr>
              </a:p>
            </p:txBody>
          </p:sp>
        </mc:Choice>
        <mc:Fallback xmlns="">
          <p:sp>
            <p:nvSpPr>
              <p:cNvPr id="111" name="標題 1">
                <a:extLst>
                  <a:ext uri="{FF2B5EF4-FFF2-40B4-BE49-F238E27FC236}">
                    <a16:creationId xmlns:a16="http://schemas.microsoft.com/office/drawing/2014/main" id="{88A1B601-A83A-4342-8ABE-4DD71B6B282F}"/>
                  </a:ext>
                </a:extLst>
              </p:cNvPr>
              <p:cNvSpPr txBox="1">
                <a:spLocks noRot="1" noChangeAspect="1" noMove="1" noResize="1" noEditPoints="1" noAdjustHandles="1" noChangeArrowheads="1" noChangeShapeType="1" noTextEdit="1"/>
              </p:cNvSpPr>
              <p:nvPr/>
            </p:nvSpPr>
            <p:spPr>
              <a:xfrm>
                <a:off x="570805" y="4547004"/>
                <a:ext cx="7886700" cy="583367"/>
              </a:xfrm>
              <a:prstGeom prst="rect">
                <a:avLst/>
              </a:prstGeom>
              <a:blipFill>
                <a:blip r:embed="rId12"/>
                <a:stretch>
                  <a:fillRect t="-9375" b="-19792"/>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12" name="標題 1">
                <a:extLst>
                  <a:ext uri="{FF2B5EF4-FFF2-40B4-BE49-F238E27FC236}">
                    <a16:creationId xmlns:a16="http://schemas.microsoft.com/office/drawing/2014/main" id="{50818103-E21D-4D24-BE15-1B8265CFB90F}"/>
                  </a:ext>
                </a:extLst>
              </p:cNvPr>
              <p:cNvSpPr txBox="1">
                <a:spLocks/>
              </p:cNvSpPr>
              <p:nvPr/>
            </p:nvSpPr>
            <p:spPr>
              <a:xfrm>
                <a:off x="570805" y="5159993"/>
                <a:ext cx="1062695" cy="5833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14:m>
                  <m:oMathPara xmlns:m="http://schemas.openxmlformats.org/officeDocument/2006/math">
                    <m:oMathParaPr>
                      <m:jc m:val="left"/>
                    </m:oMathParaPr>
                    <m:oMath xmlns:m="http://schemas.openxmlformats.org/officeDocument/2006/math">
                      <m:r>
                        <a:rPr lang="en-US" altLang="zh-TW" sz="2800" b="0" i="1" smtClean="0">
                          <a:latin typeface="Cambria Math" panose="02040503050406030204" pitchFamily="18" charset="0"/>
                          <a:cs typeface="Times New Roman" panose="02020603050405020304" pitchFamily="18" charset="0"/>
                        </a:rPr>
                        <m:t>2, 1</m:t>
                      </m:r>
                    </m:oMath>
                  </m:oMathPara>
                </a14:m>
                <a:endParaRPr lang="zh-TW" altLang="en-US" sz="2800" dirty="0">
                  <a:latin typeface="Times New Roman" panose="02020603050405020304" pitchFamily="18" charset="0"/>
                  <a:cs typeface="Times New Roman" panose="02020603050405020304" pitchFamily="18" charset="0"/>
                </a:endParaRPr>
              </a:p>
            </p:txBody>
          </p:sp>
        </mc:Choice>
        <mc:Fallback xmlns="">
          <p:sp>
            <p:nvSpPr>
              <p:cNvPr id="112" name="標題 1">
                <a:extLst>
                  <a:ext uri="{FF2B5EF4-FFF2-40B4-BE49-F238E27FC236}">
                    <a16:creationId xmlns:a16="http://schemas.microsoft.com/office/drawing/2014/main" id="{50818103-E21D-4D24-BE15-1B8265CFB90F}"/>
                  </a:ext>
                </a:extLst>
              </p:cNvPr>
              <p:cNvSpPr txBox="1">
                <a:spLocks noRot="1" noChangeAspect="1" noMove="1" noResize="1" noEditPoints="1" noAdjustHandles="1" noChangeArrowheads="1" noChangeShapeType="1" noTextEdit="1"/>
              </p:cNvSpPr>
              <p:nvPr/>
            </p:nvSpPr>
            <p:spPr>
              <a:xfrm>
                <a:off x="570805" y="5159993"/>
                <a:ext cx="1062695" cy="583367"/>
              </a:xfrm>
              <a:prstGeom prst="rect">
                <a:avLst/>
              </a:prstGeom>
              <a:blipFill>
                <a:blip r:embed="rId13"/>
                <a:stretch>
                  <a:fillRect l="-2874"/>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13" name="標題 1">
                <a:extLst>
                  <a:ext uri="{FF2B5EF4-FFF2-40B4-BE49-F238E27FC236}">
                    <a16:creationId xmlns:a16="http://schemas.microsoft.com/office/drawing/2014/main" id="{C1199CFF-839B-480A-A1A8-37FB33EE4BA0}"/>
                  </a:ext>
                </a:extLst>
              </p:cNvPr>
              <p:cNvSpPr txBox="1">
                <a:spLocks/>
              </p:cNvSpPr>
              <p:nvPr/>
            </p:nvSpPr>
            <p:spPr>
              <a:xfrm>
                <a:off x="2689538" y="5159993"/>
                <a:ext cx="1458716" cy="5833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14:m>
                  <m:oMathPara xmlns:m="http://schemas.openxmlformats.org/officeDocument/2006/math">
                    <m:oMathParaPr>
                      <m:jc m:val="left"/>
                    </m:oMathParaPr>
                    <m:oMath xmlns:m="http://schemas.openxmlformats.org/officeDocument/2006/math">
                      <m:r>
                        <a:rPr lang="en-US" altLang="zh-TW" sz="2800" b="0" i="1" smtClean="0">
                          <a:latin typeface="Cambria Math" panose="02040503050406030204" pitchFamily="18" charset="0"/>
                          <a:cs typeface="Times New Roman" panose="02020603050405020304" pitchFamily="18" charset="0"/>
                        </a:rPr>
                        <m:t>8, 4, 3</m:t>
                      </m:r>
                    </m:oMath>
                  </m:oMathPara>
                </a14:m>
                <a:endParaRPr lang="zh-TW" altLang="en-US" sz="2800" dirty="0">
                  <a:latin typeface="Times New Roman" panose="02020603050405020304" pitchFamily="18" charset="0"/>
                  <a:cs typeface="Times New Roman" panose="02020603050405020304" pitchFamily="18" charset="0"/>
                </a:endParaRPr>
              </a:p>
            </p:txBody>
          </p:sp>
        </mc:Choice>
        <mc:Fallback xmlns="">
          <p:sp>
            <p:nvSpPr>
              <p:cNvPr id="113" name="標題 1">
                <a:extLst>
                  <a:ext uri="{FF2B5EF4-FFF2-40B4-BE49-F238E27FC236}">
                    <a16:creationId xmlns:a16="http://schemas.microsoft.com/office/drawing/2014/main" id="{C1199CFF-839B-480A-A1A8-37FB33EE4BA0}"/>
                  </a:ext>
                </a:extLst>
              </p:cNvPr>
              <p:cNvSpPr txBox="1">
                <a:spLocks noRot="1" noChangeAspect="1" noMove="1" noResize="1" noEditPoints="1" noAdjustHandles="1" noChangeArrowheads="1" noChangeShapeType="1" noTextEdit="1"/>
              </p:cNvSpPr>
              <p:nvPr/>
            </p:nvSpPr>
            <p:spPr>
              <a:xfrm>
                <a:off x="2689538" y="5159993"/>
                <a:ext cx="1458716" cy="583367"/>
              </a:xfrm>
              <a:prstGeom prst="rect">
                <a:avLst/>
              </a:prstGeom>
              <a:blipFill>
                <a:blip r:embed="rId14"/>
                <a:stretch>
                  <a:fillRect l="-2092"/>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14" name="標題 1">
                <a:extLst>
                  <a:ext uri="{FF2B5EF4-FFF2-40B4-BE49-F238E27FC236}">
                    <a16:creationId xmlns:a16="http://schemas.microsoft.com/office/drawing/2014/main" id="{B8765B70-A186-484A-ABE7-4A9730FFB7D2}"/>
                  </a:ext>
                </a:extLst>
              </p:cNvPr>
              <p:cNvSpPr txBox="1">
                <a:spLocks/>
              </p:cNvSpPr>
              <p:nvPr/>
            </p:nvSpPr>
            <p:spPr>
              <a:xfrm>
                <a:off x="4808270" y="5159993"/>
                <a:ext cx="1458716" cy="5833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14:m>
                  <m:oMathPara xmlns:m="http://schemas.openxmlformats.org/officeDocument/2006/math">
                    <m:oMathParaPr>
                      <m:jc m:val="left"/>
                    </m:oMathParaPr>
                    <m:oMath xmlns:m="http://schemas.openxmlformats.org/officeDocument/2006/math">
                      <m:r>
                        <a:rPr lang="en-US" altLang="zh-TW" sz="2800" b="0" i="1" smtClean="0">
                          <a:latin typeface="Cambria Math" panose="02040503050406030204" pitchFamily="18" charset="0"/>
                          <a:cs typeface="Times New Roman" panose="02020603050405020304" pitchFamily="18" charset="0"/>
                        </a:rPr>
                        <m:t>9, 5</m:t>
                      </m:r>
                    </m:oMath>
                  </m:oMathPara>
                </a14:m>
                <a:endParaRPr lang="zh-TW" altLang="en-US" sz="2800" dirty="0">
                  <a:latin typeface="Times New Roman" panose="02020603050405020304" pitchFamily="18" charset="0"/>
                  <a:cs typeface="Times New Roman" panose="02020603050405020304" pitchFamily="18" charset="0"/>
                </a:endParaRPr>
              </a:p>
            </p:txBody>
          </p:sp>
        </mc:Choice>
        <mc:Fallback xmlns="">
          <p:sp>
            <p:nvSpPr>
              <p:cNvPr id="114" name="標題 1">
                <a:extLst>
                  <a:ext uri="{FF2B5EF4-FFF2-40B4-BE49-F238E27FC236}">
                    <a16:creationId xmlns:a16="http://schemas.microsoft.com/office/drawing/2014/main" id="{B8765B70-A186-484A-ABE7-4A9730FFB7D2}"/>
                  </a:ext>
                </a:extLst>
              </p:cNvPr>
              <p:cNvSpPr txBox="1">
                <a:spLocks noRot="1" noChangeAspect="1" noMove="1" noResize="1" noEditPoints="1" noAdjustHandles="1" noChangeArrowheads="1" noChangeShapeType="1" noTextEdit="1"/>
              </p:cNvSpPr>
              <p:nvPr/>
            </p:nvSpPr>
            <p:spPr>
              <a:xfrm>
                <a:off x="4808270" y="5159993"/>
                <a:ext cx="1458716" cy="583367"/>
              </a:xfrm>
              <a:prstGeom prst="rect">
                <a:avLst/>
              </a:prstGeom>
              <a:blipFill>
                <a:blip r:embed="rId15"/>
                <a:stretch>
                  <a:fillRect l="-2092"/>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15" name="標題 1">
                <a:extLst>
                  <a:ext uri="{FF2B5EF4-FFF2-40B4-BE49-F238E27FC236}">
                    <a16:creationId xmlns:a16="http://schemas.microsoft.com/office/drawing/2014/main" id="{9D63B797-E7B8-4E5F-A2B9-824FC83146A3}"/>
                  </a:ext>
                </a:extLst>
              </p:cNvPr>
              <p:cNvSpPr txBox="1">
                <a:spLocks/>
              </p:cNvSpPr>
              <p:nvPr/>
            </p:nvSpPr>
            <p:spPr>
              <a:xfrm>
                <a:off x="6956624" y="5159993"/>
                <a:ext cx="2057401" cy="5833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14:m>
                  <m:oMathPara xmlns:m="http://schemas.openxmlformats.org/officeDocument/2006/math">
                    <m:oMathParaPr>
                      <m:jc m:val="left"/>
                    </m:oMathParaPr>
                    <m:oMath xmlns:m="http://schemas.openxmlformats.org/officeDocument/2006/math">
                      <m:r>
                        <a:rPr lang="en-US" altLang="zh-TW" sz="2800" b="0" i="1" smtClean="0">
                          <a:latin typeface="Cambria Math" panose="02040503050406030204" pitchFamily="18" charset="0"/>
                          <a:cs typeface="Times New Roman" panose="02020603050405020304" pitchFamily="18" charset="0"/>
                        </a:rPr>
                        <m:t>7, 6</m:t>
                      </m:r>
                    </m:oMath>
                  </m:oMathPara>
                </a14:m>
                <a:endParaRPr lang="zh-TW" altLang="en-US" sz="2800" dirty="0">
                  <a:latin typeface="Times New Roman" panose="02020603050405020304" pitchFamily="18" charset="0"/>
                  <a:cs typeface="Times New Roman" panose="02020603050405020304" pitchFamily="18" charset="0"/>
                </a:endParaRPr>
              </a:p>
            </p:txBody>
          </p:sp>
        </mc:Choice>
        <mc:Fallback xmlns="">
          <p:sp>
            <p:nvSpPr>
              <p:cNvPr id="115" name="標題 1">
                <a:extLst>
                  <a:ext uri="{FF2B5EF4-FFF2-40B4-BE49-F238E27FC236}">
                    <a16:creationId xmlns:a16="http://schemas.microsoft.com/office/drawing/2014/main" id="{9D63B797-E7B8-4E5F-A2B9-824FC83146A3}"/>
                  </a:ext>
                </a:extLst>
              </p:cNvPr>
              <p:cNvSpPr txBox="1">
                <a:spLocks noRot="1" noChangeAspect="1" noMove="1" noResize="1" noEditPoints="1" noAdjustHandles="1" noChangeArrowheads="1" noChangeShapeType="1" noTextEdit="1"/>
              </p:cNvSpPr>
              <p:nvPr/>
            </p:nvSpPr>
            <p:spPr>
              <a:xfrm>
                <a:off x="6956624" y="5159993"/>
                <a:ext cx="2057401" cy="583367"/>
              </a:xfrm>
              <a:prstGeom prst="rect">
                <a:avLst/>
              </a:prstGeom>
              <a:blipFill>
                <a:blip r:embed="rId16"/>
                <a:stretch>
                  <a:fillRect l="-1479"/>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4536676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471956" y="414725"/>
            <a:ext cx="7886700" cy="583367"/>
          </a:xfrm>
        </p:spPr>
        <p:txBody>
          <a:bodyPr>
            <a:normAutofit/>
          </a:bodyPr>
          <a:lstStyle/>
          <a:p>
            <a:r>
              <a:rPr lang="en-US" altLang="zh-TW" sz="3200" dirty="0">
                <a:latin typeface="Times New Roman" panose="02020603050405020304" pitchFamily="18" charset="0"/>
                <a:cs typeface="Times New Roman" panose="02020603050405020304" pitchFamily="18" charset="0"/>
              </a:rPr>
              <a:t>Another way (for permutation input)</a:t>
            </a:r>
            <a:endParaRPr lang="zh-TW" altLang="en-US" sz="32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EC242670-B200-4340-9830-52717E351455}"/>
              </a:ext>
            </a:extLst>
          </p:cNvPr>
          <p:cNvSpPr>
            <a:spLocks noGrp="1"/>
          </p:cNvSpPr>
          <p:nvPr>
            <p:ph type="sldNum" sz="quarter" idx="12"/>
          </p:nvPr>
        </p:nvSpPr>
        <p:spPr/>
        <p:txBody>
          <a:bodyPr/>
          <a:lstStyle/>
          <a:p>
            <a:fld id="{872633CA-77E0-4863-94F8-E28139DFB2B4}" type="slidenum">
              <a:rPr lang="zh-TW" altLang="en-US" smtClean="0"/>
              <a:t>6</a:t>
            </a:fld>
            <a:endParaRPr lang="zh-TW" altLang="en-US"/>
          </a:p>
        </p:txBody>
      </p:sp>
      <p:grpSp>
        <p:nvGrpSpPr>
          <p:cNvPr id="67" name="群組 66">
            <a:extLst>
              <a:ext uri="{FF2B5EF4-FFF2-40B4-BE49-F238E27FC236}">
                <a16:creationId xmlns:a16="http://schemas.microsoft.com/office/drawing/2014/main" id="{DD0F3B8C-67A4-46F3-B486-2B9F123B9AC8}"/>
              </a:ext>
            </a:extLst>
          </p:cNvPr>
          <p:cNvGrpSpPr/>
          <p:nvPr/>
        </p:nvGrpSpPr>
        <p:grpSpPr>
          <a:xfrm>
            <a:off x="7070115" y="4077401"/>
            <a:ext cx="1324273" cy="1421948"/>
            <a:chOff x="9501670" y="2670251"/>
            <a:chExt cx="1324273" cy="1421948"/>
          </a:xfrm>
        </p:grpSpPr>
        <p:grpSp>
          <p:nvGrpSpPr>
            <p:cNvPr id="68" name="群組 67">
              <a:extLst>
                <a:ext uri="{FF2B5EF4-FFF2-40B4-BE49-F238E27FC236}">
                  <a16:creationId xmlns:a16="http://schemas.microsoft.com/office/drawing/2014/main" id="{0050684E-DDE6-485D-A573-EB2A48E4A7CC}"/>
                </a:ext>
              </a:extLst>
            </p:cNvPr>
            <p:cNvGrpSpPr/>
            <p:nvPr/>
          </p:nvGrpSpPr>
          <p:grpSpPr>
            <a:xfrm>
              <a:off x="9501670" y="3006585"/>
              <a:ext cx="1324273" cy="1085614"/>
              <a:chOff x="5505677" y="3014978"/>
              <a:chExt cx="1324273" cy="1085614"/>
            </a:xfrm>
          </p:grpSpPr>
          <p:grpSp>
            <p:nvGrpSpPr>
              <p:cNvPr id="70" name="群組 69">
                <a:extLst>
                  <a:ext uri="{FF2B5EF4-FFF2-40B4-BE49-F238E27FC236}">
                    <a16:creationId xmlns:a16="http://schemas.microsoft.com/office/drawing/2014/main" id="{93D16AA5-8758-4F60-80C7-F6E99FDA11B5}"/>
                  </a:ext>
                </a:extLst>
              </p:cNvPr>
              <p:cNvGrpSpPr/>
              <p:nvPr/>
            </p:nvGrpSpPr>
            <p:grpSpPr>
              <a:xfrm>
                <a:off x="5505677" y="3014978"/>
                <a:ext cx="1324273" cy="1085614"/>
                <a:chOff x="1229360" y="584198"/>
                <a:chExt cx="1324273" cy="1085614"/>
              </a:xfrm>
            </p:grpSpPr>
            <mc:AlternateContent xmlns:mc="http://schemas.openxmlformats.org/markup-compatibility/2006" xmlns:a14="http://schemas.microsoft.com/office/drawing/2010/main">
              <mc:Choice Requires="a14">
                <p:sp>
                  <p:nvSpPr>
                    <p:cNvPr id="72" name="文字方塊 71">
                      <a:extLst>
                        <a:ext uri="{FF2B5EF4-FFF2-40B4-BE49-F238E27FC236}">
                          <a16:creationId xmlns:a16="http://schemas.microsoft.com/office/drawing/2014/main" id="{D1CAC6C7-5083-4FB4-94F6-2E1FFD578B9C}"/>
                        </a:ext>
                      </a:extLst>
                    </p:cNvPr>
                    <p:cNvSpPr txBox="1"/>
                    <p:nvPr/>
                  </p:nvSpPr>
                  <p:spPr>
                    <a:xfrm>
                      <a:off x="1229360" y="1300480"/>
                      <a:ext cx="1324273" cy="369332"/>
                    </a:xfrm>
                    <a:prstGeom prst="rect">
                      <a:avLst/>
                    </a:prstGeom>
                    <a:noFill/>
                  </p:spPr>
                  <p:txBody>
                    <a:bodyPr wrap="none" rtlCol="0">
                      <a:spAutoFit/>
                    </a:bodyPr>
                    <a:lstStyle/>
                    <a:p>
                      <a14:m>
                        <m:oMath xmlns:m="http://schemas.openxmlformats.org/officeDocument/2006/math">
                          <m:sSub>
                            <m:sSubPr>
                              <m:ctrlPr>
                                <a:rPr lang="en-US" altLang="zh-TW" i="1" smtClean="0">
                                  <a:solidFill>
                                    <a:schemeClr val="tx1"/>
                                  </a:solidFill>
                                  <a:latin typeface="Cambria Math" panose="02040503050406030204" pitchFamily="18" charset="0"/>
                                  <a:cs typeface="Times New Roman" panose="02020603050405020304" pitchFamily="18" charset="0"/>
                                </a:rPr>
                              </m:ctrlPr>
                            </m:sSubPr>
                            <m:e>
                              <m:r>
                                <m:rPr>
                                  <m:sty m:val="p"/>
                                </m:rPr>
                                <a:rPr lang="en-US" altLang="zh-TW" b="0" i="0" smtClean="0">
                                  <a:solidFill>
                                    <a:schemeClr val="tx1"/>
                                  </a:solidFill>
                                  <a:latin typeface="Cambria Math" panose="02040503050406030204" pitchFamily="18" charset="0"/>
                                  <a:cs typeface="Times New Roman" panose="02020603050405020304" pitchFamily="18" charset="0"/>
                                </a:rPr>
                                <m:t>P</m:t>
                              </m:r>
                            </m:e>
                            <m:sub>
                              <m:r>
                                <a:rPr lang="en-US" altLang="zh-TW" b="0" i="0" smtClean="0">
                                  <a:solidFill>
                                    <a:schemeClr val="tx1"/>
                                  </a:solidFill>
                                  <a:latin typeface="Cambria Math" panose="02040503050406030204" pitchFamily="18" charset="0"/>
                                  <a:cs typeface="Times New Roman" panose="02020603050405020304" pitchFamily="18" charset="0"/>
                                </a:rPr>
                                <m:t>1</m:t>
                              </m:r>
                            </m:sub>
                          </m:sSub>
                        </m:oMath>
                      </a14:m>
                      <a:r>
                        <a:rPr lang="zh-TW" altLang="en-US" dirty="0">
                          <a:solidFill>
                            <a:schemeClr val="tx1"/>
                          </a:solidFill>
                          <a:latin typeface="Times New Roman" panose="02020603050405020304" pitchFamily="18" charset="0"/>
                          <a:cs typeface="Times New Roman" panose="02020603050405020304" pitchFamily="18" charset="0"/>
                        </a:rPr>
                        <a:t> </a:t>
                      </a:r>
                      <a14:m>
                        <m:oMath xmlns:m="http://schemas.openxmlformats.org/officeDocument/2006/math">
                          <m:r>
                            <a:rPr lang="zh-TW" altLang="en-US" b="0" i="0">
                              <a:solidFill>
                                <a:schemeClr val="tx1"/>
                              </a:solidFill>
                              <a:latin typeface="Cambria Math" panose="02040503050406030204" pitchFamily="18" charset="0"/>
                              <a:cs typeface="Times New Roman" panose="02020603050405020304" pitchFamily="18" charset="0"/>
                            </a:rPr>
                            <m:t> </m:t>
                          </m:r>
                          <m:sSub>
                            <m:sSubPr>
                              <m:ctrlPr>
                                <a:rPr lang="en-US" altLang="zh-TW" i="1" smtClean="0">
                                  <a:solidFill>
                                    <a:schemeClr val="tx1"/>
                                  </a:solidFill>
                                  <a:latin typeface="Cambria Math" panose="02040503050406030204" pitchFamily="18" charset="0"/>
                                  <a:cs typeface="Times New Roman" panose="02020603050405020304" pitchFamily="18" charset="0"/>
                                </a:rPr>
                              </m:ctrlPr>
                            </m:sSubPr>
                            <m:e>
                              <m:r>
                                <m:rPr>
                                  <m:sty m:val="p"/>
                                </m:rPr>
                                <a:rPr lang="en-US" altLang="zh-TW" b="0" i="0" smtClean="0">
                                  <a:solidFill>
                                    <a:schemeClr val="tx1"/>
                                  </a:solidFill>
                                  <a:latin typeface="Cambria Math" panose="02040503050406030204" pitchFamily="18" charset="0"/>
                                  <a:cs typeface="Times New Roman" panose="02020603050405020304" pitchFamily="18" charset="0"/>
                                </a:rPr>
                                <m:t>P</m:t>
                              </m:r>
                            </m:e>
                            <m:sub>
                              <m:r>
                                <a:rPr lang="en-US" altLang="zh-TW" b="0" i="0">
                                  <a:solidFill>
                                    <a:schemeClr val="tx1"/>
                                  </a:solidFill>
                                  <a:latin typeface="Cambria Math" panose="02040503050406030204" pitchFamily="18" charset="0"/>
                                  <a:cs typeface="Times New Roman" panose="02020603050405020304" pitchFamily="18" charset="0"/>
                                </a:rPr>
                                <m:t>2</m:t>
                              </m:r>
                            </m:sub>
                          </m:sSub>
                          <m:sSub>
                            <m:sSubPr>
                              <m:ctrlPr>
                                <a:rPr lang="en-US" altLang="zh-TW" i="1" smtClean="0">
                                  <a:solidFill>
                                    <a:schemeClr val="tx1"/>
                                  </a:solidFill>
                                  <a:latin typeface="Cambria Math" panose="02040503050406030204" pitchFamily="18" charset="0"/>
                                  <a:cs typeface="Times New Roman" panose="02020603050405020304" pitchFamily="18" charset="0"/>
                                </a:rPr>
                              </m:ctrlPr>
                            </m:sSubPr>
                            <m:e>
                              <m:r>
                                <a:rPr lang="zh-TW" altLang="en-US" b="0" i="0">
                                  <a:solidFill>
                                    <a:schemeClr val="tx1"/>
                                  </a:solidFill>
                                  <a:latin typeface="Cambria Math" panose="02040503050406030204" pitchFamily="18" charset="0"/>
                                  <a:cs typeface="Times New Roman" panose="02020603050405020304" pitchFamily="18" charset="0"/>
                                </a:rPr>
                                <m:t>  </m:t>
                              </m:r>
                              <m:r>
                                <m:rPr>
                                  <m:sty m:val="p"/>
                                </m:rPr>
                                <a:rPr lang="en-US" altLang="zh-TW" b="0" i="0" smtClean="0">
                                  <a:solidFill>
                                    <a:schemeClr val="tx1"/>
                                  </a:solidFill>
                                  <a:latin typeface="Cambria Math" panose="02040503050406030204" pitchFamily="18" charset="0"/>
                                  <a:cs typeface="Times New Roman" panose="02020603050405020304" pitchFamily="18" charset="0"/>
                                </a:rPr>
                                <m:t>P</m:t>
                              </m:r>
                            </m:e>
                            <m:sub>
                              <m:r>
                                <a:rPr lang="en-US" altLang="zh-TW" b="0" i="0">
                                  <a:solidFill>
                                    <a:schemeClr val="tx1"/>
                                  </a:solidFill>
                                  <a:latin typeface="Cambria Math" panose="02040503050406030204" pitchFamily="18" charset="0"/>
                                  <a:cs typeface="Times New Roman" panose="02020603050405020304" pitchFamily="18" charset="0"/>
                                </a:rPr>
                                <m:t>3</m:t>
                              </m:r>
                            </m:sub>
                          </m:sSub>
                          <m:sSub>
                            <m:sSubPr>
                              <m:ctrlPr>
                                <a:rPr lang="en-US" altLang="zh-TW" i="1" smtClean="0">
                                  <a:solidFill>
                                    <a:schemeClr val="tx1"/>
                                  </a:solidFill>
                                  <a:latin typeface="Cambria Math" panose="02040503050406030204" pitchFamily="18" charset="0"/>
                                  <a:cs typeface="Times New Roman" panose="02020603050405020304" pitchFamily="18" charset="0"/>
                                </a:rPr>
                              </m:ctrlPr>
                            </m:sSubPr>
                            <m:e>
                              <m:r>
                                <a:rPr lang="zh-TW" altLang="en-US" b="0" i="0">
                                  <a:solidFill>
                                    <a:schemeClr val="tx1"/>
                                  </a:solidFill>
                                  <a:latin typeface="Cambria Math" panose="02040503050406030204" pitchFamily="18" charset="0"/>
                                  <a:cs typeface="Times New Roman" panose="02020603050405020304" pitchFamily="18" charset="0"/>
                                </a:rPr>
                                <m:t>  </m:t>
                              </m:r>
                              <m:r>
                                <m:rPr>
                                  <m:sty m:val="p"/>
                                </m:rPr>
                                <a:rPr lang="en-US" altLang="zh-TW" b="0" i="0" smtClean="0">
                                  <a:solidFill>
                                    <a:schemeClr val="tx1"/>
                                  </a:solidFill>
                                  <a:latin typeface="Cambria Math" panose="02040503050406030204" pitchFamily="18" charset="0"/>
                                  <a:cs typeface="Times New Roman" panose="02020603050405020304" pitchFamily="18" charset="0"/>
                                </a:rPr>
                                <m:t>P</m:t>
                              </m:r>
                            </m:e>
                            <m:sub>
                              <m:r>
                                <a:rPr lang="en-US" altLang="zh-TW" b="0" i="0">
                                  <a:solidFill>
                                    <a:schemeClr val="tx1"/>
                                  </a:solidFill>
                                  <a:latin typeface="Cambria Math" panose="02040503050406030204" pitchFamily="18" charset="0"/>
                                  <a:cs typeface="Times New Roman" panose="02020603050405020304" pitchFamily="18" charset="0"/>
                                </a:rPr>
                                <m:t>4</m:t>
                              </m:r>
                            </m:sub>
                          </m:sSub>
                        </m:oMath>
                      </a14:m>
                      <a:endParaRPr lang="zh-TW" altLang="en-US" dirty="0">
                        <a:solidFill>
                          <a:schemeClr val="tx1"/>
                        </a:solidFill>
                        <a:latin typeface="Times New Roman" panose="02020603050405020304" pitchFamily="18" charset="0"/>
                        <a:cs typeface="Times New Roman" panose="02020603050405020304" pitchFamily="18" charset="0"/>
                      </a:endParaRPr>
                    </a:p>
                  </p:txBody>
                </p:sp>
              </mc:Choice>
              <mc:Fallback xmlns="">
                <p:sp>
                  <p:nvSpPr>
                    <p:cNvPr id="72" name="文字方塊 71">
                      <a:extLst>
                        <a:ext uri="{FF2B5EF4-FFF2-40B4-BE49-F238E27FC236}">
                          <a16:creationId xmlns:a16="http://schemas.microsoft.com/office/drawing/2014/main" id="{D1CAC6C7-5083-4FB4-94F6-2E1FFD578B9C}"/>
                        </a:ext>
                      </a:extLst>
                    </p:cNvPr>
                    <p:cNvSpPr txBox="1">
                      <a:spLocks noRot="1" noChangeAspect="1" noMove="1" noResize="1" noEditPoints="1" noAdjustHandles="1" noChangeArrowheads="1" noChangeShapeType="1" noTextEdit="1"/>
                    </p:cNvSpPr>
                    <p:nvPr/>
                  </p:nvSpPr>
                  <p:spPr>
                    <a:xfrm>
                      <a:off x="1229360" y="1300480"/>
                      <a:ext cx="1324273" cy="369332"/>
                    </a:xfrm>
                    <a:prstGeom prst="rect">
                      <a:avLst/>
                    </a:prstGeom>
                    <a:blipFill>
                      <a:blip r:embed="rId29"/>
                      <a:stretch>
                        <a:fillRect b="-166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73" name="文字方塊 72">
                      <a:extLst>
                        <a:ext uri="{FF2B5EF4-FFF2-40B4-BE49-F238E27FC236}">
                          <a16:creationId xmlns:a16="http://schemas.microsoft.com/office/drawing/2014/main" id="{2BCAF684-64D6-42CE-8D75-49C9A03C4BBD}"/>
                        </a:ext>
                      </a:extLst>
                    </p:cNvPr>
                    <p:cNvSpPr txBox="1"/>
                    <p:nvPr/>
                  </p:nvSpPr>
                  <p:spPr>
                    <a:xfrm>
                      <a:off x="1316256" y="931147"/>
                      <a:ext cx="1178528" cy="369332"/>
                    </a:xfrm>
                    <a:prstGeom prst="rect">
                      <a:avLst/>
                    </a:prstGeom>
                    <a:noFill/>
                  </p:spPr>
                  <p:txBody>
                    <a:bodyPr wrap="none" rtlCol="0">
                      <a:spAutoFit/>
                    </a:bodyPr>
                    <a:lstStyle/>
                    <a:p>
                      <a14:m>
                        <m:oMath xmlns:m="http://schemas.openxmlformats.org/officeDocument/2006/math">
                          <m:r>
                            <a:rPr lang="en-US" altLang="zh-TW" b="0" i="0" smtClean="0">
                              <a:solidFill>
                                <a:schemeClr val="tx1"/>
                              </a:solidFill>
                              <a:latin typeface="Cambria Math" panose="02040503050406030204" pitchFamily="18" charset="0"/>
                              <a:cs typeface="Times New Roman" panose="02020603050405020304" pitchFamily="18" charset="0"/>
                            </a:rPr>
                            <m:t>2</m:t>
                          </m:r>
                        </m:oMath>
                      </a14:m>
                      <a:r>
                        <a:rPr lang="zh-TW" altLang="en-US">
                          <a:solidFill>
                            <a:schemeClr val="tx1"/>
                          </a:solidFill>
                          <a:latin typeface="Times New Roman" panose="02020603050405020304" pitchFamily="18" charset="0"/>
                          <a:cs typeface="Times New Roman" panose="02020603050405020304" pitchFamily="18" charset="0"/>
                        </a:rPr>
                        <a:t>   </a:t>
                      </a:r>
                      <a:r>
                        <a:rPr lang="en-US" altLang="zh-TW">
                          <a:solidFill>
                            <a:schemeClr val="tx1"/>
                          </a:solidFill>
                          <a:latin typeface="Times New Roman" panose="02020603050405020304" pitchFamily="18" charset="0"/>
                          <a:cs typeface="Times New Roman" panose="02020603050405020304" pitchFamily="18" charset="0"/>
                        </a:rPr>
                        <a:t>8</a:t>
                      </a:r>
                      <a:r>
                        <a:rPr lang="zh-TW" altLang="en-US">
                          <a:solidFill>
                            <a:schemeClr val="tx1"/>
                          </a:solidFill>
                          <a:latin typeface="Times New Roman" panose="02020603050405020304" pitchFamily="18" charset="0"/>
                          <a:cs typeface="Times New Roman" panose="02020603050405020304" pitchFamily="18" charset="0"/>
                        </a:rPr>
                        <a:t>   </a:t>
                      </a:r>
                      <a:r>
                        <a:rPr lang="en-US" altLang="zh-TW">
                          <a:solidFill>
                            <a:schemeClr val="tx1"/>
                          </a:solidFill>
                          <a:latin typeface="Times New Roman" panose="02020603050405020304" pitchFamily="18" charset="0"/>
                          <a:cs typeface="Times New Roman" panose="02020603050405020304" pitchFamily="18" charset="0"/>
                        </a:rPr>
                        <a:t>9</a:t>
                      </a:r>
                      <a:r>
                        <a:rPr lang="zh-TW" altLang="en-US">
                          <a:solidFill>
                            <a:schemeClr val="tx1"/>
                          </a:solidFill>
                          <a:latin typeface="Times New Roman" panose="02020603050405020304" pitchFamily="18" charset="0"/>
                          <a:cs typeface="Times New Roman" panose="02020603050405020304" pitchFamily="18" charset="0"/>
                        </a:rPr>
                        <a:t>   </a:t>
                      </a:r>
                      <a:r>
                        <a:rPr lang="en-US" altLang="zh-TW">
                          <a:solidFill>
                            <a:schemeClr val="tx1"/>
                          </a:solidFill>
                          <a:latin typeface="Times New Roman" panose="02020603050405020304" pitchFamily="18" charset="0"/>
                          <a:cs typeface="Times New Roman" panose="02020603050405020304" pitchFamily="18" charset="0"/>
                        </a:rPr>
                        <a:t>7</a:t>
                      </a:r>
                      <a:endParaRPr lang="zh-TW" altLang="en-US">
                        <a:solidFill>
                          <a:schemeClr val="tx1"/>
                        </a:solidFill>
                        <a:latin typeface="Times New Roman" panose="02020603050405020304" pitchFamily="18" charset="0"/>
                        <a:cs typeface="Times New Roman" panose="02020603050405020304" pitchFamily="18" charset="0"/>
                      </a:endParaRPr>
                    </a:p>
                  </p:txBody>
                </p:sp>
              </mc:Choice>
              <mc:Fallback xmlns="">
                <p:sp>
                  <p:nvSpPr>
                    <p:cNvPr id="256" name="文字方塊 255"/>
                    <p:cNvSpPr txBox="1">
                      <a:spLocks noRot="1" noChangeAspect="1" noMove="1" noResize="1" noEditPoints="1" noAdjustHandles="1" noChangeArrowheads="1" noChangeShapeType="1" noTextEdit="1"/>
                    </p:cNvSpPr>
                    <p:nvPr/>
                  </p:nvSpPr>
                  <p:spPr>
                    <a:xfrm>
                      <a:off x="1316256" y="931147"/>
                      <a:ext cx="1178528" cy="369332"/>
                    </a:xfrm>
                    <a:prstGeom prst="rect">
                      <a:avLst/>
                    </a:prstGeom>
                    <a:blipFill rotWithShape="0">
                      <a:blip r:embed="rId34"/>
                      <a:stretch>
                        <a:fillRect t="-8197" r="-3627" b="-2459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74" name="文字方塊 73">
                      <a:extLst>
                        <a:ext uri="{FF2B5EF4-FFF2-40B4-BE49-F238E27FC236}">
                          <a16:creationId xmlns:a16="http://schemas.microsoft.com/office/drawing/2014/main" id="{64C48A17-6E19-43C5-9B5E-5D2494263F77}"/>
                        </a:ext>
                      </a:extLst>
                    </p:cNvPr>
                    <p:cNvSpPr txBox="1"/>
                    <p:nvPr/>
                  </p:nvSpPr>
                  <p:spPr>
                    <a:xfrm>
                      <a:off x="1554575" y="584198"/>
                      <a:ext cx="300636"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zh-TW" altLang="en-US" b="0" i="0" smtClean="0">
                                <a:solidFill>
                                  <a:schemeClr val="tx1"/>
                                </a:solidFill>
                                <a:latin typeface="Cambria Math" panose="02040503050406030204" pitchFamily="18" charset="0"/>
                                <a:cs typeface="Times New Roman" panose="02020603050405020304" pitchFamily="18" charset="0"/>
                              </a:rPr>
                              <m:t> </m:t>
                            </m:r>
                            <m:r>
                              <a:rPr lang="en-US" altLang="zh-TW" b="0" i="0" smtClean="0">
                                <a:solidFill>
                                  <a:schemeClr val="tx1"/>
                                </a:solidFill>
                                <a:latin typeface="Cambria Math" panose="02040503050406030204" pitchFamily="18" charset="0"/>
                                <a:cs typeface="Times New Roman" panose="02020603050405020304" pitchFamily="18" charset="0"/>
                              </a:rPr>
                              <m:t>4</m:t>
                            </m:r>
                          </m:oMath>
                        </m:oMathPara>
                      </a14:m>
                      <a:endParaRPr lang="zh-TW" altLang="en-US">
                        <a:solidFill>
                          <a:schemeClr val="tx1"/>
                        </a:solidFill>
                        <a:latin typeface="Times New Roman" panose="02020603050405020304" pitchFamily="18" charset="0"/>
                        <a:cs typeface="Times New Roman" panose="02020603050405020304" pitchFamily="18" charset="0"/>
                      </a:endParaRPr>
                    </a:p>
                  </p:txBody>
                </p:sp>
              </mc:Choice>
              <mc:Fallback xmlns="">
                <p:sp>
                  <p:nvSpPr>
                    <p:cNvPr id="257" name="文字方塊 256"/>
                    <p:cNvSpPr txBox="1">
                      <a:spLocks noRot="1" noChangeAspect="1" noMove="1" noResize="1" noEditPoints="1" noAdjustHandles="1" noChangeArrowheads="1" noChangeShapeType="1" noTextEdit="1"/>
                    </p:cNvSpPr>
                    <p:nvPr/>
                  </p:nvSpPr>
                  <p:spPr>
                    <a:xfrm>
                      <a:off x="1554575" y="584198"/>
                      <a:ext cx="300636" cy="369332"/>
                    </a:xfrm>
                    <a:prstGeom prst="rect">
                      <a:avLst/>
                    </a:prstGeom>
                    <a:blipFill rotWithShape="0">
                      <a:blip r:embed="rId35"/>
                      <a:stretch>
                        <a:fillRect r="-1836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75" name="文字方塊 74">
                      <a:extLst>
                        <a:ext uri="{FF2B5EF4-FFF2-40B4-BE49-F238E27FC236}">
                          <a16:creationId xmlns:a16="http://schemas.microsoft.com/office/drawing/2014/main" id="{74683F1C-D7B9-4DAD-B273-87AACBFD9874}"/>
                        </a:ext>
                      </a:extLst>
                    </p:cNvPr>
                    <p:cNvSpPr txBox="1"/>
                    <p:nvPr/>
                  </p:nvSpPr>
                  <p:spPr>
                    <a:xfrm>
                      <a:off x="1257929" y="584198"/>
                      <a:ext cx="296646" cy="369332"/>
                    </a:xfrm>
                    <a:prstGeom prst="rect">
                      <a:avLst/>
                    </a:prstGeom>
                    <a:noFill/>
                  </p:spPr>
                  <p:txBody>
                    <a:bodyPr wrap="square" rtlCol="0">
                      <a:spAutoFit/>
                    </a:bodyPr>
                    <a:lstStyle/>
                    <a:p>
                      <a:pPr/>
                      <a14:m>
                        <m:oMathPara xmlns:m="http://schemas.openxmlformats.org/officeDocument/2006/math">
                          <m:oMathParaPr>
                            <m:jc m:val="center"/>
                          </m:oMathParaPr>
                          <m:oMath xmlns:m="http://schemas.openxmlformats.org/officeDocument/2006/math">
                            <m:r>
                              <a:rPr lang="zh-TW" altLang="en-US" b="0" i="0" smtClean="0">
                                <a:solidFill>
                                  <a:schemeClr val="tx1"/>
                                </a:solidFill>
                                <a:latin typeface="Cambria Math" panose="02040503050406030204" pitchFamily="18" charset="0"/>
                                <a:cs typeface="Times New Roman" panose="02020603050405020304" pitchFamily="18" charset="0"/>
                              </a:rPr>
                              <m:t> </m:t>
                            </m:r>
                            <m:r>
                              <a:rPr lang="en-US" altLang="zh-TW" b="0" i="0" smtClean="0">
                                <a:solidFill>
                                  <a:schemeClr val="tx1"/>
                                </a:solidFill>
                                <a:latin typeface="Cambria Math" panose="02040503050406030204" pitchFamily="18" charset="0"/>
                                <a:cs typeface="Times New Roman" panose="02020603050405020304" pitchFamily="18" charset="0"/>
                              </a:rPr>
                              <m:t>1</m:t>
                            </m:r>
                          </m:oMath>
                        </m:oMathPara>
                      </a14:m>
                      <a:endParaRPr lang="zh-TW" altLang="en-US">
                        <a:solidFill>
                          <a:schemeClr val="tx1"/>
                        </a:solidFill>
                        <a:latin typeface="Times New Roman" panose="02020603050405020304" pitchFamily="18" charset="0"/>
                        <a:cs typeface="Times New Roman" panose="02020603050405020304" pitchFamily="18" charset="0"/>
                      </a:endParaRPr>
                    </a:p>
                  </p:txBody>
                </p:sp>
              </mc:Choice>
              <mc:Fallback xmlns="">
                <p:sp>
                  <p:nvSpPr>
                    <p:cNvPr id="258" name="文字方塊 257"/>
                    <p:cNvSpPr txBox="1">
                      <a:spLocks noRot="1" noChangeAspect="1" noMove="1" noResize="1" noEditPoints="1" noAdjustHandles="1" noChangeArrowheads="1" noChangeShapeType="1" noTextEdit="1"/>
                    </p:cNvSpPr>
                    <p:nvPr/>
                  </p:nvSpPr>
                  <p:spPr>
                    <a:xfrm>
                      <a:off x="1257929" y="584198"/>
                      <a:ext cx="296646" cy="369332"/>
                    </a:xfrm>
                    <a:prstGeom prst="rect">
                      <a:avLst/>
                    </a:prstGeom>
                    <a:blipFill rotWithShape="0">
                      <a:blip r:embed="rId36"/>
                      <a:stretch>
                        <a:fillRect r="-1836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76" name="文字方塊 75">
                      <a:extLst>
                        <a:ext uri="{FF2B5EF4-FFF2-40B4-BE49-F238E27FC236}">
                          <a16:creationId xmlns:a16="http://schemas.microsoft.com/office/drawing/2014/main" id="{129AB5FB-2789-4100-8673-53F8C5AED2F7}"/>
                        </a:ext>
                      </a:extLst>
                    </p:cNvPr>
                    <p:cNvSpPr txBox="1"/>
                    <p:nvPr/>
                  </p:nvSpPr>
                  <p:spPr>
                    <a:xfrm>
                      <a:off x="2123410" y="584198"/>
                      <a:ext cx="296646" cy="369332"/>
                    </a:xfrm>
                    <a:prstGeom prst="rect">
                      <a:avLst/>
                    </a:prstGeom>
                    <a:noFill/>
                  </p:spPr>
                  <p:txBody>
                    <a:bodyPr wrap="square" rtlCol="0">
                      <a:spAutoFit/>
                    </a:bodyPr>
                    <a:lstStyle/>
                    <a:p>
                      <a:pPr/>
                      <a14:m>
                        <m:oMathPara xmlns:m="http://schemas.openxmlformats.org/officeDocument/2006/math">
                          <m:oMathParaPr>
                            <m:jc m:val="center"/>
                          </m:oMathParaPr>
                          <m:oMath xmlns:m="http://schemas.openxmlformats.org/officeDocument/2006/math">
                            <m:r>
                              <a:rPr lang="zh-TW" altLang="en-US" b="1">
                                <a:solidFill>
                                  <a:srgbClr val="FF0000"/>
                                </a:solidFill>
                                <a:latin typeface="Cambria Math" panose="02040503050406030204" pitchFamily="18" charset="0"/>
                                <a:cs typeface="Times New Roman" panose="02020603050405020304" pitchFamily="18" charset="0"/>
                              </a:rPr>
                              <m:t> </m:t>
                            </m:r>
                            <m:r>
                              <a:rPr lang="en-US" altLang="zh-TW" b="1">
                                <a:solidFill>
                                  <a:srgbClr val="FF0000"/>
                                </a:solidFill>
                                <a:latin typeface="Cambria Math" panose="02040503050406030204" pitchFamily="18" charset="0"/>
                                <a:cs typeface="Times New Roman" panose="02020603050405020304" pitchFamily="18" charset="0"/>
                              </a:rPr>
                              <m:t>6</m:t>
                            </m:r>
                          </m:oMath>
                        </m:oMathPara>
                      </a14:m>
                      <a:endParaRPr lang="zh-TW" altLang="en-US" b="1" dirty="0">
                        <a:solidFill>
                          <a:srgbClr val="FF0000"/>
                        </a:solidFill>
                        <a:latin typeface="Cambria Math" panose="02040503050406030204" pitchFamily="18" charset="0"/>
                        <a:cs typeface="Times New Roman" panose="02020603050405020304" pitchFamily="18" charset="0"/>
                      </a:endParaRPr>
                    </a:p>
                  </p:txBody>
                </p:sp>
              </mc:Choice>
              <mc:Fallback xmlns="">
                <p:sp>
                  <p:nvSpPr>
                    <p:cNvPr id="76" name="文字方塊 75">
                      <a:extLst>
                        <a:ext uri="{FF2B5EF4-FFF2-40B4-BE49-F238E27FC236}">
                          <a16:creationId xmlns:a16="http://schemas.microsoft.com/office/drawing/2014/main" id="{129AB5FB-2789-4100-8673-53F8C5AED2F7}"/>
                        </a:ext>
                      </a:extLst>
                    </p:cNvPr>
                    <p:cNvSpPr txBox="1">
                      <a:spLocks noRot="1" noChangeAspect="1" noMove="1" noResize="1" noEditPoints="1" noAdjustHandles="1" noChangeArrowheads="1" noChangeShapeType="1" noTextEdit="1"/>
                    </p:cNvSpPr>
                    <p:nvPr/>
                  </p:nvSpPr>
                  <p:spPr>
                    <a:xfrm>
                      <a:off x="2123410" y="584198"/>
                      <a:ext cx="296646" cy="369332"/>
                    </a:xfrm>
                    <a:prstGeom prst="rect">
                      <a:avLst/>
                    </a:prstGeom>
                    <a:blipFill>
                      <a:blip r:embed="rId37"/>
                      <a:stretch>
                        <a:fillRect r="-1836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77" name="文字方塊 76">
                      <a:extLst>
                        <a:ext uri="{FF2B5EF4-FFF2-40B4-BE49-F238E27FC236}">
                          <a16:creationId xmlns:a16="http://schemas.microsoft.com/office/drawing/2014/main" id="{6A8769E6-64E0-4798-B1AB-2DD1115C40D7}"/>
                        </a:ext>
                      </a:extLst>
                    </p:cNvPr>
                    <p:cNvSpPr txBox="1"/>
                    <p:nvPr/>
                  </p:nvSpPr>
                  <p:spPr>
                    <a:xfrm>
                      <a:off x="1855210" y="584198"/>
                      <a:ext cx="296646" cy="369332"/>
                    </a:xfrm>
                    <a:prstGeom prst="rect">
                      <a:avLst/>
                    </a:prstGeom>
                    <a:noFill/>
                  </p:spPr>
                  <p:txBody>
                    <a:bodyPr wrap="square" rtlCol="0">
                      <a:spAutoFit/>
                    </a:bodyPr>
                    <a:lstStyle/>
                    <a:p>
                      <a:pPr/>
                      <a14:m>
                        <m:oMathPara xmlns:m="http://schemas.openxmlformats.org/officeDocument/2006/math">
                          <m:oMathParaPr>
                            <m:jc m:val="center"/>
                          </m:oMathParaPr>
                          <m:oMath xmlns:m="http://schemas.openxmlformats.org/officeDocument/2006/math">
                            <m:r>
                              <a:rPr lang="zh-TW" altLang="en-US" b="0" i="0" smtClean="0">
                                <a:solidFill>
                                  <a:schemeClr val="tx1"/>
                                </a:solidFill>
                                <a:latin typeface="Cambria Math" panose="02040503050406030204" pitchFamily="18" charset="0"/>
                                <a:cs typeface="Times New Roman" panose="02020603050405020304" pitchFamily="18" charset="0"/>
                              </a:rPr>
                              <m:t> </m:t>
                            </m:r>
                            <m:r>
                              <a:rPr lang="en-US" altLang="zh-TW" b="0" i="0" smtClean="0">
                                <a:solidFill>
                                  <a:schemeClr val="tx1"/>
                                </a:solidFill>
                                <a:latin typeface="Cambria Math" panose="02040503050406030204" pitchFamily="18" charset="0"/>
                                <a:cs typeface="Times New Roman" panose="02020603050405020304" pitchFamily="18" charset="0"/>
                              </a:rPr>
                              <m:t>5</m:t>
                            </m:r>
                          </m:oMath>
                        </m:oMathPara>
                      </a14:m>
                      <a:endParaRPr lang="zh-TW" altLang="en-US">
                        <a:solidFill>
                          <a:schemeClr val="tx1"/>
                        </a:solidFill>
                        <a:latin typeface="Times New Roman" panose="02020603050405020304" pitchFamily="18" charset="0"/>
                        <a:cs typeface="Times New Roman" panose="02020603050405020304" pitchFamily="18" charset="0"/>
                      </a:endParaRPr>
                    </a:p>
                  </p:txBody>
                </p:sp>
              </mc:Choice>
              <mc:Fallback xmlns="">
                <p:sp>
                  <p:nvSpPr>
                    <p:cNvPr id="260" name="文字方塊 259"/>
                    <p:cNvSpPr txBox="1">
                      <a:spLocks noRot="1" noChangeAspect="1" noMove="1" noResize="1" noEditPoints="1" noAdjustHandles="1" noChangeArrowheads="1" noChangeShapeType="1" noTextEdit="1"/>
                    </p:cNvSpPr>
                    <p:nvPr/>
                  </p:nvSpPr>
                  <p:spPr>
                    <a:xfrm>
                      <a:off x="1855210" y="584198"/>
                      <a:ext cx="296646" cy="369332"/>
                    </a:xfrm>
                    <a:prstGeom prst="rect">
                      <a:avLst/>
                    </a:prstGeom>
                    <a:blipFill rotWithShape="0">
                      <a:blip r:embed="rId38"/>
                      <a:stretch>
                        <a:fillRect r="-18367"/>
                      </a:stretch>
                    </a:blipFill>
                  </p:spPr>
                  <p:txBody>
                    <a:bodyPr/>
                    <a:lstStyle/>
                    <a:p>
                      <a:r>
                        <a:rPr lang="zh-TW" altLang="en-US">
                          <a:noFill/>
                        </a:rPr>
                        <a:t> </a:t>
                      </a:r>
                    </a:p>
                  </p:txBody>
                </p:sp>
              </mc:Fallback>
            </mc:AlternateContent>
          </p:grpSp>
          <p:cxnSp>
            <p:nvCxnSpPr>
              <p:cNvPr id="71" name="直線接點 70">
                <a:extLst>
                  <a:ext uri="{FF2B5EF4-FFF2-40B4-BE49-F238E27FC236}">
                    <a16:creationId xmlns:a16="http://schemas.microsoft.com/office/drawing/2014/main" id="{7856D62B-CE1C-4AC0-B32F-7D0416BFB573}"/>
                  </a:ext>
                </a:extLst>
              </p:cNvPr>
              <p:cNvCxnSpPr/>
              <p:nvPr/>
            </p:nvCxnSpPr>
            <p:spPr>
              <a:xfrm>
                <a:off x="5564170" y="3731260"/>
                <a:ext cx="121415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69" name="文字方塊 68">
                  <a:extLst>
                    <a:ext uri="{FF2B5EF4-FFF2-40B4-BE49-F238E27FC236}">
                      <a16:creationId xmlns:a16="http://schemas.microsoft.com/office/drawing/2014/main" id="{A37D10F3-D7B6-436E-9548-68D17DA14599}"/>
                    </a:ext>
                  </a:extLst>
                </p:cNvPr>
                <p:cNvSpPr txBox="1"/>
                <p:nvPr/>
              </p:nvSpPr>
              <p:spPr>
                <a:xfrm>
                  <a:off x="9828880" y="2670251"/>
                  <a:ext cx="296646" cy="369332"/>
                </a:xfrm>
                <a:prstGeom prst="rect">
                  <a:avLst/>
                </a:prstGeom>
                <a:noFill/>
              </p:spPr>
              <p:txBody>
                <a:bodyPr wrap="square" rtlCol="0">
                  <a:spAutoFit/>
                </a:bodyPr>
                <a:lstStyle/>
                <a:p>
                  <a:pPr/>
                  <a14:m>
                    <m:oMathPara xmlns:m="http://schemas.openxmlformats.org/officeDocument/2006/math">
                      <m:oMathParaPr>
                        <m:jc m:val="center"/>
                      </m:oMathParaPr>
                      <m:oMath xmlns:m="http://schemas.openxmlformats.org/officeDocument/2006/math">
                        <m:r>
                          <a:rPr lang="zh-TW" altLang="en-US" b="0" i="0" smtClean="0">
                            <a:solidFill>
                              <a:schemeClr val="tx1"/>
                            </a:solidFill>
                            <a:latin typeface="Cambria Math" panose="02040503050406030204" pitchFamily="18" charset="0"/>
                            <a:cs typeface="Times New Roman" panose="02020603050405020304" pitchFamily="18" charset="0"/>
                          </a:rPr>
                          <m:t> </m:t>
                        </m:r>
                        <m:r>
                          <a:rPr lang="en-US" altLang="zh-TW" b="0" i="1" smtClean="0">
                            <a:solidFill>
                              <a:schemeClr val="tx1"/>
                            </a:solidFill>
                            <a:latin typeface="Cambria Math" panose="02040503050406030204" pitchFamily="18" charset="0"/>
                            <a:cs typeface="Times New Roman" panose="02020603050405020304" pitchFamily="18" charset="0"/>
                          </a:rPr>
                          <m:t>3</m:t>
                        </m:r>
                      </m:oMath>
                    </m:oMathPara>
                  </a14:m>
                  <a:endParaRPr lang="zh-TW" altLang="en-US" dirty="0">
                    <a:solidFill>
                      <a:schemeClr val="tx1"/>
                    </a:solidFill>
                    <a:latin typeface="Times New Roman" panose="02020603050405020304" pitchFamily="18" charset="0"/>
                    <a:cs typeface="Times New Roman" panose="02020603050405020304" pitchFamily="18" charset="0"/>
                  </a:endParaRPr>
                </a:p>
              </p:txBody>
            </p:sp>
          </mc:Choice>
          <mc:Fallback xmlns="">
            <p:sp>
              <p:nvSpPr>
                <p:cNvPr id="262" name="文字方塊 261"/>
                <p:cNvSpPr txBox="1">
                  <a:spLocks noRot="1" noChangeAspect="1" noMove="1" noResize="1" noEditPoints="1" noAdjustHandles="1" noChangeArrowheads="1" noChangeShapeType="1" noTextEdit="1"/>
                </p:cNvSpPr>
                <p:nvPr/>
              </p:nvSpPr>
              <p:spPr>
                <a:xfrm>
                  <a:off x="9828880" y="2670251"/>
                  <a:ext cx="296646" cy="369332"/>
                </a:xfrm>
                <a:prstGeom prst="rect">
                  <a:avLst/>
                </a:prstGeom>
                <a:blipFill rotWithShape="0">
                  <a:blip r:embed="rId39"/>
                  <a:stretch>
                    <a:fillRect r="-18367"/>
                  </a:stretch>
                </a:blipFill>
              </p:spPr>
              <p:txBody>
                <a:bodyPr/>
                <a:lstStyle/>
                <a:p>
                  <a:r>
                    <a:rPr lang="zh-TW" altLang="en-US">
                      <a:noFill/>
                    </a:rPr>
                    <a:t> </a:t>
                  </a:r>
                </a:p>
              </p:txBody>
            </p:sp>
          </mc:Fallback>
        </mc:AlternateContent>
      </p:grpSp>
      <mc:AlternateContent xmlns:mc="http://schemas.openxmlformats.org/markup-compatibility/2006" xmlns:a14="http://schemas.microsoft.com/office/drawing/2010/main">
        <mc:Choice Requires="a14">
          <p:sp>
            <p:nvSpPr>
              <p:cNvPr id="78" name="標題 1">
                <a:extLst>
                  <a:ext uri="{FF2B5EF4-FFF2-40B4-BE49-F238E27FC236}">
                    <a16:creationId xmlns:a16="http://schemas.microsoft.com/office/drawing/2014/main" id="{61682426-6933-433A-ACD1-5259A0A8AD45}"/>
                  </a:ext>
                </a:extLst>
              </p:cNvPr>
              <p:cNvSpPr txBox="1">
                <a:spLocks/>
              </p:cNvSpPr>
              <p:nvPr/>
            </p:nvSpPr>
            <p:spPr>
              <a:xfrm>
                <a:off x="570805" y="1234999"/>
                <a:ext cx="5708075" cy="5833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2800" dirty="0">
                    <a:latin typeface="Times New Roman" panose="02020603050405020304" pitchFamily="18" charset="0"/>
                    <a:cs typeface="Times New Roman" panose="02020603050405020304" pitchFamily="18" charset="0"/>
                  </a:rPr>
                  <a:t>input: </a:t>
                </a:r>
                <a14:m>
                  <m:oMath xmlns:m="http://schemas.openxmlformats.org/officeDocument/2006/math">
                    <m:r>
                      <a:rPr lang="en-US" altLang="zh-TW" sz="2800" b="0" i="0" smtClean="0">
                        <a:latin typeface="Cambria Math" panose="02040503050406030204" pitchFamily="18" charset="0"/>
                        <a:cs typeface="Times New Roman" panose="02020603050405020304" pitchFamily="18" charset="0"/>
                      </a:rPr>
                      <m:t>  </m:t>
                    </m:r>
                    <m:r>
                      <a:rPr lang="en-US" altLang="zh-TW" sz="2800" b="0" i="1" smtClean="0">
                        <a:latin typeface="Cambria Math" panose="02040503050406030204" pitchFamily="18" charset="0"/>
                        <a:cs typeface="Times New Roman" panose="02020603050405020304" pitchFamily="18" charset="0"/>
                      </a:rPr>
                      <m:t>𝜏</m:t>
                    </m:r>
                    <m:r>
                      <a:rPr lang="en-US" altLang="zh-TW" sz="2800" b="0" i="1" smtClean="0">
                        <a:latin typeface="Cambria Math" panose="02040503050406030204" pitchFamily="18" charset="0"/>
                        <a:cs typeface="Times New Roman" panose="02020603050405020304" pitchFamily="18" charset="0"/>
                      </a:rPr>
                      <m:t>= &lt;2, 8, 4, 9, 5, 1, 7, 6, 3&gt;</m:t>
                    </m:r>
                  </m:oMath>
                </a14:m>
                <a:endParaRPr lang="zh-TW" altLang="en-US" sz="2800" dirty="0">
                  <a:latin typeface="Times New Roman" panose="02020603050405020304" pitchFamily="18" charset="0"/>
                  <a:cs typeface="Times New Roman" panose="02020603050405020304" pitchFamily="18" charset="0"/>
                </a:endParaRPr>
              </a:p>
            </p:txBody>
          </p:sp>
        </mc:Choice>
        <mc:Fallback xmlns="">
          <p:sp>
            <p:nvSpPr>
              <p:cNvPr id="78" name="標題 1">
                <a:extLst>
                  <a:ext uri="{FF2B5EF4-FFF2-40B4-BE49-F238E27FC236}">
                    <a16:creationId xmlns:a16="http://schemas.microsoft.com/office/drawing/2014/main" id="{61682426-6933-433A-ACD1-5259A0A8AD45}"/>
                  </a:ext>
                </a:extLst>
              </p:cNvPr>
              <p:cNvSpPr txBox="1">
                <a:spLocks noRot="1" noChangeAspect="1" noMove="1" noResize="1" noEditPoints="1" noAdjustHandles="1" noChangeArrowheads="1" noChangeShapeType="1" noTextEdit="1"/>
              </p:cNvSpPr>
              <p:nvPr/>
            </p:nvSpPr>
            <p:spPr>
              <a:xfrm>
                <a:off x="570805" y="1234999"/>
                <a:ext cx="5708075" cy="583367"/>
              </a:xfrm>
              <a:prstGeom prst="rect">
                <a:avLst/>
              </a:prstGeom>
              <a:blipFill>
                <a:blip r:embed="rId61"/>
                <a:stretch>
                  <a:fillRect l="-2244" t="-9474" b="-20000"/>
                </a:stretch>
              </a:blipFill>
            </p:spPr>
            <p:txBody>
              <a:bodyPr/>
              <a:lstStyle/>
              <a:p>
                <a:r>
                  <a:rPr lang="zh-TW" altLang="en-US">
                    <a:noFill/>
                  </a:rPr>
                  <a:t> </a:t>
                </a:r>
              </a:p>
            </p:txBody>
          </p:sp>
        </mc:Fallback>
      </mc:AlternateContent>
      <p:cxnSp>
        <p:nvCxnSpPr>
          <p:cNvPr id="92" name="直線單箭頭接點 91">
            <a:extLst>
              <a:ext uri="{FF2B5EF4-FFF2-40B4-BE49-F238E27FC236}">
                <a16:creationId xmlns:a16="http://schemas.microsoft.com/office/drawing/2014/main" id="{498196F0-6A4A-4760-B5D4-90B82C41706B}"/>
              </a:ext>
            </a:extLst>
          </p:cNvPr>
          <p:cNvCxnSpPr/>
          <p:nvPr/>
        </p:nvCxnSpPr>
        <p:spPr>
          <a:xfrm>
            <a:off x="1245314" y="3335711"/>
            <a:ext cx="33528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3" name="直線單箭頭接點 102">
            <a:extLst>
              <a:ext uri="{FF2B5EF4-FFF2-40B4-BE49-F238E27FC236}">
                <a16:creationId xmlns:a16="http://schemas.microsoft.com/office/drawing/2014/main" id="{EEAC0369-AE77-4354-B749-481E174FF733}"/>
              </a:ext>
            </a:extLst>
          </p:cNvPr>
          <p:cNvCxnSpPr/>
          <p:nvPr/>
        </p:nvCxnSpPr>
        <p:spPr>
          <a:xfrm>
            <a:off x="2933601" y="3335711"/>
            <a:ext cx="33528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4" name="直線單箭頭接點 103">
            <a:extLst>
              <a:ext uri="{FF2B5EF4-FFF2-40B4-BE49-F238E27FC236}">
                <a16:creationId xmlns:a16="http://schemas.microsoft.com/office/drawing/2014/main" id="{08C50A83-4652-456F-9EBE-2C4291DB70BF}"/>
              </a:ext>
            </a:extLst>
          </p:cNvPr>
          <p:cNvCxnSpPr/>
          <p:nvPr/>
        </p:nvCxnSpPr>
        <p:spPr>
          <a:xfrm>
            <a:off x="4533495" y="3335711"/>
            <a:ext cx="33528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7" name="直線單箭頭接點 106">
            <a:extLst>
              <a:ext uri="{FF2B5EF4-FFF2-40B4-BE49-F238E27FC236}">
                <a16:creationId xmlns:a16="http://schemas.microsoft.com/office/drawing/2014/main" id="{116A6C49-5C56-456F-8D8D-181A7D4B5E92}"/>
              </a:ext>
            </a:extLst>
          </p:cNvPr>
          <p:cNvCxnSpPr/>
          <p:nvPr/>
        </p:nvCxnSpPr>
        <p:spPr>
          <a:xfrm>
            <a:off x="570805" y="5138409"/>
            <a:ext cx="33528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8" name="直線單箭頭接點 107">
            <a:extLst>
              <a:ext uri="{FF2B5EF4-FFF2-40B4-BE49-F238E27FC236}">
                <a16:creationId xmlns:a16="http://schemas.microsoft.com/office/drawing/2014/main" id="{83560D84-0F94-4F21-9FCD-7893A7828FC2}"/>
              </a:ext>
            </a:extLst>
          </p:cNvPr>
          <p:cNvCxnSpPr/>
          <p:nvPr/>
        </p:nvCxnSpPr>
        <p:spPr>
          <a:xfrm>
            <a:off x="2325150" y="5138409"/>
            <a:ext cx="33528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9" name="直線單箭頭接點 108">
            <a:extLst>
              <a:ext uri="{FF2B5EF4-FFF2-40B4-BE49-F238E27FC236}">
                <a16:creationId xmlns:a16="http://schemas.microsoft.com/office/drawing/2014/main" id="{8E551238-8505-44AF-A15D-3ABA2821CB1A}"/>
              </a:ext>
            </a:extLst>
          </p:cNvPr>
          <p:cNvCxnSpPr/>
          <p:nvPr/>
        </p:nvCxnSpPr>
        <p:spPr>
          <a:xfrm>
            <a:off x="4404360" y="5138409"/>
            <a:ext cx="33528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0" name="直線單箭頭接點 109">
            <a:extLst>
              <a:ext uri="{FF2B5EF4-FFF2-40B4-BE49-F238E27FC236}">
                <a16:creationId xmlns:a16="http://schemas.microsoft.com/office/drawing/2014/main" id="{7CAEB58F-21E1-4BC9-A9B6-7861F2EB0EE8}"/>
              </a:ext>
            </a:extLst>
          </p:cNvPr>
          <p:cNvCxnSpPr/>
          <p:nvPr/>
        </p:nvCxnSpPr>
        <p:spPr>
          <a:xfrm>
            <a:off x="6503358" y="5138409"/>
            <a:ext cx="33528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9" name="標題 1">
                <a:extLst>
                  <a:ext uri="{FF2B5EF4-FFF2-40B4-BE49-F238E27FC236}">
                    <a16:creationId xmlns:a16="http://schemas.microsoft.com/office/drawing/2014/main" id="{7EF2DFDC-8E71-4B8D-8FC5-40E3999471C4}"/>
                  </a:ext>
                </a:extLst>
              </p:cNvPr>
              <p:cNvSpPr txBox="1">
                <a:spLocks/>
              </p:cNvSpPr>
              <p:nvPr/>
            </p:nvSpPr>
            <p:spPr>
              <a:xfrm>
                <a:off x="4824054" y="5894020"/>
                <a:ext cx="3558333" cy="5833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14:m>
                  <m:oMathPara xmlns:m="http://schemas.openxmlformats.org/officeDocument/2006/math">
                    <m:oMathParaPr>
                      <m:jc m:val="center"/>
                    </m:oMathParaPr>
                    <m:oMath xmlns:m="http://schemas.openxmlformats.org/officeDocument/2006/math">
                      <m:r>
                        <m:rPr>
                          <m:nor/>
                        </m:rPr>
                        <a:rPr lang="en-US" altLang="zh-TW" sz="2400" b="0" i="0" dirty="0" smtClean="0">
                          <a:solidFill>
                            <a:srgbClr val="0070C0"/>
                          </a:solidFill>
                          <a:latin typeface="Times New Roman" panose="02020603050405020304" pitchFamily="18" charset="0"/>
                          <a:cs typeface="Times New Roman" panose="02020603050405020304" pitchFamily="18" charset="0"/>
                        </a:rPr>
                        <m:t>O</m:t>
                      </m:r>
                      <m:r>
                        <m:rPr>
                          <m:nor/>
                        </m:rPr>
                        <a:rPr lang="en-US" altLang="zh-TW" sz="2400" dirty="0" smtClean="0">
                          <a:solidFill>
                            <a:srgbClr val="0070C0"/>
                          </a:solidFill>
                          <a:latin typeface="Times New Roman" panose="02020603050405020304" pitchFamily="18" charset="0"/>
                          <a:cs typeface="Times New Roman" panose="02020603050405020304" pitchFamily="18" charset="0"/>
                        </a:rPr>
                        <m:t>(</m:t>
                      </m:r>
                      <m:sSup>
                        <m:sSupPr>
                          <m:ctrlPr>
                            <a:rPr lang="en-US" altLang="zh-TW" sz="2400" i="1">
                              <a:solidFill>
                                <a:srgbClr val="0070C0"/>
                              </a:solidFill>
                              <a:latin typeface="Cambria Math" panose="02040503050406030204" pitchFamily="18" charset="0"/>
                              <a:cs typeface="Times New Roman" panose="02020603050405020304" pitchFamily="18" charset="0"/>
                            </a:rPr>
                          </m:ctrlPr>
                        </m:sSupPr>
                        <m:e>
                          <m:r>
                            <a:rPr lang="en-US" altLang="zh-TW" sz="2400" i="1">
                              <a:solidFill>
                                <a:srgbClr val="0070C0"/>
                              </a:solidFill>
                              <a:latin typeface="Cambria Math" panose="02040503050406030204" pitchFamily="18" charset="0"/>
                              <a:cs typeface="Times New Roman" panose="02020603050405020304" pitchFamily="18" charset="0"/>
                            </a:rPr>
                            <m:t>𝑛</m:t>
                          </m:r>
                        </m:e>
                        <m:sup>
                          <m:r>
                            <a:rPr lang="en-US" altLang="zh-TW" sz="2400" i="1">
                              <a:solidFill>
                                <a:srgbClr val="0070C0"/>
                              </a:solidFill>
                              <a:latin typeface="Cambria Math" panose="02040503050406030204" pitchFamily="18" charset="0"/>
                              <a:cs typeface="Times New Roman" panose="02020603050405020304" pitchFamily="18" charset="0"/>
                            </a:rPr>
                            <m:t>2</m:t>
                          </m:r>
                        </m:sup>
                      </m:sSup>
                      <m:r>
                        <m:rPr>
                          <m:nor/>
                        </m:rPr>
                        <a:rPr lang="en-US" altLang="zh-TW" sz="2400" dirty="0">
                          <a:solidFill>
                            <a:srgbClr val="0070C0"/>
                          </a:solidFill>
                          <a:latin typeface="Times New Roman" panose="02020603050405020304" pitchFamily="18" charset="0"/>
                          <a:cs typeface="Times New Roman" panose="02020603050405020304" pitchFamily="18" charset="0"/>
                        </a:rPr>
                        <m:t>) </m:t>
                      </m:r>
                      <m:r>
                        <m:rPr>
                          <m:nor/>
                        </m:rPr>
                        <a:rPr lang="en-US" altLang="zh-TW" sz="2400" dirty="0">
                          <a:solidFill>
                            <a:srgbClr val="0070C0"/>
                          </a:solidFill>
                          <a:latin typeface="Times New Roman" panose="02020603050405020304" pitchFamily="18" charset="0"/>
                          <a:cs typeface="Times New Roman" panose="02020603050405020304" pitchFamily="18" charset="0"/>
                        </a:rPr>
                        <m:t>time</m:t>
                      </m:r>
                      <m:r>
                        <m:rPr>
                          <m:nor/>
                        </m:rPr>
                        <a:rPr lang="en-US" altLang="zh-TW" sz="2400" dirty="0">
                          <a:solidFill>
                            <a:srgbClr val="0070C0"/>
                          </a:solidFill>
                          <a:latin typeface="Times New Roman" panose="02020603050405020304" pitchFamily="18" charset="0"/>
                          <a:cs typeface="Times New Roman" panose="02020603050405020304" pitchFamily="18" charset="0"/>
                        </a:rPr>
                        <m:t> </m:t>
                      </m:r>
                      <m:r>
                        <m:rPr>
                          <m:nor/>
                        </m:rPr>
                        <a:rPr lang="en-US" altLang="zh-TW" sz="2400" dirty="0">
                          <a:solidFill>
                            <a:srgbClr val="0070C0"/>
                          </a:solidFill>
                          <a:latin typeface="Times New Roman" panose="02020603050405020304" pitchFamily="18" charset="0"/>
                          <a:cs typeface="Times New Roman" panose="02020603050405020304" pitchFamily="18" charset="0"/>
                        </a:rPr>
                        <m:t>and</m:t>
                      </m:r>
                      <m:r>
                        <m:rPr>
                          <m:nor/>
                        </m:rPr>
                        <a:rPr lang="en-US" altLang="zh-TW" sz="2400" dirty="0">
                          <a:solidFill>
                            <a:srgbClr val="0070C0"/>
                          </a:solidFill>
                          <a:latin typeface="Times New Roman" panose="02020603050405020304" pitchFamily="18" charset="0"/>
                          <a:cs typeface="Times New Roman" panose="02020603050405020304" pitchFamily="18" charset="0"/>
                        </a:rPr>
                        <m:t> </m:t>
                      </m:r>
                      <m:r>
                        <m:rPr>
                          <m:nor/>
                        </m:rPr>
                        <a:rPr lang="en-US" altLang="zh-TW" sz="2400" b="0" i="0" dirty="0" smtClean="0">
                          <a:solidFill>
                            <a:srgbClr val="0070C0"/>
                          </a:solidFill>
                          <a:latin typeface="Times New Roman" panose="02020603050405020304" pitchFamily="18" charset="0"/>
                          <a:cs typeface="Times New Roman" panose="02020603050405020304" pitchFamily="18" charset="0"/>
                        </a:rPr>
                        <m:t>O</m:t>
                      </m:r>
                      <m:r>
                        <m:rPr>
                          <m:nor/>
                        </m:rPr>
                        <a:rPr lang="en-US" altLang="zh-TW" sz="2400" b="0" i="0" dirty="0" smtClean="0">
                          <a:solidFill>
                            <a:srgbClr val="0070C0"/>
                          </a:solidFill>
                          <a:latin typeface="Times New Roman" panose="02020603050405020304" pitchFamily="18" charset="0"/>
                          <a:cs typeface="Times New Roman" panose="02020603050405020304" pitchFamily="18" charset="0"/>
                        </a:rPr>
                        <m:t>(</m:t>
                      </m:r>
                      <m:r>
                        <m:rPr>
                          <m:nor/>
                        </m:rPr>
                        <a:rPr lang="en-US" altLang="zh-TW" sz="2400" b="0" i="0" dirty="0" smtClean="0">
                          <a:solidFill>
                            <a:srgbClr val="0070C0"/>
                          </a:solidFill>
                          <a:latin typeface="Times New Roman" panose="02020603050405020304" pitchFamily="18" charset="0"/>
                          <a:cs typeface="Times New Roman" panose="02020603050405020304" pitchFamily="18" charset="0"/>
                        </a:rPr>
                        <m:t>n</m:t>
                      </m:r>
                      <m:r>
                        <m:rPr>
                          <m:nor/>
                        </m:rPr>
                        <a:rPr lang="en-US" altLang="zh-TW" sz="2400" b="0" i="0" dirty="0" smtClean="0">
                          <a:solidFill>
                            <a:srgbClr val="0070C0"/>
                          </a:solidFill>
                          <a:latin typeface="Times New Roman" panose="02020603050405020304" pitchFamily="18" charset="0"/>
                          <a:cs typeface="Times New Roman" panose="02020603050405020304" pitchFamily="18" charset="0"/>
                        </a:rPr>
                        <m:t>) </m:t>
                      </m:r>
                      <m:r>
                        <m:rPr>
                          <m:nor/>
                        </m:rPr>
                        <a:rPr lang="en-US" altLang="zh-TW" sz="2400" dirty="0">
                          <a:solidFill>
                            <a:srgbClr val="0070C0"/>
                          </a:solidFill>
                          <a:latin typeface="Times New Roman" panose="02020603050405020304" pitchFamily="18" charset="0"/>
                          <a:cs typeface="Times New Roman" panose="02020603050405020304" pitchFamily="18" charset="0"/>
                        </a:rPr>
                        <m:t>space</m:t>
                      </m:r>
                    </m:oMath>
                  </m:oMathPara>
                </a14:m>
                <a:endParaRPr lang="zh-TW" altLang="en-US" sz="2400" dirty="0">
                  <a:solidFill>
                    <a:srgbClr val="0070C0"/>
                  </a:solidFill>
                  <a:latin typeface="Times New Roman" panose="02020603050405020304" pitchFamily="18" charset="0"/>
                  <a:cs typeface="Times New Roman" panose="02020603050405020304" pitchFamily="18" charset="0"/>
                </a:endParaRPr>
              </a:p>
            </p:txBody>
          </p:sp>
        </mc:Choice>
        <mc:Fallback xmlns="">
          <p:sp>
            <p:nvSpPr>
              <p:cNvPr id="89" name="標題 1">
                <a:extLst>
                  <a:ext uri="{FF2B5EF4-FFF2-40B4-BE49-F238E27FC236}">
                    <a16:creationId xmlns:a16="http://schemas.microsoft.com/office/drawing/2014/main" id="{7EF2DFDC-8E71-4B8D-8FC5-40E3999471C4}"/>
                  </a:ext>
                </a:extLst>
              </p:cNvPr>
              <p:cNvSpPr txBox="1">
                <a:spLocks noRot="1" noChangeAspect="1" noMove="1" noResize="1" noEditPoints="1" noAdjustHandles="1" noChangeArrowheads="1" noChangeShapeType="1" noTextEdit="1"/>
              </p:cNvSpPr>
              <p:nvPr/>
            </p:nvSpPr>
            <p:spPr>
              <a:xfrm>
                <a:off x="4824054" y="5894020"/>
                <a:ext cx="3558333" cy="583367"/>
              </a:xfrm>
              <a:prstGeom prst="rect">
                <a:avLst/>
              </a:prstGeom>
              <a:blipFill>
                <a:blip r:embed="rId41"/>
                <a:stretch>
                  <a:fillRect b="-1042"/>
                </a:stretch>
              </a:blipFill>
            </p:spPr>
            <p:txBody>
              <a:bodyPr/>
              <a:lstStyle/>
              <a:p>
                <a:r>
                  <a:rPr lang="zh-TW" altLang="en-US">
                    <a:noFill/>
                  </a:rPr>
                  <a:t> </a:t>
                </a:r>
              </a:p>
            </p:txBody>
          </p:sp>
        </mc:Fallback>
      </mc:AlternateContent>
      <p:grpSp>
        <p:nvGrpSpPr>
          <p:cNvPr id="16" name="群組 15">
            <a:extLst>
              <a:ext uri="{FF2B5EF4-FFF2-40B4-BE49-F238E27FC236}">
                <a16:creationId xmlns:a16="http://schemas.microsoft.com/office/drawing/2014/main" id="{BF5AB28F-B7A8-4135-B0CF-1D09A1B0FCD8}"/>
              </a:ext>
            </a:extLst>
          </p:cNvPr>
          <p:cNvGrpSpPr/>
          <p:nvPr/>
        </p:nvGrpSpPr>
        <p:grpSpPr>
          <a:xfrm>
            <a:off x="570805" y="2927210"/>
            <a:ext cx="444737" cy="738665"/>
            <a:chOff x="1229360" y="931147"/>
            <a:chExt cx="444737" cy="738665"/>
          </a:xfrm>
        </p:grpSpPr>
        <p:grpSp>
          <p:nvGrpSpPr>
            <p:cNvPr id="17" name="群組 16">
              <a:extLst>
                <a:ext uri="{FF2B5EF4-FFF2-40B4-BE49-F238E27FC236}">
                  <a16:creationId xmlns:a16="http://schemas.microsoft.com/office/drawing/2014/main" id="{30F7D207-C180-45E8-9A78-45DC88A6B80D}"/>
                </a:ext>
              </a:extLst>
            </p:cNvPr>
            <p:cNvGrpSpPr/>
            <p:nvPr/>
          </p:nvGrpSpPr>
          <p:grpSpPr>
            <a:xfrm>
              <a:off x="1229360" y="931147"/>
              <a:ext cx="444737" cy="738665"/>
              <a:chOff x="1229360" y="931147"/>
              <a:chExt cx="444737" cy="738665"/>
            </a:xfrm>
          </p:grpSpPr>
          <mc:AlternateContent xmlns:mc="http://schemas.openxmlformats.org/markup-compatibility/2006" xmlns:a14="http://schemas.microsoft.com/office/drawing/2010/main">
            <mc:Choice Requires="a14">
              <p:sp>
                <p:nvSpPr>
                  <p:cNvPr id="19" name="文字方塊 18">
                    <a:extLst>
                      <a:ext uri="{FF2B5EF4-FFF2-40B4-BE49-F238E27FC236}">
                        <a16:creationId xmlns:a16="http://schemas.microsoft.com/office/drawing/2014/main" id="{23B9F2CC-029A-45B6-92FD-6A90133771EF}"/>
                      </a:ext>
                    </a:extLst>
                  </p:cNvPr>
                  <p:cNvSpPr txBox="1"/>
                  <p:nvPr/>
                </p:nvSpPr>
                <p:spPr>
                  <a:xfrm>
                    <a:off x="1229360" y="1300480"/>
                    <a:ext cx="444737"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cs typeface="Times New Roman" panose="02020603050405020304" pitchFamily="18" charset="0"/>
                                </a:rPr>
                              </m:ctrlPr>
                            </m:sSubPr>
                            <m:e>
                              <m:r>
                                <m:rPr>
                                  <m:sty m:val="p"/>
                                </m:rPr>
                                <a:rPr lang="en-US" altLang="zh-TW" b="0" i="0" smtClean="0">
                                  <a:latin typeface="Cambria Math" panose="02040503050406030204" pitchFamily="18" charset="0"/>
                                  <a:cs typeface="Times New Roman" panose="02020603050405020304" pitchFamily="18" charset="0"/>
                                </a:rPr>
                                <m:t>P</m:t>
                              </m:r>
                            </m:e>
                            <m:sub>
                              <m:r>
                                <a:rPr lang="en-US" altLang="zh-TW" b="0" i="0" smtClean="0">
                                  <a:latin typeface="Cambria Math" panose="02040503050406030204" pitchFamily="18" charset="0"/>
                                  <a:cs typeface="Times New Roman" panose="02020603050405020304" pitchFamily="18" charset="0"/>
                                </a:rPr>
                                <m:t>1</m:t>
                              </m:r>
                            </m:sub>
                          </m:sSub>
                        </m:oMath>
                      </m:oMathPara>
                    </a14:m>
                    <a:endParaRPr lang="zh-TW" altLang="en-US" dirty="0">
                      <a:latin typeface="Times New Roman" panose="02020603050405020304" pitchFamily="18" charset="0"/>
                      <a:cs typeface="Times New Roman" panose="02020603050405020304" pitchFamily="18" charset="0"/>
                    </a:endParaRPr>
                  </a:p>
                </p:txBody>
              </p:sp>
            </mc:Choice>
            <mc:Fallback xmlns="">
              <p:sp>
                <p:nvSpPr>
                  <p:cNvPr id="19" name="文字方塊 18">
                    <a:extLst>
                      <a:ext uri="{FF2B5EF4-FFF2-40B4-BE49-F238E27FC236}">
                        <a16:creationId xmlns:a16="http://schemas.microsoft.com/office/drawing/2014/main" id="{23B9F2CC-029A-45B6-92FD-6A90133771EF}"/>
                      </a:ext>
                    </a:extLst>
                  </p:cNvPr>
                  <p:cNvSpPr txBox="1">
                    <a:spLocks noRot="1" noChangeAspect="1" noMove="1" noResize="1" noEditPoints="1" noAdjustHandles="1" noChangeArrowheads="1" noChangeShapeType="1" noTextEdit="1"/>
                  </p:cNvSpPr>
                  <p:nvPr/>
                </p:nvSpPr>
                <p:spPr>
                  <a:xfrm>
                    <a:off x="1229360" y="1300480"/>
                    <a:ext cx="444737" cy="369332"/>
                  </a:xfrm>
                  <a:prstGeom prst="rect">
                    <a:avLst/>
                  </a:prstGeom>
                  <a:blipFill>
                    <a:blip r:embed="rId43"/>
                    <a:stretch>
                      <a:fillRect b="-166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0" name="文字方塊 19">
                    <a:extLst>
                      <a:ext uri="{FF2B5EF4-FFF2-40B4-BE49-F238E27FC236}">
                        <a16:creationId xmlns:a16="http://schemas.microsoft.com/office/drawing/2014/main" id="{35176C1D-AF6F-4972-A991-86710CFFF21E}"/>
                      </a:ext>
                    </a:extLst>
                  </p:cNvPr>
                  <p:cNvSpPr txBox="1"/>
                  <p:nvPr/>
                </p:nvSpPr>
                <p:spPr>
                  <a:xfrm>
                    <a:off x="1272026" y="931147"/>
                    <a:ext cx="38023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TW" b="1" i="0" smtClean="0">
                              <a:solidFill>
                                <a:srgbClr val="FF0000"/>
                              </a:solidFill>
                              <a:latin typeface="Cambria Math" panose="02040503050406030204" pitchFamily="18" charset="0"/>
                              <a:cs typeface="Times New Roman" panose="02020603050405020304" pitchFamily="18" charset="0"/>
                            </a:rPr>
                            <m:t>𝟐</m:t>
                          </m:r>
                        </m:oMath>
                      </m:oMathPara>
                    </a14:m>
                    <a:endParaRPr lang="zh-TW" altLang="en-US" b="1" dirty="0">
                      <a:solidFill>
                        <a:srgbClr val="FF0000"/>
                      </a:solidFill>
                      <a:latin typeface="Times New Roman" panose="02020603050405020304" pitchFamily="18" charset="0"/>
                      <a:cs typeface="Times New Roman" panose="02020603050405020304" pitchFamily="18" charset="0"/>
                    </a:endParaRPr>
                  </a:p>
                </p:txBody>
              </p:sp>
            </mc:Choice>
            <mc:Fallback xmlns="">
              <p:sp>
                <p:nvSpPr>
                  <p:cNvPr id="20" name="文字方塊 19">
                    <a:extLst>
                      <a:ext uri="{FF2B5EF4-FFF2-40B4-BE49-F238E27FC236}">
                        <a16:creationId xmlns:a16="http://schemas.microsoft.com/office/drawing/2014/main" id="{35176C1D-AF6F-4972-A991-86710CFFF21E}"/>
                      </a:ext>
                    </a:extLst>
                  </p:cNvPr>
                  <p:cNvSpPr txBox="1">
                    <a:spLocks noRot="1" noChangeAspect="1" noMove="1" noResize="1" noEditPoints="1" noAdjustHandles="1" noChangeArrowheads="1" noChangeShapeType="1" noTextEdit="1"/>
                  </p:cNvSpPr>
                  <p:nvPr/>
                </p:nvSpPr>
                <p:spPr>
                  <a:xfrm>
                    <a:off x="1272026" y="931147"/>
                    <a:ext cx="380232" cy="369332"/>
                  </a:xfrm>
                  <a:prstGeom prst="rect">
                    <a:avLst/>
                  </a:prstGeom>
                  <a:blipFill>
                    <a:blip r:embed="rId62"/>
                    <a:stretch>
                      <a:fillRect/>
                    </a:stretch>
                  </a:blipFill>
                </p:spPr>
                <p:txBody>
                  <a:bodyPr/>
                  <a:lstStyle/>
                  <a:p>
                    <a:r>
                      <a:rPr lang="zh-TW" altLang="en-US">
                        <a:noFill/>
                      </a:rPr>
                      <a:t> </a:t>
                    </a:r>
                  </a:p>
                </p:txBody>
              </p:sp>
            </mc:Fallback>
          </mc:AlternateContent>
        </p:grpSp>
        <p:cxnSp>
          <p:nvCxnSpPr>
            <p:cNvPr id="18" name="直線接點 17">
              <a:extLst>
                <a:ext uri="{FF2B5EF4-FFF2-40B4-BE49-F238E27FC236}">
                  <a16:creationId xmlns:a16="http://schemas.microsoft.com/office/drawing/2014/main" id="{08F9C01E-2979-4050-B13C-9A4252D2D289}"/>
                </a:ext>
              </a:extLst>
            </p:cNvPr>
            <p:cNvCxnSpPr/>
            <p:nvPr/>
          </p:nvCxnSpPr>
          <p:spPr>
            <a:xfrm>
              <a:off x="1287853" y="1300480"/>
              <a:ext cx="302167"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15" name="群組 114">
            <a:extLst>
              <a:ext uri="{FF2B5EF4-FFF2-40B4-BE49-F238E27FC236}">
                <a16:creationId xmlns:a16="http://schemas.microsoft.com/office/drawing/2014/main" id="{C08409A1-BAC8-4DA2-969A-8A8D026804F8}"/>
              </a:ext>
            </a:extLst>
          </p:cNvPr>
          <p:cNvGrpSpPr/>
          <p:nvPr/>
        </p:nvGrpSpPr>
        <p:grpSpPr>
          <a:xfrm>
            <a:off x="2025883" y="2616777"/>
            <a:ext cx="444737" cy="1049098"/>
            <a:chOff x="570805" y="2098617"/>
            <a:chExt cx="444737" cy="1049098"/>
          </a:xfrm>
        </p:grpSpPr>
        <p:grpSp>
          <p:nvGrpSpPr>
            <p:cNvPr id="116" name="群組 115">
              <a:extLst>
                <a:ext uri="{FF2B5EF4-FFF2-40B4-BE49-F238E27FC236}">
                  <a16:creationId xmlns:a16="http://schemas.microsoft.com/office/drawing/2014/main" id="{919F87C0-E879-4E5B-88B1-B52285163663}"/>
                </a:ext>
              </a:extLst>
            </p:cNvPr>
            <p:cNvGrpSpPr/>
            <p:nvPr/>
          </p:nvGrpSpPr>
          <p:grpSpPr>
            <a:xfrm>
              <a:off x="570805" y="2409050"/>
              <a:ext cx="444737" cy="738665"/>
              <a:chOff x="1229360" y="931147"/>
              <a:chExt cx="444737" cy="738665"/>
            </a:xfrm>
          </p:grpSpPr>
          <p:grpSp>
            <p:nvGrpSpPr>
              <p:cNvPr id="118" name="群組 117">
                <a:extLst>
                  <a:ext uri="{FF2B5EF4-FFF2-40B4-BE49-F238E27FC236}">
                    <a16:creationId xmlns:a16="http://schemas.microsoft.com/office/drawing/2014/main" id="{E281DDFF-AA2E-4EF4-86BB-4A82E9F93984}"/>
                  </a:ext>
                </a:extLst>
              </p:cNvPr>
              <p:cNvGrpSpPr/>
              <p:nvPr/>
            </p:nvGrpSpPr>
            <p:grpSpPr>
              <a:xfrm>
                <a:off x="1229360" y="931147"/>
                <a:ext cx="444737" cy="738665"/>
                <a:chOff x="1229360" y="931147"/>
                <a:chExt cx="444737" cy="738665"/>
              </a:xfrm>
            </p:grpSpPr>
            <mc:AlternateContent xmlns:mc="http://schemas.openxmlformats.org/markup-compatibility/2006" xmlns:a14="http://schemas.microsoft.com/office/drawing/2010/main">
              <mc:Choice Requires="a14">
                <p:sp>
                  <p:nvSpPr>
                    <p:cNvPr id="120" name="文字方塊 119">
                      <a:extLst>
                        <a:ext uri="{FF2B5EF4-FFF2-40B4-BE49-F238E27FC236}">
                          <a16:creationId xmlns:a16="http://schemas.microsoft.com/office/drawing/2014/main" id="{C73C4698-F73A-4BAF-92C6-22AFE9A58EA1}"/>
                        </a:ext>
                      </a:extLst>
                    </p:cNvPr>
                    <p:cNvSpPr txBox="1"/>
                    <p:nvPr/>
                  </p:nvSpPr>
                  <p:spPr>
                    <a:xfrm>
                      <a:off x="1229360" y="1300480"/>
                      <a:ext cx="444737"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cs typeface="Times New Roman" panose="02020603050405020304" pitchFamily="18" charset="0"/>
                                  </a:rPr>
                                </m:ctrlPr>
                              </m:sSubPr>
                              <m:e>
                                <m:r>
                                  <m:rPr>
                                    <m:sty m:val="p"/>
                                  </m:rPr>
                                  <a:rPr lang="en-US" altLang="zh-TW" b="0" i="0" smtClean="0">
                                    <a:latin typeface="Cambria Math" panose="02040503050406030204" pitchFamily="18" charset="0"/>
                                    <a:cs typeface="Times New Roman" panose="02020603050405020304" pitchFamily="18" charset="0"/>
                                  </a:rPr>
                                  <m:t>P</m:t>
                                </m:r>
                              </m:e>
                              <m:sub>
                                <m:r>
                                  <a:rPr lang="en-US" altLang="zh-TW" b="0" i="0" smtClean="0">
                                    <a:latin typeface="Cambria Math" panose="02040503050406030204" pitchFamily="18" charset="0"/>
                                    <a:cs typeface="Times New Roman" panose="02020603050405020304" pitchFamily="18" charset="0"/>
                                  </a:rPr>
                                  <m:t>1</m:t>
                                </m:r>
                              </m:sub>
                            </m:sSub>
                          </m:oMath>
                        </m:oMathPara>
                      </a14:m>
                      <a:endParaRPr lang="zh-TW" altLang="en-US" dirty="0">
                        <a:latin typeface="Times New Roman" panose="02020603050405020304" pitchFamily="18" charset="0"/>
                        <a:cs typeface="Times New Roman" panose="02020603050405020304" pitchFamily="18" charset="0"/>
                      </a:endParaRPr>
                    </a:p>
                  </p:txBody>
                </p:sp>
              </mc:Choice>
              <mc:Fallback xmlns="">
                <p:sp>
                  <p:nvSpPr>
                    <p:cNvPr id="120" name="文字方塊 119">
                      <a:extLst>
                        <a:ext uri="{FF2B5EF4-FFF2-40B4-BE49-F238E27FC236}">
                          <a16:creationId xmlns:a16="http://schemas.microsoft.com/office/drawing/2014/main" id="{C73C4698-F73A-4BAF-92C6-22AFE9A58EA1}"/>
                        </a:ext>
                      </a:extLst>
                    </p:cNvPr>
                    <p:cNvSpPr txBox="1">
                      <a:spLocks noRot="1" noChangeAspect="1" noMove="1" noResize="1" noEditPoints="1" noAdjustHandles="1" noChangeArrowheads="1" noChangeShapeType="1" noTextEdit="1"/>
                    </p:cNvSpPr>
                    <p:nvPr/>
                  </p:nvSpPr>
                  <p:spPr>
                    <a:xfrm>
                      <a:off x="1229360" y="1300480"/>
                      <a:ext cx="444737" cy="369332"/>
                    </a:xfrm>
                    <a:prstGeom prst="rect">
                      <a:avLst/>
                    </a:prstGeom>
                    <a:blipFill>
                      <a:blip r:embed="rId44"/>
                      <a:stretch>
                        <a:fillRect b="-166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21" name="文字方塊 120">
                      <a:extLst>
                        <a:ext uri="{FF2B5EF4-FFF2-40B4-BE49-F238E27FC236}">
                          <a16:creationId xmlns:a16="http://schemas.microsoft.com/office/drawing/2014/main" id="{AAFB6A9D-2123-4576-96F3-482EC2C3EEA8}"/>
                        </a:ext>
                      </a:extLst>
                    </p:cNvPr>
                    <p:cNvSpPr txBox="1"/>
                    <p:nvPr/>
                  </p:nvSpPr>
                  <p:spPr>
                    <a:xfrm>
                      <a:off x="1272026" y="931147"/>
                      <a:ext cx="38023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TW" b="0" i="0">
                                <a:latin typeface="Cambria Math" panose="02040503050406030204" pitchFamily="18" charset="0"/>
                                <a:cs typeface="Times New Roman" panose="02020603050405020304" pitchFamily="18" charset="0"/>
                              </a:rPr>
                              <m:t>2</m:t>
                            </m:r>
                          </m:oMath>
                        </m:oMathPara>
                      </a14:m>
                      <a:endParaRPr lang="zh-TW" altLang="en-US" dirty="0">
                        <a:latin typeface="Times New Roman" panose="02020603050405020304" pitchFamily="18" charset="0"/>
                        <a:cs typeface="Times New Roman" panose="02020603050405020304" pitchFamily="18" charset="0"/>
                      </a:endParaRPr>
                    </a:p>
                  </p:txBody>
                </p:sp>
              </mc:Choice>
              <mc:Fallback xmlns="">
                <p:sp>
                  <p:nvSpPr>
                    <p:cNvPr id="40" name="文字方塊 39"/>
                    <p:cNvSpPr txBox="1">
                      <a:spLocks noRot="1" noChangeAspect="1" noMove="1" noResize="1" noEditPoints="1" noAdjustHandles="1" noChangeArrowheads="1" noChangeShapeType="1" noTextEdit="1"/>
                    </p:cNvSpPr>
                    <p:nvPr/>
                  </p:nvSpPr>
                  <p:spPr>
                    <a:xfrm>
                      <a:off x="1272026" y="931147"/>
                      <a:ext cx="380232" cy="369332"/>
                    </a:xfrm>
                    <a:prstGeom prst="rect">
                      <a:avLst/>
                    </a:prstGeom>
                    <a:blipFill rotWithShape="0">
                      <a:blip r:embed="rId6"/>
                      <a:stretch>
                        <a:fillRect/>
                      </a:stretch>
                    </a:blipFill>
                  </p:spPr>
                  <p:txBody>
                    <a:bodyPr/>
                    <a:lstStyle/>
                    <a:p>
                      <a:r>
                        <a:rPr lang="zh-TW" altLang="en-US">
                          <a:noFill/>
                        </a:rPr>
                        <a:t> </a:t>
                      </a:r>
                    </a:p>
                  </p:txBody>
                </p:sp>
              </mc:Fallback>
            </mc:AlternateContent>
          </p:grpSp>
          <p:cxnSp>
            <p:nvCxnSpPr>
              <p:cNvPr id="119" name="直線接點 118">
                <a:extLst>
                  <a:ext uri="{FF2B5EF4-FFF2-40B4-BE49-F238E27FC236}">
                    <a16:creationId xmlns:a16="http://schemas.microsoft.com/office/drawing/2014/main" id="{A03A45A4-1D10-4E86-BEF0-A575B61087E5}"/>
                  </a:ext>
                </a:extLst>
              </p:cNvPr>
              <p:cNvCxnSpPr>
                <a:cxnSpLocks/>
              </p:cNvCxnSpPr>
              <p:nvPr/>
            </p:nvCxnSpPr>
            <p:spPr>
              <a:xfrm>
                <a:off x="1287853" y="1300480"/>
                <a:ext cx="36440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117" name="文字方塊 116">
                  <a:extLst>
                    <a:ext uri="{FF2B5EF4-FFF2-40B4-BE49-F238E27FC236}">
                      <a16:creationId xmlns:a16="http://schemas.microsoft.com/office/drawing/2014/main" id="{F2ECD046-88A2-475A-AA35-7D47C7A72BD2}"/>
                    </a:ext>
                  </a:extLst>
                </p:cNvPr>
                <p:cNvSpPr txBox="1"/>
                <p:nvPr/>
              </p:nvSpPr>
              <p:spPr>
                <a:xfrm>
                  <a:off x="590122" y="2098617"/>
                  <a:ext cx="296646" cy="369332"/>
                </a:xfrm>
                <a:prstGeom prst="rect">
                  <a:avLst/>
                </a:prstGeom>
                <a:noFill/>
              </p:spPr>
              <p:txBody>
                <a:bodyPr wrap="square" rtlCol="0">
                  <a:spAutoFit/>
                </a:bodyPr>
                <a:lstStyle/>
                <a:p>
                  <a:pPr/>
                  <a14:m>
                    <m:oMathPara xmlns:m="http://schemas.openxmlformats.org/officeDocument/2006/math">
                      <m:oMathParaPr>
                        <m:jc m:val="center"/>
                      </m:oMathParaPr>
                      <m:oMath xmlns:m="http://schemas.openxmlformats.org/officeDocument/2006/math">
                        <m:r>
                          <a:rPr lang="zh-TW" altLang="en-US" b="1">
                            <a:solidFill>
                              <a:srgbClr val="FF0000"/>
                            </a:solidFill>
                            <a:latin typeface="Cambria Math" panose="02040503050406030204" pitchFamily="18" charset="0"/>
                            <a:cs typeface="Times New Roman" panose="02020603050405020304" pitchFamily="18" charset="0"/>
                          </a:rPr>
                          <m:t> </m:t>
                        </m:r>
                        <m:r>
                          <a:rPr lang="en-US" altLang="zh-TW" b="1">
                            <a:solidFill>
                              <a:srgbClr val="FF0000"/>
                            </a:solidFill>
                            <a:latin typeface="Cambria Math" panose="02040503050406030204" pitchFamily="18" charset="0"/>
                            <a:cs typeface="Times New Roman" panose="02020603050405020304" pitchFamily="18" charset="0"/>
                          </a:rPr>
                          <m:t>1</m:t>
                        </m:r>
                      </m:oMath>
                    </m:oMathPara>
                  </a14:m>
                  <a:endParaRPr lang="zh-TW" altLang="en-US" b="1" dirty="0">
                    <a:solidFill>
                      <a:srgbClr val="FF0000"/>
                    </a:solidFill>
                    <a:latin typeface="Cambria Math" panose="02040503050406030204" pitchFamily="18" charset="0"/>
                    <a:cs typeface="Times New Roman" panose="02020603050405020304" pitchFamily="18" charset="0"/>
                  </a:endParaRPr>
                </a:p>
              </p:txBody>
            </p:sp>
          </mc:Choice>
          <mc:Fallback xmlns="">
            <p:sp>
              <p:nvSpPr>
                <p:cNvPr id="117" name="文字方塊 116">
                  <a:extLst>
                    <a:ext uri="{FF2B5EF4-FFF2-40B4-BE49-F238E27FC236}">
                      <a16:creationId xmlns:a16="http://schemas.microsoft.com/office/drawing/2014/main" id="{F2ECD046-88A2-475A-AA35-7D47C7A72BD2}"/>
                    </a:ext>
                  </a:extLst>
                </p:cNvPr>
                <p:cNvSpPr txBox="1">
                  <a:spLocks noRot="1" noChangeAspect="1" noMove="1" noResize="1" noEditPoints="1" noAdjustHandles="1" noChangeArrowheads="1" noChangeShapeType="1" noTextEdit="1"/>
                </p:cNvSpPr>
                <p:nvPr/>
              </p:nvSpPr>
              <p:spPr>
                <a:xfrm>
                  <a:off x="590122" y="2098617"/>
                  <a:ext cx="296646" cy="369332"/>
                </a:xfrm>
                <a:prstGeom prst="rect">
                  <a:avLst/>
                </a:prstGeom>
                <a:blipFill>
                  <a:blip r:embed="rId63"/>
                  <a:stretch>
                    <a:fillRect r="-18367"/>
                  </a:stretch>
                </a:blipFill>
              </p:spPr>
              <p:txBody>
                <a:bodyPr/>
                <a:lstStyle/>
                <a:p>
                  <a:r>
                    <a:rPr lang="zh-TW" altLang="en-US">
                      <a:noFill/>
                    </a:rPr>
                    <a:t> </a:t>
                  </a:r>
                </a:p>
              </p:txBody>
            </p:sp>
          </mc:Fallback>
        </mc:AlternateContent>
      </p:grpSp>
      <p:grpSp>
        <p:nvGrpSpPr>
          <p:cNvPr id="6" name="群組 5">
            <a:extLst>
              <a:ext uri="{FF2B5EF4-FFF2-40B4-BE49-F238E27FC236}">
                <a16:creationId xmlns:a16="http://schemas.microsoft.com/office/drawing/2014/main" id="{A4783383-C001-41DF-9A7D-7AF7C2AD643A}"/>
              </a:ext>
            </a:extLst>
          </p:cNvPr>
          <p:cNvGrpSpPr/>
          <p:nvPr/>
        </p:nvGrpSpPr>
        <p:grpSpPr>
          <a:xfrm>
            <a:off x="3531512" y="2576716"/>
            <a:ext cx="703719" cy="1089159"/>
            <a:chOff x="3531512" y="2058556"/>
            <a:chExt cx="703719" cy="1089159"/>
          </a:xfrm>
        </p:grpSpPr>
        <p:grpSp>
          <p:nvGrpSpPr>
            <p:cNvPr id="81" name="群組 80">
              <a:extLst>
                <a:ext uri="{FF2B5EF4-FFF2-40B4-BE49-F238E27FC236}">
                  <a16:creationId xmlns:a16="http://schemas.microsoft.com/office/drawing/2014/main" id="{F9C04D5E-81F7-4FC5-826E-6016F37FFEC6}"/>
                </a:ext>
              </a:extLst>
            </p:cNvPr>
            <p:cNvGrpSpPr/>
            <p:nvPr/>
          </p:nvGrpSpPr>
          <p:grpSpPr>
            <a:xfrm>
              <a:off x="3531512" y="2437028"/>
              <a:ext cx="703719" cy="710687"/>
              <a:chOff x="1487657" y="3336978"/>
              <a:chExt cx="703719" cy="710687"/>
            </a:xfrm>
          </p:grpSpPr>
          <p:grpSp>
            <p:nvGrpSpPr>
              <p:cNvPr id="25" name="群組 24">
                <a:extLst>
                  <a:ext uri="{FF2B5EF4-FFF2-40B4-BE49-F238E27FC236}">
                    <a16:creationId xmlns:a16="http://schemas.microsoft.com/office/drawing/2014/main" id="{6FA6E169-6F5F-43EF-A1B9-2C3028EBC77A}"/>
                  </a:ext>
                </a:extLst>
              </p:cNvPr>
              <p:cNvGrpSpPr/>
              <p:nvPr/>
            </p:nvGrpSpPr>
            <p:grpSpPr>
              <a:xfrm>
                <a:off x="1487657" y="3348169"/>
                <a:ext cx="703719" cy="699496"/>
                <a:chOff x="1229360" y="970316"/>
                <a:chExt cx="703719" cy="699496"/>
              </a:xfrm>
            </p:grpSpPr>
            <mc:AlternateContent xmlns:mc="http://schemas.openxmlformats.org/markup-compatibility/2006" xmlns:a14="http://schemas.microsoft.com/office/drawing/2010/main">
              <mc:Choice Requires="a14">
                <p:sp>
                  <p:nvSpPr>
                    <p:cNvPr id="26" name="文字方塊 25">
                      <a:extLst>
                        <a:ext uri="{FF2B5EF4-FFF2-40B4-BE49-F238E27FC236}">
                          <a16:creationId xmlns:a16="http://schemas.microsoft.com/office/drawing/2014/main" id="{8229B41C-6250-41AB-932A-67BF56206199}"/>
                        </a:ext>
                      </a:extLst>
                    </p:cNvPr>
                    <p:cNvSpPr txBox="1"/>
                    <p:nvPr/>
                  </p:nvSpPr>
                  <p:spPr>
                    <a:xfrm>
                      <a:off x="1229360" y="1300480"/>
                      <a:ext cx="703719" cy="369332"/>
                    </a:xfrm>
                    <a:prstGeom prst="rect">
                      <a:avLst/>
                    </a:prstGeom>
                    <a:noFill/>
                  </p:spPr>
                  <p:txBody>
                    <a:bodyPr wrap="none" rtlCol="0">
                      <a:spAutoFit/>
                    </a:bodyPr>
                    <a:lstStyle/>
                    <a:p>
                      <a14:m>
                        <m:oMath xmlns:m="http://schemas.openxmlformats.org/officeDocument/2006/math">
                          <m:sSub>
                            <m:sSubPr>
                              <m:ctrlPr>
                                <a:rPr lang="en-US" altLang="zh-TW" i="1" smtClean="0">
                                  <a:latin typeface="Cambria Math" panose="02040503050406030204" pitchFamily="18" charset="0"/>
                                  <a:cs typeface="Times New Roman" panose="02020603050405020304" pitchFamily="18" charset="0"/>
                                </a:rPr>
                              </m:ctrlPr>
                            </m:sSubPr>
                            <m:e>
                              <m:r>
                                <m:rPr>
                                  <m:sty m:val="p"/>
                                </m:rPr>
                                <a:rPr lang="en-US" altLang="zh-TW" b="0" i="0" smtClean="0">
                                  <a:latin typeface="Cambria Math" panose="02040503050406030204" pitchFamily="18" charset="0"/>
                                  <a:cs typeface="Times New Roman" panose="02020603050405020304" pitchFamily="18" charset="0"/>
                                </a:rPr>
                                <m:t>P</m:t>
                              </m:r>
                            </m:e>
                            <m:sub>
                              <m:r>
                                <a:rPr lang="en-US" altLang="zh-TW" b="0" i="0" smtClean="0">
                                  <a:latin typeface="Cambria Math" panose="02040503050406030204" pitchFamily="18" charset="0"/>
                                  <a:cs typeface="Times New Roman" panose="02020603050405020304" pitchFamily="18" charset="0"/>
                                </a:rPr>
                                <m:t>1</m:t>
                              </m:r>
                            </m:sub>
                          </m:sSub>
                        </m:oMath>
                      </a14:m>
                      <a:r>
                        <a:rPr lang="zh-TW" altLang="en-US" dirty="0">
                          <a:latin typeface="Times New Roman" panose="02020603050405020304" pitchFamily="18" charset="0"/>
                          <a:cs typeface="Times New Roman" panose="02020603050405020304" pitchFamily="18" charset="0"/>
                        </a:rPr>
                        <a:t> </a:t>
                      </a:r>
                      <a14:m>
                        <m:oMath xmlns:m="http://schemas.openxmlformats.org/officeDocument/2006/math">
                          <m:r>
                            <a:rPr lang="zh-TW" altLang="en-US" b="0" i="0">
                              <a:latin typeface="Cambria Math" panose="02040503050406030204" pitchFamily="18" charset="0"/>
                              <a:cs typeface="Times New Roman" panose="02020603050405020304" pitchFamily="18" charset="0"/>
                            </a:rPr>
                            <m:t> </m:t>
                          </m:r>
                          <m:sSub>
                            <m:sSubPr>
                              <m:ctrlPr>
                                <a:rPr lang="en-US" altLang="zh-TW" i="1" smtClean="0">
                                  <a:latin typeface="Cambria Math" panose="02040503050406030204" pitchFamily="18" charset="0"/>
                                  <a:cs typeface="Times New Roman" panose="02020603050405020304" pitchFamily="18" charset="0"/>
                                </a:rPr>
                              </m:ctrlPr>
                            </m:sSubPr>
                            <m:e>
                              <m:r>
                                <m:rPr>
                                  <m:sty m:val="p"/>
                                </m:rPr>
                                <a:rPr lang="en-US" altLang="zh-TW" b="0" i="0" smtClean="0">
                                  <a:latin typeface="Cambria Math" panose="02040503050406030204" pitchFamily="18" charset="0"/>
                                  <a:cs typeface="Times New Roman" panose="02020603050405020304" pitchFamily="18" charset="0"/>
                                </a:rPr>
                                <m:t>P</m:t>
                              </m:r>
                            </m:e>
                            <m:sub>
                              <m:r>
                                <a:rPr lang="en-US" altLang="zh-TW" b="0" i="0">
                                  <a:latin typeface="Cambria Math" panose="02040503050406030204" pitchFamily="18" charset="0"/>
                                  <a:cs typeface="Times New Roman" panose="02020603050405020304" pitchFamily="18" charset="0"/>
                                </a:rPr>
                                <m:t>2</m:t>
                              </m:r>
                            </m:sub>
                          </m:sSub>
                        </m:oMath>
                      </a14:m>
                      <a:endParaRPr lang="zh-TW" altLang="en-US" dirty="0">
                        <a:latin typeface="Times New Roman" panose="02020603050405020304" pitchFamily="18" charset="0"/>
                        <a:cs typeface="Times New Roman" panose="02020603050405020304" pitchFamily="18" charset="0"/>
                      </a:endParaRPr>
                    </a:p>
                  </p:txBody>
                </p:sp>
              </mc:Choice>
              <mc:Fallback xmlns="">
                <p:sp>
                  <p:nvSpPr>
                    <p:cNvPr id="26" name="文字方塊 25">
                      <a:extLst>
                        <a:ext uri="{FF2B5EF4-FFF2-40B4-BE49-F238E27FC236}">
                          <a16:creationId xmlns:a16="http://schemas.microsoft.com/office/drawing/2014/main" id="{8229B41C-6250-41AB-932A-67BF56206199}"/>
                        </a:ext>
                      </a:extLst>
                    </p:cNvPr>
                    <p:cNvSpPr txBox="1">
                      <a:spLocks noRot="1" noChangeAspect="1" noMove="1" noResize="1" noEditPoints="1" noAdjustHandles="1" noChangeArrowheads="1" noChangeShapeType="1" noTextEdit="1"/>
                    </p:cNvSpPr>
                    <p:nvPr/>
                  </p:nvSpPr>
                  <p:spPr>
                    <a:xfrm>
                      <a:off x="1229360" y="1300480"/>
                      <a:ext cx="703719" cy="369332"/>
                    </a:xfrm>
                    <a:prstGeom prst="rect">
                      <a:avLst/>
                    </a:prstGeom>
                    <a:blipFill>
                      <a:blip r:embed="rId46"/>
                      <a:stretch>
                        <a:fillRect b="-166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7" name="文字方塊 26">
                      <a:extLst>
                        <a:ext uri="{FF2B5EF4-FFF2-40B4-BE49-F238E27FC236}">
                          <a16:creationId xmlns:a16="http://schemas.microsoft.com/office/drawing/2014/main" id="{F06F3FD5-AB38-4E4B-82BF-5D36FB7D28F0}"/>
                        </a:ext>
                      </a:extLst>
                    </p:cNvPr>
                    <p:cNvSpPr txBox="1"/>
                    <p:nvPr/>
                  </p:nvSpPr>
                  <p:spPr>
                    <a:xfrm>
                      <a:off x="1236151" y="970316"/>
                      <a:ext cx="38023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TW" b="0" i="0">
                                <a:latin typeface="Cambria Math" panose="02040503050406030204" pitchFamily="18" charset="0"/>
                                <a:cs typeface="Times New Roman" panose="02020603050405020304" pitchFamily="18" charset="0"/>
                              </a:rPr>
                              <m:t>2</m:t>
                            </m:r>
                          </m:oMath>
                        </m:oMathPara>
                      </a14:m>
                      <a:endParaRPr lang="zh-TW" altLang="en-US" dirty="0">
                        <a:latin typeface="Times New Roman" panose="02020603050405020304" pitchFamily="18" charset="0"/>
                        <a:cs typeface="Times New Roman" panose="02020603050405020304" pitchFamily="18" charset="0"/>
                      </a:endParaRPr>
                    </a:p>
                  </p:txBody>
                </p:sp>
              </mc:Choice>
              <mc:Fallback xmlns="">
                <p:sp>
                  <p:nvSpPr>
                    <p:cNvPr id="27" name="文字方塊 26">
                      <a:extLst>
                        <a:ext uri="{FF2B5EF4-FFF2-40B4-BE49-F238E27FC236}">
                          <a16:creationId xmlns:a16="http://schemas.microsoft.com/office/drawing/2014/main" id="{F06F3FD5-AB38-4E4B-82BF-5D36FB7D28F0}"/>
                        </a:ext>
                      </a:extLst>
                    </p:cNvPr>
                    <p:cNvSpPr txBox="1">
                      <a:spLocks noRot="1" noChangeAspect="1" noMove="1" noResize="1" noEditPoints="1" noAdjustHandles="1" noChangeArrowheads="1" noChangeShapeType="1" noTextEdit="1"/>
                    </p:cNvSpPr>
                    <p:nvPr/>
                  </p:nvSpPr>
                  <p:spPr>
                    <a:xfrm>
                      <a:off x="1236151" y="970316"/>
                      <a:ext cx="380232" cy="369332"/>
                    </a:xfrm>
                    <a:prstGeom prst="rect">
                      <a:avLst/>
                    </a:prstGeom>
                    <a:blipFill>
                      <a:blip r:embed="rId47"/>
                      <a:stretch>
                        <a:fillRect/>
                      </a:stretch>
                    </a:blipFill>
                  </p:spPr>
                  <p:txBody>
                    <a:bodyPr/>
                    <a:lstStyle/>
                    <a:p>
                      <a:r>
                        <a:rPr lang="zh-TW" altLang="en-US">
                          <a:noFill/>
                        </a:rPr>
                        <a:t> </a:t>
                      </a:r>
                    </a:p>
                  </p:txBody>
                </p:sp>
              </mc:Fallback>
            </mc:AlternateContent>
          </p:grpSp>
          <p:cxnSp>
            <p:nvCxnSpPr>
              <p:cNvPr id="29" name="直線接點 28">
                <a:extLst>
                  <a:ext uri="{FF2B5EF4-FFF2-40B4-BE49-F238E27FC236}">
                    <a16:creationId xmlns:a16="http://schemas.microsoft.com/office/drawing/2014/main" id="{C297E773-C15E-48C5-86F7-CAA3AEFB4636}"/>
                  </a:ext>
                </a:extLst>
              </p:cNvPr>
              <p:cNvCxnSpPr/>
              <p:nvPr/>
            </p:nvCxnSpPr>
            <p:spPr>
              <a:xfrm>
                <a:off x="1546150" y="3678333"/>
                <a:ext cx="588767"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65" name="矩形 64">
                <a:extLst>
                  <a:ext uri="{FF2B5EF4-FFF2-40B4-BE49-F238E27FC236}">
                    <a16:creationId xmlns:a16="http://schemas.microsoft.com/office/drawing/2014/main" id="{A934DC68-F57E-4F96-A4BA-08F8140D5230}"/>
                  </a:ext>
                </a:extLst>
              </p:cNvPr>
              <p:cNvSpPr/>
              <p:nvPr/>
            </p:nvSpPr>
            <p:spPr>
              <a:xfrm>
                <a:off x="1848216" y="3336978"/>
                <a:ext cx="309700" cy="369332"/>
              </a:xfrm>
              <a:prstGeom prst="rect">
                <a:avLst/>
              </a:prstGeom>
            </p:spPr>
            <p:txBody>
              <a:bodyPr wrap="none">
                <a:spAutoFit/>
              </a:bodyPr>
              <a:lstStyle/>
              <a:p>
                <a:r>
                  <a:rPr lang="en-US" altLang="zh-TW" b="1" dirty="0">
                    <a:solidFill>
                      <a:srgbClr val="FF0000"/>
                    </a:solidFill>
                    <a:latin typeface="Cambria Math" panose="02040503050406030204" pitchFamily="18" charset="0"/>
                    <a:cs typeface="Times New Roman" panose="02020603050405020304" pitchFamily="18" charset="0"/>
                  </a:rPr>
                  <a:t>8</a:t>
                </a:r>
                <a:endParaRPr lang="zh-TW" altLang="en-US" b="1" dirty="0">
                  <a:solidFill>
                    <a:srgbClr val="FF0000"/>
                  </a:solidFill>
                  <a:latin typeface="Cambria Math" panose="02040503050406030204" pitchFamily="18" charset="0"/>
                  <a:cs typeface="Times New Roman" panose="02020603050405020304" pitchFamily="18" charset="0"/>
                </a:endParaRPr>
              </a:p>
            </p:txBody>
          </p:sp>
        </p:grpSp>
        <mc:AlternateContent xmlns:mc="http://schemas.openxmlformats.org/markup-compatibility/2006" xmlns:a14="http://schemas.microsoft.com/office/drawing/2010/main">
          <mc:Choice Requires="a14">
            <p:sp>
              <p:nvSpPr>
                <p:cNvPr id="122" name="文字方塊 121">
                  <a:extLst>
                    <a:ext uri="{FF2B5EF4-FFF2-40B4-BE49-F238E27FC236}">
                      <a16:creationId xmlns:a16="http://schemas.microsoft.com/office/drawing/2014/main" id="{17A8FCCA-5B73-42FB-99EE-520124EAEE1C}"/>
                    </a:ext>
                  </a:extLst>
                </p:cNvPr>
                <p:cNvSpPr txBox="1"/>
                <p:nvPr/>
              </p:nvSpPr>
              <p:spPr>
                <a:xfrm>
                  <a:off x="3538827" y="2058556"/>
                  <a:ext cx="296646" cy="369332"/>
                </a:xfrm>
                <a:prstGeom prst="rect">
                  <a:avLst/>
                </a:prstGeom>
                <a:noFill/>
              </p:spPr>
              <p:txBody>
                <a:bodyPr wrap="square" rtlCol="0">
                  <a:spAutoFit/>
                </a:bodyPr>
                <a:lstStyle/>
                <a:p>
                  <a:pPr/>
                  <a14:m>
                    <m:oMathPara xmlns:m="http://schemas.openxmlformats.org/officeDocument/2006/math">
                      <m:oMathParaPr>
                        <m:jc m:val="center"/>
                      </m:oMathParaPr>
                      <m:oMath xmlns:m="http://schemas.openxmlformats.org/officeDocument/2006/math">
                        <m:r>
                          <a:rPr lang="zh-TW" altLang="en-US" b="0" i="0">
                            <a:latin typeface="Cambria Math" panose="02040503050406030204" pitchFamily="18" charset="0"/>
                            <a:cs typeface="Times New Roman" panose="02020603050405020304" pitchFamily="18" charset="0"/>
                          </a:rPr>
                          <m:t> </m:t>
                        </m:r>
                        <m:r>
                          <a:rPr lang="en-US" altLang="zh-TW" b="0" i="0" smtClean="0">
                            <a:latin typeface="Cambria Math" panose="02040503050406030204" pitchFamily="18" charset="0"/>
                            <a:cs typeface="Times New Roman" panose="02020603050405020304" pitchFamily="18" charset="0"/>
                          </a:rPr>
                          <m:t>1</m:t>
                        </m:r>
                      </m:oMath>
                    </m:oMathPara>
                  </a14:m>
                  <a:endParaRPr lang="zh-TW" altLang="en-US" dirty="0">
                    <a:latin typeface="Times New Roman" panose="02020603050405020304" pitchFamily="18" charset="0"/>
                    <a:cs typeface="Times New Roman" panose="02020603050405020304" pitchFamily="18" charset="0"/>
                  </a:endParaRPr>
                </a:p>
              </p:txBody>
            </p:sp>
          </mc:Choice>
          <mc:Fallback xmlns="">
            <p:sp>
              <p:nvSpPr>
                <p:cNvPr id="122" name="文字方塊 121">
                  <a:extLst>
                    <a:ext uri="{FF2B5EF4-FFF2-40B4-BE49-F238E27FC236}">
                      <a16:creationId xmlns:a16="http://schemas.microsoft.com/office/drawing/2014/main" id="{17A8FCCA-5B73-42FB-99EE-520124EAEE1C}"/>
                    </a:ext>
                  </a:extLst>
                </p:cNvPr>
                <p:cNvSpPr txBox="1">
                  <a:spLocks noRot="1" noChangeAspect="1" noMove="1" noResize="1" noEditPoints="1" noAdjustHandles="1" noChangeArrowheads="1" noChangeShapeType="1" noTextEdit="1"/>
                </p:cNvSpPr>
                <p:nvPr/>
              </p:nvSpPr>
              <p:spPr>
                <a:xfrm>
                  <a:off x="3538827" y="2058556"/>
                  <a:ext cx="296646" cy="369332"/>
                </a:xfrm>
                <a:prstGeom prst="rect">
                  <a:avLst/>
                </a:prstGeom>
                <a:blipFill>
                  <a:blip r:embed="rId48"/>
                  <a:stretch>
                    <a:fillRect r="-18750"/>
                  </a:stretch>
                </a:blipFill>
              </p:spPr>
              <p:txBody>
                <a:bodyPr/>
                <a:lstStyle/>
                <a:p>
                  <a:r>
                    <a:rPr lang="zh-TW" altLang="en-US">
                      <a:noFill/>
                    </a:rPr>
                    <a:t> </a:t>
                  </a:r>
                </a:p>
              </p:txBody>
            </p:sp>
          </mc:Fallback>
        </mc:AlternateContent>
      </p:grpSp>
      <p:grpSp>
        <p:nvGrpSpPr>
          <p:cNvPr id="123" name="群組 122">
            <a:extLst>
              <a:ext uri="{FF2B5EF4-FFF2-40B4-BE49-F238E27FC236}">
                <a16:creationId xmlns:a16="http://schemas.microsoft.com/office/drawing/2014/main" id="{F5B51A68-0739-4C8D-8962-BA4C0EFA312B}"/>
              </a:ext>
            </a:extLst>
          </p:cNvPr>
          <p:cNvGrpSpPr/>
          <p:nvPr/>
        </p:nvGrpSpPr>
        <p:grpSpPr>
          <a:xfrm>
            <a:off x="5295928" y="2208164"/>
            <a:ext cx="703719" cy="1457711"/>
            <a:chOff x="3531512" y="1690004"/>
            <a:chExt cx="703719" cy="1457711"/>
          </a:xfrm>
        </p:grpSpPr>
        <p:grpSp>
          <p:nvGrpSpPr>
            <p:cNvPr id="124" name="群組 123">
              <a:extLst>
                <a:ext uri="{FF2B5EF4-FFF2-40B4-BE49-F238E27FC236}">
                  <a16:creationId xmlns:a16="http://schemas.microsoft.com/office/drawing/2014/main" id="{8441D519-148C-45E4-93C9-8A41D583CE11}"/>
                </a:ext>
              </a:extLst>
            </p:cNvPr>
            <p:cNvGrpSpPr/>
            <p:nvPr/>
          </p:nvGrpSpPr>
          <p:grpSpPr>
            <a:xfrm>
              <a:off x="3531512" y="2437028"/>
              <a:ext cx="703719" cy="710687"/>
              <a:chOff x="1487657" y="3336978"/>
              <a:chExt cx="703719" cy="710687"/>
            </a:xfrm>
          </p:grpSpPr>
          <p:grpSp>
            <p:nvGrpSpPr>
              <p:cNvPr id="126" name="群組 125">
                <a:extLst>
                  <a:ext uri="{FF2B5EF4-FFF2-40B4-BE49-F238E27FC236}">
                    <a16:creationId xmlns:a16="http://schemas.microsoft.com/office/drawing/2014/main" id="{C7EC3300-0CFF-4E16-BD53-280E89E702FF}"/>
                  </a:ext>
                </a:extLst>
              </p:cNvPr>
              <p:cNvGrpSpPr/>
              <p:nvPr/>
            </p:nvGrpSpPr>
            <p:grpSpPr>
              <a:xfrm>
                <a:off x="1487657" y="3348169"/>
                <a:ext cx="703719" cy="699496"/>
                <a:chOff x="1229360" y="970316"/>
                <a:chExt cx="703719" cy="699496"/>
              </a:xfrm>
            </p:grpSpPr>
            <mc:AlternateContent xmlns:mc="http://schemas.openxmlformats.org/markup-compatibility/2006" xmlns:a14="http://schemas.microsoft.com/office/drawing/2010/main">
              <mc:Choice Requires="a14">
                <p:sp>
                  <p:nvSpPr>
                    <p:cNvPr id="129" name="文字方塊 128">
                      <a:extLst>
                        <a:ext uri="{FF2B5EF4-FFF2-40B4-BE49-F238E27FC236}">
                          <a16:creationId xmlns:a16="http://schemas.microsoft.com/office/drawing/2014/main" id="{F6AE5FC7-7C82-4249-8E45-57BA0A0FD6C1}"/>
                        </a:ext>
                      </a:extLst>
                    </p:cNvPr>
                    <p:cNvSpPr txBox="1"/>
                    <p:nvPr/>
                  </p:nvSpPr>
                  <p:spPr>
                    <a:xfrm>
                      <a:off x="1229360" y="1300480"/>
                      <a:ext cx="703719" cy="369332"/>
                    </a:xfrm>
                    <a:prstGeom prst="rect">
                      <a:avLst/>
                    </a:prstGeom>
                    <a:noFill/>
                  </p:spPr>
                  <p:txBody>
                    <a:bodyPr wrap="none" rtlCol="0">
                      <a:spAutoFit/>
                    </a:bodyPr>
                    <a:lstStyle/>
                    <a:p>
                      <a14:m>
                        <m:oMath xmlns:m="http://schemas.openxmlformats.org/officeDocument/2006/math">
                          <m:sSub>
                            <m:sSubPr>
                              <m:ctrlPr>
                                <a:rPr lang="en-US" altLang="zh-TW" b="0" i="1" smtClean="0">
                                  <a:latin typeface="Cambria Math" panose="02040503050406030204" pitchFamily="18" charset="0"/>
                                  <a:cs typeface="Times New Roman" panose="02020603050405020304" pitchFamily="18" charset="0"/>
                                </a:rPr>
                              </m:ctrlPr>
                            </m:sSubPr>
                            <m:e>
                              <m:r>
                                <m:rPr>
                                  <m:sty m:val="p"/>
                                </m:rPr>
                                <a:rPr lang="en-US" altLang="zh-TW" b="0" i="0" smtClean="0">
                                  <a:latin typeface="Cambria Math" panose="02040503050406030204" pitchFamily="18" charset="0"/>
                                  <a:cs typeface="Times New Roman" panose="02020603050405020304" pitchFamily="18" charset="0"/>
                                </a:rPr>
                                <m:t>P</m:t>
                              </m:r>
                            </m:e>
                            <m:sub>
                              <m:r>
                                <a:rPr lang="en-US" altLang="zh-TW" b="0" i="0" smtClean="0">
                                  <a:latin typeface="Cambria Math" panose="02040503050406030204" pitchFamily="18" charset="0"/>
                                  <a:cs typeface="Times New Roman" panose="02020603050405020304" pitchFamily="18" charset="0"/>
                                </a:rPr>
                                <m:t>1</m:t>
                              </m:r>
                            </m:sub>
                          </m:sSub>
                        </m:oMath>
                      </a14:m>
                      <a:r>
                        <a:rPr lang="zh-TW" altLang="en-US" dirty="0">
                          <a:latin typeface="Times New Roman" panose="02020603050405020304" pitchFamily="18" charset="0"/>
                          <a:cs typeface="Times New Roman" panose="02020603050405020304" pitchFamily="18" charset="0"/>
                        </a:rPr>
                        <a:t> </a:t>
                      </a:r>
                      <a14:m>
                        <m:oMath xmlns:m="http://schemas.openxmlformats.org/officeDocument/2006/math">
                          <m:r>
                            <a:rPr lang="zh-TW" altLang="en-US" b="0" i="0">
                              <a:latin typeface="Cambria Math" panose="02040503050406030204" pitchFamily="18" charset="0"/>
                              <a:cs typeface="Times New Roman" panose="02020603050405020304" pitchFamily="18" charset="0"/>
                            </a:rPr>
                            <m:t> </m:t>
                          </m:r>
                          <m:sSub>
                            <m:sSubPr>
                              <m:ctrlPr>
                                <a:rPr lang="en-US" altLang="zh-TW" b="0" i="1" smtClean="0">
                                  <a:latin typeface="Cambria Math" panose="02040503050406030204" pitchFamily="18" charset="0"/>
                                  <a:cs typeface="Times New Roman" panose="02020603050405020304" pitchFamily="18" charset="0"/>
                                </a:rPr>
                              </m:ctrlPr>
                            </m:sSubPr>
                            <m:e>
                              <m:r>
                                <m:rPr>
                                  <m:sty m:val="p"/>
                                </m:rPr>
                                <a:rPr lang="en-US" altLang="zh-TW" b="0" i="0" smtClean="0">
                                  <a:latin typeface="Cambria Math" panose="02040503050406030204" pitchFamily="18" charset="0"/>
                                  <a:cs typeface="Times New Roman" panose="02020603050405020304" pitchFamily="18" charset="0"/>
                                </a:rPr>
                                <m:t>P</m:t>
                              </m:r>
                            </m:e>
                            <m:sub>
                              <m:r>
                                <a:rPr lang="en-US" altLang="zh-TW" i="0">
                                  <a:latin typeface="Cambria Math" panose="02040503050406030204" pitchFamily="18" charset="0"/>
                                  <a:cs typeface="Times New Roman" panose="02020603050405020304" pitchFamily="18" charset="0"/>
                                </a:rPr>
                                <m:t>2</m:t>
                              </m:r>
                            </m:sub>
                          </m:sSub>
                        </m:oMath>
                      </a14:m>
                      <a:endParaRPr lang="zh-TW" altLang="en-US" dirty="0">
                        <a:latin typeface="Times New Roman" panose="02020603050405020304" pitchFamily="18" charset="0"/>
                        <a:cs typeface="Times New Roman" panose="02020603050405020304" pitchFamily="18" charset="0"/>
                      </a:endParaRPr>
                    </a:p>
                  </p:txBody>
                </p:sp>
              </mc:Choice>
              <mc:Fallback xmlns="">
                <p:sp>
                  <p:nvSpPr>
                    <p:cNvPr id="179" name="文字方塊 178"/>
                    <p:cNvSpPr txBox="1">
                      <a:spLocks noRot="1" noChangeAspect="1" noMove="1" noResize="1" noEditPoints="1" noAdjustHandles="1" noChangeArrowheads="1" noChangeShapeType="1" noTextEdit="1"/>
                    </p:cNvSpPr>
                    <p:nvPr/>
                  </p:nvSpPr>
                  <p:spPr>
                    <a:xfrm>
                      <a:off x="1229360" y="1300480"/>
                      <a:ext cx="703719" cy="369332"/>
                    </a:xfrm>
                    <a:prstGeom prst="rect">
                      <a:avLst/>
                    </a:prstGeom>
                    <a:blipFill rotWithShape="0">
                      <a:blip r:embed="rId10"/>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30" name="文字方塊 129">
                      <a:extLst>
                        <a:ext uri="{FF2B5EF4-FFF2-40B4-BE49-F238E27FC236}">
                          <a16:creationId xmlns:a16="http://schemas.microsoft.com/office/drawing/2014/main" id="{45CE303E-A674-4A55-9D42-2F5D0AB44627}"/>
                        </a:ext>
                      </a:extLst>
                    </p:cNvPr>
                    <p:cNvSpPr txBox="1"/>
                    <p:nvPr/>
                  </p:nvSpPr>
                  <p:spPr>
                    <a:xfrm>
                      <a:off x="1236151" y="970316"/>
                      <a:ext cx="370614"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TW" i="0">
                                <a:latin typeface="Cambria Math" panose="02040503050406030204" pitchFamily="18" charset="0"/>
                                <a:cs typeface="Times New Roman" panose="02020603050405020304" pitchFamily="18" charset="0"/>
                              </a:rPr>
                              <m:t>2</m:t>
                            </m:r>
                          </m:oMath>
                        </m:oMathPara>
                      </a14:m>
                      <a:endParaRPr lang="zh-TW" altLang="en-US" dirty="0">
                        <a:latin typeface="Times New Roman" panose="02020603050405020304" pitchFamily="18" charset="0"/>
                        <a:cs typeface="Times New Roman" panose="02020603050405020304" pitchFamily="18" charset="0"/>
                      </a:endParaRPr>
                    </a:p>
                  </p:txBody>
                </p:sp>
              </mc:Choice>
              <mc:Fallback xmlns="">
                <p:sp>
                  <p:nvSpPr>
                    <p:cNvPr id="180" name="文字方塊 179"/>
                    <p:cNvSpPr txBox="1">
                      <a:spLocks noRot="1" noChangeAspect="1" noMove="1" noResize="1" noEditPoints="1" noAdjustHandles="1" noChangeArrowheads="1" noChangeShapeType="1" noTextEdit="1"/>
                    </p:cNvSpPr>
                    <p:nvPr/>
                  </p:nvSpPr>
                  <p:spPr>
                    <a:xfrm>
                      <a:off x="1236151" y="970316"/>
                      <a:ext cx="370614" cy="369332"/>
                    </a:xfrm>
                    <a:prstGeom prst="rect">
                      <a:avLst/>
                    </a:prstGeom>
                    <a:blipFill rotWithShape="0">
                      <a:blip r:embed="rId11"/>
                      <a:stretch>
                        <a:fillRect/>
                      </a:stretch>
                    </a:blipFill>
                  </p:spPr>
                  <p:txBody>
                    <a:bodyPr/>
                    <a:lstStyle/>
                    <a:p>
                      <a:r>
                        <a:rPr lang="zh-TW" altLang="en-US">
                          <a:noFill/>
                        </a:rPr>
                        <a:t> </a:t>
                      </a:r>
                    </a:p>
                  </p:txBody>
                </p:sp>
              </mc:Fallback>
            </mc:AlternateContent>
          </p:grpSp>
          <p:cxnSp>
            <p:nvCxnSpPr>
              <p:cNvPr id="127" name="直線接點 126">
                <a:extLst>
                  <a:ext uri="{FF2B5EF4-FFF2-40B4-BE49-F238E27FC236}">
                    <a16:creationId xmlns:a16="http://schemas.microsoft.com/office/drawing/2014/main" id="{09E37BDC-6A49-4964-94CF-25AECFC7EAE4}"/>
                  </a:ext>
                </a:extLst>
              </p:cNvPr>
              <p:cNvCxnSpPr/>
              <p:nvPr/>
            </p:nvCxnSpPr>
            <p:spPr>
              <a:xfrm>
                <a:off x="1546150" y="3678333"/>
                <a:ext cx="588767"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28" name="矩形 127">
                <a:extLst>
                  <a:ext uri="{FF2B5EF4-FFF2-40B4-BE49-F238E27FC236}">
                    <a16:creationId xmlns:a16="http://schemas.microsoft.com/office/drawing/2014/main" id="{037BD2D8-2B67-4A89-844F-836420D36717}"/>
                  </a:ext>
                </a:extLst>
              </p:cNvPr>
              <p:cNvSpPr/>
              <p:nvPr/>
            </p:nvSpPr>
            <p:spPr>
              <a:xfrm>
                <a:off x="1848216" y="3336978"/>
                <a:ext cx="300082" cy="369332"/>
              </a:xfrm>
              <a:prstGeom prst="rect">
                <a:avLst/>
              </a:prstGeom>
            </p:spPr>
            <p:txBody>
              <a:bodyPr wrap="none">
                <a:spAutoFit/>
              </a:bodyPr>
              <a:lstStyle/>
              <a:p>
                <a:r>
                  <a:rPr lang="en-US" altLang="zh-TW">
                    <a:latin typeface="Times New Roman" panose="02020603050405020304" pitchFamily="18" charset="0"/>
                    <a:cs typeface="Times New Roman" panose="02020603050405020304" pitchFamily="18" charset="0"/>
                  </a:rPr>
                  <a:t>8</a:t>
                </a:r>
                <a:endParaRPr lang="zh-TW" altLang="en-US">
                  <a:latin typeface="Times New Roman" panose="02020603050405020304" pitchFamily="18" charset="0"/>
                  <a:cs typeface="Times New Roman" panose="02020603050405020304" pitchFamily="18" charset="0"/>
                </a:endParaRPr>
              </a:p>
            </p:txBody>
          </p:sp>
        </p:grpSp>
        <mc:AlternateContent xmlns:mc="http://schemas.openxmlformats.org/markup-compatibility/2006" xmlns:a14="http://schemas.microsoft.com/office/drawing/2010/main">
          <mc:Choice Requires="a14">
            <p:sp>
              <p:nvSpPr>
                <p:cNvPr id="125" name="文字方塊 124">
                  <a:extLst>
                    <a:ext uri="{FF2B5EF4-FFF2-40B4-BE49-F238E27FC236}">
                      <a16:creationId xmlns:a16="http://schemas.microsoft.com/office/drawing/2014/main" id="{444FA3BD-E30A-4457-8EE1-D50341B3F526}"/>
                    </a:ext>
                  </a:extLst>
                </p:cNvPr>
                <p:cNvSpPr txBox="1"/>
                <p:nvPr/>
              </p:nvSpPr>
              <p:spPr>
                <a:xfrm>
                  <a:off x="3538827" y="2058556"/>
                  <a:ext cx="296646" cy="369332"/>
                </a:xfrm>
                <a:prstGeom prst="rect">
                  <a:avLst/>
                </a:prstGeom>
                <a:noFill/>
              </p:spPr>
              <p:txBody>
                <a:bodyPr wrap="square" rtlCol="0">
                  <a:spAutoFit/>
                </a:bodyPr>
                <a:lstStyle/>
                <a:p>
                  <a:pPr/>
                  <a14:m>
                    <m:oMathPara xmlns:m="http://schemas.openxmlformats.org/officeDocument/2006/math">
                      <m:oMathParaPr>
                        <m:jc m:val="center"/>
                      </m:oMathParaPr>
                      <m:oMath xmlns:m="http://schemas.openxmlformats.org/officeDocument/2006/math">
                        <m:r>
                          <a:rPr lang="zh-TW" altLang="en-US" i="0">
                            <a:latin typeface="Cambria Math" panose="02040503050406030204" pitchFamily="18" charset="0"/>
                            <a:cs typeface="Times New Roman" panose="02020603050405020304" pitchFamily="18" charset="0"/>
                          </a:rPr>
                          <m:t> </m:t>
                        </m:r>
                        <m:r>
                          <a:rPr lang="en-US" altLang="zh-TW" i="0" smtClean="0">
                            <a:latin typeface="Cambria Math" panose="02040503050406030204" pitchFamily="18" charset="0"/>
                            <a:cs typeface="Times New Roman" panose="02020603050405020304" pitchFamily="18" charset="0"/>
                          </a:rPr>
                          <m:t>1</m:t>
                        </m:r>
                      </m:oMath>
                    </m:oMathPara>
                  </a14:m>
                  <a:endParaRPr lang="zh-TW" altLang="en-US" dirty="0">
                    <a:latin typeface="Times New Roman" panose="02020603050405020304" pitchFamily="18" charset="0"/>
                    <a:cs typeface="Times New Roman" panose="02020603050405020304" pitchFamily="18" charset="0"/>
                  </a:endParaRPr>
                </a:p>
              </p:txBody>
            </p:sp>
          </mc:Choice>
          <mc:Fallback xmlns="">
            <p:sp>
              <p:nvSpPr>
                <p:cNvPr id="125" name="文字方塊 124">
                  <a:extLst>
                    <a:ext uri="{FF2B5EF4-FFF2-40B4-BE49-F238E27FC236}">
                      <a16:creationId xmlns:a16="http://schemas.microsoft.com/office/drawing/2014/main" id="{444FA3BD-E30A-4457-8EE1-D50341B3F526}"/>
                    </a:ext>
                  </a:extLst>
                </p:cNvPr>
                <p:cNvSpPr txBox="1">
                  <a:spLocks noRot="1" noChangeAspect="1" noMove="1" noResize="1" noEditPoints="1" noAdjustHandles="1" noChangeArrowheads="1" noChangeShapeType="1" noTextEdit="1"/>
                </p:cNvSpPr>
                <p:nvPr/>
              </p:nvSpPr>
              <p:spPr>
                <a:xfrm>
                  <a:off x="3538827" y="2058556"/>
                  <a:ext cx="296646" cy="369332"/>
                </a:xfrm>
                <a:prstGeom prst="rect">
                  <a:avLst/>
                </a:prstGeom>
                <a:blipFill>
                  <a:blip r:embed="rId49"/>
                  <a:stretch>
                    <a:fillRect r="-1632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31" name="文字方塊 130">
                  <a:extLst>
                    <a:ext uri="{FF2B5EF4-FFF2-40B4-BE49-F238E27FC236}">
                      <a16:creationId xmlns:a16="http://schemas.microsoft.com/office/drawing/2014/main" id="{D63E1869-283B-48EA-8F25-BE508398BFBB}"/>
                    </a:ext>
                  </a:extLst>
                </p:cNvPr>
                <p:cNvSpPr txBox="1"/>
                <p:nvPr/>
              </p:nvSpPr>
              <p:spPr>
                <a:xfrm>
                  <a:off x="3837358" y="2058556"/>
                  <a:ext cx="296646" cy="369332"/>
                </a:xfrm>
                <a:prstGeom prst="rect">
                  <a:avLst/>
                </a:prstGeom>
                <a:noFill/>
              </p:spPr>
              <p:txBody>
                <a:bodyPr wrap="square" rtlCol="0">
                  <a:spAutoFit/>
                </a:bodyPr>
                <a:lstStyle/>
                <a:p>
                  <a:pPr/>
                  <a14:m>
                    <m:oMathPara xmlns:m="http://schemas.openxmlformats.org/officeDocument/2006/math">
                      <m:oMathParaPr>
                        <m:jc m:val="center"/>
                      </m:oMathParaPr>
                      <m:oMath xmlns:m="http://schemas.openxmlformats.org/officeDocument/2006/math">
                        <m:r>
                          <a:rPr lang="zh-TW" altLang="en-US" b="1">
                            <a:solidFill>
                              <a:srgbClr val="FF0000"/>
                            </a:solidFill>
                            <a:latin typeface="Cambria Math" panose="02040503050406030204" pitchFamily="18" charset="0"/>
                            <a:cs typeface="Times New Roman" panose="02020603050405020304" pitchFamily="18" charset="0"/>
                          </a:rPr>
                          <m:t> </m:t>
                        </m:r>
                        <m:r>
                          <a:rPr lang="en-US" altLang="zh-TW" b="1">
                            <a:solidFill>
                              <a:srgbClr val="FF0000"/>
                            </a:solidFill>
                            <a:latin typeface="Cambria Math" panose="02040503050406030204" pitchFamily="18" charset="0"/>
                            <a:cs typeface="Times New Roman" panose="02020603050405020304" pitchFamily="18" charset="0"/>
                          </a:rPr>
                          <m:t>4</m:t>
                        </m:r>
                      </m:oMath>
                    </m:oMathPara>
                  </a14:m>
                  <a:endParaRPr lang="zh-TW" altLang="en-US" b="1" dirty="0">
                    <a:solidFill>
                      <a:srgbClr val="FF0000"/>
                    </a:solidFill>
                    <a:latin typeface="Cambria Math" panose="02040503050406030204" pitchFamily="18" charset="0"/>
                    <a:cs typeface="Times New Roman" panose="02020603050405020304" pitchFamily="18" charset="0"/>
                  </a:endParaRPr>
                </a:p>
              </p:txBody>
            </p:sp>
          </mc:Choice>
          <mc:Fallback xmlns="">
            <p:sp>
              <p:nvSpPr>
                <p:cNvPr id="131" name="文字方塊 130">
                  <a:extLst>
                    <a:ext uri="{FF2B5EF4-FFF2-40B4-BE49-F238E27FC236}">
                      <a16:creationId xmlns:a16="http://schemas.microsoft.com/office/drawing/2014/main" id="{D63E1869-283B-48EA-8F25-BE508398BFBB}"/>
                    </a:ext>
                  </a:extLst>
                </p:cNvPr>
                <p:cNvSpPr txBox="1">
                  <a:spLocks noRot="1" noChangeAspect="1" noMove="1" noResize="1" noEditPoints="1" noAdjustHandles="1" noChangeArrowheads="1" noChangeShapeType="1" noTextEdit="1"/>
                </p:cNvSpPr>
                <p:nvPr/>
              </p:nvSpPr>
              <p:spPr>
                <a:xfrm>
                  <a:off x="3837358" y="2058556"/>
                  <a:ext cx="296646" cy="369332"/>
                </a:xfrm>
                <a:prstGeom prst="rect">
                  <a:avLst/>
                </a:prstGeom>
                <a:blipFill>
                  <a:blip r:embed="rId64"/>
                  <a:stretch>
                    <a:fillRect r="-1632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32" name="文字方塊 131">
                  <a:extLst>
                    <a:ext uri="{FF2B5EF4-FFF2-40B4-BE49-F238E27FC236}">
                      <a16:creationId xmlns:a16="http://schemas.microsoft.com/office/drawing/2014/main" id="{5831A3FC-B39D-4DF7-8C5B-62299BE26B9A}"/>
                    </a:ext>
                  </a:extLst>
                </p:cNvPr>
                <p:cNvSpPr txBox="1"/>
                <p:nvPr/>
              </p:nvSpPr>
              <p:spPr>
                <a:xfrm>
                  <a:off x="3837358" y="1690004"/>
                  <a:ext cx="296646" cy="369332"/>
                </a:xfrm>
                <a:prstGeom prst="rect">
                  <a:avLst/>
                </a:prstGeom>
                <a:noFill/>
              </p:spPr>
              <p:txBody>
                <a:bodyPr wrap="square" rtlCol="0">
                  <a:spAutoFit/>
                </a:bodyPr>
                <a:lstStyle/>
                <a:p>
                  <a:pPr/>
                  <a14:m>
                    <m:oMathPara xmlns:m="http://schemas.openxmlformats.org/officeDocument/2006/math">
                      <m:oMathParaPr>
                        <m:jc m:val="center"/>
                      </m:oMathParaPr>
                      <m:oMath xmlns:m="http://schemas.openxmlformats.org/officeDocument/2006/math">
                        <m:r>
                          <a:rPr lang="zh-TW" altLang="en-US" b="1">
                            <a:solidFill>
                              <a:srgbClr val="FF0000"/>
                            </a:solidFill>
                            <a:latin typeface="Cambria Math" panose="02040503050406030204" pitchFamily="18" charset="0"/>
                            <a:cs typeface="Times New Roman" panose="02020603050405020304" pitchFamily="18" charset="0"/>
                          </a:rPr>
                          <m:t> </m:t>
                        </m:r>
                        <m:r>
                          <a:rPr lang="en-US" altLang="zh-TW" b="1">
                            <a:solidFill>
                              <a:srgbClr val="FF0000"/>
                            </a:solidFill>
                            <a:latin typeface="Cambria Math" panose="02040503050406030204" pitchFamily="18" charset="0"/>
                            <a:cs typeface="Times New Roman" panose="02020603050405020304" pitchFamily="18" charset="0"/>
                          </a:rPr>
                          <m:t>3</m:t>
                        </m:r>
                      </m:oMath>
                    </m:oMathPara>
                  </a14:m>
                  <a:endParaRPr lang="zh-TW" altLang="en-US" b="1" dirty="0">
                    <a:solidFill>
                      <a:srgbClr val="FF0000"/>
                    </a:solidFill>
                    <a:latin typeface="Cambria Math" panose="02040503050406030204" pitchFamily="18" charset="0"/>
                    <a:cs typeface="Times New Roman" panose="02020603050405020304" pitchFamily="18" charset="0"/>
                  </a:endParaRPr>
                </a:p>
              </p:txBody>
            </p:sp>
          </mc:Choice>
          <mc:Fallback xmlns="">
            <p:sp>
              <p:nvSpPr>
                <p:cNvPr id="132" name="文字方塊 131">
                  <a:extLst>
                    <a:ext uri="{FF2B5EF4-FFF2-40B4-BE49-F238E27FC236}">
                      <a16:creationId xmlns:a16="http://schemas.microsoft.com/office/drawing/2014/main" id="{5831A3FC-B39D-4DF7-8C5B-62299BE26B9A}"/>
                    </a:ext>
                  </a:extLst>
                </p:cNvPr>
                <p:cNvSpPr txBox="1">
                  <a:spLocks noRot="1" noChangeAspect="1" noMove="1" noResize="1" noEditPoints="1" noAdjustHandles="1" noChangeArrowheads="1" noChangeShapeType="1" noTextEdit="1"/>
                </p:cNvSpPr>
                <p:nvPr/>
              </p:nvSpPr>
              <p:spPr>
                <a:xfrm>
                  <a:off x="3837358" y="1690004"/>
                  <a:ext cx="296646" cy="369332"/>
                </a:xfrm>
                <a:prstGeom prst="rect">
                  <a:avLst/>
                </a:prstGeom>
                <a:blipFill>
                  <a:blip r:embed="rId65"/>
                  <a:stretch>
                    <a:fillRect r="-16327"/>
                  </a:stretch>
                </a:blipFill>
              </p:spPr>
              <p:txBody>
                <a:bodyPr/>
                <a:lstStyle/>
                <a:p>
                  <a:r>
                    <a:rPr lang="zh-TW" altLang="en-US">
                      <a:noFill/>
                    </a:rPr>
                    <a:t> </a:t>
                  </a:r>
                </a:p>
              </p:txBody>
            </p:sp>
          </mc:Fallback>
        </mc:AlternateContent>
      </p:grpSp>
      <p:grpSp>
        <p:nvGrpSpPr>
          <p:cNvPr id="7" name="群組 6">
            <a:extLst>
              <a:ext uri="{FF2B5EF4-FFF2-40B4-BE49-F238E27FC236}">
                <a16:creationId xmlns:a16="http://schemas.microsoft.com/office/drawing/2014/main" id="{9149F8AB-B878-4D8E-B9D7-A4BB48E87D1F}"/>
              </a:ext>
            </a:extLst>
          </p:cNvPr>
          <p:cNvGrpSpPr/>
          <p:nvPr/>
        </p:nvGrpSpPr>
        <p:grpSpPr>
          <a:xfrm>
            <a:off x="1119212" y="4111416"/>
            <a:ext cx="1013996" cy="1396326"/>
            <a:chOff x="1119212" y="3593256"/>
            <a:chExt cx="1013996" cy="1396326"/>
          </a:xfrm>
        </p:grpSpPr>
        <p:grpSp>
          <p:nvGrpSpPr>
            <p:cNvPr id="30" name="群組 29">
              <a:extLst>
                <a:ext uri="{FF2B5EF4-FFF2-40B4-BE49-F238E27FC236}">
                  <a16:creationId xmlns:a16="http://schemas.microsoft.com/office/drawing/2014/main" id="{083B1EA1-3806-4554-BB73-2DCE4435846A}"/>
                </a:ext>
              </a:extLst>
            </p:cNvPr>
            <p:cNvGrpSpPr/>
            <p:nvPr/>
          </p:nvGrpSpPr>
          <p:grpSpPr>
            <a:xfrm>
              <a:off x="1119212" y="3903968"/>
              <a:ext cx="1013996" cy="1085614"/>
              <a:chOff x="5489283" y="3014978"/>
              <a:chExt cx="1013996" cy="1085614"/>
            </a:xfrm>
          </p:grpSpPr>
          <p:grpSp>
            <p:nvGrpSpPr>
              <p:cNvPr id="31" name="群組 30">
                <a:extLst>
                  <a:ext uri="{FF2B5EF4-FFF2-40B4-BE49-F238E27FC236}">
                    <a16:creationId xmlns:a16="http://schemas.microsoft.com/office/drawing/2014/main" id="{D5A2FE69-162D-48E9-86E5-9AE609B21AB1}"/>
                  </a:ext>
                </a:extLst>
              </p:cNvPr>
              <p:cNvGrpSpPr/>
              <p:nvPr/>
            </p:nvGrpSpPr>
            <p:grpSpPr>
              <a:xfrm>
                <a:off x="5489283" y="3014978"/>
                <a:ext cx="1013996" cy="1085614"/>
                <a:chOff x="5505677" y="3014978"/>
                <a:chExt cx="1013996" cy="1085614"/>
              </a:xfrm>
            </p:grpSpPr>
            <p:grpSp>
              <p:nvGrpSpPr>
                <p:cNvPr id="34" name="群組 33">
                  <a:extLst>
                    <a:ext uri="{FF2B5EF4-FFF2-40B4-BE49-F238E27FC236}">
                      <a16:creationId xmlns:a16="http://schemas.microsoft.com/office/drawing/2014/main" id="{43E5FC64-15C5-4247-9D44-0E6D1BE8B0AD}"/>
                    </a:ext>
                  </a:extLst>
                </p:cNvPr>
                <p:cNvGrpSpPr/>
                <p:nvPr/>
              </p:nvGrpSpPr>
              <p:grpSpPr>
                <a:xfrm>
                  <a:off x="5505677" y="3014978"/>
                  <a:ext cx="1013996" cy="1085614"/>
                  <a:chOff x="1229360" y="584198"/>
                  <a:chExt cx="1013996" cy="1085614"/>
                </a:xfrm>
              </p:grpSpPr>
              <mc:AlternateContent xmlns:mc="http://schemas.openxmlformats.org/markup-compatibility/2006" xmlns:a14="http://schemas.microsoft.com/office/drawing/2010/main">
                <mc:Choice Requires="a14">
                  <p:sp>
                    <p:nvSpPr>
                      <p:cNvPr id="36" name="文字方塊 35">
                        <a:extLst>
                          <a:ext uri="{FF2B5EF4-FFF2-40B4-BE49-F238E27FC236}">
                            <a16:creationId xmlns:a16="http://schemas.microsoft.com/office/drawing/2014/main" id="{89951EF1-1C7E-4FF1-9F4F-CA90B2CBCF00}"/>
                          </a:ext>
                        </a:extLst>
                      </p:cNvPr>
                      <p:cNvSpPr txBox="1"/>
                      <p:nvPr/>
                    </p:nvSpPr>
                    <p:spPr>
                      <a:xfrm>
                        <a:off x="1229360" y="1300480"/>
                        <a:ext cx="1013996" cy="369332"/>
                      </a:xfrm>
                      <a:prstGeom prst="rect">
                        <a:avLst/>
                      </a:prstGeom>
                      <a:noFill/>
                    </p:spPr>
                    <p:txBody>
                      <a:bodyPr wrap="none" rtlCol="0">
                        <a:spAutoFit/>
                      </a:bodyPr>
                      <a:lstStyle/>
                      <a:p>
                        <a14:m>
                          <m:oMath xmlns:m="http://schemas.openxmlformats.org/officeDocument/2006/math">
                            <m:sSub>
                              <m:sSubPr>
                                <m:ctrlPr>
                                  <a:rPr lang="en-US" altLang="zh-TW" i="1" smtClean="0">
                                    <a:latin typeface="Cambria Math" panose="02040503050406030204" pitchFamily="18" charset="0"/>
                                    <a:cs typeface="Times New Roman" panose="02020603050405020304" pitchFamily="18" charset="0"/>
                                  </a:rPr>
                                </m:ctrlPr>
                              </m:sSubPr>
                              <m:e>
                                <m:r>
                                  <m:rPr>
                                    <m:sty m:val="p"/>
                                  </m:rPr>
                                  <a:rPr lang="en-US" altLang="zh-TW" b="0" i="0" smtClean="0">
                                    <a:latin typeface="Cambria Math" panose="02040503050406030204" pitchFamily="18" charset="0"/>
                                    <a:cs typeface="Times New Roman" panose="02020603050405020304" pitchFamily="18" charset="0"/>
                                  </a:rPr>
                                  <m:t>P</m:t>
                                </m:r>
                              </m:e>
                              <m:sub>
                                <m:r>
                                  <a:rPr lang="en-US" altLang="zh-TW" b="0" i="0" smtClean="0">
                                    <a:latin typeface="Cambria Math" panose="02040503050406030204" pitchFamily="18" charset="0"/>
                                    <a:cs typeface="Times New Roman" panose="02020603050405020304" pitchFamily="18" charset="0"/>
                                  </a:rPr>
                                  <m:t>1</m:t>
                                </m:r>
                              </m:sub>
                            </m:sSub>
                          </m:oMath>
                        </a14:m>
                        <a:r>
                          <a:rPr lang="zh-TW" altLang="en-US">
                            <a:latin typeface="Times New Roman" panose="02020603050405020304" pitchFamily="18" charset="0"/>
                            <a:cs typeface="Times New Roman" panose="02020603050405020304" pitchFamily="18" charset="0"/>
                          </a:rPr>
                          <a:t> </a:t>
                        </a:r>
                        <a14:m>
                          <m:oMath xmlns:m="http://schemas.openxmlformats.org/officeDocument/2006/math">
                            <m:r>
                              <a:rPr lang="zh-TW" altLang="en-US" b="0" i="0">
                                <a:latin typeface="Cambria Math" panose="02040503050406030204" pitchFamily="18" charset="0"/>
                                <a:cs typeface="Times New Roman" panose="02020603050405020304" pitchFamily="18" charset="0"/>
                              </a:rPr>
                              <m:t> </m:t>
                            </m:r>
                            <m:sSub>
                              <m:sSubPr>
                                <m:ctrlPr>
                                  <a:rPr lang="en-US" altLang="zh-TW" i="1" smtClean="0">
                                    <a:latin typeface="Cambria Math" panose="02040503050406030204" pitchFamily="18" charset="0"/>
                                    <a:cs typeface="Times New Roman" panose="02020603050405020304" pitchFamily="18" charset="0"/>
                                  </a:rPr>
                                </m:ctrlPr>
                              </m:sSubPr>
                              <m:e>
                                <m:r>
                                  <m:rPr>
                                    <m:sty m:val="p"/>
                                  </m:rPr>
                                  <a:rPr lang="en-US" altLang="zh-TW" b="0" i="0" smtClean="0">
                                    <a:latin typeface="Cambria Math" panose="02040503050406030204" pitchFamily="18" charset="0"/>
                                    <a:cs typeface="Times New Roman" panose="02020603050405020304" pitchFamily="18" charset="0"/>
                                  </a:rPr>
                                  <m:t>P</m:t>
                                </m:r>
                              </m:e>
                              <m:sub>
                                <m:r>
                                  <a:rPr lang="en-US" altLang="zh-TW" b="0" i="0">
                                    <a:latin typeface="Cambria Math" panose="02040503050406030204" pitchFamily="18" charset="0"/>
                                    <a:cs typeface="Times New Roman" panose="02020603050405020304" pitchFamily="18" charset="0"/>
                                  </a:rPr>
                                  <m:t>2</m:t>
                                </m:r>
                              </m:sub>
                            </m:sSub>
                            <m:sSub>
                              <m:sSubPr>
                                <m:ctrlPr>
                                  <a:rPr lang="en-US" altLang="zh-TW" i="1" smtClean="0">
                                    <a:latin typeface="Cambria Math" panose="02040503050406030204" pitchFamily="18" charset="0"/>
                                    <a:cs typeface="Times New Roman" panose="02020603050405020304" pitchFamily="18" charset="0"/>
                                  </a:rPr>
                                </m:ctrlPr>
                              </m:sSubPr>
                              <m:e>
                                <m:r>
                                  <a:rPr lang="zh-TW" altLang="en-US" b="0" i="0">
                                    <a:latin typeface="Cambria Math" panose="02040503050406030204" pitchFamily="18" charset="0"/>
                                    <a:cs typeface="Times New Roman" panose="02020603050405020304" pitchFamily="18" charset="0"/>
                                  </a:rPr>
                                  <m:t>  </m:t>
                                </m:r>
                                <m:r>
                                  <m:rPr>
                                    <m:sty m:val="p"/>
                                  </m:rPr>
                                  <a:rPr lang="en-US" altLang="zh-TW" b="0" i="0" smtClean="0">
                                    <a:latin typeface="Cambria Math" panose="02040503050406030204" pitchFamily="18" charset="0"/>
                                    <a:cs typeface="Times New Roman" panose="02020603050405020304" pitchFamily="18" charset="0"/>
                                  </a:rPr>
                                  <m:t>P</m:t>
                                </m:r>
                              </m:e>
                              <m:sub>
                                <m:r>
                                  <a:rPr lang="en-US" altLang="zh-TW" b="0" i="0">
                                    <a:latin typeface="Cambria Math" panose="02040503050406030204" pitchFamily="18" charset="0"/>
                                    <a:cs typeface="Times New Roman" panose="02020603050405020304" pitchFamily="18" charset="0"/>
                                  </a:rPr>
                                  <m:t>3</m:t>
                                </m:r>
                              </m:sub>
                            </m:sSub>
                          </m:oMath>
                        </a14:m>
                        <a:endParaRPr lang="zh-TW" altLang="en-US">
                          <a:latin typeface="Times New Roman" panose="02020603050405020304" pitchFamily="18" charset="0"/>
                          <a:cs typeface="Times New Roman" panose="02020603050405020304" pitchFamily="18" charset="0"/>
                        </a:endParaRPr>
                      </a:p>
                    </p:txBody>
                  </p:sp>
                </mc:Choice>
                <mc:Fallback xmlns="">
                  <p:sp>
                    <p:nvSpPr>
                      <p:cNvPr id="36" name="文字方塊 35">
                        <a:extLst>
                          <a:ext uri="{FF2B5EF4-FFF2-40B4-BE49-F238E27FC236}">
                            <a16:creationId xmlns:a16="http://schemas.microsoft.com/office/drawing/2014/main" id="{89951EF1-1C7E-4FF1-9F4F-CA90B2CBCF00}"/>
                          </a:ext>
                        </a:extLst>
                      </p:cNvPr>
                      <p:cNvSpPr txBox="1">
                        <a:spLocks noRot="1" noChangeAspect="1" noMove="1" noResize="1" noEditPoints="1" noAdjustHandles="1" noChangeArrowheads="1" noChangeShapeType="1" noTextEdit="1"/>
                      </p:cNvSpPr>
                      <p:nvPr/>
                    </p:nvSpPr>
                    <p:spPr>
                      <a:xfrm>
                        <a:off x="1229360" y="1300480"/>
                        <a:ext cx="1013996" cy="369332"/>
                      </a:xfrm>
                      <a:prstGeom prst="rect">
                        <a:avLst/>
                      </a:prstGeom>
                      <a:blipFill>
                        <a:blip r:embed="rId52"/>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7" name="文字方塊 36">
                        <a:extLst>
                          <a:ext uri="{FF2B5EF4-FFF2-40B4-BE49-F238E27FC236}">
                            <a16:creationId xmlns:a16="http://schemas.microsoft.com/office/drawing/2014/main" id="{3C0F182C-6B27-4969-A227-28A554E23769}"/>
                          </a:ext>
                        </a:extLst>
                      </p:cNvPr>
                      <p:cNvSpPr txBox="1"/>
                      <p:nvPr/>
                    </p:nvSpPr>
                    <p:spPr>
                      <a:xfrm>
                        <a:off x="1316256" y="931147"/>
                        <a:ext cx="899605" cy="369332"/>
                      </a:xfrm>
                      <a:prstGeom prst="rect">
                        <a:avLst/>
                      </a:prstGeom>
                      <a:noFill/>
                    </p:spPr>
                    <p:txBody>
                      <a:bodyPr wrap="none" rtlCol="0">
                        <a:spAutoFit/>
                      </a:bodyPr>
                      <a:lstStyle/>
                      <a:p>
                        <a14:m>
                          <m:oMath xmlns:m="http://schemas.openxmlformats.org/officeDocument/2006/math">
                            <m:r>
                              <a:rPr lang="en-US" altLang="zh-TW" b="0" i="0">
                                <a:latin typeface="Cambria Math" panose="02040503050406030204" pitchFamily="18" charset="0"/>
                                <a:cs typeface="Times New Roman" panose="02020603050405020304" pitchFamily="18" charset="0"/>
                              </a:rPr>
                              <m:t>2</m:t>
                            </m:r>
                          </m:oMath>
                        </a14:m>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8</a:t>
                        </a:r>
                        <a:r>
                          <a:rPr lang="zh-TW" altLang="en-US" dirty="0">
                            <a:latin typeface="Times New Roman" panose="02020603050405020304" pitchFamily="18" charset="0"/>
                            <a:cs typeface="Times New Roman" panose="02020603050405020304" pitchFamily="18" charset="0"/>
                          </a:rPr>
                          <a:t>   </a:t>
                        </a:r>
                        <a:r>
                          <a:rPr lang="en-US" altLang="zh-TW" b="1" dirty="0">
                            <a:solidFill>
                              <a:srgbClr val="FF0000"/>
                            </a:solidFill>
                            <a:latin typeface="Cambria Math" panose="02040503050406030204" pitchFamily="18" charset="0"/>
                            <a:cs typeface="Times New Roman" panose="02020603050405020304" pitchFamily="18" charset="0"/>
                          </a:rPr>
                          <a:t>9</a:t>
                        </a:r>
                        <a:endParaRPr lang="zh-TW" altLang="en-US" b="1" dirty="0">
                          <a:solidFill>
                            <a:srgbClr val="FF0000"/>
                          </a:solidFill>
                          <a:latin typeface="Cambria Math" panose="02040503050406030204" pitchFamily="18" charset="0"/>
                          <a:cs typeface="Times New Roman" panose="02020603050405020304" pitchFamily="18" charset="0"/>
                        </a:endParaRPr>
                      </a:p>
                    </p:txBody>
                  </p:sp>
                </mc:Choice>
                <mc:Fallback xmlns="">
                  <p:sp>
                    <p:nvSpPr>
                      <p:cNvPr id="37" name="文字方塊 36">
                        <a:extLst>
                          <a:ext uri="{FF2B5EF4-FFF2-40B4-BE49-F238E27FC236}">
                            <a16:creationId xmlns:a16="http://schemas.microsoft.com/office/drawing/2014/main" id="{3C0F182C-6B27-4969-A227-28A554E23769}"/>
                          </a:ext>
                        </a:extLst>
                      </p:cNvPr>
                      <p:cNvSpPr txBox="1">
                        <a:spLocks noRot="1" noChangeAspect="1" noMove="1" noResize="1" noEditPoints="1" noAdjustHandles="1" noChangeArrowheads="1" noChangeShapeType="1" noTextEdit="1"/>
                      </p:cNvSpPr>
                      <p:nvPr/>
                    </p:nvSpPr>
                    <p:spPr>
                      <a:xfrm>
                        <a:off x="1316256" y="931147"/>
                        <a:ext cx="899605" cy="369332"/>
                      </a:xfrm>
                      <a:prstGeom prst="rect">
                        <a:avLst/>
                      </a:prstGeom>
                      <a:blipFill>
                        <a:blip r:embed="rId66"/>
                        <a:stretch>
                          <a:fillRect t="-9836" r="-6122" b="-2459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8" name="文字方塊 37">
                        <a:extLst>
                          <a:ext uri="{FF2B5EF4-FFF2-40B4-BE49-F238E27FC236}">
                            <a16:creationId xmlns:a16="http://schemas.microsoft.com/office/drawing/2014/main" id="{0765D4BC-C99D-441F-B497-E1399F29D018}"/>
                          </a:ext>
                        </a:extLst>
                      </p:cNvPr>
                      <p:cNvSpPr txBox="1"/>
                      <p:nvPr/>
                    </p:nvSpPr>
                    <p:spPr>
                      <a:xfrm>
                        <a:off x="1257929" y="584198"/>
                        <a:ext cx="296646" cy="369332"/>
                      </a:xfrm>
                      <a:prstGeom prst="rect">
                        <a:avLst/>
                      </a:prstGeom>
                      <a:noFill/>
                    </p:spPr>
                    <p:txBody>
                      <a:bodyPr wrap="square" rtlCol="0">
                        <a:spAutoFit/>
                      </a:bodyPr>
                      <a:lstStyle/>
                      <a:p>
                        <a:pPr/>
                        <a14:m>
                          <m:oMathPara xmlns:m="http://schemas.openxmlformats.org/officeDocument/2006/math">
                            <m:oMathParaPr>
                              <m:jc m:val="center"/>
                            </m:oMathParaPr>
                            <m:oMath xmlns:m="http://schemas.openxmlformats.org/officeDocument/2006/math">
                              <m:r>
                                <a:rPr lang="zh-TW" altLang="en-US" b="0" i="0">
                                  <a:latin typeface="Cambria Math" panose="02040503050406030204" pitchFamily="18" charset="0"/>
                                  <a:cs typeface="Times New Roman" panose="02020603050405020304" pitchFamily="18" charset="0"/>
                                </a:rPr>
                                <m:t> </m:t>
                              </m:r>
                              <m:r>
                                <a:rPr lang="en-US" altLang="zh-TW" b="0" i="0" smtClean="0">
                                  <a:latin typeface="Cambria Math" panose="02040503050406030204" pitchFamily="18" charset="0"/>
                                  <a:cs typeface="Times New Roman" panose="02020603050405020304" pitchFamily="18" charset="0"/>
                                </a:rPr>
                                <m:t>1</m:t>
                              </m:r>
                            </m:oMath>
                          </m:oMathPara>
                        </a14:m>
                        <a:endParaRPr lang="zh-TW" altLang="en-US" dirty="0">
                          <a:latin typeface="Times New Roman" panose="02020603050405020304" pitchFamily="18" charset="0"/>
                          <a:cs typeface="Times New Roman" panose="02020603050405020304" pitchFamily="18" charset="0"/>
                        </a:endParaRPr>
                      </a:p>
                    </p:txBody>
                  </p:sp>
                </mc:Choice>
                <mc:Fallback xmlns="">
                  <p:sp>
                    <p:nvSpPr>
                      <p:cNvPr id="212" name="文字方塊 211"/>
                      <p:cNvSpPr txBox="1">
                        <a:spLocks noRot="1" noChangeAspect="1" noMove="1" noResize="1" noEditPoints="1" noAdjustHandles="1" noChangeArrowheads="1" noChangeShapeType="1" noTextEdit="1"/>
                      </p:cNvSpPr>
                      <p:nvPr/>
                    </p:nvSpPr>
                    <p:spPr>
                      <a:xfrm>
                        <a:off x="1257929" y="584198"/>
                        <a:ext cx="296646" cy="369332"/>
                      </a:xfrm>
                      <a:prstGeom prst="rect">
                        <a:avLst/>
                      </a:prstGeom>
                      <a:blipFill rotWithShape="0">
                        <a:blip r:embed="rId15"/>
                        <a:stretch>
                          <a:fillRect r="-22449"/>
                        </a:stretch>
                      </a:blipFill>
                    </p:spPr>
                    <p:txBody>
                      <a:bodyPr/>
                      <a:lstStyle/>
                      <a:p>
                        <a:r>
                          <a:rPr lang="zh-TW" altLang="en-US">
                            <a:noFill/>
                          </a:rPr>
                          <a:t> </a:t>
                        </a:r>
                      </a:p>
                    </p:txBody>
                  </p:sp>
                </mc:Fallback>
              </mc:AlternateContent>
            </p:grpSp>
            <p:cxnSp>
              <p:nvCxnSpPr>
                <p:cNvPr id="35" name="直線接點 34">
                  <a:extLst>
                    <a:ext uri="{FF2B5EF4-FFF2-40B4-BE49-F238E27FC236}">
                      <a16:creationId xmlns:a16="http://schemas.microsoft.com/office/drawing/2014/main" id="{CFBDA52E-2930-4E13-9B45-315587208CAE}"/>
                    </a:ext>
                  </a:extLst>
                </p:cNvPr>
                <p:cNvCxnSpPr/>
                <p:nvPr/>
              </p:nvCxnSpPr>
              <p:spPr>
                <a:xfrm>
                  <a:off x="5564170" y="3731260"/>
                  <a:ext cx="95449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32" name="文字方塊 31">
                    <a:extLst>
                      <a:ext uri="{FF2B5EF4-FFF2-40B4-BE49-F238E27FC236}">
                        <a16:creationId xmlns:a16="http://schemas.microsoft.com/office/drawing/2014/main" id="{FBEE5491-A283-4D46-AB20-DF695130ADCD}"/>
                      </a:ext>
                    </a:extLst>
                  </p:cNvPr>
                  <p:cNvSpPr txBox="1"/>
                  <p:nvPr/>
                </p:nvSpPr>
                <p:spPr>
                  <a:xfrm>
                    <a:off x="5807456" y="3026169"/>
                    <a:ext cx="300636"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zh-TW" altLang="en-US" b="0" i="0">
                              <a:latin typeface="Cambria Math" panose="02040503050406030204" pitchFamily="18" charset="0"/>
                              <a:cs typeface="Times New Roman" panose="02020603050405020304" pitchFamily="18" charset="0"/>
                            </a:rPr>
                            <m:t> </m:t>
                          </m:r>
                          <m:r>
                            <a:rPr lang="en-US" altLang="zh-TW" b="0" i="0" smtClean="0">
                              <a:latin typeface="Cambria Math" panose="02040503050406030204" pitchFamily="18" charset="0"/>
                              <a:cs typeface="Times New Roman" panose="02020603050405020304" pitchFamily="18" charset="0"/>
                            </a:rPr>
                            <m:t>4</m:t>
                          </m:r>
                        </m:oMath>
                      </m:oMathPara>
                    </a14:m>
                    <a:endParaRPr lang="zh-TW" altLang="en-US">
                      <a:latin typeface="Times New Roman" panose="02020603050405020304" pitchFamily="18" charset="0"/>
                      <a:cs typeface="Times New Roman" panose="02020603050405020304" pitchFamily="18" charset="0"/>
                    </a:endParaRPr>
                  </a:p>
                </p:txBody>
              </p:sp>
            </mc:Choice>
            <mc:Fallback xmlns="">
              <p:sp>
                <p:nvSpPr>
                  <p:cNvPr id="234" name="文字方塊 233"/>
                  <p:cNvSpPr txBox="1">
                    <a:spLocks noRot="1" noChangeAspect="1" noMove="1" noResize="1" noEditPoints="1" noAdjustHandles="1" noChangeArrowheads="1" noChangeShapeType="1" noTextEdit="1"/>
                  </p:cNvSpPr>
                  <p:nvPr/>
                </p:nvSpPr>
                <p:spPr>
                  <a:xfrm>
                    <a:off x="5807456" y="3026169"/>
                    <a:ext cx="300636" cy="369332"/>
                  </a:xfrm>
                  <a:prstGeom prst="rect">
                    <a:avLst/>
                  </a:prstGeom>
                  <a:blipFill rotWithShape="0">
                    <a:blip r:embed="rId16"/>
                    <a:stretch>
                      <a:fillRect r="-1632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3" name="文字方塊 32">
                    <a:extLst>
                      <a:ext uri="{FF2B5EF4-FFF2-40B4-BE49-F238E27FC236}">
                        <a16:creationId xmlns:a16="http://schemas.microsoft.com/office/drawing/2014/main" id="{FF487B1E-EA3B-478F-A243-63FE37751EE9}"/>
                      </a:ext>
                    </a:extLst>
                  </p:cNvPr>
                  <p:cNvSpPr txBox="1"/>
                  <p:nvPr/>
                </p:nvSpPr>
                <p:spPr>
                  <a:xfrm>
                    <a:off x="6108091" y="3026169"/>
                    <a:ext cx="296646" cy="369332"/>
                  </a:xfrm>
                  <a:prstGeom prst="rect">
                    <a:avLst/>
                  </a:prstGeom>
                  <a:noFill/>
                </p:spPr>
                <p:txBody>
                  <a:bodyPr wrap="square" rtlCol="0">
                    <a:spAutoFit/>
                  </a:bodyPr>
                  <a:lstStyle/>
                  <a:p>
                    <a:pPr/>
                    <a14:m>
                      <m:oMathPara xmlns:m="http://schemas.openxmlformats.org/officeDocument/2006/math">
                        <m:oMathParaPr>
                          <m:jc m:val="center"/>
                        </m:oMathParaPr>
                        <m:oMath xmlns:m="http://schemas.openxmlformats.org/officeDocument/2006/math">
                          <m:r>
                            <a:rPr lang="zh-TW" altLang="en-US" b="0" i="0">
                              <a:latin typeface="Cambria Math" panose="02040503050406030204" pitchFamily="18" charset="0"/>
                              <a:cs typeface="Times New Roman" panose="02020603050405020304" pitchFamily="18" charset="0"/>
                            </a:rPr>
                            <m:t> </m:t>
                          </m:r>
                        </m:oMath>
                      </m:oMathPara>
                    </a14:m>
                    <a:endParaRPr lang="zh-TW" altLang="en-US" dirty="0">
                      <a:latin typeface="Times New Roman" panose="02020603050405020304" pitchFamily="18" charset="0"/>
                      <a:cs typeface="Times New Roman" panose="02020603050405020304" pitchFamily="18" charset="0"/>
                    </a:endParaRPr>
                  </a:p>
                </p:txBody>
              </p:sp>
            </mc:Choice>
            <mc:Fallback xmlns="">
              <p:sp>
                <p:nvSpPr>
                  <p:cNvPr id="33" name="文字方塊 32">
                    <a:extLst>
                      <a:ext uri="{FF2B5EF4-FFF2-40B4-BE49-F238E27FC236}">
                        <a16:creationId xmlns:a16="http://schemas.microsoft.com/office/drawing/2014/main" id="{FF487B1E-EA3B-478F-A243-63FE37751EE9}"/>
                      </a:ext>
                    </a:extLst>
                  </p:cNvPr>
                  <p:cNvSpPr txBox="1">
                    <a:spLocks noRot="1" noChangeAspect="1" noMove="1" noResize="1" noEditPoints="1" noAdjustHandles="1" noChangeArrowheads="1" noChangeShapeType="1" noTextEdit="1"/>
                  </p:cNvSpPr>
                  <p:nvPr/>
                </p:nvSpPr>
                <p:spPr>
                  <a:xfrm>
                    <a:off x="6108091" y="3026169"/>
                    <a:ext cx="296646" cy="369332"/>
                  </a:xfrm>
                  <a:prstGeom prst="rect">
                    <a:avLst/>
                  </a:prstGeom>
                  <a:blipFill>
                    <a:blip r:embed="rId54"/>
                    <a:stretch>
                      <a:fillRect/>
                    </a:stretch>
                  </a:blipFill>
                </p:spPr>
                <p:txBody>
                  <a:bodyPr/>
                  <a:lstStyle/>
                  <a:p>
                    <a:r>
                      <a:rPr lang="zh-TW" altLang="en-US">
                        <a:noFill/>
                      </a:rPr>
                      <a:t> </a:t>
                    </a:r>
                  </a:p>
                </p:txBody>
              </p:sp>
            </mc:Fallback>
          </mc:AlternateContent>
        </p:grpSp>
        <mc:AlternateContent xmlns:mc="http://schemas.openxmlformats.org/markup-compatibility/2006" xmlns:a14="http://schemas.microsoft.com/office/drawing/2010/main">
          <mc:Choice Requires="a14">
            <p:sp>
              <p:nvSpPr>
                <p:cNvPr id="143" name="文字方塊 142">
                  <a:extLst>
                    <a:ext uri="{FF2B5EF4-FFF2-40B4-BE49-F238E27FC236}">
                      <a16:creationId xmlns:a16="http://schemas.microsoft.com/office/drawing/2014/main" id="{B227E415-3921-44D1-810B-0BB7CDF378A3}"/>
                    </a:ext>
                  </a:extLst>
                </p:cNvPr>
                <p:cNvSpPr txBox="1"/>
                <p:nvPr/>
              </p:nvSpPr>
              <p:spPr>
                <a:xfrm>
                  <a:off x="1432980" y="3593256"/>
                  <a:ext cx="315690" cy="369332"/>
                </a:xfrm>
                <a:prstGeom prst="rect">
                  <a:avLst/>
                </a:prstGeom>
                <a:noFill/>
              </p:spPr>
              <p:txBody>
                <a:bodyPr wrap="square" rtlCol="0">
                  <a:spAutoFit/>
                </a:bodyPr>
                <a:lstStyle/>
                <a:p>
                  <a:pPr/>
                  <a14:m>
                    <m:oMathPara xmlns:m="http://schemas.openxmlformats.org/officeDocument/2006/math">
                      <m:oMathParaPr>
                        <m:jc m:val="center"/>
                      </m:oMathParaPr>
                      <m:oMath xmlns:m="http://schemas.openxmlformats.org/officeDocument/2006/math">
                        <m:r>
                          <a:rPr lang="zh-TW" altLang="en-US" b="0" i="0">
                            <a:latin typeface="Cambria Math" panose="02040503050406030204" pitchFamily="18" charset="0"/>
                            <a:cs typeface="Times New Roman" panose="02020603050405020304" pitchFamily="18" charset="0"/>
                          </a:rPr>
                          <m:t> </m:t>
                        </m:r>
                        <m:r>
                          <a:rPr lang="en-US" altLang="zh-TW" b="0" i="1" smtClean="0">
                            <a:latin typeface="Cambria Math" panose="02040503050406030204" pitchFamily="18" charset="0"/>
                            <a:cs typeface="Times New Roman" panose="02020603050405020304" pitchFamily="18" charset="0"/>
                          </a:rPr>
                          <m:t>3</m:t>
                        </m:r>
                      </m:oMath>
                    </m:oMathPara>
                  </a14:m>
                  <a:endParaRPr lang="zh-TW" altLang="en-US" dirty="0">
                    <a:latin typeface="Times New Roman" panose="02020603050405020304" pitchFamily="18" charset="0"/>
                    <a:cs typeface="Times New Roman" panose="02020603050405020304" pitchFamily="18" charset="0"/>
                  </a:endParaRPr>
                </a:p>
              </p:txBody>
            </p:sp>
          </mc:Choice>
          <mc:Fallback xmlns="">
            <p:sp>
              <p:nvSpPr>
                <p:cNvPr id="143" name="文字方塊 142">
                  <a:extLst>
                    <a:ext uri="{FF2B5EF4-FFF2-40B4-BE49-F238E27FC236}">
                      <a16:creationId xmlns:a16="http://schemas.microsoft.com/office/drawing/2014/main" id="{B227E415-3921-44D1-810B-0BB7CDF378A3}"/>
                    </a:ext>
                  </a:extLst>
                </p:cNvPr>
                <p:cNvSpPr txBox="1">
                  <a:spLocks noRot="1" noChangeAspect="1" noMove="1" noResize="1" noEditPoints="1" noAdjustHandles="1" noChangeArrowheads="1" noChangeShapeType="1" noTextEdit="1"/>
                </p:cNvSpPr>
                <p:nvPr/>
              </p:nvSpPr>
              <p:spPr>
                <a:xfrm>
                  <a:off x="1432980" y="3593256"/>
                  <a:ext cx="315690" cy="369332"/>
                </a:xfrm>
                <a:prstGeom prst="rect">
                  <a:avLst/>
                </a:prstGeom>
                <a:blipFill>
                  <a:blip r:embed="rId55"/>
                  <a:stretch>
                    <a:fillRect r="-11538"/>
                  </a:stretch>
                </a:blipFill>
              </p:spPr>
              <p:txBody>
                <a:bodyPr/>
                <a:lstStyle/>
                <a:p>
                  <a:r>
                    <a:rPr lang="zh-TW" altLang="en-US">
                      <a:noFill/>
                    </a:rPr>
                    <a:t> </a:t>
                  </a:r>
                </a:p>
              </p:txBody>
            </p:sp>
          </mc:Fallback>
        </mc:AlternateContent>
      </p:grpSp>
      <p:grpSp>
        <p:nvGrpSpPr>
          <p:cNvPr id="8" name="群組 7">
            <a:extLst>
              <a:ext uri="{FF2B5EF4-FFF2-40B4-BE49-F238E27FC236}">
                <a16:creationId xmlns:a16="http://schemas.microsoft.com/office/drawing/2014/main" id="{5CB677F0-1F88-4729-A1D4-C1D9CE3255F3}"/>
              </a:ext>
            </a:extLst>
          </p:cNvPr>
          <p:cNvGrpSpPr/>
          <p:nvPr/>
        </p:nvGrpSpPr>
        <p:grpSpPr>
          <a:xfrm>
            <a:off x="3063631" y="4111416"/>
            <a:ext cx="1013996" cy="1396326"/>
            <a:chOff x="3063631" y="3593256"/>
            <a:chExt cx="1013996" cy="1396326"/>
          </a:xfrm>
        </p:grpSpPr>
        <p:grpSp>
          <p:nvGrpSpPr>
            <p:cNvPr id="134" name="群組 133">
              <a:extLst>
                <a:ext uri="{FF2B5EF4-FFF2-40B4-BE49-F238E27FC236}">
                  <a16:creationId xmlns:a16="http://schemas.microsoft.com/office/drawing/2014/main" id="{61F71725-2FB3-4DAB-B725-2FF609A345D6}"/>
                </a:ext>
              </a:extLst>
            </p:cNvPr>
            <p:cNvGrpSpPr/>
            <p:nvPr/>
          </p:nvGrpSpPr>
          <p:grpSpPr>
            <a:xfrm>
              <a:off x="3063631" y="3903968"/>
              <a:ext cx="1013996" cy="1085614"/>
              <a:chOff x="5489283" y="3014978"/>
              <a:chExt cx="1013996" cy="1085614"/>
            </a:xfrm>
          </p:grpSpPr>
          <p:grpSp>
            <p:nvGrpSpPr>
              <p:cNvPr id="135" name="群組 134">
                <a:extLst>
                  <a:ext uri="{FF2B5EF4-FFF2-40B4-BE49-F238E27FC236}">
                    <a16:creationId xmlns:a16="http://schemas.microsoft.com/office/drawing/2014/main" id="{4FD2B5E3-2047-4BCD-AED4-36EC6F4148CF}"/>
                  </a:ext>
                </a:extLst>
              </p:cNvPr>
              <p:cNvGrpSpPr/>
              <p:nvPr/>
            </p:nvGrpSpPr>
            <p:grpSpPr>
              <a:xfrm>
                <a:off x="5489283" y="3014978"/>
                <a:ext cx="1013996" cy="1085614"/>
                <a:chOff x="5505677" y="3014978"/>
                <a:chExt cx="1013996" cy="1085614"/>
              </a:xfrm>
            </p:grpSpPr>
            <p:grpSp>
              <p:nvGrpSpPr>
                <p:cNvPr id="138" name="群組 137">
                  <a:extLst>
                    <a:ext uri="{FF2B5EF4-FFF2-40B4-BE49-F238E27FC236}">
                      <a16:creationId xmlns:a16="http://schemas.microsoft.com/office/drawing/2014/main" id="{133C1C68-70AD-4257-96D0-FAA443056997}"/>
                    </a:ext>
                  </a:extLst>
                </p:cNvPr>
                <p:cNvGrpSpPr/>
                <p:nvPr/>
              </p:nvGrpSpPr>
              <p:grpSpPr>
                <a:xfrm>
                  <a:off x="5505677" y="3014978"/>
                  <a:ext cx="1013996" cy="1085614"/>
                  <a:chOff x="1229360" y="584198"/>
                  <a:chExt cx="1013996" cy="1085614"/>
                </a:xfrm>
              </p:grpSpPr>
              <mc:AlternateContent xmlns:mc="http://schemas.openxmlformats.org/markup-compatibility/2006" xmlns:a14="http://schemas.microsoft.com/office/drawing/2010/main">
                <mc:Choice Requires="a14">
                  <p:sp>
                    <p:nvSpPr>
                      <p:cNvPr id="140" name="文字方塊 139">
                        <a:extLst>
                          <a:ext uri="{FF2B5EF4-FFF2-40B4-BE49-F238E27FC236}">
                            <a16:creationId xmlns:a16="http://schemas.microsoft.com/office/drawing/2014/main" id="{1BFFFE8B-1CA6-449B-A693-8620E3C55C09}"/>
                          </a:ext>
                        </a:extLst>
                      </p:cNvPr>
                      <p:cNvSpPr txBox="1"/>
                      <p:nvPr/>
                    </p:nvSpPr>
                    <p:spPr>
                      <a:xfrm>
                        <a:off x="1229360" y="1300480"/>
                        <a:ext cx="1013996" cy="369332"/>
                      </a:xfrm>
                      <a:prstGeom prst="rect">
                        <a:avLst/>
                      </a:prstGeom>
                      <a:noFill/>
                    </p:spPr>
                    <p:txBody>
                      <a:bodyPr wrap="none" rtlCol="0">
                        <a:spAutoFit/>
                      </a:bodyPr>
                      <a:lstStyle/>
                      <a:p>
                        <a14:m>
                          <m:oMath xmlns:m="http://schemas.openxmlformats.org/officeDocument/2006/math">
                            <m:sSub>
                              <m:sSubPr>
                                <m:ctrlPr>
                                  <a:rPr lang="en-US" altLang="zh-TW" i="1" smtClean="0">
                                    <a:latin typeface="Cambria Math" panose="02040503050406030204" pitchFamily="18" charset="0"/>
                                    <a:cs typeface="Times New Roman" panose="02020603050405020304" pitchFamily="18" charset="0"/>
                                  </a:rPr>
                                </m:ctrlPr>
                              </m:sSubPr>
                              <m:e>
                                <m:r>
                                  <m:rPr>
                                    <m:sty m:val="p"/>
                                  </m:rPr>
                                  <a:rPr lang="en-US" altLang="zh-TW" b="0" i="0" smtClean="0">
                                    <a:latin typeface="Cambria Math" panose="02040503050406030204" pitchFamily="18" charset="0"/>
                                    <a:cs typeface="Times New Roman" panose="02020603050405020304" pitchFamily="18" charset="0"/>
                                  </a:rPr>
                                  <m:t>P</m:t>
                                </m:r>
                              </m:e>
                              <m:sub>
                                <m:r>
                                  <a:rPr lang="en-US" altLang="zh-TW" b="0" i="0" smtClean="0">
                                    <a:latin typeface="Cambria Math" panose="02040503050406030204" pitchFamily="18" charset="0"/>
                                    <a:cs typeface="Times New Roman" panose="02020603050405020304" pitchFamily="18" charset="0"/>
                                  </a:rPr>
                                  <m:t>1</m:t>
                                </m:r>
                              </m:sub>
                            </m:sSub>
                          </m:oMath>
                        </a14:m>
                        <a:r>
                          <a:rPr lang="zh-TW" altLang="en-US">
                            <a:latin typeface="Times New Roman" panose="02020603050405020304" pitchFamily="18" charset="0"/>
                            <a:cs typeface="Times New Roman" panose="02020603050405020304" pitchFamily="18" charset="0"/>
                          </a:rPr>
                          <a:t> </a:t>
                        </a:r>
                        <a14:m>
                          <m:oMath xmlns:m="http://schemas.openxmlformats.org/officeDocument/2006/math">
                            <m:r>
                              <a:rPr lang="zh-TW" altLang="en-US" b="0" i="0">
                                <a:latin typeface="Cambria Math" panose="02040503050406030204" pitchFamily="18" charset="0"/>
                                <a:cs typeface="Times New Roman" panose="02020603050405020304" pitchFamily="18" charset="0"/>
                              </a:rPr>
                              <m:t> </m:t>
                            </m:r>
                            <m:sSub>
                              <m:sSubPr>
                                <m:ctrlPr>
                                  <a:rPr lang="en-US" altLang="zh-TW" i="1" smtClean="0">
                                    <a:latin typeface="Cambria Math" panose="02040503050406030204" pitchFamily="18" charset="0"/>
                                    <a:cs typeface="Times New Roman" panose="02020603050405020304" pitchFamily="18" charset="0"/>
                                  </a:rPr>
                                </m:ctrlPr>
                              </m:sSubPr>
                              <m:e>
                                <m:r>
                                  <m:rPr>
                                    <m:sty m:val="p"/>
                                  </m:rPr>
                                  <a:rPr lang="en-US" altLang="zh-TW" b="0" i="0" smtClean="0">
                                    <a:latin typeface="Cambria Math" panose="02040503050406030204" pitchFamily="18" charset="0"/>
                                    <a:cs typeface="Times New Roman" panose="02020603050405020304" pitchFamily="18" charset="0"/>
                                  </a:rPr>
                                  <m:t>P</m:t>
                                </m:r>
                              </m:e>
                              <m:sub>
                                <m:r>
                                  <a:rPr lang="en-US" altLang="zh-TW" b="0" i="0">
                                    <a:latin typeface="Cambria Math" panose="02040503050406030204" pitchFamily="18" charset="0"/>
                                    <a:cs typeface="Times New Roman" panose="02020603050405020304" pitchFamily="18" charset="0"/>
                                  </a:rPr>
                                  <m:t>2</m:t>
                                </m:r>
                              </m:sub>
                            </m:sSub>
                            <m:sSub>
                              <m:sSubPr>
                                <m:ctrlPr>
                                  <a:rPr lang="en-US" altLang="zh-TW" i="1" smtClean="0">
                                    <a:latin typeface="Cambria Math" panose="02040503050406030204" pitchFamily="18" charset="0"/>
                                    <a:cs typeface="Times New Roman" panose="02020603050405020304" pitchFamily="18" charset="0"/>
                                  </a:rPr>
                                </m:ctrlPr>
                              </m:sSubPr>
                              <m:e>
                                <m:r>
                                  <a:rPr lang="zh-TW" altLang="en-US" b="0" i="0">
                                    <a:latin typeface="Cambria Math" panose="02040503050406030204" pitchFamily="18" charset="0"/>
                                    <a:cs typeface="Times New Roman" panose="02020603050405020304" pitchFamily="18" charset="0"/>
                                  </a:rPr>
                                  <m:t>  </m:t>
                                </m:r>
                                <m:r>
                                  <m:rPr>
                                    <m:sty m:val="p"/>
                                  </m:rPr>
                                  <a:rPr lang="en-US" altLang="zh-TW" b="0" i="0" smtClean="0">
                                    <a:latin typeface="Cambria Math" panose="02040503050406030204" pitchFamily="18" charset="0"/>
                                    <a:cs typeface="Times New Roman" panose="02020603050405020304" pitchFamily="18" charset="0"/>
                                  </a:rPr>
                                  <m:t>P</m:t>
                                </m:r>
                              </m:e>
                              <m:sub>
                                <m:r>
                                  <a:rPr lang="en-US" altLang="zh-TW" b="0" i="0">
                                    <a:latin typeface="Cambria Math" panose="02040503050406030204" pitchFamily="18" charset="0"/>
                                    <a:cs typeface="Times New Roman" panose="02020603050405020304" pitchFamily="18" charset="0"/>
                                  </a:rPr>
                                  <m:t>3</m:t>
                                </m:r>
                              </m:sub>
                            </m:sSub>
                          </m:oMath>
                        </a14:m>
                        <a:endParaRPr lang="zh-TW" altLang="en-US">
                          <a:latin typeface="Times New Roman" panose="02020603050405020304" pitchFamily="18" charset="0"/>
                          <a:cs typeface="Times New Roman" panose="02020603050405020304" pitchFamily="18" charset="0"/>
                        </a:endParaRPr>
                      </a:p>
                    </p:txBody>
                  </p:sp>
                </mc:Choice>
                <mc:Fallback xmlns="">
                  <p:sp>
                    <p:nvSpPr>
                      <p:cNvPr id="140" name="文字方塊 139">
                        <a:extLst>
                          <a:ext uri="{FF2B5EF4-FFF2-40B4-BE49-F238E27FC236}">
                            <a16:creationId xmlns:a16="http://schemas.microsoft.com/office/drawing/2014/main" id="{1BFFFE8B-1CA6-449B-A693-8620E3C55C09}"/>
                          </a:ext>
                        </a:extLst>
                      </p:cNvPr>
                      <p:cNvSpPr txBox="1">
                        <a:spLocks noRot="1" noChangeAspect="1" noMove="1" noResize="1" noEditPoints="1" noAdjustHandles="1" noChangeArrowheads="1" noChangeShapeType="1" noTextEdit="1"/>
                      </p:cNvSpPr>
                      <p:nvPr/>
                    </p:nvSpPr>
                    <p:spPr>
                      <a:xfrm>
                        <a:off x="1229360" y="1300480"/>
                        <a:ext cx="1013996" cy="369332"/>
                      </a:xfrm>
                      <a:prstGeom prst="rect">
                        <a:avLst/>
                      </a:prstGeom>
                      <a:blipFill>
                        <a:blip r:embed="rId56"/>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41" name="文字方塊 140">
                        <a:extLst>
                          <a:ext uri="{FF2B5EF4-FFF2-40B4-BE49-F238E27FC236}">
                            <a16:creationId xmlns:a16="http://schemas.microsoft.com/office/drawing/2014/main" id="{401B83E5-508B-46DC-9C14-8023EE346A05}"/>
                          </a:ext>
                        </a:extLst>
                      </p:cNvPr>
                      <p:cNvSpPr txBox="1"/>
                      <p:nvPr/>
                    </p:nvSpPr>
                    <p:spPr>
                      <a:xfrm>
                        <a:off x="1316256" y="931147"/>
                        <a:ext cx="899605" cy="369332"/>
                      </a:xfrm>
                      <a:prstGeom prst="rect">
                        <a:avLst/>
                      </a:prstGeom>
                      <a:noFill/>
                    </p:spPr>
                    <p:txBody>
                      <a:bodyPr wrap="none" rtlCol="0">
                        <a:spAutoFit/>
                      </a:bodyPr>
                      <a:lstStyle/>
                      <a:p>
                        <a14:m>
                          <m:oMath xmlns:m="http://schemas.openxmlformats.org/officeDocument/2006/math">
                            <m:r>
                              <a:rPr lang="en-US" altLang="zh-TW" b="0" i="0">
                                <a:latin typeface="Cambria Math" panose="02040503050406030204" pitchFamily="18" charset="0"/>
                                <a:cs typeface="Times New Roman" panose="02020603050405020304" pitchFamily="18" charset="0"/>
                              </a:rPr>
                              <m:t>2</m:t>
                            </m:r>
                          </m:oMath>
                        </a14:m>
                        <a:r>
                          <a:rPr lang="zh-TW" altLang="en-US">
                            <a:latin typeface="Times New Roman" panose="02020603050405020304" pitchFamily="18" charset="0"/>
                            <a:cs typeface="Times New Roman" panose="02020603050405020304" pitchFamily="18" charset="0"/>
                          </a:rPr>
                          <a:t>   </a:t>
                        </a:r>
                        <a:r>
                          <a:rPr lang="en-US" altLang="zh-TW">
                            <a:latin typeface="Times New Roman" panose="02020603050405020304" pitchFamily="18" charset="0"/>
                            <a:cs typeface="Times New Roman" panose="02020603050405020304" pitchFamily="18" charset="0"/>
                          </a:rPr>
                          <a:t>8</a:t>
                        </a:r>
                        <a:r>
                          <a:rPr lang="zh-TW" altLang="en-US">
                            <a:latin typeface="Times New Roman" panose="02020603050405020304" pitchFamily="18" charset="0"/>
                            <a:cs typeface="Times New Roman" panose="02020603050405020304" pitchFamily="18" charset="0"/>
                          </a:rPr>
                          <a:t>   </a:t>
                        </a:r>
                        <a:r>
                          <a:rPr lang="en-US" altLang="zh-TW">
                            <a:latin typeface="Times New Roman" panose="02020603050405020304" pitchFamily="18" charset="0"/>
                            <a:cs typeface="Times New Roman" panose="02020603050405020304" pitchFamily="18" charset="0"/>
                          </a:rPr>
                          <a:t>9</a:t>
                        </a:r>
                        <a:endParaRPr lang="zh-TW" altLang="en-US">
                          <a:latin typeface="Times New Roman" panose="02020603050405020304" pitchFamily="18" charset="0"/>
                          <a:cs typeface="Times New Roman" panose="02020603050405020304" pitchFamily="18" charset="0"/>
                        </a:endParaRPr>
                      </a:p>
                    </p:txBody>
                  </p:sp>
                </mc:Choice>
                <mc:Fallback xmlns="">
                  <p:sp>
                    <p:nvSpPr>
                      <p:cNvPr id="141" name="文字方塊 140">
                        <a:extLst>
                          <a:ext uri="{FF2B5EF4-FFF2-40B4-BE49-F238E27FC236}">
                            <a16:creationId xmlns:a16="http://schemas.microsoft.com/office/drawing/2014/main" id="{401B83E5-508B-46DC-9C14-8023EE346A05}"/>
                          </a:ext>
                        </a:extLst>
                      </p:cNvPr>
                      <p:cNvSpPr txBox="1">
                        <a:spLocks noRot="1" noChangeAspect="1" noMove="1" noResize="1" noEditPoints="1" noAdjustHandles="1" noChangeArrowheads="1" noChangeShapeType="1" noTextEdit="1"/>
                      </p:cNvSpPr>
                      <p:nvPr/>
                    </p:nvSpPr>
                    <p:spPr>
                      <a:xfrm>
                        <a:off x="1316256" y="931147"/>
                        <a:ext cx="899605" cy="369332"/>
                      </a:xfrm>
                      <a:prstGeom prst="rect">
                        <a:avLst/>
                      </a:prstGeom>
                      <a:blipFill>
                        <a:blip r:embed="rId57"/>
                        <a:stretch>
                          <a:fillRect t="-8197" r="-4082" b="-2459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42" name="文字方塊 141">
                        <a:extLst>
                          <a:ext uri="{FF2B5EF4-FFF2-40B4-BE49-F238E27FC236}">
                            <a16:creationId xmlns:a16="http://schemas.microsoft.com/office/drawing/2014/main" id="{52D6BC8D-85D3-4527-85C3-C56DA0CD1614}"/>
                          </a:ext>
                        </a:extLst>
                      </p:cNvPr>
                      <p:cNvSpPr txBox="1"/>
                      <p:nvPr/>
                    </p:nvSpPr>
                    <p:spPr>
                      <a:xfrm>
                        <a:off x="1257929" y="584198"/>
                        <a:ext cx="296646" cy="369332"/>
                      </a:xfrm>
                      <a:prstGeom prst="rect">
                        <a:avLst/>
                      </a:prstGeom>
                      <a:noFill/>
                    </p:spPr>
                    <p:txBody>
                      <a:bodyPr wrap="square" rtlCol="0">
                        <a:spAutoFit/>
                      </a:bodyPr>
                      <a:lstStyle/>
                      <a:p>
                        <a:pPr/>
                        <a14:m>
                          <m:oMathPara xmlns:m="http://schemas.openxmlformats.org/officeDocument/2006/math">
                            <m:oMathParaPr>
                              <m:jc m:val="center"/>
                            </m:oMathParaPr>
                            <m:oMath xmlns:m="http://schemas.openxmlformats.org/officeDocument/2006/math">
                              <m:r>
                                <a:rPr lang="zh-TW" altLang="en-US" b="0" i="0">
                                  <a:latin typeface="Cambria Math" panose="02040503050406030204" pitchFamily="18" charset="0"/>
                                  <a:cs typeface="Times New Roman" panose="02020603050405020304" pitchFamily="18" charset="0"/>
                                </a:rPr>
                                <m:t> </m:t>
                              </m:r>
                              <m:r>
                                <a:rPr lang="en-US" altLang="zh-TW" b="0" i="0" smtClean="0">
                                  <a:latin typeface="Cambria Math" panose="02040503050406030204" pitchFamily="18" charset="0"/>
                                  <a:cs typeface="Times New Roman" panose="02020603050405020304" pitchFamily="18" charset="0"/>
                                </a:rPr>
                                <m:t>1</m:t>
                              </m:r>
                            </m:oMath>
                          </m:oMathPara>
                        </a14:m>
                        <a:endParaRPr lang="zh-TW" altLang="en-US" dirty="0">
                          <a:latin typeface="Times New Roman" panose="02020603050405020304" pitchFamily="18" charset="0"/>
                          <a:cs typeface="Times New Roman" panose="02020603050405020304" pitchFamily="18" charset="0"/>
                        </a:endParaRPr>
                      </a:p>
                    </p:txBody>
                  </p:sp>
                </mc:Choice>
                <mc:Fallback xmlns="">
                  <p:sp>
                    <p:nvSpPr>
                      <p:cNvPr id="212" name="文字方塊 211"/>
                      <p:cNvSpPr txBox="1">
                        <a:spLocks noRot="1" noChangeAspect="1" noMove="1" noResize="1" noEditPoints="1" noAdjustHandles="1" noChangeArrowheads="1" noChangeShapeType="1" noTextEdit="1"/>
                      </p:cNvSpPr>
                      <p:nvPr/>
                    </p:nvSpPr>
                    <p:spPr>
                      <a:xfrm>
                        <a:off x="1257929" y="584198"/>
                        <a:ext cx="296646" cy="369332"/>
                      </a:xfrm>
                      <a:prstGeom prst="rect">
                        <a:avLst/>
                      </a:prstGeom>
                      <a:blipFill rotWithShape="0">
                        <a:blip r:embed="rId15"/>
                        <a:stretch>
                          <a:fillRect r="-22449"/>
                        </a:stretch>
                      </a:blipFill>
                    </p:spPr>
                    <p:txBody>
                      <a:bodyPr/>
                      <a:lstStyle/>
                      <a:p>
                        <a:r>
                          <a:rPr lang="zh-TW" altLang="en-US">
                            <a:noFill/>
                          </a:rPr>
                          <a:t> </a:t>
                        </a:r>
                      </a:p>
                    </p:txBody>
                  </p:sp>
                </mc:Fallback>
              </mc:AlternateContent>
            </p:grpSp>
            <p:cxnSp>
              <p:nvCxnSpPr>
                <p:cNvPr id="139" name="直線接點 138">
                  <a:extLst>
                    <a:ext uri="{FF2B5EF4-FFF2-40B4-BE49-F238E27FC236}">
                      <a16:creationId xmlns:a16="http://schemas.microsoft.com/office/drawing/2014/main" id="{D2E32D0A-451F-478F-B5D7-B03B526A3467}"/>
                    </a:ext>
                  </a:extLst>
                </p:cNvPr>
                <p:cNvCxnSpPr/>
                <p:nvPr/>
              </p:nvCxnSpPr>
              <p:spPr>
                <a:xfrm>
                  <a:off x="5564170" y="3731260"/>
                  <a:ext cx="95449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136" name="文字方塊 135">
                    <a:extLst>
                      <a:ext uri="{FF2B5EF4-FFF2-40B4-BE49-F238E27FC236}">
                        <a16:creationId xmlns:a16="http://schemas.microsoft.com/office/drawing/2014/main" id="{DD1637A2-9991-4B70-A116-1E605CCD9341}"/>
                      </a:ext>
                    </a:extLst>
                  </p:cNvPr>
                  <p:cNvSpPr txBox="1"/>
                  <p:nvPr/>
                </p:nvSpPr>
                <p:spPr>
                  <a:xfrm>
                    <a:off x="5807456" y="3026169"/>
                    <a:ext cx="300636"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zh-TW" altLang="en-US" b="0" i="0">
                              <a:latin typeface="Cambria Math" panose="02040503050406030204" pitchFamily="18" charset="0"/>
                              <a:cs typeface="Times New Roman" panose="02020603050405020304" pitchFamily="18" charset="0"/>
                            </a:rPr>
                            <m:t> </m:t>
                          </m:r>
                          <m:r>
                            <a:rPr lang="en-US" altLang="zh-TW" b="0" i="0" smtClean="0">
                              <a:latin typeface="Cambria Math" panose="02040503050406030204" pitchFamily="18" charset="0"/>
                              <a:cs typeface="Times New Roman" panose="02020603050405020304" pitchFamily="18" charset="0"/>
                            </a:rPr>
                            <m:t>4</m:t>
                          </m:r>
                        </m:oMath>
                      </m:oMathPara>
                    </a14:m>
                    <a:endParaRPr lang="zh-TW" altLang="en-US">
                      <a:latin typeface="Times New Roman" panose="02020603050405020304" pitchFamily="18" charset="0"/>
                      <a:cs typeface="Times New Roman" panose="02020603050405020304" pitchFamily="18" charset="0"/>
                    </a:endParaRPr>
                  </a:p>
                </p:txBody>
              </p:sp>
            </mc:Choice>
            <mc:Fallback xmlns="">
              <p:sp>
                <p:nvSpPr>
                  <p:cNvPr id="234" name="文字方塊 233"/>
                  <p:cNvSpPr txBox="1">
                    <a:spLocks noRot="1" noChangeAspect="1" noMove="1" noResize="1" noEditPoints="1" noAdjustHandles="1" noChangeArrowheads="1" noChangeShapeType="1" noTextEdit="1"/>
                  </p:cNvSpPr>
                  <p:nvPr/>
                </p:nvSpPr>
                <p:spPr>
                  <a:xfrm>
                    <a:off x="5807456" y="3026169"/>
                    <a:ext cx="300636" cy="369332"/>
                  </a:xfrm>
                  <a:prstGeom prst="rect">
                    <a:avLst/>
                  </a:prstGeom>
                  <a:blipFill rotWithShape="0">
                    <a:blip r:embed="rId16"/>
                    <a:stretch>
                      <a:fillRect r="-1632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37" name="文字方塊 136">
                    <a:extLst>
                      <a:ext uri="{FF2B5EF4-FFF2-40B4-BE49-F238E27FC236}">
                        <a16:creationId xmlns:a16="http://schemas.microsoft.com/office/drawing/2014/main" id="{50795664-53BA-4AD2-9637-CB14DB408968}"/>
                      </a:ext>
                    </a:extLst>
                  </p:cNvPr>
                  <p:cNvSpPr txBox="1"/>
                  <p:nvPr/>
                </p:nvSpPr>
                <p:spPr>
                  <a:xfrm>
                    <a:off x="6160700" y="3026169"/>
                    <a:ext cx="296646" cy="369332"/>
                  </a:xfrm>
                  <a:prstGeom prst="rect">
                    <a:avLst/>
                  </a:prstGeom>
                  <a:noFill/>
                </p:spPr>
                <p:txBody>
                  <a:bodyPr wrap="square" rtlCol="0">
                    <a:spAutoFit/>
                  </a:bodyPr>
                  <a:lstStyle/>
                  <a:p>
                    <a:pPr/>
                    <a14:m>
                      <m:oMathPara xmlns:m="http://schemas.openxmlformats.org/officeDocument/2006/math">
                        <m:oMathParaPr>
                          <m:jc m:val="center"/>
                        </m:oMathParaPr>
                        <m:oMath xmlns:m="http://schemas.openxmlformats.org/officeDocument/2006/math">
                          <m:r>
                            <a:rPr lang="en-US" altLang="zh-TW" b="1">
                              <a:solidFill>
                                <a:srgbClr val="FF0000"/>
                              </a:solidFill>
                              <a:latin typeface="Cambria Math" panose="02040503050406030204" pitchFamily="18" charset="0"/>
                              <a:cs typeface="Times New Roman" panose="02020603050405020304" pitchFamily="18" charset="0"/>
                            </a:rPr>
                            <m:t>5</m:t>
                          </m:r>
                          <m:r>
                            <a:rPr lang="zh-TW" altLang="en-US" b="1">
                              <a:solidFill>
                                <a:srgbClr val="FF0000"/>
                              </a:solidFill>
                              <a:latin typeface="Cambria Math" panose="02040503050406030204" pitchFamily="18" charset="0"/>
                              <a:cs typeface="Times New Roman" panose="02020603050405020304" pitchFamily="18" charset="0"/>
                            </a:rPr>
                            <m:t> </m:t>
                          </m:r>
                        </m:oMath>
                      </m:oMathPara>
                    </a14:m>
                    <a:endParaRPr lang="zh-TW" altLang="en-US" b="1" dirty="0">
                      <a:solidFill>
                        <a:srgbClr val="FF0000"/>
                      </a:solidFill>
                      <a:latin typeface="Cambria Math" panose="02040503050406030204" pitchFamily="18" charset="0"/>
                      <a:cs typeface="Times New Roman" panose="02020603050405020304" pitchFamily="18" charset="0"/>
                    </a:endParaRPr>
                  </a:p>
                </p:txBody>
              </p:sp>
            </mc:Choice>
            <mc:Fallback xmlns="">
              <p:sp>
                <p:nvSpPr>
                  <p:cNvPr id="137" name="文字方塊 136">
                    <a:extLst>
                      <a:ext uri="{FF2B5EF4-FFF2-40B4-BE49-F238E27FC236}">
                        <a16:creationId xmlns:a16="http://schemas.microsoft.com/office/drawing/2014/main" id="{50795664-53BA-4AD2-9637-CB14DB408968}"/>
                      </a:ext>
                    </a:extLst>
                  </p:cNvPr>
                  <p:cNvSpPr txBox="1">
                    <a:spLocks noRot="1" noChangeAspect="1" noMove="1" noResize="1" noEditPoints="1" noAdjustHandles="1" noChangeArrowheads="1" noChangeShapeType="1" noTextEdit="1"/>
                  </p:cNvSpPr>
                  <p:nvPr/>
                </p:nvSpPr>
                <p:spPr>
                  <a:xfrm>
                    <a:off x="6160700" y="3026169"/>
                    <a:ext cx="296646" cy="369332"/>
                  </a:xfrm>
                  <a:prstGeom prst="rect">
                    <a:avLst/>
                  </a:prstGeom>
                  <a:blipFill>
                    <a:blip r:embed="rId67"/>
                    <a:stretch>
                      <a:fillRect r="-4167"/>
                    </a:stretch>
                  </a:blipFill>
                </p:spPr>
                <p:txBody>
                  <a:bodyPr/>
                  <a:lstStyle/>
                  <a:p>
                    <a:r>
                      <a:rPr lang="zh-TW" altLang="en-US">
                        <a:noFill/>
                      </a:rPr>
                      <a:t> </a:t>
                    </a:r>
                  </a:p>
                </p:txBody>
              </p:sp>
            </mc:Fallback>
          </mc:AlternateContent>
        </p:grpSp>
        <mc:AlternateContent xmlns:mc="http://schemas.openxmlformats.org/markup-compatibility/2006" xmlns:a14="http://schemas.microsoft.com/office/drawing/2010/main">
          <mc:Choice Requires="a14">
            <p:sp>
              <p:nvSpPr>
                <p:cNvPr id="144" name="文字方塊 143">
                  <a:extLst>
                    <a:ext uri="{FF2B5EF4-FFF2-40B4-BE49-F238E27FC236}">
                      <a16:creationId xmlns:a16="http://schemas.microsoft.com/office/drawing/2014/main" id="{1FE6D8DB-46D9-4DB4-A188-86631B83FE3A}"/>
                    </a:ext>
                  </a:extLst>
                </p:cNvPr>
                <p:cNvSpPr txBox="1"/>
                <p:nvPr/>
              </p:nvSpPr>
              <p:spPr>
                <a:xfrm>
                  <a:off x="3391835" y="3593256"/>
                  <a:ext cx="315690" cy="369332"/>
                </a:xfrm>
                <a:prstGeom prst="rect">
                  <a:avLst/>
                </a:prstGeom>
                <a:noFill/>
              </p:spPr>
              <p:txBody>
                <a:bodyPr wrap="square" rtlCol="0">
                  <a:spAutoFit/>
                </a:bodyPr>
                <a:lstStyle/>
                <a:p>
                  <a:pPr/>
                  <a14:m>
                    <m:oMathPara xmlns:m="http://schemas.openxmlformats.org/officeDocument/2006/math">
                      <m:oMathParaPr>
                        <m:jc m:val="center"/>
                      </m:oMathParaPr>
                      <m:oMath xmlns:m="http://schemas.openxmlformats.org/officeDocument/2006/math">
                        <m:r>
                          <a:rPr lang="zh-TW" altLang="en-US" b="0" i="0">
                            <a:latin typeface="Cambria Math" panose="02040503050406030204" pitchFamily="18" charset="0"/>
                            <a:cs typeface="Times New Roman" panose="02020603050405020304" pitchFamily="18" charset="0"/>
                          </a:rPr>
                          <m:t> </m:t>
                        </m:r>
                        <m:r>
                          <a:rPr lang="en-US" altLang="zh-TW" b="0" i="1" smtClean="0">
                            <a:latin typeface="Cambria Math" panose="02040503050406030204" pitchFamily="18" charset="0"/>
                            <a:cs typeface="Times New Roman" panose="02020603050405020304" pitchFamily="18" charset="0"/>
                          </a:rPr>
                          <m:t>3</m:t>
                        </m:r>
                      </m:oMath>
                    </m:oMathPara>
                  </a14:m>
                  <a:endParaRPr lang="zh-TW" altLang="en-US" dirty="0">
                    <a:latin typeface="Times New Roman" panose="02020603050405020304" pitchFamily="18" charset="0"/>
                    <a:cs typeface="Times New Roman" panose="02020603050405020304" pitchFamily="18" charset="0"/>
                  </a:endParaRPr>
                </a:p>
              </p:txBody>
            </p:sp>
          </mc:Choice>
          <mc:Fallback xmlns="">
            <p:sp>
              <p:nvSpPr>
                <p:cNvPr id="144" name="文字方塊 143">
                  <a:extLst>
                    <a:ext uri="{FF2B5EF4-FFF2-40B4-BE49-F238E27FC236}">
                      <a16:creationId xmlns:a16="http://schemas.microsoft.com/office/drawing/2014/main" id="{1FE6D8DB-46D9-4DB4-A188-86631B83FE3A}"/>
                    </a:ext>
                  </a:extLst>
                </p:cNvPr>
                <p:cNvSpPr txBox="1">
                  <a:spLocks noRot="1" noChangeAspect="1" noMove="1" noResize="1" noEditPoints="1" noAdjustHandles="1" noChangeArrowheads="1" noChangeShapeType="1" noTextEdit="1"/>
                </p:cNvSpPr>
                <p:nvPr/>
              </p:nvSpPr>
              <p:spPr>
                <a:xfrm>
                  <a:off x="3391835" y="3593256"/>
                  <a:ext cx="315690" cy="369332"/>
                </a:xfrm>
                <a:prstGeom prst="rect">
                  <a:avLst/>
                </a:prstGeom>
                <a:blipFill>
                  <a:blip r:embed="rId59"/>
                  <a:stretch>
                    <a:fillRect r="-11538"/>
                  </a:stretch>
                </a:blipFill>
              </p:spPr>
              <p:txBody>
                <a:bodyPr/>
                <a:lstStyle/>
                <a:p>
                  <a:r>
                    <a:rPr lang="zh-TW" altLang="en-US">
                      <a:noFill/>
                    </a:rPr>
                    <a:t> </a:t>
                  </a:r>
                </a:p>
              </p:txBody>
            </p:sp>
          </mc:Fallback>
        </mc:AlternateContent>
      </p:grpSp>
      <p:grpSp>
        <p:nvGrpSpPr>
          <p:cNvPr id="9" name="群組 8">
            <a:extLst>
              <a:ext uri="{FF2B5EF4-FFF2-40B4-BE49-F238E27FC236}">
                <a16:creationId xmlns:a16="http://schemas.microsoft.com/office/drawing/2014/main" id="{35439A30-9863-4D8B-BAF9-9E4D702FF9DD}"/>
              </a:ext>
            </a:extLst>
          </p:cNvPr>
          <p:cNvGrpSpPr/>
          <p:nvPr/>
        </p:nvGrpSpPr>
        <p:grpSpPr>
          <a:xfrm>
            <a:off x="4887265" y="4111416"/>
            <a:ext cx="1324273" cy="1396326"/>
            <a:chOff x="4887265" y="3593256"/>
            <a:chExt cx="1324273" cy="1396326"/>
          </a:xfrm>
        </p:grpSpPr>
        <p:grpSp>
          <p:nvGrpSpPr>
            <p:cNvPr id="48" name="群組 47">
              <a:extLst>
                <a:ext uri="{FF2B5EF4-FFF2-40B4-BE49-F238E27FC236}">
                  <a16:creationId xmlns:a16="http://schemas.microsoft.com/office/drawing/2014/main" id="{C4FBAD9A-5D08-495E-857B-045EB7DC2095}"/>
                </a:ext>
              </a:extLst>
            </p:cNvPr>
            <p:cNvGrpSpPr/>
            <p:nvPr/>
          </p:nvGrpSpPr>
          <p:grpSpPr>
            <a:xfrm>
              <a:off x="4887265" y="3903968"/>
              <a:ext cx="1324273" cy="1085614"/>
              <a:chOff x="5505677" y="3014978"/>
              <a:chExt cx="1324273" cy="1085614"/>
            </a:xfrm>
          </p:grpSpPr>
          <p:grpSp>
            <p:nvGrpSpPr>
              <p:cNvPr id="49" name="群組 48">
                <a:extLst>
                  <a:ext uri="{FF2B5EF4-FFF2-40B4-BE49-F238E27FC236}">
                    <a16:creationId xmlns:a16="http://schemas.microsoft.com/office/drawing/2014/main" id="{BD631867-7229-45D6-8C27-ADB26E7C3FFE}"/>
                  </a:ext>
                </a:extLst>
              </p:cNvPr>
              <p:cNvGrpSpPr/>
              <p:nvPr/>
            </p:nvGrpSpPr>
            <p:grpSpPr>
              <a:xfrm>
                <a:off x="5505677" y="3014978"/>
                <a:ext cx="1324273" cy="1085614"/>
                <a:chOff x="1229360" y="584198"/>
                <a:chExt cx="1324273" cy="1085614"/>
              </a:xfrm>
            </p:grpSpPr>
            <mc:AlternateContent xmlns:mc="http://schemas.openxmlformats.org/markup-compatibility/2006" xmlns:a14="http://schemas.microsoft.com/office/drawing/2010/main">
              <mc:Choice Requires="a14">
                <p:sp>
                  <p:nvSpPr>
                    <p:cNvPr id="51" name="文字方塊 50">
                      <a:extLst>
                        <a:ext uri="{FF2B5EF4-FFF2-40B4-BE49-F238E27FC236}">
                          <a16:creationId xmlns:a16="http://schemas.microsoft.com/office/drawing/2014/main" id="{5FF62B6B-643C-4E31-BE0E-3D1D0D6913EA}"/>
                        </a:ext>
                      </a:extLst>
                    </p:cNvPr>
                    <p:cNvSpPr txBox="1"/>
                    <p:nvPr/>
                  </p:nvSpPr>
                  <p:spPr>
                    <a:xfrm>
                      <a:off x="1229360" y="1300480"/>
                      <a:ext cx="1324273" cy="369332"/>
                    </a:xfrm>
                    <a:prstGeom prst="rect">
                      <a:avLst/>
                    </a:prstGeom>
                    <a:noFill/>
                  </p:spPr>
                  <p:txBody>
                    <a:bodyPr wrap="none" rtlCol="0">
                      <a:spAutoFit/>
                    </a:bodyPr>
                    <a:lstStyle/>
                    <a:p>
                      <a14:m>
                        <m:oMath xmlns:m="http://schemas.openxmlformats.org/officeDocument/2006/math">
                          <m:sSub>
                            <m:sSubPr>
                              <m:ctrlPr>
                                <a:rPr lang="en-US" altLang="zh-TW" i="1" smtClean="0">
                                  <a:latin typeface="Cambria Math" panose="02040503050406030204" pitchFamily="18" charset="0"/>
                                  <a:cs typeface="Times New Roman" panose="02020603050405020304" pitchFamily="18" charset="0"/>
                                </a:rPr>
                              </m:ctrlPr>
                            </m:sSubPr>
                            <m:e>
                              <m:r>
                                <m:rPr>
                                  <m:sty m:val="p"/>
                                </m:rPr>
                                <a:rPr lang="en-US" altLang="zh-TW" b="0" i="0" smtClean="0">
                                  <a:latin typeface="Cambria Math" panose="02040503050406030204" pitchFamily="18" charset="0"/>
                                  <a:cs typeface="Times New Roman" panose="02020603050405020304" pitchFamily="18" charset="0"/>
                                </a:rPr>
                                <m:t>P</m:t>
                              </m:r>
                            </m:e>
                            <m:sub>
                              <m:r>
                                <a:rPr lang="en-US" altLang="zh-TW" b="0" i="0" smtClean="0">
                                  <a:latin typeface="Cambria Math" panose="02040503050406030204" pitchFamily="18" charset="0"/>
                                  <a:cs typeface="Times New Roman" panose="02020603050405020304" pitchFamily="18" charset="0"/>
                                </a:rPr>
                                <m:t>1</m:t>
                              </m:r>
                            </m:sub>
                          </m:sSub>
                        </m:oMath>
                      </a14:m>
                      <a:r>
                        <a:rPr lang="zh-TW" altLang="en-US" dirty="0">
                          <a:latin typeface="Times New Roman" panose="02020603050405020304" pitchFamily="18" charset="0"/>
                          <a:cs typeface="Times New Roman" panose="02020603050405020304" pitchFamily="18" charset="0"/>
                        </a:rPr>
                        <a:t> </a:t>
                      </a:r>
                      <a14:m>
                        <m:oMath xmlns:m="http://schemas.openxmlformats.org/officeDocument/2006/math">
                          <m:r>
                            <a:rPr lang="zh-TW" altLang="en-US" b="0" i="0">
                              <a:latin typeface="Cambria Math" panose="02040503050406030204" pitchFamily="18" charset="0"/>
                              <a:cs typeface="Times New Roman" panose="02020603050405020304" pitchFamily="18" charset="0"/>
                            </a:rPr>
                            <m:t> </m:t>
                          </m:r>
                          <m:sSub>
                            <m:sSubPr>
                              <m:ctrlPr>
                                <a:rPr lang="en-US" altLang="zh-TW" i="1" smtClean="0">
                                  <a:latin typeface="Cambria Math" panose="02040503050406030204" pitchFamily="18" charset="0"/>
                                  <a:cs typeface="Times New Roman" panose="02020603050405020304" pitchFamily="18" charset="0"/>
                                </a:rPr>
                              </m:ctrlPr>
                            </m:sSubPr>
                            <m:e>
                              <m:r>
                                <m:rPr>
                                  <m:sty m:val="p"/>
                                </m:rPr>
                                <a:rPr lang="en-US" altLang="zh-TW" b="0" i="0" smtClean="0">
                                  <a:latin typeface="Cambria Math" panose="02040503050406030204" pitchFamily="18" charset="0"/>
                                  <a:cs typeface="Times New Roman" panose="02020603050405020304" pitchFamily="18" charset="0"/>
                                </a:rPr>
                                <m:t>P</m:t>
                              </m:r>
                            </m:e>
                            <m:sub>
                              <m:r>
                                <a:rPr lang="en-US" altLang="zh-TW" b="0" i="0">
                                  <a:latin typeface="Cambria Math" panose="02040503050406030204" pitchFamily="18" charset="0"/>
                                  <a:cs typeface="Times New Roman" panose="02020603050405020304" pitchFamily="18" charset="0"/>
                                </a:rPr>
                                <m:t>2</m:t>
                              </m:r>
                            </m:sub>
                          </m:sSub>
                          <m:sSub>
                            <m:sSubPr>
                              <m:ctrlPr>
                                <a:rPr lang="en-US" altLang="zh-TW" i="1" smtClean="0">
                                  <a:latin typeface="Cambria Math" panose="02040503050406030204" pitchFamily="18" charset="0"/>
                                  <a:cs typeface="Times New Roman" panose="02020603050405020304" pitchFamily="18" charset="0"/>
                                </a:rPr>
                              </m:ctrlPr>
                            </m:sSubPr>
                            <m:e>
                              <m:r>
                                <a:rPr lang="zh-TW" altLang="en-US" b="0" i="0">
                                  <a:latin typeface="Cambria Math" panose="02040503050406030204" pitchFamily="18" charset="0"/>
                                  <a:cs typeface="Times New Roman" panose="02020603050405020304" pitchFamily="18" charset="0"/>
                                </a:rPr>
                                <m:t>  </m:t>
                              </m:r>
                              <m:r>
                                <m:rPr>
                                  <m:sty m:val="p"/>
                                </m:rPr>
                                <a:rPr lang="en-US" altLang="zh-TW" b="0" i="0" smtClean="0">
                                  <a:latin typeface="Cambria Math" panose="02040503050406030204" pitchFamily="18" charset="0"/>
                                  <a:cs typeface="Times New Roman" panose="02020603050405020304" pitchFamily="18" charset="0"/>
                                </a:rPr>
                                <m:t>P</m:t>
                              </m:r>
                            </m:e>
                            <m:sub>
                              <m:r>
                                <a:rPr lang="en-US" altLang="zh-TW" b="0" i="0">
                                  <a:latin typeface="Cambria Math" panose="02040503050406030204" pitchFamily="18" charset="0"/>
                                  <a:cs typeface="Times New Roman" panose="02020603050405020304" pitchFamily="18" charset="0"/>
                                </a:rPr>
                                <m:t>3</m:t>
                              </m:r>
                            </m:sub>
                          </m:sSub>
                          <m:sSub>
                            <m:sSubPr>
                              <m:ctrlPr>
                                <a:rPr lang="en-US" altLang="zh-TW" i="1" smtClean="0">
                                  <a:latin typeface="Cambria Math" panose="02040503050406030204" pitchFamily="18" charset="0"/>
                                  <a:cs typeface="Times New Roman" panose="02020603050405020304" pitchFamily="18" charset="0"/>
                                </a:rPr>
                              </m:ctrlPr>
                            </m:sSubPr>
                            <m:e>
                              <m:r>
                                <a:rPr lang="zh-TW" altLang="en-US" b="0" i="0">
                                  <a:latin typeface="Cambria Math" panose="02040503050406030204" pitchFamily="18" charset="0"/>
                                  <a:cs typeface="Times New Roman" panose="02020603050405020304" pitchFamily="18" charset="0"/>
                                </a:rPr>
                                <m:t>  </m:t>
                              </m:r>
                              <m:r>
                                <m:rPr>
                                  <m:sty m:val="p"/>
                                </m:rPr>
                                <a:rPr lang="en-US" altLang="zh-TW" b="0" i="0" smtClean="0">
                                  <a:latin typeface="Cambria Math" panose="02040503050406030204" pitchFamily="18" charset="0"/>
                                  <a:cs typeface="Times New Roman" panose="02020603050405020304" pitchFamily="18" charset="0"/>
                                </a:rPr>
                                <m:t>P</m:t>
                              </m:r>
                            </m:e>
                            <m:sub>
                              <m:r>
                                <a:rPr lang="en-US" altLang="zh-TW" b="0" i="0">
                                  <a:latin typeface="Cambria Math" panose="02040503050406030204" pitchFamily="18" charset="0"/>
                                  <a:cs typeface="Times New Roman" panose="02020603050405020304" pitchFamily="18" charset="0"/>
                                </a:rPr>
                                <m:t>4</m:t>
                              </m:r>
                            </m:sub>
                          </m:sSub>
                        </m:oMath>
                      </a14:m>
                      <a:endParaRPr lang="zh-TW" altLang="en-US" dirty="0">
                        <a:latin typeface="Times New Roman" panose="02020603050405020304" pitchFamily="18" charset="0"/>
                        <a:cs typeface="Times New Roman" panose="02020603050405020304" pitchFamily="18" charset="0"/>
                      </a:endParaRPr>
                    </a:p>
                  </p:txBody>
                </p:sp>
              </mc:Choice>
              <mc:Fallback xmlns="">
                <p:sp>
                  <p:nvSpPr>
                    <p:cNvPr id="51" name="文字方塊 50">
                      <a:extLst>
                        <a:ext uri="{FF2B5EF4-FFF2-40B4-BE49-F238E27FC236}">
                          <a16:creationId xmlns:a16="http://schemas.microsoft.com/office/drawing/2014/main" id="{5FF62B6B-643C-4E31-BE0E-3D1D0D6913EA}"/>
                        </a:ext>
                      </a:extLst>
                    </p:cNvPr>
                    <p:cNvSpPr txBox="1">
                      <a:spLocks noRot="1" noChangeAspect="1" noMove="1" noResize="1" noEditPoints="1" noAdjustHandles="1" noChangeArrowheads="1" noChangeShapeType="1" noTextEdit="1"/>
                    </p:cNvSpPr>
                    <p:nvPr/>
                  </p:nvSpPr>
                  <p:spPr>
                    <a:xfrm>
                      <a:off x="1229360" y="1300480"/>
                      <a:ext cx="1324273" cy="369332"/>
                    </a:xfrm>
                    <a:prstGeom prst="rect">
                      <a:avLst/>
                    </a:prstGeom>
                    <a:blipFill>
                      <a:blip r:embed="rId3"/>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2" name="文字方塊 51">
                      <a:extLst>
                        <a:ext uri="{FF2B5EF4-FFF2-40B4-BE49-F238E27FC236}">
                          <a16:creationId xmlns:a16="http://schemas.microsoft.com/office/drawing/2014/main" id="{E4328906-F70F-4215-BA0B-9D2812A83471}"/>
                        </a:ext>
                      </a:extLst>
                    </p:cNvPr>
                    <p:cNvSpPr txBox="1"/>
                    <p:nvPr/>
                  </p:nvSpPr>
                  <p:spPr>
                    <a:xfrm>
                      <a:off x="1316256" y="931147"/>
                      <a:ext cx="1178528" cy="369332"/>
                    </a:xfrm>
                    <a:prstGeom prst="rect">
                      <a:avLst/>
                    </a:prstGeom>
                    <a:noFill/>
                  </p:spPr>
                  <p:txBody>
                    <a:bodyPr wrap="none" rtlCol="0">
                      <a:spAutoFit/>
                    </a:bodyPr>
                    <a:lstStyle/>
                    <a:p>
                      <a14:m>
                        <m:oMath xmlns:m="http://schemas.openxmlformats.org/officeDocument/2006/math">
                          <m:r>
                            <a:rPr lang="en-US" altLang="zh-TW" b="0" i="0">
                              <a:latin typeface="Cambria Math" panose="02040503050406030204" pitchFamily="18" charset="0"/>
                              <a:cs typeface="Times New Roman" panose="02020603050405020304" pitchFamily="18" charset="0"/>
                            </a:rPr>
                            <m:t>2</m:t>
                          </m:r>
                        </m:oMath>
                      </a14:m>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8</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9</a:t>
                      </a:r>
                      <a:r>
                        <a:rPr lang="zh-TW" altLang="en-US" dirty="0">
                          <a:latin typeface="Times New Roman" panose="02020603050405020304" pitchFamily="18" charset="0"/>
                          <a:cs typeface="Times New Roman" panose="02020603050405020304" pitchFamily="18" charset="0"/>
                        </a:rPr>
                        <a:t>   </a:t>
                      </a:r>
                      <a:r>
                        <a:rPr lang="en-US" altLang="zh-TW" b="1" dirty="0">
                          <a:solidFill>
                            <a:srgbClr val="FF0000"/>
                          </a:solidFill>
                          <a:latin typeface="Cambria Math" panose="02040503050406030204" pitchFamily="18" charset="0"/>
                          <a:cs typeface="Times New Roman" panose="02020603050405020304" pitchFamily="18" charset="0"/>
                        </a:rPr>
                        <a:t>7</a:t>
                      </a:r>
                      <a:endParaRPr lang="zh-TW" altLang="en-US" b="1" dirty="0">
                        <a:solidFill>
                          <a:srgbClr val="FF0000"/>
                        </a:solidFill>
                        <a:latin typeface="Cambria Math" panose="02040503050406030204" pitchFamily="18" charset="0"/>
                        <a:cs typeface="Times New Roman" panose="02020603050405020304" pitchFamily="18" charset="0"/>
                      </a:endParaRPr>
                    </a:p>
                  </p:txBody>
                </p:sp>
              </mc:Choice>
              <mc:Fallback xmlns="">
                <p:sp>
                  <p:nvSpPr>
                    <p:cNvPr id="52" name="文字方塊 51">
                      <a:extLst>
                        <a:ext uri="{FF2B5EF4-FFF2-40B4-BE49-F238E27FC236}">
                          <a16:creationId xmlns:a16="http://schemas.microsoft.com/office/drawing/2014/main" id="{E4328906-F70F-4215-BA0B-9D2812A83471}"/>
                        </a:ext>
                      </a:extLst>
                    </p:cNvPr>
                    <p:cNvSpPr txBox="1">
                      <a:spLocks noRot="1" noChangeAspect="1" noMove="1" noResize="1" noEditPoints="1" noAdjustHandles="1" noChangeArrowheads="1" noChangeShapeType="1" noTextEdit="1"/>
                    </p:cNvSpPr>
                    <p:nvPr/>
                  </p:nvSpPr>
                  <p:spPr>
                    <a:xfrm>
                      <a:off x="1316256" y="931147"/>
                      <a:ext cx="1178528" cy="369332"/>
                    </a:xfrm>
                    <a:prstGeom prst="rect">
                      <a:avLst/>
                    </a:prstGeom>
                    <a:blipFill>
                      <a:blip r:embed="rId68"/>
                      <a:stretch>
                        <a:fillRect t="-9836" r="-5181" b="-2459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3" name="文字方塊 52">
                      <a:extLst>
                        <a:ext uri="{FF2B5EF4-FFF2-40B4-BE49-F238E27FC236}">
                          <a16:creationId xmlns:a16="http://schemas.microsoft.com/office/drawing/2014/main" id="{811E212F-5671-44BF-BCB6-24B816DB6D78}"/>
                        </a:ext>
                      </a:extLst>
                    </p:cNvPr>
                    <p:cNvSpPr txBox="1"/>
                    <p:nvPr/>
                  </p:nvSpPr>
                  <p:spPr>
                    <a:xfrm>
                      <a:off x="1554575" y="584198"/>
                      <a:ext cx="300636"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zh-TW" altLang="en-US" b="0" i="0">
                                <a:latin typeface="Cambria Math" panose="02040503050406030204" pitchFamily="18" charset="0"/>
                                <a:cs typeface="Times New Roman" panose="02020603050405020304" pitchFamily="18" charset="0"/>
                              </a:rPr>
                              <m:t> </m:t>
                            </m:r>
                            <m:r>
                              <a:rPr lang="en-US" altLang="zh-TW" b="0" i="0" smtClean="0">
                                <a:latin typeface="Cambria Math" panose="02040503050406030204" pitchFamily="18" charset="0"/>
                                <a:cs typeface="Times New Roman" panose="02020603050405020304" pitchFamily="18" charset="0"/>
                              </a:rPr>
                              <m:t>4</m:t>
                            </m:r>
                          </m:oMath>
                        </m:oMathPara>
                      </a14:m>
                      <a:endParaRPr lang="zh-TW" altLang="en-US">
                        <a:latin typeface="Times New Roman" panose="02020603050405020304" pitchFamily="18" charset="0"/>
                        <a:cs typeface="Times New Roman" panose="02020603050405020304" pitchFamily="18" charset="0"/>
                      </a:endParaRPr>
                    </a:p>
                  </p:txBody>
                </p:sp>
              </mc:Choice>
              <mc:Fallback xmlns="">
                <p:sp>
                  <p:nvSpPr>
                    <p:cNvPr id="227" name="文字方塊 226"/>
                    <p:cNvSpPr txBox="1">
                      <a:spLocks noRot="1" noChangeAspect="1" noMove="1" noResize="1" noEditPoints="1" noAdjustHandles="1" noChangeArrowheads="1" noChangeShapeType="1" noTextEdit="1"/>
                    </p:cNvSpPr>
                    <p:nvPr/>
                  </p:nvSpPr>
                  <p:spPr>
                    <a:xfrm>
                      <a:off x="1554575" y="584198"/>
                      <a:ext cx="300636" cy="369332"/>
                    </a:xfrm>
                    <a:prstGeom prst="rect">
                      <a:avLst/>
                    </a:prstGeom>
                    <a:blipFill rotWithShape="0">
                      <a:blip r:embed="rId25"/>
                      <a:stretch>
                        <a:fillRect r="-1632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4" name="文字方塊 53">
                      <a:extLst>
                        <a:ext uri="{FF2B5EF4-FFF2-40B4-BE49-F238E27FC236}">
                          <a16:creationId xmlns:a16="http://schemas.microsoft.com/office/drawing/2014/main" id="{A6F13C45-51DD-4C10-952D-3707D59A8EBE}"/>
                        </a:ext>
                      </a:extLst>
                    </p:cNvPr>
                    <p:cNvSpPr txBox="1"/>
                    <p:nvPr/>
                  </p:nvSpPr>
                  <p:spPr>
                    <a:xfrm>
                      <a:off x="1257929" y="584198"/>
                      <a:ext cx="296646" cy="369332"/>
                    </a:xfrm>
                    <a:prstGeom prst="rect">
                      <a:avLst/>
                    </a:prstGeom>
                    <a:noFill/>
                  </p:spPr>
                  <p:txBody>
                    <a:bodyPr wrap="square" rtlCol="0">
                      <a:spAutoFit/>
                    </a:bodyPr>
                    <a:lstStyle/>
                    <a:p>
                      <a:pPr/>
                      <a14:m>
                        <m:oMathPara xmlns:m="http://schemas.openxmlformats.org/officeDocument/2006/math">
                          <m:oMathParaPr>
                            <m:jc m:val="center"/>
                          </m:oMathParaPr>
                          <m:oMath xmlns:m="http://schemas.openxmlformats.org/officeDocument/2006/math">
                            <m:r>
                              <a:rPr lang="zh-TW" altLang="en-US" b="0" i="0">
                                <a:latin typeface="Cambria Math" panose="02040503050406030204" pitchFamily="18" charset="0"/>
                                <a:cs typeface="Times New Roman" panose="02020603050405020304" pitchFamily="18" charset="0"/>
                              </a:rPr>
                              <m:t> </m:t>
                            </m:r>
                            <m:r>
                              <a:rPr lang="en-US" altLang="zh-TW" b="0" i="0" smtClean="0">
                                <a:latin typeface="Cambria Math" panose="02040503050406030204" pitchFamily="18" charset="0"/>
                                <a:cs typeface="Times New Roman" panose="02020603050405020304" pitchFamily="18" charset="0"/>
                              </a:rPr>
                              <m:t>1</m:t>
                            </m:r>
                          </m:oMath>
                        </m:oMathPara>
                      </a14:m>
                      <a:endParaRPr lang="zh-TW" altLang="en-US">
                        <a:latin typeface="Times New Roman" panose="02020603050405020304" pitchFamily="18" charset="0"/>
                        <a:cs typeface="Times New Roman" panose="02020603050405020304" pitchFamily="18" charset="0"/>
                      </a:endParaRPr>
                    </a:p>
                  </p:txBody>
                </p:sp>
              </mc:Choice>
              <mc:Fallback xmlns="">
                <p:sp>
                  <p:nvSpPr>
                    <p:cNvPr id="228" name="文字方塊 227"/>
                    <p:cNvSpPr txBox="1">
                      <a:spLocks noRot="1" noChangeAspect="1" noMove="1" noResize="1" noEditPoints="1" noAdjustHandles="1" noChangeArrowheads="1" noChangeShapeType="1" noTextEdit="1"/>
                    </p:cNvSpPr>
                    <p:nvPr/>
                  </p:nvSpPr>
                  <p:spPr>
                    <a:xfrm>
                      <a:off x="1257929" y="584198"/>
                      <a:ext cx="296646" cy="369332"/>
                    </a:xfrm>
                    <a:prstGeom prst="rect">
                      <a:avLst/>
                    </a:prstGeom>
                    <a:blipFill rotWithShape="0">
                      <a:blip r:embed="rId26"/>
                      <a:stretch>
                        <a:fillRect r="-1836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6" name="文字方塊 55">
                      <a:extLst>
                        <a:ext uri="{FF2B5EF4-FFF2-40B4-BE49-F238E27FC236}">
                          <a16:creationId xmlns:a16="http://schemas.microsoft.com/office/drawing/2014/main" id="{81B46D76-A7F9-4C6C-BDC8-6153F176AC09}"/>
                        </a:ext>
                      </a:extLst>
                    </p:cNvPr>
                    <p:cNvSpPr txBox="1"/>
                    <p:nvPr/>
                  </p:nvSpPr>
                  <p:spPr>
                    <a:xfrm>
                      <a:off x="1855210" y="584198"/>
                      <a:ext cx="296646" cy="369332"/>
                    </a:xfrm>
                    <a:prstGeom prst="rect">
                      <a:avLst/>
                    </a:prstGeom>
                    <a:noFill/>
                  </p:spPr>
                  <p:txBody>
                    <a:bodyPr wrap="square" rtlCol="0">
                      <a:spAutoFit/>
                    </a:bodyPr>
                    <a:lstStyle/>
                    <a:p>
                      <a:pPr/>
                      <a14:m>
                        <m:oMathPara xmlns:m="http://schemas.openxmlformats.org/officeDocument/2006/math">
                          <m:oMathParaPr>
                            <m:jc m:val="center"/>
                          </m:oMathParaPr>
                          <m:oMath xmlns:m="http://schemas.openxmlformats.org/officeDocument/2006/math">
                            <m:r>
                              <a:rPr lang="zh-TW" altLang="en-US" b="0" i="0">
                                <a:latin typeface="Cambria Math" panose="02040503050406030204" pitchFamily="18" charset="0"/>
                                <a:cs typeface="Times New Roman" panose="02020603050405020304" pitchFamily="18" charset="0"/>
                              </a:rPr>
                              <m:t> </m:t>
                            </m:r>
                            <m:r>
                              <a:rPr lang="en-US" altLang="zh-TW" b="0" i="0" smtClean="0">
                                <a:latin typeface="Cambria Math" panose="02040503050406030204" pitchFamily="18" charset="0"/>
                                <a:cs typeface="Times New Roman" panose="02020603050405020304" pitchFamily="18" charset="0"/>
                              </a:rPr>
                              <m:t>5</m:t>
                            </m:r>
                          </m:oMath>
                        </m:oMathPara>
                      </a14:m>
                      <a:endParaRPr lang="zh-TW" altLang="en-US">
                        <a:latin typeface="Times New Roman" panose="02020603050405020304" pitchFamily="18" charset="0"/>
                        <a:cs typeface="Times New Roman" panose="02020603050405020304" pitchFamily="18" charset="0"/>
                      </a:endParaRPr>
                    </a:p>
                  </p:txBody>
                </p:sp>
              </mc:Choice>
              <mc:Fallback xmlns="">
                <p:sp>
                  <p:nvSpPr>
                    <p:cNvPr id="230" name="文字方塊 229"/>
                    <p:cNvSpPr txBox="1">
                      <a:spLocks noRot="1" noChangeAspect="1" noMove="1" noResize="1" noEditPoints="1" noAdjustHandles="1" noChangeArrowheads="1" noChangeShapeType="1" noTextEdit="1"/>
                    </p:cNvSpPr>
                    <p:nvPr/>
                  </p:nvSpPr>
                  <p:spPr>
                    <a:xfrm>
                      <a:off x="1855210" y="584198"/>
                      <a:ext cx="296646" cy="369332"/>
                    </a:xfrm>
                    <a:prstGeom prst="rect">
                      <a:avLst/>
                    </a:prstGeom>
                    <a:blipFill rotWithShape="0">
                      <a:blip r:embed="rId28"/>
                      <a:stretch>
                        <a:fillRect r="-18367"/>
                      </a:stretch>
                    </a:blipFill>
                  </p:spPr>
                  <p:txBody>
                    <a:bodyPr/>
                    <a:lstStyle/>
                    <a:p>
                      <a:r>
                        <a:rPr lang="zh-TW" altLang="en-US">
                          <a:noFill/>
                        </a:rPr>
                        <a:t> </a:t>
                      </a:r>
                    </a:p>
                  </p:txBody>
                </p:sp>
              </mc:Fallback>
            </mc:AlternateContent>
          </p:grpSp>
          <p:cxnSp>
            <p:nvCxnSpPr>
              <p:cNvPr id="50" name="直線接點 49">
                <a:extLst>
                  <a:ext uri="{FF2B5EF4-FFF2-40B4-BE49-F238E27FC236}">
                    <a16:creationId xmlns:a16="http://schemas.microsoft.com/office/drawing/2014/main" id="{634954D4-A8FB-4A7A-BF8A-D3D62ED0077B}"/>
                  </a:ext>
                </a:extLst>
              </p:cNvPr>
              <p:cNvCxnSpPr/>
              <p:nvPr/>
            </p:nvCxnSpPr>
            <p:spPr>
              <a:xfrm>
                <a:off x="5564170" y="3731260"/>
                <a:ext cx="121415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145" name="文字方塊 144">
                  <a:extLst>
                    <a:ext uri="{FF2B5EF4-FFF2-40B4-BE49-F238E27FC236}">
                      <a16:creationId xmlns:a16="http://schemas.microsoft.com/office/drawing/2014/main" id="{AF05DB13-686B-42A1-BB58-C2712AD6DFC6}"/>
                    </a:ext>
                  </a:extLst>
                </p:cNvPr>
                <p:cNvSpPr txBox="1"/>
                <p:nvPr/>
              </p:nvSpPr>
              <p:spPr>
                <a:xfrm>
                  <a:off x="5229470" y="3593256"/>
                  <a:ext cx="315690" cy="369332"/>
                </a:xfrm>
                <a:prstGeom prst="rect">
                  <a:avLst/>
                </a:prstGeom>
                <a:noFill/>
              </p:spPr>
              <p:txBody>
                <a:bodyPr wrap="square" rtlCol="0">
                  <a:spAutoFit/>
                </a:bodyPr>
                <a:lstStyle/>
                <a:p>
                  <a:pPr/>
                  <a14:m>
                    <m:oMathPara xmlns:m="http://schemas.openxmlformats.org/officeDocument/2006/math">
                      <m:oMathParaPr>
                        <m:jc m:val="center"/>
                      </m:oMathParaPr>
                      <m:oMath xmlns:m="http://schemas.openxmlformats.org/officeDocument/2006/math">
                        <m:r>
                          <a:rPr lang="zh-TW" altLang="en-US" b="0" i="0">
                            <a:latin typeface="Cambria Math" panose="02040503050406030204" pitchFamily="18" charset="0"/>
                            <a:cs typeface="Times New Roman" panose="02020603050405020304" pitchFamily="18" charset="0"/>
                          </a:rPr>
                          <m:t> </m:t>
                        </m:r>
                        <m:r>
                          <a:rPr lang="en-US" altLang="zh-TW" b="0" i="1" smtClean="0">
                            <a:latin typeface="Cambria Math" panose="02040503050406030204" pitchFamily="18" charset="0"/>
                            <a:cs typeface="Times New Roman" panose="02020603050405020304" pitchFamily="18" charset="0"/>
                          </a:rPr>
                          <m:t>3</m:t>
                        </m:r>
                      </m:oMath>
                    </m:oMathPara>
                  </a14:m>
                  <a:endParaRPr lang="zh-TW" altLang="en-US" dirty="0">
                    <a:latin typeface="Times New Roman" panose="02020603050405020304" pitchFamily="18" charset="0"/>
                    <a:cs typeface="Times New Roman" panose="02020603050405020304" pitchFamily="18" charset="0"/>
                  </a:endParaRPr>
                </a:p>
              </p:txBody>
            </p:sp>
          </mc:Choice>
          <mc:Fallback xmlns="">
            <p:sp>
              <p:nvSpPr>
                <p:cNvPr id="145" name="文字方塊 144">
                  <a:extLst>
                    <a:ext uri="{FF2B5EF4-FFF2-40B4-BE49-F238E27FC236}">
                      <a16:creationId xmlns:a16="http://schemas.microsoft.com/office/drawing/2014/main" id="{AF05DB13-686B-42A1-BB58-C2712AD6DFC6}"/>
                    </a:ext>
                  </a:extLst>
                </p:cNvPr>
                <p:cNvSpPr txBox="1">
                  <a:spLocks noRot="1" noChangeAspect="1" noMove="1" noResize="1" noEditPoints="1" noAdjustHandles="1" noChangeArrowheads="1" noChangeShapeType="1" noTextEdit="1"/>
                </p:cNvSpPr>
                <p:nvPr/>
              </p:nvSpPr>
              <p:spPr>
                <a:xfrm>
                  <a:off x="5229470" y="3593256"/>
                  <a:ext cx="315690" cy="369332"/>
                </a:xfrm>
                <a:prstGeom prst="rect">
                  <a:avLst/>
                </a:prstGeom>
                <a:blipFill>
                  <a:blip r:embed="rId60"/>
                  <a:stretch>
                    <a:fillRect r="-9615"/>
                  </a:stretch>
                </a:blipFill>
              </p:spPr>
              <p:txBody>
                <a:bodyPr/>
                <a:lstStyle/>
                <a:p>
                  <a:r>
                    <a:rPr lang="zh-TW" altLang="en-US">
                      <a:noFill/>
                    </a:rPr>
                    <a:t> </a:t>
                  </a:r>
                </a:p>
              </p:txBody>
            </p:sp>
          </mc:Fallback>
        </mc:AlternateContent>
      </p:grpSp>
      <p:sp>
        <p:nvSpPr>
          <p:cNvPr id="10" name="橢圓 9">
            <a:extLst>
              <a:ext uri="{FF2B5EF4-FFF2-40B4-BE49-F238E27FC236}">
                <a16:creationId xmlns:a16="http://schemas.microsoft.com/office/drawing/2014/main" id="{0D36056C-8651-4EC8-ACDA-E7FC96922E41}"/>
              </a:ext>
            </a:extLst>
          </p:cNvPr>
          <p:cNvSpPr/>
          <p:nvPr/>
        </p:nvSpPr>
        <p:spPr>
          <a:xfrm>
            <a:off x="504519" y="2761382"/>
            <a:ext cx="551723" cy="100584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147" name="文字方塊 146">
                <a:extLst>
                  <a:ext uri="{FF2B5EF4-FFF2-40B4-BE49-F238E27FC236}">
                    <a16:creationId xmlns:a16="http://schemas.microsoft.com/office/drawing/2014/main" id="{FE8AA8F1-D8CF-42A9-8734-9917942D5242}"/>
                  </a:ext>
                </a:extLst>
              </p:cNvPr>
              <p:cNvSpPr txBox="1"/>
              <p:nvPr/>
            </p:nvSpPr>
            <p:spPr>
              <a:xfrm>
                <a:off x="2585385" y="931658"/>
                <a:ext cx="404278"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2000" b="0" i="0" smtClean="0">
                          <a:solidFill>
                            <a:srgbClr val="FF0000"/>
                          </a:solidFill>
                          <a:latin typeface="Cambria Math" panose="02040503050406030204" pitchFamily="18" charset="0"/>
                          <a:cs typeface="Times New Roman" panose="02020603050405020304" pitchFamily="18" charset="0"/>
                        </a:rPr>
                        <m:t>V</m:t>
                      </m:r>
                    </m:oMath>
                  </m:oMathPara>
                </a14:m>
                <a:endParaRPr lang="zh-TW" altLang="en-US" sz="2000" dirty="0">
                  <a:solidFill>
                    <a:srgbClr val="FF0000"/>
                  </a:solidFill>
                  <a:latin typeface="Times New Roman" panose="02020603050405020304" pitchFamily="18" charset="0"/>
                  <a:cs typeface="Times New Roman" panose="02020603050405020304" pitchFamily="18" charset="0"/>
                </a:endParaRPr>
              </a:p>
            </p:txBody>
          </p:sp>
        </mc:Choice>
        <mc:Fallback xmlns="">
          <p:sp>
            <p:nvSpPr>
              <p:cNvPr id="147" name="文字方塊 146">
                <a:extLst>
                  <a:ext uri="{FF2B5EF4-FFF2-40B4-BE49-F238E27FC236}">
                    <a16:creationId xmlns:a16="http://schemas.microsoft.com/office/drawing/2014/main" id="{FE8AA8F1-D8CF-42A9-8734-9917942D5242}"/>
                  </a:ext>
                </a:extLst>
              </p:cNvPr>
              <p:cNvSpPr txBox="1">
                <a:spLocks noRot="1" noChangeAspect="1" noMove="1" noResize="1" noEditPoints="1" noAdjustHandles="1" noChangeArrowheads="1" noChangeShapeType="1" noTextEdit="1"/>
              </p:cNvSpPr>
              <p:nvPr/>
            </p:nvSpPr>
            <p:spPr>
              <a:xfrm>
                <a:off x="2585385" y="931658"/>
                <a:ext cx="404278" cy="400110"/>
              </a:xfrm>
              <a:prstGeom prst="rect">
                <a:avLst/>
              </a:prstGeom>
              <a:blipFill>
                <a:blip r:embed="rId69"/>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48" name="文字方塊 147">
                <a:extLst>
                  <a:ext uri="{FF2B5EF4-FFF2-40B4-BE49-F238E27FC236}">
                    <a16:creationId xmlns:a16="http://schemas.microsoft.com/office/drawing/2014/main" id="{099E250C-142B-4772-8D43-C597CD49318B}"/>
                  </a:ext>
                </a:extLst>
              </p:cNvPr>
              <p:cNvSpPr txBox="1"/>
              <p:nvPr/>
            </p:nvSpPr>
            <p:spPr>
              <a:xfrm>
                <a:off x="2891684" y="931658"/>
                <a:ext cx="404278"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2000" b="0" i="0" smtClean="0">
                          <a:solidFill>
                            <a:srgbClr val="FF0000"/>
                          </a:solidFill>
                          <a:latin typeface="Cambria Math" panose="02040503050406030204" pitchFamily="18" charset="0"/>
                          <a:cs typeface="Times New Roman" panose="02020603050405020304" pitchFamily="18" charset="0"/>
                        </a:rPr>
                        <m:t>V</m:t>
                      </m:r>
                    </m:oMath>
                  </m:oMathPara>
                </a14:m>
                <a:endParaRPr lang="zh-TW" altLang="en-US" sz="2000" dirty="0">
                  <a:solidFill>
                    <a:srgbClr val="FF0000"/>
                  </a:solidFill>
                  <a:latin typeface="Times New Roman" panose="02020603050405020304" pitchFamily="18" charset="0"/>
                  <a:cs typeface="Times New Roman" panose="02020603050405020304" pitchFamily="18" charset="0"/>
                </a:endParaRPr>
              </a:p>
            </p:txBody>
          </p:sp>
        </mc:Choice>
        <mc:Fallback xmlns="">
          <p:sp>
            <p:nvSpPr>
              <p:cNvPr id="148" name="文字方塊 147">
                <a:extLst>
                  <a:ext uri="{FF2B5EF4-FFF2-40B4-BE49-F238E27FC236}">
                    <a16:creationId xmlns:a16="http://schemas.microsoft.com/office/drawing/2014/main" id="{099E250C-142B-4772-8D43-C597CD49318B}"/>
                  </a:ext>
                </a:extLst>
              </p:cNvPr>
              <p:cNvSpPr txBox="1">
                <a:spLocks noRot="1" noChangeAspect="1" noMove="1" noResize="1" noEditPoints="1" noAdjustHandles="1" noChangeArrowheads="1" noChangeShapeType="1" noTextEdit="1"/>
              </p:cNvSpPr>
              <p:nvPr/>
            </p:nvSpPr>
            <p:spPr>
              <a:xfrm>
                <a:off x="2891684" y="931658"/>
                <a:ext cx="404278" cy="400110"/>
              </a:xfrm>
              <a:prstGeom prst="rect">
                <a:avLst/>
              </a:prstGeom>
              <a:blipFill>
                <a:blip r:embed="rId70"/>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49" name="文字方塊 148">
                <a:extLst>
                  <a:ext uri="{FF2B5EF4-FFF2-40B4-BE49-F238E27FC236}">
                    <a16:creationId xmlns:a16="http://schemas.microsoft.com/office/drawing/2014/main" id="{7E9CF4DC-D559-45FF-A3D7-CE014006F9C5}"/>
                  </a:ext>
                </a:extLst>
              </p:cNvPr>
              <p:cNvSpPr txBox="1"/>
              <p:nvPr/>
            </p:nvSpPr>
            <p:spPr>
              <a:xfrm>
                <a:off x="3228337" y="931658"/>
                <a:ext cx="404278"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2000" b="0" i="0" smtClean="0">
                          <a:solidFill>
                            <a:srgbClr val="FF0000"/>
                          </a:solidFill>
                          <a:latin typeface="Cambria Math" panose="02040503050406030204" pitchFamily="18" charset="0"/>
                          <a:cs typeface="Times New Roman" panose="02020603050405020304" pitchFamily="18" charset="0"/>
                        </a:rPr>
                        <m:t>V</m:t>
                      </m:r>
                    </m:oMath>
                  </m:oMathPara>
                </a14:m>
                <a:endParaRPr lang="zh-TW" altLang="en-US" sz="2000" dirty="0">
                  <a:solidFill>
                    <a:srgbClr val="FF0000"/>
                  </a:solidFill>
                  <a:latin typeface="Times New Roman" panose="02020603050405020304" pitchFamily="18" charset="0"/>
                  <a:cs typeface="Times New Roman" panose="02020603050405020304" pitchFamily="18" charset="0"/>
                </a:endParaRPr>
              </a:p>
            </p:txBody>
          </p:sp>
        </mc:Choice>
        <mc:Fallback xmlns="">
          <p:sp>
            <p:nvSpPr>
              <p:cNvPr id="149" name="文字方塊 148">
                <a:extLst>
                  <a:ext uri="{FF2B5EF4-FFF2-40B4-BE49-F238E27FC236}">
                    <a16:creationId xmlns:a16="http://schemas.microsoft.com/office/drawing/2014/main" id="{7E9CF4DC-D559-45FF-A3D7-CE014006F9C5}"/>
                  </a:ext>
                </a:extLst>
              </p:cNvPr>
              <p:cNvSpPr txBox="1">
                <a:spLocks noRot="1" noChangeAspect="1" noMove="1" noResize="1" noEditPoints="1" noAdjustHandles="1" noChangeArrowheads="1" noChangeShapeType="1" noTextEdit="1"/>
              </p:cNvSpPr>
              <p:nvPr/>
            </p:nvSpPr>
            <p:spPr>
              <a:xfrm>
                <a:off x="3228337" y="931658"/>
                <a:ext cx="404278" cy="400110"/>
              </a:xfrm>
              <a:prstGeom prst="rect">
                <a:avLst/>
              </a:prstGeom>
              <a:blipFill>
                <a:blip r:embed="rId71"/>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50" name="文字方塊 149">
                <a:extLst>
                  <a:ext uri="{FF2B5EF4-FFF2-40B4-BE49-F238E27FC236}">
                    <a16:creationId xmlns:a16="http://schemas.microsoft.com/office/drawing/2014/main" id="{F22B25EA-603B-40CA-9CA4-8C5191DABBD5}"/>
                  </a:ext>
                </a:extLst>
              </p:cNvPr>
              <p:cNvSpPr txBox="1"/>
              <p:nvPr/>
            </p:nvSpPr>
            <p:spPr>
              <a:xfrm>
                <a:off x="3548760" y="931658"/>
                <a:ext cx="404278"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2000" b="0" i="0" smtClean="0">
                          <a:solidFill>
                            <a:srgbClr val="FF0000"/>
                          </a:solidFill>
                          <a:latin typeface="Cambria Math" panose="02040503050406030204" pitchFamily="18" charset="0"/>
                          <a:cs typeface="Times New Roman" panose="02020603050405020304" pitchFamily="18" charset="0"/>
                        </a:rPr>
                        <m:t>V</m:t>
                      </m:r>
                    </m:oMath>
                  </m:oMathPara>
                </a14:m>
                <a:endParaRPr lang="zh-TW" altLang="en-US" sz="2000" dirty="0">
                  <a:solidFill>
                    <a:srgbClr val="FF0000"/>
                  </a:solidFill>
                  <a:latin typeface="Times New Roman" panose="02020603050405020304" pitchFamily="18" charset="0"/>
                  <a:cs typeface="Times New Roman" panose="02020603050405020304" pitchFamily="18" charset="0"/>
                </a:endParaRPr>
              </a:p>
            </p:txBody>
          </p:sp>
        </mc:Choice>
        <mc:Fallback xmlns="">
          <p:sp>
            <p:nvSpPr>
              <p:cNvPr id="150" name="文字方塊 149">
                <a:extLst>
                  <a:ext uri="{FF2B5EF4-FFF2-40B4-BE49-F238E27FC236}">
                    <a16:creationId xmlns:a16="http://schemas.microsoft.com/office/drawing/2014/main" id="{F22B25EA-603B-40CA-9CA4-8C5191DABBD5}"/>
                  </a:ext>
                </a:extLst>
              </p:cNvPr>
              <p:cNvSpPr txBox="1">
                <a:spLocks noRot="1" noChangeAspect="1" noMove="1" noResize="1" noEditPoints="1" noAdjustHandles="1" noChangeArrowheads="1" noChangeShapeType="1" noTextEdit="1"/>
              </p:cNvSpPr>
              <p:nvPr/>
            </p:nvSpPr>
            <p:spPr>
              <a:xfrm>
                <a:off x="3548760" y="931658"/>
                <a:ext cx="404278" cy="400110"/>
              </a:xfrm>
              <a:prstGeom prst="rect">
                <a:avLst/>
              </a:prstGeom>
              <a:blipFill>
                <a:blip r:embed="rId72"/>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51" name="文字方塊 150">
                <a:extLst>
                  <a:ext uri="{FF2B5EF4-FFF2-40B4-BE49-F238E27FC236}">
                    <a16:creationId xmlns:a16="http://schemas.microsoft.com/office/drawing/2014/main" id="{9515B0CD-C3AF-431A-94BF-E99731ED6C50}"/>
                  </a:ext>
                </a:extLst>
              </p:cNvPr>
              <p:cNvSpPr txBox="1"/>
              <p:nvPr/>
            </p:nvSpPr>
            <p:spPr>
              <a:xfrm>
                <a:off x="3878229" y="931658"/>
                <a:ext cx="404278"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2000" b="0" i="0" smtClean="0">
                          <a:solidFill>
                            <a:srgbClr val="FF0000"/>
                          </a:solidFill>
                          <a:latin typeface="Cambria Math" panose="02040503050406030204" pitchFamily="18" charset="0"/>
                          <a:cs typeface="Times New Roman" panose="02020603050405020304" pitchFamily="18" charset="0"/>
                        </a:rPr>
                        <m:t>V</m:t>
                      </m:r>
                    </m:oMath>
                  </m:oMathPara>
                </a14:m>
                <a:endParaRPr lang="zh-TW" altLang="en-US" sz="2000" dirty="0">
                  <a:solidFill>
                    <a:srgbClr val="FF0000"/>
                  </a:solidFill>
                  <a:latin typeface="Times New Roman" panose="02020603050405020304" pitchFamily="18" charset="0"/>
                  <a:cs typeface="Times New Roman" panose="02020603050405020304" pitchFamily="18" charset="0"/>
                </a:endParaRPr>
              </a:p>
            </p:txBody>
          </p:sp>
        </mc:Choice>
        <mc:Fallback xmlns="">
          <p:sp>
            <p:nvSpPr>
              <p:cNvPr id="151" name="文字方塊 150">
                <a:extLst>
                  <a:ext uri="{FF2B5EF4-FFF2-40B4-BE49-F238E27FC236}">
                    <a16:creationId xmlns:a16="http://schemas.microsoft.com/office/drawing/2014/main" id="{9515B0CD-C3AF-431A-94BF-E99731ED6C50}"/>
                  </a:ext>
                </a:extLst>
              </p:cNvPr>
              <p:cNvSpPr txBox="1">
                <a:spLocks noRot="1" noChangeAspect="1" noMove="1" noResize="1" noEditPoints="1" noAdjustHandles="1" noChangeArrowheads="1" noChangeShapeType="1" noTextEdit="1"/>
              </p:cNvSpPr>
              <p:nvPr/>
            </p:nvSpPr>
            <p:spPr>
              <a:xfrm>
                <a:off x="3878229" y="931658"/>
                <a:ext cx="404278" cy="400110"/>
              </a:xfrm>
              <a:prstGeom prst="rect">
                <a:avLst/>
              </a:prstGeom>
              <a:blipFill>
                <a:blip r:embed="rId73"/>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52" name="文字方塊 151">
                <a:extLst>
                  <a:ext uri="{FF2B5EF4-FFF2-40B4-BE49-F238E27FC236}">
                    <a16:creationId xmlns:a16="http://schemas.microsoft.com/office/drawing/2014/main" id="{CA12D9BC-EB44-4BDF-AF3F-61C4712DDEBE}"/>
                  </a:ext>
                </a:extLst>
              </p:cNvPr>
              <p:cNvSpPr txBox="1"/>
              <p:nvPr/>
            </p:nvSpPr>
            <p:spPr>
              <a:xfrm>
                <a:off x="4210296" y="931658"/>
                <a:ext cx="404278"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2000" b="0" i="0" smtClean="0">
                          <a:solidFill>
                            <a:srgbClr val="FF0000"/>
                          </a:solidFill>
                          <a:latin typeface="Cambria Math" panose="02040503050406030204" pitchFamily="18" charset="0"/>
                          <a:cs typeface="Times New Roman" panose="02020603050405020304" pitchFamily="18" charset="0"/>
                        </a:rPr>
                        <m:t>V</m:t>
                      </m:r>
                    </m:oMath>
                  </m:oMathPara>
                </a14:m>
                <a:endParaRPr lang="zh-TW" altLang="en-US" sz="2000" dirty="0">
                  <a:solidFill>
                    <a:srgbClr val="FF0000"/>
                  </a:solidFill>
                  <a:latin typeface="Times New Roman" panose="02020603050405020304" pitchFamily="18" charset="0"/>
                  <a:cs typeface="Times New Roman" panose="02020603050405020304" pitchFamily="18" charset="0"/>
                </a:endParaRPr>
              </a:p>
            </p:txBody>
          </p:sp>
        </mc:Choice>
        <mc:Fallback xmlns="">
          <p:sp>
            <p:nvSpPr>
              <p:cNvPr id="152" name="文字方塊 151">
                <a:extLst>
                  <a:ext uri="{FF2B5EF4-FFF2-40B4-BE49-F238E27FC236}">
                    <a16:creationId xmlns:a16="http://schemas.microsoft.com/office/drawing/2014/main" id="{CA12D9BC-EB44-4BDF-AF3F-61C4712DDEBE}"/>
                  </a:ext>
                </a:extLst>
              </p:cNvPr>
              <p:cNvSpPr txBox="1">
                <a:spLocks noRot="1" noChangeAspect="1" noMove="1" noResize="1" noEditPoints="1" noAdjustHandles="1" noChangeArrowheads="1" noChangeShapeType="1" noTextEdit="1"/>
              </p:cNvSpPr>
              <p:nvPr/>
            </p:nvSpPr>
            <p:spPr>
              <a:xfrm>
                <a:off x="4210296" y="931658"/>
                <a:ext cx="404278" cy="400110"/>
              </a:xfrm>
              <a:prstGeom prst="rect">
                <a:avLst/>
              </a:prstGeom>
              <a:blipFill>
                <a:blip r:embed="rId74"/>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53" name="文字方塊 152">
                <a:extLst>
                  <a:ext uri="{FF2B5EF4-FFF2-40B4-BE49-F238E27FC236}">
                    <a16:creationId xmlns:a16="http://schemas.microsoft.com/office/drawing/2014/main" id="{6D80A9F5-1A99-4CBF-A09D-E757D99B0ACA}"/>
                  </a:ext>
                </a:extLst>
              </p:cNvPr>
              <p:cNvSpPr txBox="1"/>
              <p:nvPr/>
            </p:nvSpPr>
            <p:spPr>
              <a:xfrm>
                <a:off x="4521181" y="931658"/>
                <a:ext cx="404278"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2000" b="0" i="0" smtClean="0">
                          <a:solidFill>
                            <a:srgbClr val="FF0000"/>
                          </a:solidFill>
                          <a:latin typeface="Cambria Math" panose="02040503050406030204" pitchFamily="18" charset="0"/>
                          <a:cs typeface="Times New Roman" panose="02020603050405020304" pitchFamily="18" charset="0"/>
                        </a:rPr>
                        <m:t>V</m:t>
                      </m:r>
                    </m:oMath>
                  </m:oMathPara>
                </a14:m>
                <a:endParaRPr lang="zh-TW" altLang="en-US" sz="2000" dirty="0">
                  <a:solidFill>
                    <a:srgbClr val="FF0000"/>
                  </a:solidFill>
                  <a:latin typeface="Times New Roman" panose="02020603050405020304" pitchFamily="18" charset="0"/>
                  <a:cs typeface="Times New Roman" panose="02020603050405020304" pitchFamily="18" charset="0"/>
                </a:endParaRPr>
              </a:p>
            </p:txBody>
          </p:sp>
        </mc:Choice>
        <mc:Fallback xmlns="">
          <p:sp>
            <p:nvSpPr>
              <p:cNvPr id="153" name="文字方塊 152">
                <a:extLst>
                  <a:ext uri="{FF2B5EF4-FFF2-40B4-BE49-F238E27FC236}">
                    <a16:creationId xmlns:a16="http://schemas.microsoft.com/office/drawing/2014/main" id="{6D80A9F5-1A99-4CBF-A09D-E757D99B0ACA}"/>
                  </a:ext>
                </a:extLst>
              </p:cNvPr>
              <p:cNvSpPr txBox="1">
                <a:spLocks noRot="1" noChangeAspect="1" noMove="1" noResize="1" noEditPoints="1" noAdjustHandles="1" noChangeArrowheads="1" noChangeShapeType="1" noTextEdit="1"/>
              </p:cNvSpPr>
              <p:nvPr/>
            </p:nvSpPr>
            <p:spPr>
              <a:xfrm>
                <a:off x="4521181" y="931658"/>
                <a:ext cx="404278" cy="400110"/>
              </a:xfrm>
              <a:prstGeom prst="rect">
                <a:avLst/>
              </a:prstGeom>
              <a:blipFill>
                <a:blip r:embed="rId74"/>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54" name="文字方塊 153">
                <a:extLst>
                  <a:ext uri="{FF2B5EF4-FFF2-40B4-BE49-F238E27FC236}">
                    <a16:creationId xmlns:a16="http://schemas.microsoft.com/office/drawing/2014/main" id="{FD3135F5-2619-4902-8677-DBC393812E65}"/>
                  </a:ext>
                </a:extLst>
              </p:cNvPr>
              <p:cNvSpPr txBox="1"/>
              <p:nvPr/>
            </p:nvSpPr>
            <p:spPr>
              <a:xfrm>
                <a:off x="4871959" y="931658"/>
                <a:ext cx="404278"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2000" b="0" i="0" smtClean="0">
                          <a:solidFill>
                            <a:srgbClr val="FF0000"/>
                          </a:solidFill>
                          <a:latin typeface="Cambria Math" panose="02040503050406030204" pitchFamily="18" charset="0"/>
                          <a:cs typeface="Times New Roman" panose="02020603050405020304" pitchFamily="18" charset="0"/>
                        </a:rPr>
                        <m:t>V</m:t>
                      </m:r>
                    </m:oMath>
                  </m:oMathPara>
                </a14:m>
                <a:endParaRPr lang="zh-TW" altLang="en-US" sz="2000" dirty="0">
                  <a:solidFill>
                    <a:srgbClr val="FF0000"/>
                  </a:solidFill>
                  <a:latin typeface="Times New Roman" panose="02020603050405020304" pitchFamily="18" charset="0"/>
                  <a:cs typeface="Times New Roman" panose="02020603050405020304" pitchFamily="18" charset="0"/>
                </a:endParaRPr>
              </a:p>
            </p:txBody>
          </p:sp>
        </mc:Choice>
        <mc:Fallback xmlns="">
          <p:sp>
            <p:nvSpPr>
              <p:cNvPr id="154" name="文字方塊 153">
                <a:extLst>
                  <a:ext uri="{FF2B5EF4-FFF2-40B4-BE49-F238E27FC236}">
                    <a16:creationId xmlns:a16="http://schemas.microsoft.com/office/drawing/2014/main" id="{FD3135F5-2619-4902-8677-DBC393812E65}"/>
                  </a:ext>
                </a:extLst>
              </p:cNvPr>
              <p:cNvSpPr txBox="1">
                <a:spLocks noRot="1" noChangeAspect="1" noMove="1" noResize="1" noEditPoints="1" noAdjustHandles="1" noChangeArrowheads="1" noChangeShapeType="1" noTextEdit="1"/>
              </p:cNvSpPr>
              <p:nvPr/>
            </p:nvSpPr>
            <p:spPr>
              <a:xfrm>
                <a:off x="4871959" y="931658"/>
                <a:ext cx="404278" cy="400110"/>
              </a:xfrm>
              <a:prstGeom prst="rect">
                <a:avLst/>
              </a:prstGeom>
              <a:blipFill>
                <a:blip r:embed="rId75"/>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55" name="文字方塊 154">
                <a:extLst>
                  <a:ext uri="{FF2B5EF4-FFF2-40B4-BE49-F238E27FC236}">
                    <a16:creationId xmlns:a16="http://schemas.microsoft.com/office/drawing/2014/main" id="{0EEF8007-2913-49EB-B203-05A77F966739}"/>
                  </a:ext>
                </a:extLst>
              </p:cNvPr>
              <p:cNvSpPr txBox="1"/>
              <p:nvPr/>
            </p:nvSpPr>
            <p:spPr>
              <a:xfrm>
                <a:off x="5202633" y="931658"/>
                <a:ext cx="404278"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2000" b="0" i="0" smtClean="0">
                          <a:solidFill>
                            <a:srgbClr val="FF0000"/>
                          </a:solidFill>
                          <a:latin typeface="Cambria Math" panose="02040503050406030204" pitchFamily="18" charset="0"/>
                          <a:cs typeface="Times New Roman" panose="02020603050405020304" pitchFamily="18" charset="0"/>
                        </a:rPr>
                        <m:t>V</m:t>
                      </m:r>
                    </m:oMath>
                  </m:oMathPara>
                </a14:m>
                <a:endParaRPr lang="zh-TW" altLang="en-US" sz="2000" dirty="0">
                  <a:solidFill>
                    <a:srgbClr val="FF0000"/>
                  </a:solidFill>
                  <a:latin typeface="Times New Roman" panose="02020603050405020304" pitchFamily="18" charset="0"/>
                  <a:cs typeface="Times New Roman" panose="02020603050405020304" pitchFamily="18" charset="0"/>
                </a:endParaRPr>
              </a:p>
            </p:txBody>
          </p:sp>
        </mc:Choice>
        <mc:Fallback xmlns="">
          <p:sp>
            <p:nvSpPr>
              <p:cNvPr id="155" name="文字方塊 154">
                <a:extLst>
                  <a:ext uri="{FF2B5EF4-FFF2-40B4-BE49-F238E27FC236}">
                    <a16:creationId xmlns:a16="http://schemas.microsoft.com/office/drawing/2014/main" id="{0EEF8007-2913-49EB-B203-05A77F966739}"/>
                  </a:ext>
                </a:extLst>
              </p:cNvPr>
              <p:cNvSpPr txBox="1">
                <a:spLocks noRot="1" noChangeAspect="1" noMove="1" noResize="1" noEditPoints="1" noAdjustHandles="1" noChangeArrowheads="1" noChangeShapeType="1" noTextEdit="1"/>
              </p:cNvSpPr>
              <p:nvPr/>
            </p:nvSpPr>
            <p:spPr>
              <a:xfrm>
                <a:off x="5202633" y="931658"/>
                <a:ext cx="404278" cy="400110"/>
              </a:xfrm>
              <a:prstGeom prst="rect">
                <a:avLst/>
              </a:prstGeom>
              <a:blipFill>
                <a:blip r:embed="rId76"/>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56" name="文字方塊 155">
                <a:extLst>
                  <a:ext uri="{FF2B5EF4-FFF2-40B4-BE49-F238E27FC236}">
                    <a16:creationId xmlns:a16="http://schemas.microsoft.com/office/drawing/2014/main" id="{89078ADB-BF6D-44C8-B0DE-32D47C2B7238}"/>
                  </a:ext>
                </a:extLst>
              </p:cNvPr>
              <p:cNvSpPr txBox="1"/>
              <p:nvPr/>
            </p:nvSpPr>
            <p:spPr>
              <a:xfrm>
                <a:off x="5959549" y="931658"/>
                <a:ext cx="845103"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TW" sz="2000" b="1" i="0" smtClean="0">
                          <a:solidFill>
                            <a:srgbClr val="002060"/>
                          </a:solidFill>
                          <a:latin typeface="Cambria Math" panose="02040503050406030204" pitchFamily="18" charset="0"/>
                          <a:cs typeface="Times New Roman" panose="02020603050405020304" pitchFamily="18" charset="0"/>
                        </a:rPr>
                        <m:t>𝐔𝐬𝐞𝐝</m:t>
                      </m:r>
                    </m:oMath>
                  </m:oMathPara>
                </a14:m>
                <a:endParaRPr lang="zh-TW" altLang="en-US" sz="2000" b="1" dirty="0">
                  <a:solidFill>
                    <a:srgbClr val="002060"/>
                  </a:solidFill>
                  <a:latin typeface="Times New Roman" panose="02020603050405020304" pitchFamily="18" charset="0"/>
                  <a:cs typeface="Times New Roman" panose="02020603050405020304" pitchFamily="18" charset="0"/>
                </a:endParaRPr>
              </a:p>
            </p:txBody>
          </p:sp>
        </mc:Choice>
        <mc:Fallback xmlns="">
          <p:sp>
            <p:nvSpPr>
              <p:cNvPr id="156" name="文字方塊 155">
                <a:extLst>
                  <a:ext uri="{FF2B5EF4-FFF2-40B4-BE49-F238E27FC236}">
                    <a16:creationId xmlns:a16="http://schemas.microsoft.com/office/drawing/2014/main" id="{89078ADB-BF6D-44C8-B0DE-32D47C2B7238}"/>
                  </a:ext>
                </a:extLst>
              </p:cNvPr>
              <p:cNvSpPr txBox="1">
                <a:spLocks noRot="1" noChangeAspect="1" noMove="1" noResize="1" noEditPoints="1" noAdjustHandles="1" noChangeArrowheads="1" noChangeShapeType="1" noTextEdit="1"/>
              </p:cNvSpPr>
              <p:nvPr/>
            </p:nvSpPr>
            <p:spPr>
              <a:xfrm>
                <a:off x="5959549" y="931658"/>
                <a:ext cx="845103" cy="400110"/>
              </a:xfrm>
              <a:prstGeom prst="rect">
                <a:avLst/>
              </a:prstGeom>
              <a:blipFill>
                <a:blip r:embed="rId77"/>
                <a:stretch>
                  <a:fillRect/>
                </a:stretch>
              </a:blipFill>
            </p:spPr>
            <p:txBody>
              <a:bodyPr/>
              <a:lstStyle/>
              <a:p>
                <a:r>
                  <a:rPr lang="zh-TW" altLang="en-US">
                    <a:noFill/>
                  </a:rPr>
                  <a:t> </a:t>
                </a:r>
              </a:p>
            </p:txBody>
          </p:sp>
        </mc:Fallback>
      </mc:AlternateContent>
      <p:sp>
        <p:nvSpPr>
          <p:cNvPr id="157" name="橢圓 156">
            <a:extLst>
              <a:ext uri="{FF2B5EF4-FFF2-40B4-BE49-F238E27FC236}">
                <a16:creationId xmlns:a16="http://schemas.microsoft.com/office/drawing/2014/main" id="{EFE02533-41B7-47C3-AA75-FFAB25C58EE1}"/>
              </a:ext>
            </a:extLst>
          </p:cNvPr>
          <p:cNvSpPr/>
          <p:nvPr/>
        </p:nvSpPr>
        <p:spPr>
          <a:xfrm>
            <a:off x="1843039" y="2424681"/>
            <a:ext cx="827077" cy="1402072"/>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58" name="橢圓 157">
            <a:extLst>
              <a:ext uri="{FF2B5EF4-FFF2-40B4-BE49-F238E27FC236}">
                <a16:creationId xmlns:a16="http://schemas.microsoft.com/office/drawing/2014/main" id="{0BDE6679-796D-4597-BDBC-B0F79D293C16}"/>
              </a:ext>
            </a:extLst>
          </p:cNvPr>
          <p:cNvSpPr/>
          <p:nvPr/>
        </p:nvSpPr>
        <p:spPr>
          <a:xfrm>
            <a:off x="3388144" y="2424681"/>
            <a:ext cx="967797" cy="1402072"/>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59" name="橢圓 158">
            <a:extLst>
              <a:ext uri="{FF2B5EF4-FFF2-40B4-BE49-F238E27FC236}">
                <a16:creationId xmlns:a16="http://schemas.microsoft.com/office/drawing/2014/main" id="{F9962EDA-DA10-4E1C-BC9D-D266FC9357C2}"/>
              </a:ext>
            </a:extLst>
          </p:cNvPr>
          <p:cNvSpPr/>
          <p:nvPr/>
        </p:nvSpPr>
        <p:spPr>
          <a:xfrm>
            <a:off x="5079526" y="2129078"/>
            <a:ext cx="1214158" cy="1697675"/>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60" name="橢圓 159">
            <a:extLst>
              <a:ext uri="{FF2B5EF4-FFF2-40B4-BE49-F238E27FC236}">
                <a16:creationId xmlns:a16="http://schemas.microsoft.com/office/drawing/2014/main" id="{9702642B-6567-463F-9B44-8A0ECFB1C5D7}"/>
              </a:ext>
            </a:extLst>
          </p:cNvPr>
          <p:cNvSpPr/>
          <p:nvPr/>
        </p:nvSpPr>
        <p:spPr>
          <a:xfrm>
            <a:off x="1026107" y="4111416"/>
            <a:ext cx="1214158" cy="1697675"/>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61" name="橢圓 160">
            <a:extLst>
              <a:ext uri="{FF2B5EF4-FFF2-40B4-BE49-F238E27FC236}">
                <a16:creationId xmlns:a16="http://schemas.microsoft.com/office/drawing/2014/main" id="{C421861F-4026-4EAE-8120-FEDCC927AE98}"/>
              </a:ext>
            </a:extLst>
          </p:cNvPr>
          <p:cNvSpPr/>
          <p:nvPr/>
        </p:nvSpPr>
        <p:spPr>
          <a:xfrm>
            <a:off x="2915351" y="4111416"/>
            <a:ext cx="1287733" cy="1697675"/>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62" name="橢圓 161">
            <a:extLst>
              <a:ext uri="{FF2B5EF4-FFF2-40B4-BE49-F238E27FC236}">
                <a16:creationId xmlns:a16="http://schemas.microsoft.com/office/drawing/2014/main" id="{41558763-B79E-46AA-9708-275D92858E14}"/>
              </a:ext>
            </a:extLst>
          </p:cNvPr>
          <p:cNvSpPr/>
          <p:nvPr/>
        </p:nvSpPr>
        <p:spPr>
          <a:xfrm>
            <a:off x="4835643" y="4111416"/>
            <a:ext cx="1443237" cy="1697675"/>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63" name="橢圓 162">
            <a:extLst>
              <a:ext uri="{FF2B5EF4-FFF2-40B4-BE49-F238E27FC236}">
                <a16:creationId xmlns:a16="http://schemas.microsoft.com/office/drawing/2014/main" id="{68AB9ED1-CABB-41B8-8E8C-F9B5BD550231}"/>
              </a:ext>
            </a:extLst>
          </p:cNvPr>
          <p:cNvSpPr/>
          <p:nvPr/>
        </p:nvSpPr>
        <p:spPr>
          <a:xfrm>
            <a:off x="6934610" y="4111416"/>
            <a:ext cx="1548539" cy="1697675"/>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33878080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par>
                                <p:cTn id="8" presetID="1" presetClass="entr" presetSubtype="0" fill="hold" grpId="0" nodeType="withEffect">
                                  <p:stCondLst>
                                    <p:cond delay="0"/>
                                  </p:stCondLst>
                                  <p:childTnLst>
                                    <p:set>
                                      <p:cBhvr>
                                        <p:cTn id="9" dur="1" fill="hold">
                                          <p:stCondLst>
                                            <p:cond delay="0"/>
                                          </p:stCondLst>
                                        </p:cTn>
                                        <p:tgtEl>
                                          <p:spTgt spid="147"/>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xit" presetSubtype="0" fill="hold" grpId="1" nodeType="clickEffect">
                                  <p:stCondLst>
                                    <p:cond delay="0"/>
                                  </p:stCondLst>
                                  <p:childTnLst>
                                    <p:set>
                                      <p:cBhvr>
                                        <p:cTn id="13" dur="1" fill="hold">
                                          <p:stCondLst>
                                            <p:cond delay="0"/>
                                          </p:stCondLst>
                                        </p:cTn>
                                        <p:tgtEl>
                                          <p:spTgt spid="10"/>
                                        </p:tgtEl>
                                        <p:attrNameLst>
                                          <p:attrName>style.visibility</p:attrName>
                                        </p:attrNameLst>
                                      </p:cBhvr>
                                      <p:to>
                                        <p:strVal val="hidden"/>
                                      </p:to>
                                    </p:set>
                                  </p:childTnLst>
                                </p:cTn>
                              </p:par>
                              <p:par>
                                <p:cTn id="14" presetID="10" presetClass="entr" presetSubtype="0" fill="hold" grpId="0" nodeType="withEffect">
                                  <p:stCondLst>
                                    <p:cond delay="0"/>
                                  </p:stCondLst>
                                  <p:childTnLst>
                                    <p:set>
                                      <p:cBhvr>
                                        <p:cTn id="15" dur="1" fill="hold">
                                          <p:stCondLst>
                                            <p:cond delay="0"/>
                                          </p:stCondLst>
                                        </p:cTn>
                                        <p:tgtEl>
                                          <p:spTgt spid="157"/>
                                        </p:tgtEl>
                                        <p:attrNameLst>
                                          <p:attrName>style.visibility</p:attrName>
                                        </p:attrNameLst>
                                      </p:cBhvr>
                                      <p:to>
                                        <p:strVal val="visible"/>
                                      </p:to>
                                    </p:set>
                                    <p:animEffect transition="in" filter="fade">
                                      <p:cBhvr>
                                        <p:cTn id="16" dur="500"/>
                                        <p:tgtEl>
                                          <p:spTgt spid="15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52"/>
                                        </p:tgtEl>
                                        <p:attrNameLst>
                                          <p:attrName>style.visibility</p:attrName>
                                        </p:attrNameLst>
                                      </p:cBhvr>
                                      <p:to>
                                        <p:strVal val="visible"/>
                                      </p:to>
                                    </p:set>
                                    <p:animEffect transition="in" filter="fade">
                                      <p:cBhvr>
                                        <p:cTn id="19" dur="500"/>
                                        <p:tgtEl>
                                          <p:spTgt spid="152"/>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xit" presetSubtype="0" fill="hold" grpId="1" nodeType="clickEffect">
                                  <p:stCondLst>
                                    <p:cond delay="0"/>
                                  </p:stCondLst>
                                  <p:childTnLst>
                                    <p:set>
                                      <p:cBhvr>
                                        <p:cTn id="23" dur="1" fill="hold">
                                          <p:stCondLst>
                                            <p:cond delay="0"/>
                                          </p:stCondLst>
                                        </p:cTn>
                                        <p:tgtEl>
                                          <p:spTgt spid="157"/>
                                        </p:tgtEl>
                                        <p:attrNameLst>
                                          <p:attrName>style.visibility</p:attrName>
                                        </p:attrNameLst>
                                      </p:cBhvr>
                                      <p:to>
                                        <p:strVal val="hidden"/>
                                      </p:to>
                                    </p:set>
                                  </p:childTnLst>
                                </p:cTn>
                              </p:par>
                              <p:par>
                                <p:cTn id="24" presetID="10" presetClass="entr" presetSubtype="0" fill="hold" grpId="0" nodeType="withEffect">
                                  <p:stCondLst>
                                    <p:cond delay="0"/>
                                  </p:stCondLst>
                                  <p:childTnLst>
                                    <p:set>
                                      <p:cBhvr>
                                        <p:cTn id="25" dur="1" fill="hold">
                                          <p:stCondLst>
                                            <p:cond delay="0"/>
                                          </p:stCondLst>
                                        </p:cTn>
                                        <p:tgtEl>
                                          <p:spTgt spid="158"/>
                                        </p:tgtEl>
                                        <p:attrNameLst>
                                          <p:attrName>style.visibility</p:attrName>
                                        </p:attrNameLst>
                                      </p:cBhvr>
                                      <p:to>
                                        <p:strVal val="visible"/>
                                      </p:to>
                                    </p:set>
                                    <p:animEffect transition="in" filter="fade">
                                      <p:cBhvr>
                                        <p:cTn id="26" dur="500"/>
                                        <p:tgtEl>
                                          <p:spTgt spid="158"/>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48"/>
                                        </p:tgtEl>
                                        <p:attrNameLst>
                                          <p:attrName>style.visibility</p:attrName>
                                        </p:attrNameLst>
                                      </p:cBhvr>
                                      <p:to>
                                        <p:strVal val="visible"/>
                                      </p:to>
                                    </p:set>
                                    <p:animEffect transition="in" filter="fade">
                                      <p:cBhvr>
                                        <p:cTn id="29" dur="500"/>
                                        <p:tgtEl>
                                          <p:spTgt spid="148"/>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xit" presetSubtype="0" fill="hold" grpId="1" nodeType="clickEffect">
                                  <p:stCondLst>
                                    <p:cond delay="0"/>
                                  </p:stCondLst>
                                  <p:childTnLst>
                                    <p:set>
                                      <p:cBhvr>
                                        <p:cTn id="33" dur="1" fill="hold">
                                          <p:stCondLst>
                                            <p:cond delay="0"/>
                                          </p:stCondLst>
                                        </p:cTn>
                                        <p:tgtEl>
                                          <p:spTgt spid="158"/>
                                        </p:tgtEl>
                                        <p:attrNameLst>
                                          <p:attrName>style.visibility</p:attrName>
                                        </p:attrNameLst>
                                      </p:cBhvr>
                                      <p:to>
                                        <p:strVal val="hidden"/>
                                      </p:to>
                                    </p:set>
                                  </p:childTnLst>
                                </p:cTn>
                              </p:par>
                              <p:par>
                                <p:cTn id="34" presetID="10" presetClass="entr" presetSubtype="0" fill="hold" grpId="0" nodeType="withEffect">
                                  <p:stCondLst>
                                    <p:cond delay="0"/>
                                  </p:stCondLst>
                                  <p:childTnLst>
                                    <p:set>
                                      <p:cBhvr>
                                        <p:cTn id="35" dur="1" fill="hold">
                                          <p:stCondLst>
                                            <p:cond delay="0"/>
                                          </p:stCondLst>
                                        </p:cTn>
                                        <p:tgtEl>
                                          <p:spTgt spid="159"/>
                                        </p:tgtEl>
                                        <p:attrNameLst>
                                          <p:attrName>style.visibility</p:attrName>
                                        </p:attrNameLst>
                                      </p:cBhvr>
                                      <p:to>
                                        <p:strVal val="visible"/>
                                      </p:to>
                                    </p:set>
                                    <p:animEffect transition="in" filter="fade">
                                      <p:cBhvr>
                                        <p:cTn id="36" dur="500"/>
                                        <p:tgtEl>
                                          <p:spTgt spid="159"/>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49"/>
                                        </p:tgtEl>
                                        <p:attrNameLst>
                                          <p:attrName>style.visibility</p:attrName>
                                        </p:attrNameLst>
                                      </p:cBhvr>
                                      <p:to>
                                        <p:strVal val="visible"/>
                                      </p:to>
                                    </p:set>
                                    <p:animEffect transition="in" filter="fade">
                                      <p:cBhvr>
                                        <p:cTn id="39" dur="500"/>
                                        <p:tgtEl>
                                          <p:spTgt spid="149"/>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55"/>
                                        </p:tgtEl>
                                        <p:attrNameLst>
                                          <p:attrName>style.visibility</p:attrName>
                                        </p:attrNameLst>
                                      </p:cBhvr>
                                      <p:to>
                                        <p:strVal val="visible"/>
                                      </p:to>
                                    </p:set>
                                    <p:animEffect transition="in" filter="fade">
                                      <p:cBhvr>
                                        <p:cTn id="42" dur="500"/>
                                        <p:tgtEl>
                                          <p:spTgt spid="155"/>
                                        </p:tgtEl>
                                      </p:cBhvr>
                                    </p:animEffect>
                                  </p:childTnLst>
                                </p:cTn>
                              </p:par>
                            </p:childTnLst>
                          </p:cTn>
                        </p:par>
                      </p:childTnLst>
                    </p:cTn>
                  </p:par>
                  <p:par>
                    <p:cTn id="43" fill="hold">
                      <p:stCondLst>
                        <p:cond delay="indefinite"/>
                      </p:stCondLst>
                      <p:childTnLst>
                        <p:par>
                          <p:cTn id="44" fill="hold">
                            <p:stCondLst>
                              <p:cond delay="0"/>
                            </p:stCondLst>
                            <p:childTnLst>
                              <p:par>
                                <p:cTn id="45" presetID="1" presetClass="exit" presetSubtype="0" fill="hold" grpId="1" nodeType="clickEffect">
                                  <p:stCondLst>
                                    <p:cond delay="0"/>
                                  </p:stCondLst>
                                  <p:childTnLst>
                                    <p:set>
                                      <p:cBhvr>
                                        <p:cTn id="46" dur="1" fill="hold">
                                          <p:stCondLst>
                                            <p:cond delay="0"/>
                                          </p:stCondLst>
                                        </p:cTn>
                                        <p:tgtEl>
                                          <p:spTgt spid="159"/>
                                        </p:tgtEl>
                                        <p:attrNameLst>
                                          <p:attrName>style.visibility</p:attrName>
                                        </p:attrNameLst>
                                      </p:cBhvr>
                                      <p:to>
                                        <p:strVal val="hidden"/>
                                      </p:to>
                                    </p:set>
                                  </p:childTnLst>
                                </p:cTn>
                              </p:par>
                              <p:par>
                                <p:cTn id="47" presetID="10" presetClass="entr" presetSubtype="0" fill="hold" grpId="0" nodeType="withEffect">
                                  <p:stCondLst>
                                    <p:cond delay="0"/>
                                  </p:stCondLst>
                                  <p:childTnLst>
                                    <p:set>
                                      <p:cBhvr>
                                        <p:cTn id="48" dur="1" fill="hold">
                                          <p:stCondLst>
                                            <p:cond delay="0"/>
                                          </p:stCondLst>
                                        </p:cTn>
                                        <p:tgtEl>
                                          <p:spTgt spid="160"/>
                                        </p:tgtEl>
                                        <p:attrNameLst>
                                          <p:attrName>style.visibility</p:attrName>
                                        </p:attrNameLst>
                                      </p:cBhvr>
                                      <p:to>
                                        <p:strVal val="visible"/>
                                      </p:to>
                                    </p:set>
                                    <p:animEffect transition="in" filter="fade">
                                      <p:cBhvr>
                                        <p:cTn id="49" dur="500"/>
                                        <p:tgtEl>
                                          <p:spTgt spid="160"/>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50"/>
                                        </p:tgtEl>
                                        <p:attrNameLst>
                                          <p:attrName>style.visibility</p:attrName>
                                        </p:attrNameLst>
                                      </p:cBhvr>
                                      <p:to>
                                        <p:strVal val="visible"/>
                                      </p:to>
                                    </p:set>
                                    <p:animEffect transition="in" filter="fade">
                                      <p:cBhvr>
                                        <p:cTn id="52" dur="500"/>
                                        <p:tgtEl>
                                          <p:spTgt spid="150"/>
                                        </p:tgtEl>
                                      </p:cBhvr>
                                    </p:animEffect>
                                  </p:childTnLst>
                                </p:cTn>
                              </p:par>
                            </p:childTnLst>
                          </p:cTn>
                        </p:par>
                      </p:childTnLst>
                    </p:cTn>
                  </p:par>
                  <p:par>
                    <p:cTn id="53" fill="hold">
                      <p:stCondLst>
                        <p:cond delay="indefinite"/>
                      </p:stCondLst>
                      <p:childTnLst>
                        <p:par>
                          <p:cTn id="54" fill="hold">
                            <p:stCondLst>
                              <p:cond delay="0"/>
                            </p:stCondLst>
                            <p:childTnLst>
                              <p:par>
                                <p:cTn id="55" presetID="1" presetClass="exit" presetSubtype="0" fill="hold" grpId="1" nodeType="clickEffect">
                                  <p:stCondLst>
                                    <p:cond delay="0"/>
                                  </p:stCondLst>
                                  <p:childTnLst>
                                    <p:set>
                                      <p:cBhvr>
                                        <p:cTn id="56" dur="1" fill="hold">
                                          <p:stCondLst>
                                            <p:cond delay="0"/>
                                          </p:stCondLst>
                                        </p:cTn>
                                        <p:tgtEl>
                                          <p:spTgt spid="160"/>
                                        </p:tgtEl>
                                        <p:attrNameLst>
                                          <p:attrName>style.visibility</p:attrName>
                                        </p:attrNameLst>
                                      </p:cBhvr>
                                      <p:to>
                                        <p:strVal val="hidden"/>
                                      </p:to>
                                    </p:set>
                                  </p:childTnLst>
                                </p:cTn>
                              </p:par>
                              <p:par>
                                <p:cTn id="57" presetID="10" presetClass="entr" presetSubtype="0" fill="hold" grpId="0" nodeType="withEffect">
                                  <p:stCondLst>
                                    <p:cond delay="0"/>
                                  </p:stCondLst>
                                  <p:childTnLst>
                                    <p:set>
                                      <p:cBhvr>
                                        <p:cTn id="58" dur="1" fill="hold">
                                          <p:stCondLst>
                                            <p:cond delay="0"/>
                                          </p:stCondLst>
                                        </p:cTn>
                                        <p:tgtEl>
                                          <p:spTgt spid="161"/>
                                        </p:tgtEl>
                                        <p:attrNameLst>
                                          <p:attrName>style.visibility</p:attrName>
                                        </p:attrNameLst>
                                      </p:cBhvr>
                                      <p:to>
                                        <p:strVal val="visible"/>
                                      </p:to>
                                    </p:set>
                                    <p:animEffect transition="in" filter="fade">
                                      <p:cBhvr>
                                        <p:cTn id="59" dur="500"/>
                                        <p:tgtEl>
                                          <p:spTgt spid="161"/>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151"/>
                                        </p:tgtEl>
                                        <p:attrNameLst>
                                          <p:attrName>style.visibility</p:attrName>
                                        </p:attrNameLst>
                                      </p:cBhvr>
                                      <p:to>
                                        <p:strVal val="visible"/>
                                      </p:to>
                                    </p:set>
                                    <p:animEffect transition="in" filter="fade">
                                      <p:cBhvr>
                                        <p:cTn id="62" dur="500"/>
                                        <p:tgtEl>
                                          <p:spTgt spid="151"/>
                                        </p:tgtEl>
                                      </p:cBhvr>
                                    </p:animEffect>
                                  </p:childTnLst>
                                </p:cTn>
                              </p:par>
                            </p:childTnLst>
                          </p:cTn>
                        </p:par>
                      </p:childTnLst>
                    </p:cTn>
                  </p:par>
                  <p:par>
                    <p:cTn id="63" fill="hold">
                      <p:stCondLst>
                        <p:cond delay="indefinite"/>
                      </p:stCondLst>
                      <p:childTnLst>
                        <p:par>
                          <p:cTn id="64" fill="hold">
                            <p:stCondLst>
                              <p:cond delay="0"/>
                            </p:stCondLst>
                            <p:childTnLst>
                              <p:par>
                                <p:cTn id="65" presetID="1" presetClass="exit" presetSubtype="0" fill="hold" grpId="1" nodeType="clickEffect">
                                  <p:stCondLst>
                                    <p:cond delay="0"/>
                                  </p:stCondLst>
                                  <p:childTnLst>
                                    <p:set>
                                      <p:cBhvr>
                                        <p:cTn id="66" dur="1" fill="hold">
                                          <p:stCondLst>
                                            <p:cond delay="0"/>
                                          </p:stCondLst>
                                        </p:cTn>
                                        <p:tgtEl>
                                          <p:spTgt spid="161"/>
                                        </p:tgtEl>
                                        <p:attrNameLst>
                                          <p:attrName>style.visibility</p:attrName>
                                        </p:attrNameLst>
                                      </p:cBhvr>
                                      <p:to>
                                        <p:strVal val="hidden"/>
                                      </p:to>
                                    </p:set>
                                  </p:childTnLst>
                                </p:cTn>
                              </p:par>
                              <p:par>
                                <p:cTn id="67" presetID="10" presetClass="entr" presetSubtype="0" fill="hold" grpId="0" nodeType="withEffect">
                                  <p:stCondLst>
                                    <p:cond delay="0"/>
                                  </p:stCondLst>
                                  <p:childTnLst>
                                    <p:set>
                                      <p:cBhvr>
                                        <p:cTn id="68" dur="1" fill="hold">
                                          <p:stCondLst>
                                            <p:cond delay="0"/>
                                          </p:stCondLst>
                                        </p:cTn>
                                        <p:tgtEl>
                                          <p:spTgt spid="162"/>
                                        </p:tgtEl>
                                        <p:attrNameLst>
                                          <p:attrName>style.visibility</p:attrName>
                                        </p:attrNameLst>
                                      </p:cBhvr>
                                      <p:to>
                                        <p:strVal val="visible"/>
                                      </p:to>
                                    </p:set>
                                    <p:animEffect transition="in" filter="fade">
                                      <p:cBhvr>
                                        <p:cTn id="69" dur="500"/>
                                        <p:tgtEl>
                                          <p:spTgt spid="162"/>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153"/>
                                        </p:tgtEl>
                                        <p:attrNameLst>
                                          <p:attrName>style.visibility</p:attrName>
                                        </p:attrNameLst>
                                      </p:cBhvr>
                                      <p:to>
                                        <p:strVal val="visible"/>
                                      </p:to>
                                    </p:set>
                                    <p:animEffect transition="in" filter="fade">
                                      <p:cBhvr>
                                        <p:cTn id="72" dur="500"/>
                                        <p:tgtEl>
                                          <p:spTgt spid="153"/>
                                        </p:tgtEl>
                                      </p:cBhvr>
                                    </p:animEffect>
                                  </p:childTnLst>
                                </p:cTn>
                              </p:par>
                            </p:childTnLst>
                          </p:cTn>
                        </p:par>
                      </p:childTnLst>
                    </p:cTn>
                  </p:par>
                  <p:par>
                    <p:cTn id="73" fill="hold">
                      <p:stCondLst>
                        <p:cond delay="indefinite"/>
                      </p:stCondLst>
                      <p:childTnLst>
                        <p:par>
                          <p:cTn id="74" fill="hold">
                            <p:stCondLst>
                              <p:cond delay="0"/>
                            </p:stCondLst>
                            <p:childTnLst>
                              <p:par>
                                <p:cTn id="75" presetID="1" presetClass="exit" presetSubtype="0" fill="hold" grpId="1" nodeType="clickEffect">
                                  <p:stCondLst>
                                    <p:cond delay="0"/>
                                  </p:stCondLst>
                                  <p:childTnLst>
                                    <p:set>
                                      <p:cBhvr>
                                        <p:cTn id="76" dur="1" fill="hold">
                                          <p:stCondLst>
                                            <p:cond delay="0"/>
                                          </p:stCondLst>
                                        </p:cTn>
                                        <p:tgtEl>
                                          <p:spTgt spid="162"/>
                                        </p:tgtEl>
                                        <p:attrNameLst>
                                          <p:attrName>style.visibility</p:attrName>
                                        </p:attrNameLst>
                                      </p:cBhvr>
                                      <p:to>
                                        <p:strVal val="hidden"/>
                                      </p:to>
                                    </p:set>
                                  </p:childTnLst>
                                </p:cTn>
                              </p:par>
                              <p:par>
                                <p:cTn id="77" presetID="10" presetClass="entr" presetSubtype="0" fill="hold" grpId="0" nodeType="withEffect">
                                  <p:stCondLst>
                                    <p:cond delay="0"/>
                                  </p:stCondLst>
                                  <p:childTnLst>
                                    <p:set>
                                      <p:cBhvr>
                                        <p:cTn id="78" dur="1" fill="hold">
                                          <p:stCondLst>
                                            <p:cond delay="0"/>
                                          </p:stCondLst>
                                        </p:cTn>
                                        <p:tgtEl>
                                          <p:spTgt spid="163"/>
                                        </p:tgtEl>
                                        <p:attrNameLst>
                                          <p:attrName>style.visibility</p:attrName>
                                        </p:attrNameLst>
                                      </p:cBhvr>
                                      <p:to>
                                        <p:strVal val="visible"/>
                                      </p:to>
                                    </p:set>
                                    <p:animEffect transition="in" filter="fade">
                                      <p:cBhvr>
                                        <p:cTn id="79" dur="500"/>
                                        <p:tgtEl>
                                          <p:spTgt spid="163"/>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154"/>
                                        </p:tgtEl>
                                        <p:attrNameLst>
                                          <p:attrName>style.visibility</p:attrName>
                                        </p:attrNameLst>
                                      </p:cBhvr>
                                      <p:to>
                                        <p:strVal val="visible"/>
                                      </p:to>
                                    </p:set>
                                    <p:animEffect transition="in" filter="fade">
                                      <p:cBhvr>
                                        <p:cTn id="82" dur="500"/>
                                        <p:tgtEl>
                                          <p:spTgt spid="1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0" grpId="1" animBg="1"/>
      <p:bldP spid="147" grpId="0"/>
      <p:bldP spid="148" grpId="0"/>
      <p:bldP spid="149" grpId="0"/>
      <p:bldP spid="150" grpId="0"/>
      <p:bldP spid="151" grpId="0"/>
      <p:bldP spid="152" grpId="0"/>
      <p:bldP spid="153" grpId="0"/>
      <p:bldP spid="154" grpId="0"/>
      <p:bldP spid="155" grpId="0"/>
      <p:bldP spid="157" grpId="0" animBg="1"/>
      <p:bldP spid="157" grpId="1" animBg="1"/>
      <p:bldP spid="158" grpId="0" animBg="1"/>
      <p:bldP spid="158" grpId="1" animBg="1"/>
      <p:bldP spid="159" grpId="0" animBg="1"/>
      <p:bldP spid="159" grpId="1" animBg="1"/>
      <p:bldP spid="160" grpId="0" animBg="1"/>
      <p:bldP spid="160" grpId="1" animBg="1"/>
      <p:bldP spid="161" grpId="0" animBg="1"/>
      <p:bldP spid="161" grpId="1" animBg="1"/>
      <p:bldP spid="162" grpId="0" animBg="1"/>
      <p:bldP spid="162" grpId="1" animBg="1"/>
      <p:bldP spid="163"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EC242670-B200-4340-9830-52717E351455}"/>
              </a:ext>
            </a:extLst>
          </p:cNvPr>
          <p:cNvSpPr>
            <a:spLocks noGrp="1"/>
          </p:cNvSpPr>
          <p:nvPr>
            <p:ph type="sldNum" sz="quarter" idx="12"/>
          </p:nvPr>
        </p:nvSpPr>
        <p:spPr/>
        <p:txBody>
          <a:bodyPr/>
          <a:lstStyle/>
          <a:p>
            <a:fld id="{872633CA-77E0-4863-94F8-E28139DFB2B4}" type="slidenum">
              <a:rPr lang="zh-TW" altLang="en-US" smtClean="0"/>
              <a:t>7</a:t>
            </a:fld>
            <a:endParaRPr lang="zh-TW" altLang="en-US"/>
          </a:p>
        </p:txBody>
      </p:sp>
      <mc:AlternateContent xmlns:mc="http://schemas.openxmlformats.org/markup-compatibility/2006" xmlns:a14="http://schemas.microsoft.com/office/drawing/2010/main">
        <mc:Choice Requires="a14">
          <p:sp>
            <p:nvSpPr>
              <p:cNvPr id="105" name="標題 1">
                <a:extLst>
                  <a:ext uri="{FF2B5EF4-FFF2-40B4-BE49-F238E27FC236}">
                    <a16:creationId xmlns:a16="http://schemas.microsoft.com/office/drawing/2014/main" id="{E886ED64-BEEF-4E2C-BA18-8FBD9245A2E5}"/>
                  </a:ext>
                </a:extLst>
              </p:cNvPr>
              <p:cNvSpPr txBox="1">
                <a:spLocks/>
              </p:cNvSpPr>
              <p:nvPr/>
            </p:nvSpPr>
            <p:spPr>
              <a:xfrm>
                <a:off x="570805" y="1478794"/>
                <a:ext cx="5708075" cy="5833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2800" b="1" dirty="0">
                    <a:latin typeface="Times New Roman" panose="02020603050405020304" pitchFamily="18" charset="0"/>
                    <a:cs typeface="Times New Roman" panose="02020603050405020304" pitchFamily="18" charset="0"/>
                  </a:rPr>
                  <a:t>Time: </a:t>
                </a:r>
                <a14:m>
                  <m:oMath xmlns:m="http://schemas.openxmlformats.org/officeDocument/2006/math">
                    <m:r>
                      <m:rPr>
                        <m:nor/>
                      </m:rPr>
                      <a:rPr lang="en-US" altLang="zh-TW" sz="2800" b="1" dirty="0" smtClean="0">
                        <a:solidFill>
                          <a:srgbClr val="0070C0"/>
                        </a:solidFill>
                        <a:latin typeface="Times New Roman" panose="02020603050405020304" pitchFamily="18" charset="0"/>
                        <a:cs typeface="Times New Roman" panose="02020603050405020304" pitchFamily="18" charset="0"/>
                      </a:rPr>
                      <m:t>O</m:t>
                    </m:r>
                    <m:r>
                      <m:rPr>
                        <m:nor/>
                      </m:rPr>
                      <a:rPr lang="en-US" altLang="zh-TW" sz="2800" b="1" dirty="0" smtClean="0">
                        <a:solidFill>
                          <a:srgbClr val="0070C0"/>
                        </a:solidFill>
                        <a:latin typeface="Times New Roman" panose="02020603050405020304" pitchFamily="18" charset="0"/>
                        <a:cs typeface="Times New Roman" panose="02020603050405020304" pitchFamily="18" charset="0"/>
                      </a:rPr>
                      <m:t>(</m:t>
                    </m:r>
                    <m:sSup>
                      <m:sSupPr>
                        <m:ctrlPr>
                          <a:rPr lang="en-US" altLang="zh-TW" sz="2800" b="1" i="1">
                            <a:solidFill>
                              <a:srgbClr val="0070C0"/>
                            </a:solidFill>
                            <a:latin typeface="Cambria Math" panose="02040503050406030204" pitchFamily="18" charset="0"/>
                            <a:cs typeface="Times New Roman" panose="02020603050405020304" pitchFamily="18" charset="0"/>
                          </a:rPr>
                        </m:ctrlPr>
                      </m:sSupPr>
                      <m:e>
                        <m:r>
                          <a:rPr lang="en-US" altLang="zh-TW" sz="2800" b="1" i="1">
                            <a:solidFill>
                              <a:srgbClr val="0070C0"/>
                            </a:solidFill>
                            <a:latin typeface="Cambria Math" panose="02040503050406030204" pitchFamily="18" charset="0"/>
                            <a:cs typeface="Times New Roman" panose="02020603050405020304" pitchFamily="18" charset="0"/>
                          </a:rPr>
                          <m:t>𝒏</m:t>
                        </m:r>
                      </m:e>
                      <m:sup>
                        <m:r>
                          <a:rPr lang="en-US" altLang="zh-TW" sz="2800" b="1" i="1">
                            <a:solidFill>
                              <a:srgbClr val="0070C0"/>
                            </a:solidFill>
                            <a:latin typeface="Cambria Math" panose="02040503050406030204" pitchFamily="18" charset="0"/>
                            <a:cs typeface="Times New Roman" panose="02020603050405020304" pitchFamily="18" charset="0"/>
                          </a:rPr>
                          <m:t>𝟐</m:t>
                        </m:r>
                      </m:sup>
                    </m:sSup>
                    <m:r>
                      <m:rPr>
                        <m:nor/>
                      </m:rPr>
                      <a:rPr lang="en-US" altLang="zh-TW" sz="2800" b="1" dirty="0">
                        <a:solidFill>
                          <a:srgbClr val="0070C0"/>
                        </a:solidFill>
                        <a:latin typeface="Times New Roman" panose="02020603050405020304" pitchFamily="18" charset="0"/>
                        <a:cs typeface="Times New Roman" panose="02020603050405020304" pitchFamily="18" charset="0"/>
                      </a:rPr>
                      <m:t>) </m:t>
                    </m:r>
                  </m:oMath>
                </a14:m>
                <a:endParaRPr lang="zh-TW" altLang="en-US" sz="2800" b="1" dirty="0">
                  <a:latin typeface="Times New Roman" panose="02020603050405020304" pitchFamily="18" charset="0"/>
                  <a:cs typeface="Times New Roman" panose="02020603050405020304" pitchFamily="18" charset="0"/>
                </a:endParaRPr>
              </a:p>
            </p:txBody>
          </p:sp>
        </mc:Choice>
        <mc:Fallback xmlns="">
          <p:sp>
            <p:nvSpPr>
              <p:cNvPr id="105" name="標題 1">
                <a:extLst>
                  <a:ext uri="{FF2B5EF4-FFF2-40B4-BE49-F238E27FC236}">
                    <a16:creationId xmlns:a16="http://schemas.microsoft.com/office/drawing/2014/main" id="{E886ED64-BEEF-4E2C-BA18-8FBD9245A2E5}"/>
                  </a:ext>
                </a:extLst>
              </p:cNvPr>
              <p:cNvSpPr txBox="1">
                <a:spLocks noRot="1" noChangeAspect="1" noMove="1" noResize="1" noEditPoints="1" noAdjustHandles="1" noChangeArrowheads="1" noChangeShapeType="1" noTextEdit="1"/>
              </p:cNvSpPr>
              <p:nvPr/>
            </p:nvSpPr>
            <p:spPr>
              <a:xfrm>
                <a:off x="570805" y="1478794"/>
                <a:ext cx="5708075" cy="583367"/>
              </a:xfrm>
              <a:prstGeom prst="rect">
                <a:avLst/>
              </a:prstGeom>
              <a:blipFill>
                <a:blip r:embed="rId13"/>
                <a:stretch>
                  <a:fillRect l="-2244" t="-8421" b="-22105"/>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06" name="標題 1">
                <a:extLst>
                  <a:ext uri="{FF2B5EF4-FFF2-40B4-BE49-F238E27FC236}">
                    <a16:creationId xmlns:a16="http://schemas.microsoft.com/office/drawing/2014/main" id="{2B044696-4802-4F04-ACE4-D14EA19B9ACA}"/>
                  </a:ext>
                </a:extLst>
              </p:cNvPr>
              <p:cNvSpPr txBox="1">
                <a:spLocks/>
              </p:cNvSpPr>
              <p:nvPr/>
            </p:nvSpPr>
            <p:spPr>
              <a:xfrm>
                <a:off x="570805" y="2062161"/>
                <a:ext cx="8002390" cy="583367"/>
              </a:xfrm>
              <a:prstGeom prst="rect">
                <a:avLst/>
              </a:prstGeom>
            </p:spPr>
            <p:txBody>
              <a:bodyPr vert="horz" lIns="91440" tIns="45720" rIns="91440" bIns="45720" rtlCol="0" anchor="ctr">
                <a:normAutofit fontScale="85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2800" dirty="0">
                    <a:latin typeface="Times New Roman" panose="02020603050405020304" pitchFamily="18" charset="0"/>
                    <a:cs typeface="Times New Roman" panose="02020603050405020304" pitchFamily="18" charset="0"/>
                  </a:rPr>
                  <a:t>each for-loop takes </a:t>
                </a:r>
                <a14:m>
                  <m:oMath xmlns:m="http://schemas.openxmlformats.org/officeDocument/2006/math">
                    <m:r>
                      <m:rPr>
                        <m:nor/>
                      </m:rPr>
                      <a:rPr lang="en-US" altLang="zh-TW" sz="2800" b="1" i="1" dirty="0" smtClean="0">
                        <a:solidFill>
                          <a:schemeClr val="tx1"/>
                        </a:solidFill>
                        <a:latin typeface="Times New Roman" panose="02020603050405020304" pitchFamily="18" charset="0"/>
                        <a:cs typeface="Times New Roman" panose="02020603050405020304" pitchFamily="18" charset="0"/>
                      </a:rPr>
                      <m:t>O</m:t>
                    </m:r>
                    <m:r>
                      <m:rPr>
                        <m:nor/>
                      </m:rPr>
                      <a:rPr lang="en-US" altLang="zh-TW" sz="2800" b="1" i="1" dirty="0" smtClean="0">
                        <a:solidFill>
                          <a:schemeClr val="tx1"/>
                        </a:solidFill>
                        <a:latin typeface="Times New Roman" panose="02020603050405020304" pitchFamily="18" charset="0"/>
                        <a:cs typeface="Times New Roman" panose="02020603050405020304" pitchFamily="18" charset="0"/>
                      </a:rPr>
                      <m:t>(</m:t>
                    </m:r>
                    <m:r>
                      <m:rPr>
                        <m:nor/>
                      </m:rPr>
                      <a:rPr lang="en-US" altLang="zh-TW" sz="2800" b="1" i="1" dirty="0" smtClean="0">
                        <a:solidFill>
                          <a:schemeClr val="tx1"/>
                        </a:solidFill>
                        <a:latin typeface="Times New Roman" panose="02020603050405020304" pitchFamily="18" charset="0"/>
                        <a:cs typeface="Times New Roman" panose="02020603050405020304" pitchFamily="18" charset="0"/>
                      </a:rPr>
                      <m:t>n</m:t>
                    </m:r>
                    <m:r>
                      <m:rPr>
                        <m:nor/>
                      </m:rPr>
                      <a:rPr lang="en-US" altLang="zh-TW" sz="2800" b="1" i="1" dirty="0" smtClean="0">
                        <a:solidFill>
                          <a:schemeClr val="tx1"/>
                        </a:solidFill>
                        <a:latin typeface="Times New Roman" panose="02020603050405020304" pitchFamily="18" charset="0"/>
                        <a:cs typeface="Times New Roman" panose="02020603050405020304" pitchFamily="18" charset="0"/>
                      </a:rPr>
                      <m:t>)</m:t>
                    </m:r>
                  </m:oMath>
                </a14:m>
                <a:r>
                  <a:rPr lang="zh-TW" altLang="en-US" sz="2800" i="1" dirty="0">
                    <a:latin typeface="Times New Roman" panose="02020603050405020304" pitchFamily="18" charset="0"/>
                    <a:cs typeface="Times New Roman" panose="02020603050405020304" pitchFamily="18" charset="0"/>
                  </a:rPr>
                  <a:t> </a:t>
                </a:r>
                <a:r>
                  <a:rPr lang="en-US" altLang="zh-TW" sz="2800" dirty="0">
                    <a:latin typeface="Times New Roman" panose="02020603050405020304" pitchFamily="18" charset="0"/>
                    <a:cs typeface="Times New Roman" panose="02020603050405020304" pitchFamily="18" charset="0"/>
                  </a:rPr>
                  <a:t>time, loop is repeated at most </a:t>
                </a:r>
                <a14:m>
                  <m:oMath xmlns:m="http://schemas.openxmlformats.org/officeDocument/2006/math">
                    <m:r>
                      <m:rPr>
                        <m:nor/>
                      </m:rPr>
                      <a:rPr lang="en-US" altLang="zh-TW" sz="2800" b="1" i="1" dirty="0">
                        <a:latin typeface="Times New Roman" panose="02020603050405020304" pitchFamily="18" charset="0"/>
                        <a:cs typeface="Times New Roman" panose="02020603050405020304" pitchFamily="18" charset="0"/>
                      </a:rPr>
                      <m:t>n</m:t>
                    </m:r>
                  </m:oMath>
                </a14:m>
                <a:r>
                  <a:rPr lang="en-US" altLang="zh-TW" sz="2800" dirty="0">
                    <a:latin typeface="Times New Roman" panose="02020603050405020304" pitchFamily="18" charset="0"/>
                    <a:cs typeface="Times New Roman" panose="02020603050405020304" pitchFamily="18" charset="0"/>
                  </a:rPr>
                  <a:t> times</a:t>
                </a:r>
                <a:endParaRPr lang="zh-TW" altLang="en-US" sz="2800" dirty="0">
                  <a:latin typeface="Times New Roman" panose="02020603050405020304" pitchFamily="18" charset="0"/>
                  <a:cs typeface="Times New Roman" panose="02020603050405020304" pitchFamily="18" charset="0"/>
                </a:endParaRPr>
              </a:p>
            </p:txBody>
          </p:sp>
        </mc:Choice>
        <mc:Fallback xmlns="">
          <p:sp>
            <p:nvSpPr>
              <p:cNvPr id="106" name="標題 1">
                <a:extLst>
                  <a:ext uri="{FF2B5EF4-FFF2-40B4-BE49-F238E27FC236}">
                    <a16:creationId xmlns:a16="http://schemas.microsoft.com/office/drawing/2014/main" id="{2B044696-4802-4F04-ACE4-D14EA19B9ACA}"/>
                  </a:ext>
                </a:extLst>
              </p:cNvPr>
              <p:cNvSpPr txBox="1">
                <a:spLocks noRot="1" noChangeAspect="1" noMove="1" noResize="1" noEditPoints="1" noAdjustHandles="1" noChangeArrowheads="1" noChangeShapeType="1" noTextEdit="1"/>
              </p:cNvSpPr>
              <p:nvPr/>
            </p:nvSpPr>
            <p:spPr>
              <a:xfrm>
                <a:off x="570805" y="2062161"/>
                <a:ext cx="8002390" cy="583367"/>
              </a:xfrm>
              <a:prstGeom prst="rect">
                <a:avLst/>
              </a:prstGeom>
              <a:blipFill>
                <a:blip r:embed="rId14"/>
                <a:stretch>
                  <a:fillRect l="-1220" t="-3125" b="-7292"/>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11" name="標題 1">
                <a:extLst>
                  <a:ext uri="{FF2B5EF4-FFF2-40B4-BE49-F238E27FC236}">
                    <a16:creationId xmlns:a16="http://schemas.microsoft.com/office/drawing/2014/main" id="{851A67A1-9B2B-4943-B3AE-863B29A19652}"/>
                  </a:ext>
                </a:extLst>
              </p:cNvPr>
              <p:cNvSpPr txBox="1">
                <a:spLocks/>
              </p:cNvSpPr>
              <p:nvPr/>
            </p:nvSpPr>
            <p:spPr>
              <a:xfrm>
                <a:off x="570805" y="3385009"/>
                <a:ext cx="5708075" cy="5833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2800" b="1" dirty="0">
                    <a:latin typeface="Times New Roman" panose="02020603050405020304" pitchFamily="18" charset="0"/>
                    <a:cs typeface="Times New Roman" panose="02020603050405020304" pitchFamily="18" charset="0"/>
                  </a:rPr>
                  <a:t>Space: </a:t>
                </a:r>
                <a14:m>
                  <m:oMath xmlns:m="http://schemas.openxmlformats.org/officeDocument/2006/math">
                    <m:r>
                      <m:rPr>
                        <m:nor/>
                      </m:rPr>
                      <a:rPr lang="en-US" altLang="zh-TW" sz="2800" b="1" dirty="0" smtClean="0">
                        <a:solidFill>
                          <a:srgbClr val="0070C0"/>
                        </a:solidFill>
                        <a:latin typeface="Times New Roman" panose="02020603050405020304" pitchFamily="18" charset="0"/>
                        <a:cs typeface="Times New Roman" panose="02020603050405020304" pitchFamily="18" charset="0"/>
                      </a:rPr>
                      <m:t>O</m:t>
                    </m:r>
                    <m:r>
                      <m:rPr>
                        <m:nor/>
                      </m:rPr>
                      <a:rPr lang="en-US" altLang="zh-TW" sz="2800" b="1" dirty="0" smtClean="0">
                        <a:solidFill>
                          <a:srgbClr val="0070C0"/>
                        </a:solidFill>
                        <a:latin typeface="Times New Roman" panose="02020603050405020304" pitchFamily="18" charset="0"/>
                        <a:cs typeface="Times New Roman" panose="02020603050405020304" pitchFamily="18" charset="0"/>
                      </a:rPr>
                      <m:t>(</m:t>
                    </m:r>
                    <m:r>
                      <a:rPr lang="en-US" altLang="zh-TW" sz="2800" b="1" i="1" smtClean="0">
                        <a:solidFill>
                          <a:srgbClr val="0070C0"/>
                        </a:solidFill>
                        <a:latin typeface="Cambria Math" panose="02040503050406030204" pitchFamily="18" charset="0"/>
                        <a:cs typeface="Times New Roman" panose="02020603050405020304" pitchFamily="18" charset="0"/>
                      </a:rPr>
                      <m:t>𝒏</m:t>
                    </m:r>
                    <m:r>
                      <m:rPr>
                        <m:nor/>
                      </m:rPr>
                      <a:rPr lang="en-US" altLang="zh-TW" sz="2800" b="1" dirty="0">
                        <a:solidFill>
                          <a:srgbClr val="0070C0"/>
                        </a:solidFill>
                        <a:latin typeface="Times New Roman" panose="02020603050405020304" pitchFamily="18" charset="0"/>
                        <a:cs typeface="Times New Roman" panose="02020603050405020304" pitchFamily="18" charset="0"/>
                      </a:rPr>
                      <m:t>)</m:t>
                    </m:r>
                    <m:r>
                      <m:rPr>
                        <m:nor/>
                      </m:rPr>
                      <a:rPr lang="en-US" altLang="zh-TW" sz="2800" b="1" i="0" dirty="0" smtClean="0">
                        <a:solidFill>
                          <a:srgbClr val="0070C0"/>
                        </a:solidFill>
                        <a:latin typeface="Times New Roman" panose="02020603050405020304" pitchFamily="18" charset="0"/>
                        <a:cs typeface="Times New Roman" panose="02020603050405020304" pitchFamily="18" charset="0"/>
                      </a:rPr>
                      <m:t> + </m:t>
                    </m:r>
                    <m:r>
                      <m:rPr>
                        <m:nor/>
                      </m:rPr>
                      <a:rPr lang="en-US" altLang="zh-TW" sz="2800" b="1" dirty="0">
                        <a:solidFill>
                          <a:srgbClr val="0070C0"/>
                        </a:solidFill>
                        <a:latin typeface="Times New Roman" panose="02020603050405020304" pitchFamily="18" charset="0"/>
                        <a:cs typeface="Times New Roman" panose="02020603050405020304" pitchFamily="18" charset="0"/>
                      </a:rPr>
                      <m:t>O</m:t>
                    </m:r>
                    <m:r>
                      <m:rPr>
                        <m:nor/>
                      </m:rPr>
                      <a:rPr lang="en-US" altLang="zh-TW" sz="2800" b="1" dirty="0">
                        <a:solidFill>
                          <a:srgbClr val="0070C0"/>
                        </a:solidFill>
                        <a:latin typeface="Times New Roman" panose="02020603050405020304" pitchFamily="18" charset="0"/>
                        <a:cs typeface="Times New Roman" panose="02020603050405020304" pitchFamily="18" charset="0"/>
                      </a:rPr>
                      <m:t>(</m:t>
                    </m:r>
                    <m:r>
                      <a:rPr lang="en-US" altLang="zh-TW" sz="2800" b="1" i="1" dirty="0" smtClean="0">
                        <a:solidFill>
                          <a:srgbClr val="0070C0"/>
                        </a:solidFill>
                        <a:latin typeface="Cambria Math" panose="02040503050406030204" pitchFamily="18" charset="0"/>
                        <a:cs typeface="Times New Roman" panose="02020603050405020304" pitchFamily="18" charset="0"/>
                      </a:rPr>
                      <m:t>𝒍𝒐𝒈</m:t>
                    </m:r>
                    <m:r>
                      <a:rPr lang="en-US" altLang="zh-TW" sz="2800" b="1" i="1" dirty="0" smtClean="0">
                        <a:solidFill>
                          <a:srgbClr val="0070C0"/>
                        </a:solidFill>
                        <a:latin typeface="Cambria Math" panose="02040503050406030204" pitchFamily="18" charset="0"/>
                        <a:cs typeface="Times New Roman" panose="02020603050405020304" pitchFamily="18" charset="0"/>
                      </a:rPr>
                      <m:t> </m:t>
                    </m:r>
                    <m:r>
                      <a:rPr lang="en-US" altLang="zh-TW" sz="2800" b="1" i="1">
                        <a:solidFill>
                          <a:srgbClr val="0070C0"/>
                        </a:solidFill>
                        <a:latin typeface="Cambria Math" panose="02040503050406030204" pitchFamily="18" charset="0"/>
                        <a:cs typeface="Times New Roman" panose="02020603050405020304" pitchFamily="18" charset="0"/>
                      </a:rPr>
                      <m:t>𝒏</m:t>
                    </m:r>
                    <m:r>
                      <m:rPr>
                        <m:nor/>
                      </m:rPr>
                      <a:rPr lang="en-US" altLang="zh-TW" sz="2800" b="1" dirty="0">
                        <a:solidFill>
                          <a:srgbClr val="0070C0"/>
                        </a:solidFill>
                        <a:latin typeface="Times New Roman" panose="02020603050405020304" pitchFamily="18" charset="0"/>
                        <a:cs typeface="Times New Roman" panose="02020603050405020304" pitchFamily="18" charset="0"/>
                      </a:rPr>
                      <m:t>)</m:t>
                    </m:r>
                    <m:r>
                      <m:rPr>
                        <m:nor/>
                      </m:rPr>
                      <a:rPr lang="en-US" altLang="zh-TW" sz="2800" b="1" i="0" dirty="0" smtClean="0">
                        <a:solidFill>
                          <a:srgbClr val="0070C0"/>
                        </a:solidFill>
                        <a:latin typeface="Times New Roman" panose="02020603050405020304" pitchFamily="18" charset="0"/>
                        <a:cs typeface="Times New Roman" panose="02020603050405020304" pitchFamily="18" charset="0"/>
                      </a:rPr>
                      <m:t> = </m:t>
                    </m:r>
                    <m:r>
                      <m:rPr>
                        <m:nor/>
                      </m:rPr>
                      <a:rPr lang="en-US" altLang="zh-TW" sz="2800" b="1" i="0" dirty="0" smtClean="0">
                        <a:solidFill>
                          <a:srgbClr val="0070C0"/>
                        </a:solidFill>
                        <a:latin typeface="Times New Roman" panose="02020603050405020304" pitchFamily="18" charset="0"/>
                        <a:cs typeface="Times New Roman" panose="02020603050405020304" pitchFamily="18" charset="0"/>
                      </a:rPr>
                      <m:t>O</m:t>
                    </m:r>
                    <m:r>
                      <m:rPr>
                        <m:nor/>
                      </m:rPr>
                      <a:rPr lang="en-US" altLang="zh-TW" sz="2800" b="1" i="0" dirty="0" smtClean="0">
                        <a:solidFill>
                          <a:srgbClr val="0070C0"/>
                        </a:solidFill>
                        <a:latin typeface="Times New Roman" panose="02020603050405020304" pitchFamily="18" charset="0"/>
                        <a:cs typeface="Times New Roman" panose="02020603050405020304" pitchFamily="18" charset="0"/>
                      </a:rPr>
                      <m:t>(</m:t>
                    </m:r>
                    <m:r>
                      <m:rPr>
                        <m:nor/>
                      </m:rPr>
                      <a:rPr lang="en-US" altLang="zh-TW" sz="2800" b="1" i="0" dirty="0" smtClean="0">
                        <a:solidFill>
                          <a:srgbClr val="0070C0"/>
                        </a:solidFill>
                        <a:latin typeface="Times New Roman" panose="02020603050405020304" pitchFamily="18" charset="0"/>
                        <a:cs typeface="Times New Roman" panose="02020603050405020304" pitchFamily="18" charset="0"/>
                      </a:rPr>
                      <m:t>n</m:t>
                    </m:r>
                    <m:r>
                      <m:rPr>
                        <m:nor/>
                      </m:rPr>
                      <a:rPr lang="en-US" altLang="zh-TW" sz="2800" b="1" i="0" dirty="0" smtClean="0">
                        <a:solidFill>
                          <a:srgbClr val="0070C0"/>
                        </a:solidFill>
                        <a:latin typeface="Times New Roman" panose="02020603050405020304" pitchFamily="18" charset="0"/>
                        <a:cs typeface="Times New Roman" panose="02020603050405020304" pitchFamily="18" charset="0"/>
                      </a:rPr>
                      <m:t>)</m:t>
                    </m:r>
                  </m:oMath>
                </a14:m>
                <a:endParaRPr lang="zh-TW" altLang="en-US" sz="2800" b="1" dirty="0">
                  <a:latin typeface="Times New Roman" panose="02020603050405020304" pitchFamily="18" charset="0"/>
                  <a:cs typeface="Times New Roman" panose="02020603050405020304" pitchFamily="18" charset="0"/>
                </a:endParaRPr>
              </a:p>
            </p:txBody>
          </p:sp>
        </mc:Choice>
        <mc:Fallback xmlns="">
          <p:sp>
            <p:nvSpPr>
              <p:cNvPr id="111" name="標題 1">
                <a:extLst>
                  <a:ext uri="{FF2B5EF4-FFF2-40B4-BE49-F238E27FC236}">
                    <a16:creationId xmlns:a16="http://schemas.microsoft.com/office/drawing/2014/main" id="{851A67A1-9B2B-4943-B3AE-863B29A19652}"/>
                  </a:ext>
                </a:extLst>
              </p:cNvPr>
              <p:cNvSpPr txBox="1">
                <a:spLocks noRot="1" noChangeAspect="1" noMove="1" noResize="1" noEditPoints="1" noAdjustHandles="1" noChangeArrowheads="1" noChangeShapeType="1" noTextEdit="1"/>
              </p:cNvSpPr>
              <p:nvPr/>
            </p:nvSpPr>
            <p:spPr>
              <a:xfrm>
                <a:off x="570805" y="3385009"/>
                <a:ext cx="5708075" cy="583367"/>
              </a:xfrm>
              <a:prstGeom prst="rect">
                <a:avLst/>
              </a:prstGeom>
              <a:blipFill>
                <a:blip r:embed="rId15"/>
                <a:stretch>
                  <a:fillRect l="-2244" t="-8333" b="-19792"/>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12" name="標題 1">
                <a:extLst>
                  <a:ext uri="{FF2B5EF4-FFF2-40B4-BE49-F238E27FC236}">
                    <a16:creationId xmlns:a16="http://schemas.microsoft.com/office/drawing/2014/main" id="{C0C8A287-9E24-4A8B-94E9-152D804BC5B1}"/>
                  </a:ext>
                </a:extLst>
              </p:cNvPr>
              <p:cNvSpPr txBox="1">
                <a:spLocks/>
              </p:cNvSpPr>
              <p:nvPr/>
            </p:nvSpPr>
            <p:spPr>
              <a:xfrm>
                <a:off x="570805" y="3968376"/>
                <a:ext cx="8002390" cy="5833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2400" dirty="0">
                    <a:latin typeface="Times New Roman" panose="02020603050405020304" pitchFamily="18" charset="0"/>
                    <a:cs typeface="Times New Roman" panose="02020603050405020304" pitchFamily="18" charset="0"/>
                  </a:rPr>
                  <a:t>a constant number of pointers of </a:t>
                </a:r>
                <a14:m>
                  <m:oMath xmlns:m="http://schemas.openxmlformats.org/officeDocument/2006/math">
                    <m:r>
                      <m:rPr>
                        <m:nor/>
                      </m:rPr>
                      <a:rPr lang="en-US" altLang="zh-TW" sz="2400" b="1" i="1" dirty="0">
                        <a:latin typeface="Times New Roman" panose="02020603050405020304" pitchFamily="18" charset="0"/>
                        <a:cs typeface="Times New Roman" panose="02020603050405020304" pitchFamily="18" charset="0"/>
                      </a:rPr>
                      <m:t>O</m:t>
                    </m:r>
                    <m:r>
                      <m:rPr>
                        <m:nor/>
                      </m:rPr>
                      <a:rPr lang="en-US" altLang="zh-TW" sz="2400" b="1" i="1" dirty="0">
                        <a:latin typeface="Times New Roman" panose="02020603050405020304" pitchFamily="18" charset="0"/>
                        <a:cs typeface="Times New Roman" panose="02020603050405020304" pitchFamily="18" charset="0"/>
                      </a:rPr>
                      <m:t>(</m:t>
                    </m:r>
                    <m:r>
                      <m:rPr>
                        <m:nor/>
                      </m:rPr>
                      <a:rPr lang="en-US" altLang="zh-TW" sz="2400" b="1" i="1" dirty="0" smtClean="0">
                        <a:latin typeface="Times New Roman" panose="02020603050405020304" pitchFamily="18" charset="0"/>
                        <a:cs typeface="Times New Roman" panose="02020603050405020304" pitchFamily="18" charset="0"/>
                      </a:rPr>
                      <m:t>log</m:t>
                    </m:r>
                    <m:r>
                      <m:rPr>
                        <m:nor/>
                      </m:rPr>
                      <a:rPr lang="en-US" altLang="zh-TW" sz="2400" b="1" i="1" dirty="0" smtClean="0">
                        <a:latin typeface="Times New Roman" panose="02020603050405020304" pitchFamily="18" charset="0"/>
                        <a:cs typeface="Times New Roman" panose="02020603050405020304" pitchFamily="18" charset="0"/>
                      </a:rPr>
                      <m:t> </m:t>
                    </m:r>
                    <m:r>
                      <m:rPr>
                        <m:nor/>
                      </m:rPr>
                      <a:rPr lang="en-US" altLang="zh-TW" sz="2400" b="1" i="1" dirty="0">
                        <a:latin typeface="Times New Roman" panose="02020603050405020304" pitchFamily="18" charset="0"/>
                        <a:cs typeface="Times New Roman" panose="02020603050405020304" pitchFamily="18" charset="0"/>
                      </a:rPr>
                      <m:t>n</m:t>
                    </m:r>
                    <m:r>
                      <m:rPr>
                        <m:nor/>
                      </m:rPr>
                      <a:rPr lang="en-US" altLang="zh-TW" sz="2400" b="1" i="1" dirty="0">
                        <a:latin typeface="Times New Roman" panose="02020603050405020304" pitchFamily="18" charset="0"/>
                        <a:cs typeface="Times New Roman" panose="02020603050405020304" pitchFamily="18" charset="0"/>
                      </a:rPr>
                      <m:t>)</m:t>
                    </m:r>
                  </m:oMath>
                </a14:m>
                <a:r>
                  <a:rPr lang="en-US" altLang="zh-TW" sz="2400" dirty="0">
                    <a:latin typeface="Times New Roman" panose="02020603050405020304" pitchFamily="18" charset="0"/>
                    <a:cs typeface="Times New Roman" panose="02020603050405020304" pitchFamily="18" charset="0"/>
                  </a:rPr>
                  <a:t> +</a:t>
                </a:r>
                <a:endParaRPr lang="zh-TW" altLang="en-US" sz="2400" dirty="0">
                  <a:latin typeface="Times New Roman" panose="02020603050405020304" pitchFamily="18" charset="0"/>
                  <a:cs typeface="Times New Roman" panose="02020603050405020304" pitchFamily="18" charset="0"/>
                </a:endParaRPr>
              </a:p>
            </p:txBody>
          </p:sp>
        </mc:Choice>
        <mc:Fallback xmlns="">
          <p:sp>
            <p:nvSpPr>
              <p:cNvPr id="112" name="標題 1">
                <a:extLst>
                  <a:ext uri="{FF2B5EF4-FFF2-40B4-BE49-F238E27FC236}">
                    <a16:creationId xmlns:a16="http://schemas.microsoft.com/office/drawing/2014/main" id="{C0C8A287-9E24-4A8B-94E9-152D804BC5B1}"/>
                  </a:ext>
                </a:extLst>
              </p:cNvPr>
              <p:cNvSpPr txBox="1">
                <a:spLocks noRot="1" noChangeAspect="1" noMove="1" noResize="1" noEditPoints="1" noAdjustHandles="1" noChangeArrowheads="1" noChangeShapeType="1" noTextEdit="1"/>
              </p:cNvSpPr>
              <p:nvPr/>
            </p:nvSpPr>
            <p:spPr>
              <a:xfrm>
                <a:off x="570805" y="3968376"/>
                <a:ext cx="8002390" cy="583367"/>
              </a:xfrm>
              <a:prstGeom prst="rect">
                <a:avLst/>
              </a:prstGeom>
              <a:blipFill>
                <a:blip r:embed="rId16"/>
                <a:stretch>
                  <a:fillRect l="-1220" t="-1042" b="-9375"/>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13" name="標題 1">
                <a:extLst>
                  <a:ext uri="{FF2B5EF4-FFF2-40B4-BE49-F238E27FC236}">
                    <a16:creationId xmlns:a16="http://schemas.microsoft.com/office/drawing/2014/main" id="{3C23AC40-DFB0-4859-BBC9-2780CE911D41}"/>
                  </a:ext>
                </a:extLst>
              </p:cNvPr>
              <p:cNvSpPr txBox="1">
                <a:spLocks/>
              </p:cNvSpPr>
              <p:nvPr/>
            </p:nvSpPr>
            <p:spPr>
              <a:xfrm>
                <a:off x="570805" y="4556302"/>
                <a:ext cx="8002390" cy="5833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2400" dirty="0">
                    <a:latin typeface="Times New Roman" panose="02020603050405020304" pitchFamily="18" charset="0"/>
                    <a:cs typeface="Times New Roman" panose="02020603050405020304" pitchFamily="18" charset="0"/>
                  </a:rPr>
                  <a:t>a Boolean table of length</a:t>
                </a:r>
                <a:r>
                  <a:rPr lang="en-US" altLang="zh-TW" sz="2400" b="1" dirty="0">
                    <a:cs typeface="Times New Roman" panose="02020603050405020304" pitchFamily="18" charset="0"/>
                  </a:rPr>
                  <a:t> </a:t>
                </a:r>
                <a14:m>
                  <m:oMath xmlns:m="http://schemas.openxmlformats.org/officeDocument/2006/math">
                    <m:r>
                      <m:rPr>
                        <m:nor/>
                      </m:rPr>
                      <a:rPr lang="en-US" altLang="zh-TW" sz="2400" b="1" i="1" dirty="0">
                        <a:latin typeface="Times New Roman" panose="02020603050405020304" pitchFamily="18" charset="0"/>
                        <a:cs typeface="Times New Roman" panose="02020603050405020304" pitchFamily="18" charset="0"/>
                      </a:rPr>
                      <m:t>n</m:t>
                    </m:r>
                  </m:oMath>
                </a14:m>
                <a:r>
                  <a:rPr lang="en-US" altLang="zh-TW" sz="2400" dirty="0">
                    <a:latin typeface="Times New Roman" panose="02020603050405020304" pitchFamily="18" charset="0"/>
                    <a:cs typeface="Times New Roman" panose="02020603050405020304" pitchFamily="18" charset="0"/>
                  </a:rPr>
                  <a:t> (used, unused) </a:t>
                </a:r>
                <a:endParaRPr lang="zh-TW" altLang="en-US" sz="2400" dirty="0">
                  <a:latin typeface="Times New Roman" panose="02020603050405020304" pitchFamily="18" charset="0"/>
                  <a:cs typeface="Times New Roman" panose="02020603050405020304" pitchFamily="18" charset="0"/>
                </a:endParaRPr>
              </a:p>
            </p:txBody>
          </p:sp>
        </mc:Choice>
        <mc:Fallback xmlns="">
          <p:sp>
            <p:nvSpPr>
              <p:cNvPr id="113" name="標題 1">
                <a:extLst>
                  <a:ext uri="{FF2B5EF4-FFF2-40B4-BE49-F238E27FC236}">
                    <a16:creationId xmlns:a16="http://schemas.microsoft.com/office/drawing/2014/main" id="{3C23AC40-DFB0-4859-BBC9-2780CE911D41}"/>
                  </a:ext>
                </a:extLst>
              </p:cNvPr>
              <p:cNvSpPr txBox="1">
                <a:spLocks noRot="1" noChangeAspect="1" noMove="1" noResize="1" noEditPoints="1" noAdjustHandles="1" noChangeArrowheads="1" noChangeShapeType="1" noTextEdit="1"/>
              </p:cNvSpPr>
              <p:nvPr/>
            </p:nvSpPr>
            <p:spPr>
              <a:xfrm>
                <a:off x="570805" y="4556302"/>
                <a:ext cx="8002390" cy="583367"/>
              </a:xfrm>
              <a:prstGeom prst="rect">
                <a:avLst/>
              </a:prstGeom>
              <a:blipFill>
                <a:blip r:embed="rId17"/>
                <a:stretch>
                  <a:fillRect l="-1220" t="-1042" b="-9375"/>
                </a:stretch>
              </a:blipFill>
            </p:spPr>
            <p:txBody>
              <a:bodyPr/>
              <a:lstStyle/>
              <a:p>
                <a:r>
                  <a:rPr lang="zh-TW" altLang="en-US">
                    <a:noFill/>
                  </a:rPr>
                  <a:t> </a:t>
                </a:r>
              </a:p>
            </p:txBody>
          </p:sp>
        </mc:Fallback>
      </mc:AlternateContent>
      <p:sp>
        <p:nvSpPr>
          <p:cNvPr id="133" name="標題 1">
            <a:extLst>
              <a:ext uri="{FF2B5EF4-FFF2-40B4-BE49-F238E27FC236}">
                <a16:creationId xmlns:a16="http://schemas.microsoft.com/office/drawing/2014/main" id="{A2D53DC1-627F-436E-B80A-93EE2B2F83D5}"/>
              </a:ext>
            </a:extLst>
          </p:cNvPr>
          <p:cNvSpPr txBox="1">
            <a:spLocks/>
          </p:cNvSpPr>
          <p:nvPr/>
        </p:nvSpPr>
        <p:spPr>
          <a:xfrm>
            <a:off x="471956" y="414725"/>
            <a:ext cx="7886700" cy="5833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3200" dirty="0">
                <a:latin typeface="Times New Roman" panose="02020603050405020304" pitchFamily="18" charset="0"/>
                <a:cs typeface="Times New Roman" panose="02020603050405020304" pitchFamily="18" charset="0"/>
              </a:rPr>
              <a:t>Another way - Time and Space Complexity</a:t>
            </a:r>
            <a:endParaRPr lang="zh-TW" alt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98277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471956" y="414725"/>
            <a:ext cx="7886700" cy="583367"/>
          </a:xfrm>
        </p:spPr>
        <p:txBody>
          <a:bodyPr>
            <a:normAutofit/>
          </a:bodyPr>
          <a:lstStyle/>
          <a:p>
            <a:r>
              <a:rPr lang="en-US" altLang="zh-TW" sz="3200" dirty="0">
                <a:latin typeface="Times New Roman" panose="02020603050405020304" pitchFamily="18" charset="0"/>
                <a:cs typeface="Times New Roman" panose="02020603050405020304" pitchFamily="18" charset="0"/>
              </a:rPr>
              <a:t>Another way</a:t>
            </a:r>
            <a:endParaRPr lang="zh-TW" altLang="en-US" sz="32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EC242670-B200-4340-9830-52717E351455}"/>
              </a:ext>
            </a:extLst>
          </p:cNvPr>
          <p:cNvSpPr>
            <a:spLocks noGrp="1"/>
          </p:cNvSpPr>
          <p:nvPr>
            <p:ph type="sldNum" sz="quarter" idx="12"/>
          </p:nvPr>
        </p:nvSpPr>
        <p:spPr/>
        <p:txBody>
          <a:bodyPr/>
          <a:lstStyle/>
          <a:p>
            <a:fld id="{872633CA-77E0-4863-94F8-E28139DFB2B4}" type="slidenum">
              <a:rPr lang="zh-TW" altLang="en-US" smtClean="0"/>
              <a:t>8</a:t>
            </a:fld>
            <a:endParaRPr lang="zh-TW" altLang="en-US"/>
          </a:p>
        </p:txBody>
      </p:sp>
      <p:grpSp>
        <p:nvGrpSpPr>
          <p:cNvPr id="67" name="群組 66">
            <a:extLst>
              <a:ext uri="{FF2B5EF4-FFF2-40B4-BE49-F238E27FC236}">
                <a16:creationId xmlns:a16="http://schemas.microsoft.com/office/drawing/2014/main" id="{DD0F3B8C-67A4-46F3-B486-2B9F123B9AC8}"/>
              </a:ext>
            </a:extLst>
          </p:cNvPr>
          <p:cNvGrpSpPr/>
          <p:nvPr/>
        </p:nvGrpSpPr>
        <p:grpSpPr>
          <a:xfrm>
            <a:off x="6878692" y="500963"/>
            <a:ext cx="1694503" cy="1702832"/>
            <a:chOff x="9501670" y="2485200"/>
            <a:chExt cx="1694503" cy="1702832"/>
          </a:xfrm>
        </p:grpSpPr>
        <p:grpSp>
          <p:nvGrpSpPr>
            <p:cNvPr id="68" name="群組 67">
              <a:extLst>
                <a:ext uri="{FF2B5EF4-FFF2-40B4-BE49-F238E27FC236}">
                  <a16:creationId xmlns:a16="http://schemas.microsoft.com/office/drawing/2014/main" id="{0050684E-DDE6-485D-A573-EB2A48E4A7CC}"/>
                </a:ext>
              </a:extLst>
            </p:cNvPr>
            <p:cNvGrpSpPr/>
            <p:nvPr/>
          </p:nvGrpSpPr>
          <p:grpSpPr>
            <a:xfrm>
              <a:off x="9501670" y="2868690"/>
              <a:ext cx="1694503" cy="1319342"/>
              <a:chOff x="5505677" y="2877083"/>
              <a:chExt cx="1694503" cy="1319342"/>
            </a:xfrm>
          </p:grpSpPr>
          <p:grpSp>
            <p:nvGrpSpPr>
              <p:cNvPr id="70" name="群組 69">
                <a:extLst>
                  <a:ext uri="{FF2B5EF4-FFF2-40B4-BE49-F238E27FC236}">
                    <a16:creationId xmlns:a16="http://schemas.microsoft.com/office/drawing/2014/main" id="{93D16AA5-8758-4F60-80C7-F6E99FDA11B5}"/>
                  </a:ext>
                </a:extLst>
              </p:cNvPr>
              <p:cNvGrpSpPr/>
              <p:nvPr/>
            </p:nvGrpSpPr>
            <p:grpSpPr>
              <a:xfrm>
                <a:off x="5505677" y="2877083"/>
                <a:ext cx="1694503" cy="1319342"/>
                <a:chOff x="1229360" y="446303"/>
                <a:chExt cx="1694503" cy="1319342"/>
              </a:xfrm>
            </p:grpSpPr>
            <mc:AlternateContent xmlns:mc="http://schemas.openxmlformats.org/markup-compatibility/2006" xmlns:a14="http://schemas.microsoft.com/office/drawing/2010/main">
              <mc:Choice Requires="a14">
                <p:sp>
                  <p:nvSpPr>
                    <p:cNvPr id="72" name="文字方塊 71">
                      <a:extLst>
                        <a:ext uri="{FF2B5EF4-FFF2-40B4-BE49-F238E27FC236}">
                          <a16:creationId xmlns:a16="http://schemas.microsoft.com/office/drawing/2014/main" id="{D1CAC6C7-5083-4FB4-94F6-2E1FFD578B9C}"/>
                        </a:ext>
                      </a:extLst>
                    </p:cNvPr>
                    <p:cNvSpPr txBox="1"/>
                    <p:nvPr/>
                  </p:nvSpPr>
                  <p:spPr>
                    <a:xfrm>
                      <a:off x="1229360" y="1303980"/>
                      <a:ext cx="1694503" cy="461665"/>
                    </a:xfrm>
                    <a:prstGeom prst="rect">
                      <a:avLst/>
                    </a:prstGeom>
                    <a:noFill/>
                  </p:spPr>
                  <p:txBody>
                    <a:bodyPr wrap="none" rtlCol="0">
                      <a:spAutoFit/>
                    </a:bodyPr>
                    <a:lstStyle/>
                    <a:p>
                      <a14:m>
                        <m:oMath xmlns:m="http://schemas.openxmlformats.org/officeDocument/2006/math">
                          <m:sSub>
                            <m:sSubPr>
                              <m:ctrlPr>
                                <a:rPr lang="en-US" altLang="zh-TW" sz="2400" i="1" smtClean="0">
                                  <a:solidFill>
                                    <a:schemeClr val="tx1"/>
                                  </a:solidFill>
                                  <a:latin typeface="Cambria Math" panose="02040503050406030204" pitchFamily="18" charset="0"/>
                                  <a:cs typeface="Times New Roman" panose="02020603050405020304" pitchFamily="18" charset="0"/>
                                </a:rPr>
                              </m:ctrlPr>
                            </m:sSubPr>
                            <m:e>
                              <m:r>
                                <m:rPr>
                                  <m:sty m:val="p"/>
                                </m:rPr>
                                <a:rPr lang="en-US" altLang="zh-TW" sz="2400" b="0" i="0" smtClean="0">
                                  <a:solidFill>
                                    <a:schemeClr val="tx1"/>
                                  </a:solidFill>
                                  <a:latin typeface="Cambria Math" panose="02040503050406030204" pitchFamily="18" charset="0"/>
                                  <a:cs typeface="Times New Roman" panose="02020603050405020304" pitchFamily="18" charset="0"/>
                                </a:rPr>
                                <m:t>P</m:t>
                              </m:r>
                            </m:e>
                            <m:sub>
                              <m:r>
                                <a:rPr lang="en-US" altLang="zh-TW" sz="2400" b="0" i="0" smtClean="0">
                                  <a:solidFill>
                                    <a:schemeClr val="tx1"/>
                                  </a:solidFill>
                                  <a:latin typeface="Cambria Math" panose="02040503050406030204" pitchFamily="18" charset="0"/>
                                  <a:cs typeface="Times New Roman" panose="02020603050405020304" pitchFamily="18" charset="0"/>
                                </a:rPr>
                                <m:t>1</m:t>
                              </m:r>
                            </m:sub>
                          </m:sSub>
                        </m:oMath>
                      </a14:m>
                      <a:r>
                        <a:rPr lang="zh-TW" altLang="en-US" sz="2400" dirty="0">
                          <a:solidFill>
                            <a:schemeClr val="tx1"/>
                          </a:solidFill>
                          <a:latin typeface="Times New Roman" panose="02020603050405020304" pitchFamily="18" charset="0"/>
                          <a:cs typeface="Times New Roman" panose="02020603050405020304" pitchFamily="18" charset="0"/>
                        </a:rPr>
                        <a:t> </a:t>
                      </a:r>
                      <a14:m>
                        <m:oMath xmlns:m="http://schemas.openxmlformats.org/officeDocument/2006/math">
                          <m:r>
                            <a:rPr lang="zh-TW" altLang="en-US" sz="2400" b="0" i="0">
                              <a:solidFill>
                                <a:schemeClr val="tx1"/>
                              </a:solidFill>
                              <a:latin typeface="Cambria Math" panose="02040503050406030204" pitchFamily="18" charset="0"/>
                              <a:cs typeface="Times New Roman" panose="02020603050405020304" pitchFamily="18" charset="0"/>
                            </a:rPr>
                            <m:t> </m:t>
                          </m:r>
                          <m:sSub>
                            <m:sSubPr>
                              <m:ctrlPr>
                                <a:rPr lang="en-US" altLang="zh-TW" sz="2400" i="1" smtClean="0">
                                  <a:solidFill>
                                    <a:schemeClr val="tx1"/>
                                  </a:solidFill>
                                  <a:latin typeface="Cambria Math" panose="02040503050406030204" pitchFamily="18" charset="0"/>
                                  <a:cs typeface="Times New Roman" panose="02020603050405020304" pitchFamily="18" charset="0"/>
                                </a:rPr>
                              </m:ctrlPr>
                            </m:sSubPr>
                            <m:e>
                              <m:r>
                                <m:rPr>
                                  <m:sty m:val="p"/>
                                </m:rPr>
                                <a:rPr lang="en-US" altLang="zh-TW" sz="2400" b="0" i="0" smtClean="0">
                                  <a:solidFill>
                                    <a:schemeClr val="tx1"/>
                                  </a:solidFill>
                                  <a:latin typeface="Cambria Math" panose="02040503050406030204" pitchFamily="18" charset="0"/>
                                  <a:cs typeface="Times New Roman" panose="02020603050405020304" pitchFamily="18" charset="0"/>
                                </a:rPr>
                                <m:t>P</m:t>
                              </m:r>
                            </m:e>
                            <m:sub>
                              <m:r>
                                <a:rPr lang="en-US" altLang="zh-TW" sz="2400" b="0" i="0">
                                  <a:solidFill>
                                    <a:schemeClr val="tx1"/>
                                  </a:solidFill>
                                  <a:latin typeface="Cambria Math" panose="02040503050406030204" pitchFamily="18" charset="0"/>
                                  <a:cs typeface="Times New Roman" panose="02020603050405020304" pitchFamily="18" charset="0"/>
                                </a:rPr>
                                <m:t>2</m:t>
                              </m:r>
                            </m:sub>
                          </m:sSub>
                          <m:sSub>
                            <m:sSubPr>
                              <m:ctrlPr>
                                <a:rPr lang="en-US" altLang="zh-TW" sz="2400" i="1" smtClean="0">
                                  <a:solidFill>
                                    <a:schemeClr val="tx1"/>
                                  </a:solidFill>
                                  <a:latin typeface="Cambria Math" panose="02040503050406030204" pitchFamily="18" charset="0"/>
                                  <a:cs typeface="Times New Roman" panose="02020603050405020304" pitchFamily="18" charset="0"/>
                                </a:rPr>
                              </m:ctrlPr>
                            </m:sSubPr>
                            <m:e>
                              <m:r>
                                <a:rPr lang="zh-TW" altLang="en-US" sz="2400" b="0" i="0">
                                  <a:solidFill>
                                    <a:schemeClr val="tx1"/>
                                  </a:solidFill>
                                  <a:latin typeface="Cambria Math" panose="02040503050406030204" pitchFamily="18" charset="0"/>
                                  <a:cs typeface="Times New Roman" panose="02020603050405020304" pitchFamily="18" charset="0"/>
                                </a:rPr>
                                <m:t>  </m:t>
                              </m:r>
                              <m:r>
                                <m:rPr>
                                  <m:sty m:val="p"/>
                                </m:rPr>
                                <a:rPr lang="en-US" altLang="zh-TW" sz="2400" b="0" i="0" smtClean="0">
                                  <a:solidFill>
                                    <a:schemeClr val="tx1"/>
                                  </a:solidFill>
                                  <a:latin typeface="Cambria Math" panose="02040503050406030204" pitchFamily="18" charset="0"/>
                                  <a:cs typeface="Times New Roman" panose="02020603050405020304" pitchFamily="18" charset="0"/>
                                </a:rPr>
                                <m:t>P</m:t>
                              </m:r>
                            </m:e>
                            <m:sub>
                              <m:r>
                                <a:rPr lang="en-US" altLang="zh-TW" sz="2400" b="0" i="0">
                                  <a:solidFill>
                                    <a:schemeClr val="tx1"/>
                                  </a:solidFill>
                                  <a:latin typeface="Cambria Math" panose="02040503050406030204" pitchFamily="18" charset="0"/>
                                  <a:cs typeface="Times New Roman" panose="02020603050405020304" pitchFamily="18" charset="0"/>
                                </a:rPr>
                                <m:t>3</m:t>
                              </m:r>
                            </m:sub>
                          </m:sSub>
                          <m:sSub>
                            <m:sSubPr>
                              <m:ctrlPr>
                                <a:rPr lang="en-US" altLang="zh-TW" sz="2400" i="1" smtClean="0">
                                  <a:solidFill>
                                    <a:schemeClr val="tx1"/>
                                  </a:solidFill>
                                  <a:latin typeface="Cambria Math" panose="02040503050406030204" pitchFamily="18" charset="0"/>
                                  <a:cs typeface="Times New Roman" panose="02020603050405020304" pitchFamily="18" charset="0"/>
                                </a:rPr>
                              </m:ctrlPr>
                            </m:sSubPr>
                            <m:e>
                              <m:r>
                                <a:rPr lang="zh-TW" altLang="en-US" sz="2400" b="0" i="0">
                                  <a:solidFill>
                                    <a:schemeClr val="tx1"/>
                                  </a:solidFill>
                                  <a:latin typeface="Cambria Math" panose="02040503050406030204" pitchFamily="18" charset="0"/>
                                  <a:cs typeface="Times New Roman" panose="02020603050405020304" pitchFamily="18" charset="0"/>
                                </a:rPr>
                                <m:t>  </m:t>
                              </m:r>
                              <m:r>
                                <m:rPr>
                                  <m:sty m:val="p"/>
                                </m:rPr>
                                <a:rPr lang="en-US" altLang="zh-TW" sz="2400" b="0" i="0" smtClean="0">
                                  <a:solidFill>
                                    <a:schemeClr val="tx1"/>
                                  </a:solidFill>
                                  <a:latin typeface="Cambria Math" panose="02040503050406030204" pitchFamily="18" charset="0"/>
                                  <a:cs typeface="Times New Roman" panose="02020603050405020304" pitchFamily="18" charset="0"/>
                                </a:rPr>
                                <m:t>P</m:t>
                              </m:r>
                            </m:e>
                            <m:sub>
                              <m:r>
                                <a:rPr lang="en-US" altLang="zh-TW" sz="2400" b="0" i="0">
                                  <a:solidFill>
                                    <a:schemeClr val="tx1"/>
                                  </a:solidFill>
                                  <a:latin typeface="Cambria Math" panose="02040503050406030204" pitchFamily="18" charset="0"/>
                                  <a:cs typeface="Times New Roman" panose="02020603050405020304" pitchFamily="18" charset="0"/>
                                </a:rPr>
                                <m:t>4</m:t>
                              </m:r>
                            </m:sub>
                          </m:sSub>
                        </m:oMath>
                      </a14:m>
                      <a:endParaRPr lang="zh-TW" altLang="en-US" sz="2400" dirty="0">
                        <a:solidFill>
                          <a:schemeClr val="tx1"/>
                        </a:solidFill>
                        <a:latin typeface="Times New Roman" panose="02020603050405020304" pitchFamily="18" charset="0"/>
                        <a:cs typeface="Times New Roman" panose="02020603050405020304" pitchFamily="18" charset="0"/>
                      </a:endParaRPr>
                    </a:p>
                  </p:txBody>
                </p:sp>
              </mc:Choice>
              <mc:Fallback xmlns="">
                <p:sp>
                  <p:nvSpPr>
                    <p:cNvPr id="72" name="文字方塊 71">
                      <a:extLst>
                        <a:ext uri="{FF2B5EF4-FFF2-40B4-BE49-F238E27FC236}">
                          <a16:creationId xmlns:a16="http://schemas.microsoft.com/office/drawing/2014/main" id="{D1CAC6C7-5083-4FB4-94F6-2E1FFD578B9C}"/>
                        </a:ext>
                      </a:extLst>
                    </p:cNvPr>
                    <p:cNvSpPr txBox="1">
                      <a:spLocks noRot="1" noChangeAspect="1" noMove="1" noResize="1" noEditPoints="1" noAdjustHandles="1" noChangeArrowheads="1" noChangeShapeType="1" noTextEdit="1"/>
                    </p:cNvSpPr>
                    <p:nvPr/>
                  </p:nvSpPr>
                  <p:spPr>
                    <a:xfrm>
                      <a:off x="1229360" y="1303980"/>
                      <a:ext cx="1694503" cy="461665"/>
                    </a:xfrm>
                    <a:prstGeom prst="rect">
                      <a:avLst/>
                    </a:prstGeom>
                    <a:blipFill>
                      <a:blip r:embed="rId3"/>
                      <a:stretch>
                        <a:fillRect l="-719" b="-1316"/>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73" name="文字方塊 72">
                      <a:extLst>
                        <a:ext uri="{FF2B5EF4-FFF2-40B4-BE49-F238E27FC236}">
                          <a16:creationId xmlns:a16="http://schemas.microsoft.com/office/drawing/2014/main" id="{2BCAF684-64D6-42CE-8D75-49C9A03C4BBD}"/>
                        </a:ext>
                      </a:extLst>
                    </p:cNvPr>
                    <p:cNvSpPr txBox="1"/>
                    <p:nvPr/>
                  </p:nvSpPr>
                  <p:spPr>
                    <a:xfrm>
                      <a:off x="1316256" y="860027"/>
                      <a:ext cx="1508746" cy="461665"/>
                    </a:xfrm>
                    <a:prstGeom prst="rect">
                      <a:avLst/>
                    </a:prstGeom>
                    <a:noFill/>
                  </p:spPr>
                  <p:txBody>
                    <a:bodyPr wrap="none" rtlCol="0">
                      <a:spAutoFit/>
                    </a:bodyPr>
                    <a:lstStyle/>
                    <a:p>
                      <a14:m>
                        <m:oMath xmlns:m="http://schemas.openxmlformats.org/officeDocument/2006/math">
                          <m:r>
                            <a:rPr lang="en-US" altLang="zh-TW" sz="2400" b="0" i="0" smtClean="0">
                              <a:solidFill>
                                <a:schemeClr val="tx1"/>
                              </a:solidFill>
                              <a:latin typeface="Cambria Math" panose="02040503050406030204" pitchFamily="18" charset="0"/>
                              <a:cs typeface="Times New Roman" panose="02020603050405020304" pitchFamily="18" charset="0"/>
                            </a:rPr>
                            <m:t>2</m:t>
                          </m:r>
                        </m:oMath>
                      </a14:m>
                      <a:r>
                        <a:rPr lang="zh-TW" altLang="en-US" sz="2400" dirty="0">
                          <a:solidFill>
                            <a:schemeClr val="tx1"/>
                          </a:solidFill>
                          <a:latin typeface="Times New Roman" panose="02020603050405020304" pitchFamily="18" charset="0"/>
                          <a:cs typeface="Times New Roman" panose="02020603050405020304" pitchFamily="18" charset="0"/>
                        </a:rPr>
                        <a:t>   </a:t>
                      </a:r>
                      <a:r>
                        <a:rPr lang="en-US" altLang="zh-TW" sz="2400" dirty="0">
                          <a:solidFill>
                            <a:schemeClr val="tx1"/>
                          </a:solidFill>
                          <a:latin typeface="Times New Roman" panose="02020603050405020304" pitchFamily="18" charset="0"/>
                          <a:cs typeface="Times New Roman" panose="02020603050405020304" pitchFamily="18" charset="0"/>
                        </a:rPr>
                        <a:t>8</a:t>
                      </a:r>
                      <a:r>
                        <a:rPr lang="zh-TW" altLang="en-US" sz="2400" dirty="0">
                          <a:solidFill>
                            <a:schemeClr val="tx1"/>
                          </a:solidFill>
                          <a:latin typeface="Times New Roman" panose="02020603050405020304" pitchFamily="18" charset="0"/>
                          <a:cs typeface="Times New Roman" panose="02020603050405020304" pitchFamily="18" charset="0"/>
                        </a:rPr>
                        <a:t>   </a:t>
                      </a:r>
                      <a:r>
                        <a:rPr lang="en-US" altLang="zh-TW" sz="2400" dirty="0">
                          <a:solidFill>
                            <a:schemeClr val="tx1"/>
                          </a:solidFill>
                          <a:latin typeface="Times New Roman" panose="02020603050405020304" pitchFamily="18" charset="0"/>
                          <a:cs typeface="Times New Roman" panose="02020603050405020304" pitchFamily="18" charset="0"/>
                        </a:rPr>
                        <a:t>9</a:t>
                      </a:r>
                      <a:r>
                        <a:rPr lang="zh-TW" altLang="en-US" sz="2400" dirty="0">
                          <a:solidFill>
                            <a:schemeClr val="tx1"/>
                          </a:solidFill>
                          <a:latin typeface="Times New Roman" panose="02020603050405020304" pitchFamily="18" charset="0"/>
                          <a:cs typeface="Times New Roman" panose="02020603050405020304" pitchFamily="18" charset="0"/>
                        </a:rPr>
                        <a:t>   </a:t>
                      </a:r>
                      <a:r>
                        <a:rPr lang="en-US" altLang="zh-TW" sz="2400" dirty="0">
                          <a:solidFill>
                            <a:schemeClr val="tx1"/>
                          </a:solidFill>
                          <a:latin typeface="Times New Roman" panose="02020603050405020304" pitchFamily="18" charset="0"/>
                          <a:cs typeface="Times New Roman" panose="02020603050405020304" pitchFamily="18" charset="0"/>
                        </a:rPr>
                        <a:t>7</a:t>
                      </a:r>
                      <a:endParaRPr lang="zh-TW" altLang="en-US" sz="2400" dirty="0">
                        <a:solidFill>
                          <a:schemeClr val="tx1"/>
                        </a:solidFill>
                        <a:latin typeface="Times New Roman" panose="02020603050405020304" pitchFamily="18" charset="0"/>
                        <a:cs typeface="Times New Roman" panose="02020603050405020304" pitchFamily="18" charset="0"/>
                      </a:endParaRPr>
                    </a:p>
                  </p:txBody>
                </p:sp>
              </mc:Choice>
              <mc:Fallback xmlns="">
                <p:sp>
                  <p:nvSpPr>
                    <p:cNvPr id="73" name="文字方塊 72">
                      <a:extLst>
                        <a:ext uri="{FF2B5EF4-FFF2-40B4-BE49-F238E27FC236}">
                          <a16:creationId xmlns:a16="http://schemas.microsoft.com/office/drawing/2014/main" id="{2BCAF684-64D6-42CE-8D75-49C9A03C4BBD}"/>
                        </a:ext>
                      </a:extLst>
                    </p:cNvPr>
                    <p:cNvSpPr txBox="1">
                      <a:spLocks noRot="1" noChangeAspect="1" noMove="1" noResize="1" noEditPoints="1" noAdjustHandles="1" noChangeArrowheads="1" noChangeShapeType="1" noTextEdit="1"/>
                    </p:cNvSpPr>
                    <p:nvPr/>
                  </p:nvSpPr>
                  <p:spPr>
                    <a:xfrm>
                      <a:off x="1316256" y="860027"/>
                      <a:ext cx="1508746" cy="461665"/>
                    </a:xfrm>
                    <a:prstGeom prst="rect">
                      <a:avLst/>
                    </a:prstGeom>
                    <a:blipFill>
                      <a:blip r:embed="rId4"/>
                      <a:stretch>
                        <a:fillRect l="-1215" t="-10526" r="-5263" b="-2894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05" name="文字方塊 104">
                      <a:extLst>
                        <a:ext uri="{FF2B5EF4-FFF2-40B4-BE49-F238E27FC236}">
                          <a16:creationId xmlns:a16="http://schemas.microsoft.com/office/drawing/2014/main" id="{693C8A0D-E9BF-4750-88A6-13F822C2E77E}"/>
                        </a:ext>
                      </a:extLst>
                    </p:cNvPr>
                    <p:cNvSpPr txBox="1"/>
                    <p:nvPr/>
                  </p:nvSpPr>
                  <p:spPr>
                    <a:xfrm>
                      <a:off x="1316256" y="446303"/>
                      <a:ext cx="1508746" cy="461665"/>
                    </a:xfrm>
                    <a:prstGeom prst="rect">
                      <a:avLst/>
                    </a:prstGeom>
                    <a:noFill/>
                  </p:spPr>
                  <p:txBody>
                    <a:bodyPr wrap="none" rtlCol="0">
                      <a:spAutoFit/>
                    </a:bodyPr>
                    <a:lstStyle/>
                    <a:p>
                      <a14:m>
                        <m:oMath xmlns:m="http://schemas.openxmlformats.org/officeDocument/2006/math">
                          <m:r>
                            <a:rPr lang="en-US" altLang="zh-TW" sz="2400" b="0" i="1" smtClean="0">
                              <a:solidFill>
                                <a:schemeClr val="tx1"/>
                              </a:solidFill>
                              <a:latin typeface="Cambria Math" panose="02040503050406030204" pitchFamily="18" charset="0"/>
                              <a:cs typeface="Times New Roman" panose="02020603050405020304" pitchFamily="18" charset="0"/>
                            </a:rPr>
                            <m:t>1</m:t>
                          </m:r>
                        </m:oMath>
                      </a14:m>
                      <a:r>
                        <a:rPr lang="zh-TW" altLang="en-US" sz="2400" dirty="0">
                          <a:solidFill>
                            <a:schemeClr val="tx1"/>
                          </a:solidFill>
                          <a:latin typeface="Times New Roman" panose="02020603050405020304" pitchFamily="18" charset="0"/>
                          <a:cs typeface="Times New Roman" panose="02020603050405020304" pitchFamily="18" charset="0"/>
                        </a:rPr>
                        <a:t>   </a:t>
                      </a:r>
                      <a:r>
                        <a:rPr lang="en-US" altLang="zh-TW" sz="2400" dirty="0">
                          <a:solidFill>
                            <a:schemeClr val="tx1"/>
                          </a:solidFill>
                          <a:latin typeface="Times New Roman" panose="02020603050405020304" pitchFamily="18" charset="0"/>
                          <a:cs typeface="Times New Roman" panose="02020603050405020304" pitchFamily="18" charset="0"/>
                        </a:rPr>
                        <a:t>4</a:t>
                      </a:r>
                      <a:r>
                        <a:rPr lang="zh-TW" altLang="en-US" sz="2400" dirty="0">
                          <a:solidFill>
                            <a:schemeClr val="tx1"/>
                          </a:solidFill>
                          <a:latin typeface="Times New Roman" panose="02020603050405020304" pitchFamily="18" charset="0"/>
                          <a:cs typeface="Times New Roman" panose="02020603050405020304" pitchFamily="18" charset="0"/>
                        </a:rPr>
                        <a:t>   </a:t>
                      </a:r>
                      <a:r>
                        <a:rPr lang="en-US" altLang="zh-TW" sz="2400" dirty="0">
                          <a:solidFill>
                            <a:schemeClr val="tx1"/>
                          </a:solidFill>
                          <a:latin typeface="Times New Roman" panose="02020603050405020304" pitchFamily="18" charset="0"/>
                          <a:cs typeface="Times New Roman" panose="02020603050405020304" pitchFamily="18" charset="0"/>
                        </a:rPr>
                        <a:t>5</a:t>
                      </a:r>
                      <a:r>
                        <a:rPr lang="zh-TW" altLang="en-US" sz="2400" dirty="0">
                          <a:solidFill>
                            <a:schemeClr val="tx1"/>
                          </a:solidFill>
                          <a:latin typeface="Times New Roman" panose="02020603050405020304" pitchFamily="18" charset="0"/>
                          <a:cs typeface="Times New Roman" panose="02020603050405020304" pitchFamily="18" charset="0"/>
                        </a:rPr>
                        <a:t>   </a:t>
                      </a:r>
                      <a:r>
                        <a:rPr lang="en-US" altLang="zh-TW" sz="2400" dirty="0">
                          <a:solidFill>
                            <a:schemeClr val="tx1"/>
                          </a:solidFill>
                          <a:latin typeface="Times New Roman" panose="02020603050405020304" pitchFamily="18" charset="0"/>
                          <a:cs typeface="Times New Roman" panose="02020603050405020304" pitchFamily="18" charset="0"/>
                        </a:rPr>
                        <a:t>6</a:t>
                      </a:r>
                      <a:endParaRPr lang="zh-TW" altLang="en-US" sz="2400" dirty="0">
                        <a:solidFill>
                          <a:schemeClr val="tx1"/>
                        </a:solidFill>
                        <a:latin typeface="Times New Roman" panose="02020603050405020304" pitchFamily="18" charset="0"/>
                        <a:cs typeface="Times New Roman" panose="02020603050405020304" pitchFamily="18" charset="0"/>
                      </a:endParaRPr>
                    </a:p>
                  </p:txBody>
                </p:sp>
              </mc:Choice>
              <mc:Fallback xmlns="">
                <p:sp>
                  <p:nvSpPr>
                    <p:cNvPr id="105" name="文字方塊 104">
                      <a:extLst>
                        <a:ext uri="{FF2B5EF4-FFF2-40B4-BE49-F238E27FC236}">
                          <a16:creationId xmlns:a16="http://schemas.microsoft.com/office/drawing/2014/main" id="{693C8A0D-E9BF-4750-88A6-13F822C2E77E}"/>
                        </a:ext>
                      </a:extLst>
                    </p:cNvPr>
                    <p:cNvSpPr txBox="1">
                      <a:spLocks noRot="1" noChangeAspect="1" noMove="1" noResize="1" noEditPoints="1" noAdjustHandles="1" noChangeArrowheads="1" noChangeShapeType="1" noTextEdit="1"/>
                    </p:cNvSpPr>
                    <p:nvPr/>
                  </p:nvSpPr>
                  <p:spPr>
                    <a:xfrm>
                      <a:off x="1316256" y="446303"/>
                      <a:ext cx="1508746" cy="461665"/>
                    </a:xfrm>
                    <a:prstGeom prst="rect">
                      <a:avLst/>
                    </a:prstGeom>
                    <a:blipFill>
                      <a:blip r:embed="rId5"/>
                      <a:stretch>
                        <a:fillRect l="-1215" t="-10526" r="-5263" b="-28947"/>
                      </a:stretch>
                    </a:blipFill>
                  </p:spPr>
                  <p:txBody>
                    <a:bodyPr/>
                    <a:lstStyle/>
                    <a:p>
                      <a:r>
                        <a:rPr lang="zh-TW" altLang="en-US">
                          <a:noFill/>
                        </a:rPr>
                        <a:t> </a:t>
                      </a:r>
                    </a:p>
                  </p:txBody>
                </p:sp>
              </mc:Fallback>
            </mc:AlternateContent>
          </p:grpSp>
          <p:cxnSp>
            <p:nvCxnSpPr>
              <p:cNvPr id="71" name="直線接點 70">
                <a:extLst>
                  <a:ext uri="{FF2B5EF4-FFF2-40B4-BE49-F238E27FC236}">
                    <a16:creationId xmlns:a16="http://schemas.microsoft.com/office/drawing/2014/main" id="{7856D62B-CE1C-4AC0-B32F-7D0416BFB573}"/>
                  </a:ext>
                </a:extLst>
              </p:cNvPr>
              <p:cNvCxnSpPr>
                <a:cxnSpLocks/>
              </p:cNvCxnSpPr>
              <p:nvPr/>
            </p:nvCxnSpPr>
            <p:spPr>
              <a:xfrm>
                <a:off x="5522454" y="3763227"/>
                <a:ext cx="157886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69" name="文字方塊 68">
                  <a:extLst>
                    <a:ext uri="{FF2B5EF4-FFF2-40B4-BE49-F238E27FC236}">
                      <a16:creationId xmlns:a16="http://schemas.microsoft.com/office/drawing/2014/main" id="{A37D10F3-D7B6-436E-9548-68D17DA14599}"/>
                    </a:ext>
                  </a:extLst>
                </p:cNvPr>
                <p:cNvSpPr txBox="1"/>
                <p:nvPr/>
              </p:nvSpPr>
              <p:spPr>
                <a:xfrm>
                  <a:off x="9834105" y="2485200"/>
                  <a:ext cx="698233" cy="461665"/>
                </a:xfrm>
                <a:prstGeom prst="rect">
                  <a:avLst/>
                </a:prstGeom>
                <a:noFill/>
              </p:spPr>
              <p:txBody>
                <a:bodyPr wrap="square" rtlCol="0">
                  <a:spAutoFit/>
                </a:bodyPr>
                <a:lstStyle/>
                <a:p>
                  <a:pPr/>
                  <a14:m>
                    <m:oMathPara xmlns:m="http://schemas.openxmlformats.org/officeDocument/2006/math">
                      <m:oMathParaPr>
                        <m:jc m:val="center"/>
                      </m:oMathParaPr>
                      <m:oMath xmlns:m="http://schemas.openxmlformats.org/officeDocument/2006/math">
                        <m:r>
                          <a:rPr lang="en-US" altLang="zh-TW" sz="2400" b="0" i="1" smtClean="0">
                            <a:solidFill>
                              <a:schemeClr val="tx1"/>
                            </a:solidFill>
                            <a:latin typeface="Cambria Math" panose="02040503050406030204" pitchFamily="18" charset="0"/>
                            <a:cs typeface="Times New Roman" panose="02020603050405020304" pitchFamily="18" charset="0"/>
                          </a:rPr>
                          <m:t>3</m:t>
                        </m:r>
                      </m:oMath>
                    </m:oMathPara>
                  </a14:m>
                  <a:endParaRPr lang="zh-TW" altLang="en-US" sz="2400" dirty="0">
                    <a:solidFill>
                      <a:schemeClr val="tx1"/>
                    </a:solidFill>
                    <a:latin typeface="Times New Roman" panose="02020603050405020304" pitchFamily="18" charset="0"/>
                    <a:cs typeface="Times New Roman" panose="02020603050405020304" pitchFamily="18" charset="0"/>
                  </a:endParaRPr>
                </a:p>
              </p:txBody>
            </p:sp>
          </mc:Choice>
          <mc:Fallback xmlns="">
            <p:sp>
              <p:nvSpPr>
                <p:cNvPr id="69" name="文字方塊 68">
                  <a:extLst>
                    <a:ext uri="{FF2B5EF4-FFF2-40B4-BE49-F238E27FC236}">
                      <a16:creationId xmlns:a16="http://schemas.microsoft.com/office/drawing/2014/main" id="{A37D10F3-D7B6-436E-9548-68D17DA14599}"/>
                    </a:ext>
                  </a:extLst>
                </p:cNvPr>
                <p:cNvSpPr txBox="1">
                  <a:spLocks noRot="1" noChangeAspect="1" noMove="1" noResize="1" noEditPoints="1" noAdjustHandles="1" noChangeArrowheads="1" noChangeShapeType="1" noTextEdit="1"/>
                </p:cNvSpPr>
                <p:nvPr/>
              </p:nvSpPr>
              <p:spPr>
                <a:xfrm>
                  <a:off x="9834105" y="2485200"/>
                  <a:ext cx="698233" cy="461665"/>
                </a:xfrm>
                <a:prstGeom prst="rect">
                  <a:avLst/>
                </a:prstGeom>
                <a:blipFill>
                  <a:blip r:embed="rId6"/>
                  <a:stretch>
                    <a:fillRect/>
                  </a:stretch>
                </a:blipFill>
              </p:spPr>
              <p:txBody>
                <a:bodyPr/>
                <a:lstStyle/>
                <a:p>
                  <a:r>
                    <a:rPr lang="zh-TW" altLang="en-US">
                      <a:noFill/>
                    </a:rPr>
                    <a:t> </a:t>
                  </a:r>
                </a:p>
              </p:txBody>
            </p:sp>
          </mc:Fallback>
        </mc:AlternateContent>
      </p:grpSp>
      <mc:AlternateContent xmlns:mc="http://schemas.openxmlformats.org/markup-compatibility/2006" xmlns:a14="http://schemas.microsoft.com/office/drawing/2010/main">
        <mc:Choice Requires="a14">
          <p:sp>
            <p:nvSpPr>
              <p:cNvPr id="78" name="標題 1">
                <a:extLst>
                  <a:ext uri="{FF2B5EF4-FFF2-40B4-BE49-F238E27FC236}">
                    <a16:creationId xmlns:a16="http://schemas.microsoft.com/office/drawing/2014/main" id="{61682426-6933-433A-ACD1-5259A0A8AD45}"/>
                  </a:ext>
                </a:extLst>
              </p:cNvPr>
              <p:cNvSpPr txBox="1">
                <a:spLocks/>
              </p:cNvSpPr>
              <p:nvPr/>
            </p:nvSpPr>
            <p:spPr>
              <a:xfrm>
                <a:off x="570805" y="1234999"/>
                <a:ext cx="5708075" cy="5833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14:m>
                  <m:oMathPara xmlns:m="http://schemas.openxmlformats.org/officeDocument/2006/math">
                    <m:oMathParaPr>
                      <m:jc m:val="left"/>
                    </m:oMathParaPr>
                    <m:oMath xmlns:m="http://schemas.openxmlformats.org/officeDocument/2006/math">
                      <m:sSub>
                        <m:sSubPr>
                          <m:ctrlPr>
                            <a:rPr lang="en-US" altLang="zh-TW" sz="2800" b="0" i="1" smtClean="0">
                              <a:latin typeface="Cambria Math" panose="02040503050406030204" pitchFamily="18" charset="0"/>
                              <a:cs typeface="Times New Roman" panose="02020603050405020304" pitchFamily="18" charset="0"/>
                            </a:rPr>
                          </m:ctrlPr>
                        </m:sSubPr>
                        <m:e>
                          <m:r>
                            <a:rPr lang="en-US" altLang="zh-TW" sz="2800" b="0" i="1" smtClean="0">
                              <a:latin typeface="Cambria Math" panose="02040503050406030204" pitchFamily="18" charset="0"/>
                              <a:cs typeface="Times New Roman" panose="02020603050405020304" pitchFamily="18" charset="0"/>
                            </a:rPr>
                            <m:t>𝜏</m:t>
                          </m:r>
                        </m:e>
                        <m:sub>
                          <m:r>
                            <a:rPr lang="en-US" altLang="zh-TW" sz="2800" b="0" i="1" smtClean="0">
                              <a:latin typeface="Cambria Math" panose="02040503050406030204" pitchFamily="18" charset="0"/>
                              <a:cs typeface="Times New Roman" panose="02020603050405020304" pitchFamily="18" charset="0"/>
                            </a:rPr>
                            <m:t>1</m:t>
                          </m:r>
                        </m:sub>
                      </m:sSub>
                      <m:r>
                        <a:rPr lang="en-US" altLang="zh-TW" sz="2800" b="0" i="1" smtClean="0">
                          <a:latin typeface="Cambria Math" panose="02040503050406030204" pitchFamily="18" charset="0"/>
                          <a:cs typeface="Times New Roman" panose="02020603050405020304" pitchFamily="18" charset="0"/>
                        </a:rPr>
                        <m:t>= &lt;2, 8, 4, 9, 5, 1, 7, 6, 3&gt;</m:t>
                      </m:r>
                    </m:oMath>
                  </m:oMathPara>
                </a14:m>
                <a:endParaRPr lang="zh-TW" altLang="en-US" sz="2800" dirty="0">
                  <a:latin typeface="Times New Roman" panose="02020603050405020304" pitchFamily="18" charset="0"/>
                  <a:cs typeface="Times New Roman" panose="02020603050405020304" pitchFamily="18" charset="0"/>
                </a:endParaRPr>
              </a:p>
            </p:txBody>
          </p:sp>
        </mc:Choice>
        <mc:Fallback xmlns="">
          <p:sp>
            <p:nvSpPr>
              <p:cNvPr id="78" name="標題 1">
                <a:extLst>
                  <a:ext uri="{FF2B5EF4-FFF2-40B4-BE49-F238E27FC236}">
                    <a16:creationId xmlns:a16="http://schemas.microsoft.com/office/drawing/2014/main" id="{61682426-6933-433A-ACD1-5259A0A8AD45}"/>
                  </a:ext>
                </a:extLst>
              </p:cNvPr>
              <p:cNvSpPr txBox="1">
                <a:spLocks noRot="1" noChangeAspect="1" noMove="1" noResize="1" noEditPoints="1" noAdjustHandles="1" noChangeArrowheads="1" noChangeShapeType="1" noTextEdit="1"/>
              </p:cNvSpPr>
              <p:nvPr/>
            </p:nvSpPr>
            <p:spPr>
              <a:xfrm>
                <a:off x="570805" y="1234999"/>
                <a:ext cx="5708075" cy="583367"/>
              </a:xfrm>
              <a:prstGeom prst="rect">
                <a:avLst/>
              </a:prstGeom>
              <a:blipFill>
                <a:blip r:embed="rId7"/>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11" name="標題 1">
                <a:extLst>
                  <a:ext uri="{FF2B5EF4-FFF2-40B4-BE49-F238E27FC236}">
                    <a16:creationId xmlns:a16="http://schemas.microsoft.com/office/drawing/2014/main" id="{3E02D428-793C-4A43-8BEB-7A4BB04EF18B}"/>
                  </a:ext>
                </a:extLst>
              </p:cNvPr>
              <p:cNvSpPr txBox="1">
                <a:spLocks/>
              </p:cNvSpPr>
              <p:nvPr/>
            </p:nvSpPr>
            <p:spPr>
              <a:xfrm>
                <a:off x="570805" y="1832499"/>
                <a:ext cx="5708075" cy="583367"/>
              </a:xfrm>
              <a:prstGeom prst="rect">
                <a:avLst/>
              </a:prstGeom>
            </p:spPr>
            <p:txBody>
              <a:bodyPr vert="horz" lIns="91440" tIns="45720" rIns="91440" bIns="45720" rtlCol="0" anchor="ctr">
                <a:normAutofit fontScale="77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14:m>
                  <m:oMath xmlns:m="http://schemas.openxmlformats.org/officeDocument/2006/math">
                    <m:sSub>
                      <m:sSubPr>
                        <m:ctrlPr>
                          <a:rPr lang="en-US" altLang="zh-TW" sz="2800" b="0" i="1" smtClean="0">
                            <a:solidFill>
                              <a:schemeClr val="accent5">
                                <a:lumMod val="75000"/>
                              </a:schemeClr>
                            </a:solidFill>
                            <a:latin typeface="Cambria Math" panose="02040503050406030204" pitchFamily="18" charset="0"/>
                            <a:cs typeface="Times New Roman" panose="02020603050405020304" pitchFamily="18" charset="0"/>
                          </a:rPr>
                        </m:ctrlPr>
                      </m:sSubPr>
                      <m:e>
                        <m:r>
                          <m:rPr>
                            <m:sty m:val="p"/>
                          </m:rPr>
                          <a:rPr lang="en-US" altLang="zh-TW" sz="2800" b="0" i="0" smtClean="0">
                            <a:solidFill>
                              <a:schemeClr val="accent5">
                                <a:lumMod val="75000"/>
                              </a:schemeClr>
                            </a:solidFill>
                            <a:latin typeface="Cambria Math" panose="02040503050406030204" pitchFamily="18" charset="0"/>
                            <a:cs typeface="Times New Roman" panose="02020603050405020304" pitchFamily="18" charset="0"/>
                          </a:rPr>
                          <m:t>P</m:t>
                        </m:r>
                      </m:e>
                      <m:sub>
                        <m:r>
                          <a:rPr lang="en-US" altLang="zh-TW" sz="2800" b="0" i="0" smtClean="0">
                            <a:solidFill>
                              <a:schemeClr val="accent5">
                                <a:lumMod val="75000"/>
                              </a:schemeClr>
                            </a:solidFill>
                            <a:latin typeface="Cambria Math" panose="02040503050406030204" pitchFamily="18" charset="0"/>
                            <a:cs typeface="Times New Roman" panose="02020603050405020304" pitchFamily="18" charset="0"/>
                          </a:rPr>
                          <m:t>1</m:t>
                        </m:r>
                      </m:sub>
                    </m:sSub>
                    <m:r>
                      <a:rPr lang="en-US" altLang="zh-TW" sz="2800" b="0" i="0" smtClean="0">
                        <a:solidFill>
                          <a:schemeClr val="accent5">
                            <a:lumMod val="75000"/>
                          </a:schemeClr>
                        </a:solidFill>
                        <a:latin typeface="Cambria Math" panose="02040503050406030204" pitchFamily="18" charset="0"/>
                        <a:cs typeface="Times New Roman" panose="02020603050405020304" pitchFamily="18" charset="0"/>
                      </a:rPr>
                      <m:t> :2, 1</m:t>
                    </m:r>
                  </m:oMath>
                </a14:m>
                <a:r>
                  <a:rPr lang="zh-TW" altLang="en-US" sz="2800" dirty="0">
                    <a:solidFill>
                      <a:schemeClr val="accent5">
                        <a:lumMod val="75000"/>
                      </a:schemeClr>
                    </a:solidFill>
                    <a:latin typeface="Times New Roman" panose="02020603050405020304" pitchFamily="18" charset="0"/>
                    <a:cs typeface="Times New Roman" panose="02020603050405020304" pitchFamily="18" charset="0"/>
                  </a:rPr>
                  <a:t> </a:t>
                </a:r>
                <a:r>
                  <a:rPr lang="en-US" altLang="zh-TW" sz="2800" dirty="0">
                    <a:solidFill>
                      <a:schemeClr val="accent5">
                        <a:lumMod val="75000"/>
                      </a:schemeClr>
                    </a:solidFill>
                    <a:latin typeface="Times New Roman" panose="02020603050405020304" pitchFamily="18" charset="0"/>
                    <a:cs typeface="Times New Roman" panose="02020603050405020304" pitchFamily="18" charset="0"/>
                  </a:rPr>
                  <a:t>(left-to-right minima subsequence of </a:t>
                </a:r>
                <a14:m>
                  <m:oMath xmlns:m="http://schemas.openxmlformats.org/officeDocument/2006/math">
                    <m:sSub>
                      <m:sSubPr>
                        <m:ctrlPr>
                          <a:rPr lang="en-US" altLang="zh-TW" sz="2800" b="0" i="1" smtClean="0">
                            <a:solidFill>
                              <a:schemeClr val="accent5">
                                <a:lumMod val="75000"/>
                              </a:schemeClr>
                            </a:solidFill>
                            <a:latin typeface="Cambria Math" panose="02040503050406030204" pitchFamily="18" charset="0"/>
                            <a:cs typeface="Times New Roman" panose="02020603050405020304" pitchFamily="18" charset="0"/>
                          </a:rPr>
                        </m:ctrlPr>
                      </m:sSubPr>
                      <m:e>
                        <m:r>
                          <m:rPr>
                            <m:sty m:val="p"/>
                          </m:rPr>
                          <a:rPr lang="en-US" altLang="zh-TW" sz="2800" b="0" i="0" smtClean="0">
                            <a:solidFill>
                              <a:schemeClr val="accent5">
                                <a:lumMod val="75000"/>
                              </a:schemeClr>
                            </a:solidFill>
                            <a:latin typeface="Cambria Math" panose="02040503050406030204" pitchFamily="18" charset="0"/>
                            <a:cs typeface="Times New Roman" panose="02020603050405020304" pitchFamily="18" charset="0"/>
                          </a:rPr>
                          <m:t>τ</m:t>
                        </m:r>
                      </m:e>
                      <m:sub>
                        <m:r>
                          <a:rPr lang="en-US" altLang="zh-TW" sz="2800" b="0" i="0" smtClean="0">
                            <a:solidFill>
                              <a:schemeClr val="accent5">
                                <a:lumMod val="75000"/>
                              </a:schemeClr>
                            </a:solidFill>
                            <a:latin typeface="Cambria Math" panose="02040503050406030204" pitchFamily="18" charset="0"/>
                            <a:cs typeface="Times New Roman" panose="02020603050405020304" pitchFamily="18" charset="0"/>
                          </a:rPr>
                          <m:t>1</m:t>
                        </m:r>
                      </m:sub>
                    </m:sSub>
                  </m:oMath>
                </a14:m>
                <a:r>
                  <a:rPr lang="en-US" altLang="zh-TW" sz="2800" dirty="0">
                    <a:solidFill>
                      <a:schemeClr val="accent5">
                        <a:lumMod val="75000"/>
                      </a:schemeClr>
                    </a:solidFill>
                    <a:latin typeface="Times New Roman" panose="02020603050405020304" pitchFamily="18" charset="0"/>
                    <a:cs typeface="Times New Roman" panose="02020603050405020304" pitchFamily="18" charset="0"/>
                  </a:rPr>
                  <a:t>)</a:t>
                </a:r>
                <a:endParaRPr lang="zh-TW" altLang="en-US" sz="2800" dirty="0">
                  <a:solidFill>
                    <a:schemeClr val="accent5">
                      <a:lumMod val="75000"/>
                    </a:schemeClr>
                  </a:solidFill>
                  <a:latin typeface="Times New Roman" panose="02020603050405020304" pitchFamily="18" charset="0"/>
                  <a:cs typeface="Times New Roman" panose="02020603050405020304" pitchFamily="18" charset="0"/>
                </a:endParaRPr>
              </a:p>
            </p:txBody>
          </p:sp>
        </mc:Choice>
        <mc:Fallback xmlns="">
          <p:sp>
            <p:nvSpPr>
              <p:cNvPr id="111" name="標題 1">
                <a:extLst>
                  <a:ext uri="{FF2B5EF4-FFF2-40B4-BE49-F238E27FC236}">
                    <a16:creationId xmlns:a16="http://schemas.microsoft.com/office/drawing/2014/main" id="{3E02D428-793C-4A43-8BEB-7A4BB04EF18B}"/>
                  </a:ext>
                </a:extLst>
              </p:cNvPr>
              <p:cNvSpPr txBox="1">
                <a:spLocks noRot="1" noChangeAspect="1" noMove="1" noResize="1" noEditPoints="1" noAdjustHandles="1" noChangeArrowheads="1" noChangeShapeType="1" noTextEdit="1"/>
              </p:cNvSpPr>
              <p:nvPr/>
            </p:nvSpPr>
            <p:spPr>
              <a:xfrm>
                <a:off x="570805" y="1832499"/>
                <a:ext cx="5708075" cy="583367"/>
              </a:xfrm>
              <a:prstGeom prst="rect">
                <a:avLst/>
              </a:prstGeom>
              <a:blipFill>
                <a:blip r:embed="rId8"/>
                <a:stretch>
                  <a:fillRect l="-107" t="-1053" r="-855" b="-1053"/>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12" name="標題 1">
                <a:extLst>
                  <a:ext uri="{FF2B5EF4-FFF2-40B4-BE49-F238E27FC236}">
                    <a16:creationId xmlns:a16="http://schemas.microsoft.com/office/drawing/2014/main" id="{BE4AEF1B-614F-4B51-A1D9-453225C2F85F}"/>
                  </a:ext>
                </a:extLst>
              </p:cNvPr>
              <p:cNvSpPr txBox="1">
                <a:spLocks/>
              </p:cNvSpPr>
              <p:nvPr/>
            </p:nvSpPr>
            <p:spPr>
              <a:xfrm>
                <a:off x="570805" y="2415866"/>
                <a:ext cx="5708075" cy="5833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14:m>
                  <m:oMathPara xmlns:m="http://schemas.openxmlformats.org/officeDocument/2006/math">
                    <m:oMathParaPr>
                      <m:jc m:val="left"/>
                    </m:oMathParaPr>
                    <m:oMath xmlns:m="http://schemas.openxmlformats.org/officeDocument/2006/math">
                      <m:sSub>
                        <m:sSubPr>
                          <m:ctrlPr>
                            <a:rPr lang="en-US" altLang="zh-TW" sz="2800" b="0" i="1" smtClean="0">
                              <a:latin typeface="Cambria Math" panose="02040503050406030204" pitchFamily="18" charset="0"/>
                              <a:cs typeface="Times New Roman" panose="02020603050405020304" pitchFamily="18" charset="0"/>
                            </a:rPr>
                          </m:ctrlPr>
                        </m:sSubPr>
                        <m:e>
                          <m:r>
                            <a:rPr lang="en-US" altLang="zh-TW" sz="2800" b="0" i="1" smtClean="0">
                              <a:latin typeface="Cambria Math" panose="02040503050406030204" pitchFamily="18" charset="0"/>
                              <a:cs typeface="Times New Roman" panose="02020603050405020304" pitchFamily="18" charset="0"/>
                            </a:rPr>
                            <m:t>𝜏</m:t>
                          </m:r>
                        </m:e>
                        <m:sub>
                          <m:r>
                            <a:rPr lang="en-US" altLang="zh-TW" sz="2800" b="0" i="1" smtClean="0">
                              <a:latin typeface="Cambria Math" panose="02040503050406030204" pitchFamily="18" charset="0"/>
                              <a:cs typeface="Times New Roman" panose="02020603050405020304" pitchFamily="18" charset="0"/>
                            </a:rPr>
                            <m:t>2</m:t>
                          </m:r>
                        </m:sub>
                      </m:sSub>
                      <m:r>
                        <a:rPr lang="en-US" altLang="zh-TW" sz="2800" b="0" i="1" smtClean="0">
                          <a:latin typeface="Cambria Math" panose="02040503050406030204" pitchFamily="18" charset="0"/>
                          <a:cs typeface="Times New Roman" panose="02020603050405020304" pitchFamily="18" charset="0"/>
                        </a:rPr>
                        <m:t>= &lt;8, 4, 9, 5, 7, 6, 3&gt;</m:t>
                      </m:r>
                    </m:oMath>
                  </m:oMathPara>
                </a14:m>
                <a:endParaRPr lang="zh-TW" altLang="en-US" sz="2800" dirty="0">
                  <a:latin typeface="Times New Roman" panose="02020603050405020304" pitchFamily="18" charset="0"/>
                  <a:cs typeface="Times New Roman" panose="02020603050405020304" pitchFamily="18" charset="0"/>
                </a:endParaRPr>
              </a:p>
            </p:txBody>
          </p:sp>
        </mc:Choice>
        <mc:Fallback xmlns="">
          <p:sp>
            <p:nvSpPr>
              <p:cNvPr id="112" name="標題 1">
                <a:extLst>
                  <a:ext uri="{FF2B5EF4-FFF2-40B4-BE49-F238E27FC236}">
                    <a16:creationId xmlns:a16="http://schemas.microsoft.com/office/drawing/2014/main" id="{BE4AEF1B-614F-4B51-A1D9-453225C2F85F}"/>
                  </a:ext>
                </a:extLst>
              </p:cNvPr>
              <p:cNvSpPr txBox="1">
                <a:spLocks noRot="1" noChangeAspect="1" noMove="1" noResize="1" noEditPoints="1" noAdjustHandles="1" noChangeArrowheads="1" noChangeShapeType="1" noTextEdit="1"/>
              </p:cNvSpPr>
              <p:nvPr/>
            </p:nvSpPr>
            <p:spPr>
              <a:xfrm>
                <a:off x="570805" y="2415866"/>
                <a:ext cx="5708075" cy="583367"/>
              </a:xfrm>
              <a:prstGeom prst="rect">
                <a:avLst/>
              </a:prstGeom>
              <a:blipFill>
                <a:blip r:embed="rId9"/>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13" name="標題 1">
                <a:extLst>
                  <a:ext uri="{FF2B5EF4-FFF2-40B4-BE49-F238E27FC236}">
                    <a16:creationId xmlns:a16="http://schemas.microsoft.com/office/drawing/2014/main" id="{B0DF1B85-F0BA-4061-BD20-F2E5DB9E350A}"/>
                  </a:ext>
                </a:extLst>
              </p:cNvPr>
              <p:cNvSpPr txBox="1">
                <a:spLocks/>
              </p:cNvSpPr>
              <p:nvPr/>
            </p:nvSpPr>
            <p:spPr>
              <a:xfrm>
                <a:off x="570805" y="2999233"/>
                <a:ext cx="6134795" cy="583367"/>
              </a:xfrm>
              <a:prstGeom prst="rect">
                <a:avLst/>
              </a:prstGeom>
            </p:spPr>
            <p:txBody>
              <a:bodyPr vert="horz" lIns="91440" tIns="45720" rIns="91440" bIns="45720" rtlCol="0" anchor="ctr">
                <a:normAutofit fontScale="77500" lnSpcReduction="20000"/>
              </a:bodyPr>
              <a:lstStyle>
                <a:defPPr>
                  <a:defRPr lang="en-US"/>
                </a:defPPr>
                <a:lvl1pPr defTabSz="914400">
                  <a:lnSpc>
                    <a:spcPct val="90000"/>
                  </a:lnSpc>
                  <a:spcBef>
                    <a:spcPct val="0"/>
                  </a:spcBef>
                  <a:buNone/>
                  <a:defRPr sz="2800" b="0" i="1">
                    <a:solidFill>
                      <a:schemeClr val="accent5">
                        <a:lumMod val="75000"/>
                      </a:schemeClr>
                    </a:solidFill>
                    <a:latin typeface="Cambria Math" panose="02040503050406030204" pitchFamily="18" charset="0"/>
                    <a:ea typeface="+mj-ea"/>
                    <a:cs typeface="Times New Roman" panose="02020603050405020304" pitchFamily="18" charset="0"/>
                  </a:defRPr>
                </a:lvl1pPr>
              </a:lstStyle>
              <a:p>
                <a14:m>
                  <m:oMath xmlns:m="http://schemas.openxmlformats.org/officeDocument/2006/math">
                    <m:sSub>
                      <m:sSubPr>
                        <m:ctrlPr>
                          <a:rPr lang="en-US" altLang="zh-TW" i="1">
                            <a:latin typeface="Cambria Math" panose="02040503050406030204" pitchFamily="18" charset="0"/>
                          </a:rPr>
                        </m:ctrlPr>
                      </m:sSubPr>
                      <m:e>
                        <m:r>
                          <m:rPr>
                            <m:sty m:val="p"/>
                          </m:rPr>
                          <a:rPr lang="en-US" altLang="zh-TW" i="0">
                            <a:latin typeface="Cambria Math" panose="02040503050406030204" pitchFamily="18" charset="0"/>
                          </a:rPr>
                          <m:t>P</m:t>
                        </m:r>
                      </m:e>
                      <m:sub>
                        <m:r>
                          <a:rPr lang="en-US" altLang="zh-TW" i="0">
                            <a:latin typeface="Cambria Math" panose="02040503050406030204" pitchFamily="18" charset="0"/>
                          </a:rPr>
                          <m:t>2</m:t>
                        </m:r>
                      </m:sub>
                    </m:sSub>
                    <m:r>
                      <a:rPr lang="en-US" altLang="zh-TW" i="0">
                        <a:latin typeface="Cambria Math" panose="02040503050406030204" pitchFamily="18" charset="0"/>
                      </a:rPr>
                      <m:t> :8, 4, 3 </m:t>
                    </m:r>
                  </m:oMath>
                </a14:m>
                <a:r>
                  <a:rPr lang="en-US" altLang="zh-TW" i="0" dirty="0"/>
                  <a:t>(left-to-right minima subsequence of </a:t>
                </a:r>
                <a14:m>
                  <m:oMath xmlns:m="http://schemas.openxmlformats.org/officeDocument/2006/math">
                    <m:sSub>
                      <m:sSubPr>
                        <m:ctrlPr>
                          <a:rPr lang="en-US" altLang="zh-TW" i="1">
                            <a:latin typeface="Cambria Math" panose="02040503050406030204" pitchFamily="18" charset="0"/>
                          </a:rPr>
                        </m:ctrlPr>
                      </m:sSubPr>
                      <m:e>
                        <m:r>
                          <m:rPr>
                            <m:sty m:val="p"/>
                          </m:rPr>
                          <a:rPr lang="en-US" altLang="zh-TW" i="0">
                            <a:latin typeface="Cambria Math" panose="02040503050406030204" pitchFamily="18" charset="0"/>
                          </a:rPr>
                          <m:t>τ</m:t>
                        </m:r>
                      </m:e>
                      <m:sub>
                        <m:r>
                          <a:rPr lang="en-US" altLang="zh-TW" i="0">
                            <a:latin typeface="Cambria Math" panose="02040503050406030204" pitchFamily="18" charset="0"/>
                          </a:rPr>
                          <m:t>2</m:t>
                        </m:r>
                      </m:sub>
                    </m:sSub>
                  </m:oMath>
                </a14:m>
                <a:r>
                  <a:rPr lang="en-US" altLang="zh-TW" i="0" dirty="0"/>
                  <a:t>)</a:t>
                </a:r>
                <a:endParaRPr lang="zh-TW" altLang="en-US" i="0" dirty="0"/>
              </a:p>
            </p:txBody>
          </p:sp>
        </mc:Choice>
        <mc:Fallback xmlns="">
          <p:sp>
            <p:nvSpPr>
              <p:cNvPr id="113" name="標題 1">
                <a:extLst>
                  <a:ext uri="{FF2B5EF4-FFF2-40B4-BE49-F238E27FC236}">
                    <a16:creationId xmlns:a16="http://schemas.microsoft.com/office/drawing/2014/main" id="{B0DF1B85-F0BA-4061-BD20-F2E5DB9E350A}"/>
                  </a:ext>
                </a:extLst>
              </p:cNvPr>
              <p:cNvSpPr txBox="1">
                <a:spLocks noRot="1" noChangeAspect="1" noMove="1" noResize="1" noEditPoints="1" noAdjustHandles="1" noChangeArrowheads="1" noChangeShapeType="1" noTextEdit="1"/>
              </p:cNvSpPr>
              <p:nvPr/>
            </p:nvSpPr>
            <p:spPr>
              <a:xfrm>
                <a:off x="570805" y="2999233"/>
                <a:ext cx="6134795" cy="583367"/>
              </a:xfrm>
              <a:prstGeom prst="rect">
                <a:avLst/>
              </a:prstGeom>
              <a:blipFill>
                <a:blip r:embed="rId10"/>
                <a:stretch>
                  <a:fillRect l="-99" t="-2083" r="-3181"/>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14" name="標題 1">
                <a:extLst>
                  <a:ext uri="{FF2B5EF4-FFF2-40B4-BE49-F238E27FC236}">
                    <a16:creationId xmlns:a16="http://schemas.microsoft.com/office/drawing/2014/main" id="{541EEDF8-2C10-47B7-BF57-2ABF9D83295D}"/>
                  </a:ext>
                </a:extLst>
              </p:cNvPr>
              <p:cNvSpPr txBox="1">
                <a:spLocks/>
              </p:cNvSpPr>
              <p:nvPr/>
            </p:nvSpPr>
            <p:spPr>
              <a:xfrm>
                <a:off x="570805" y="3582600"/>
                <a:ext cx="5708075" cy="5833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14:m>
                  <m:oMathPara xmlns:m="http://schemas.openxmlformats.org/officeDocument/2006/math">
                    <m:oMathParaPr>
                      <m:jc m:val="left"/>
                    </m:oMathParaPr>
                    <m:oMath xmlns:m="http://schemas.openxmlformats.org/officeDocument/2006/math">
                      <m:sSub>
                        <m:sSubPr>
                          <m:ctrlPr>
                            <a:rPr lang="en-US" altLang="zh-TW" sz="2800" b="0" i="1" smtClean="0">
                              <a:latin typeface="Cambria Math" panose="02040503050406030204" pitchFamily="18" charset="0"/>
                              <a:cs typeface="Times New Roman" panose="02020603050405020304" pitchFamily="18" charset="0"/>
                            </a:rPr>
                          </m:ctrlPr>
                        </m:sSubPr>
                        <m:e>
                          <m:r>
                            <a:rPr lang="en-US" altLang="zh-TW" sz="2800" b="0" i="1" smtClean="0">
                              <a:latin typeface="Cambria Math" panose="02040503050406030204" pitchFamily="18" charset="0"/>
                              <a:cs typeface="Times New Roman" panose="02020603050405020304" pitchFamily="18" charset="0"/>
                            </a:rPr>
                            <m:t>𝜏</m:t>
                          </m:r>
                        </m:e>
                        <m:sub>
                          <m:r>
                            <a:rPr lang="en-US" altLang="zh-TW" sz="2800" b="0" i="1" smtClean="0">
                              <a:latin typeface="Cambria Math" panose="02040503050406030204" pitchFamily="18" charset="0"/>
                              <a:cs typeface="Times New Roman" panose="02020603050405020304" pitchFamily="18" charset="0"/>
                            </a:rPr>
                            <m:t>3</m:t>
                          </m:r>
                        </m:sub>
                      </m:sSub>
                      <m:r>
                        <a:rPr lang="en-US" altLang="zh-TW" sz="2800" b="0" i="1" smtClean="0">
                          <a:latin typeface="Cambria Math" panose="02040503050406030204" pitchFamily="18" charset="0"/>
                          <a:cs typeface="Times New Roman" panose="02020603050405020304" pitchFamily="18" charset="0"/>
                        </a:rPr>
                        <m:t>= &lt;9, 5, 7, 6&gt;</m:t>
                      </m:r>
                    </m:oMath>
                  </m:oMathPara>
                </a14:m>
                <a:endParaRPr lang="zh-TW" altLang="en-US" sz="2800" dirty="0">
                  <a:latin typeface="Times New Roman" panose="02020603050405020304" pitchFamily="18" charset="0"/>
                  <a:cs typeface="Times New Roman" panose="02020603050405020304" pitchFamily="18" charset="0"/>
                </a:endParaRPr>
              </a:p>
            </p:txBody>
          </p:sp>
        </mc:Choice>
        <mc:Fallback xmlns="">
          <p:sp>
            <p:nvSpPr>
              <p:cNvPr id="114" name="標題 1">
                <a:extLst>
                  <a:ext uri="{FF2B5EF4-FFF2-40B4-BE49-F238E27FC236}">
                    <a16:creationId xmlns:a16="http://schemas.microsoft.com/office/drawing/2014/main" id="{541EEDF8-2C10-47B7-BF57-2ABF9D83295D}"/>
                  </a:ext>
                </a:extLst>
              </p:cNvPr>
              <p:cNvSpPr txBox="1">
                <a:spLocks noRot="1" noChangeAspect="1" noMove="1" noResize="1" noEditPoints="1" noAdjustHandles="1" noChangeArrowheads="1" noChangeShapeType="1" noTextEdit="1"/>
              </p:cNvSpPr>
              <p:nvPr/>
            </p:nvSpPr>
            <p:spPr>
              <a:xfrm>
                <a:off x="570805" y="3582600"/>
                <a:ext cx="5708075" cy="583367"/>
              </a:xfrm>
              <a:prstGeom prst="rect">
                <a:avLst/>
              </a:prstGeom>
              <a:blipFill>
                <a:blip r:embed="rId11"/>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33" name="標題 1">
                <a:extLst>
                  <a:ext uri="{FF2B5EF4-FFF2-40B4-BE49-F238E27FC236}">
                    <a16:creationId xmlns:a16="http://schemas.microsoft.com/office/drawing/2014/main" id="{FBF416F9-EF94-4F16-8757-6BCFEDB218F2}"/>
                  </a:ext>
                </a:extLst>
              </p:cNvPr>
              <p:cNvSpPr txBox="1">
                <a:spLocks/>
              </p:cNvSpPr>
              <p:nvPr/>
            </p:nvSpPr>
            <p:spPr>
              <a:xfrm>
                <a:off x="570805" y="4165967"/>
                <a:ext cx="5887145" cy="583367"/>
              </a:xfrm>
              <a:prstGeom prst="rect">
                <a:avLst/>
              </a:prstGeom>
            </p:spPr>
            <p:txBody>
              <a:bodyPr vert="horz" lIns="91440" tIns="45720" rIns="91440" bIns="45720" rtlCol="0" anchor="ctr">
                <a:normAutofit fontScale="77500" lnSpcReduction="20000"/>
              </a:bodyPr>
              <a:lstStyle>
                <a:defPPr>
                  <a:defRPr lang="en-US"/>
                </a:defPPr>
                <a:lvl1pPr defTabSz="914400">
                  <a:lnSpc>
                    <a:spcPct val="90000"/>
                  </a:lnSpc>
                  <a:spcBef>
                    <a:spcPct val="0"/>
                  </a:spcBef>
                  <a:buNone/>
                  <a:defRPr sz="2800" b="0" i="1">
                    <a:solidFill>
                      <a:schemeClr val="accent5">
                        <a:lumMod val="75000"/>
                      </a:schemeClr>
                    </a:solidFill>
                    <a:latin typeface="Cambria Math" panose="02040503050406030204" pitchFamily="18" charset="0"/>
                    <a:ea typeface="+mj-ea"/>
                    <a:cs typeface="Times New Roman" panose="02020603050405020304" pitchFamily="18" charset="0"/>
                  </a:defRPr>
                </a:lvl1pPr>
              </a:lstStyle>
              <a:p>
                <a14:m>
                  <m:oMath xmlns:m="http://schemas.openxmlformats.org/officeDocument/2006/math">
                    <m:sSub>
                      <m:sSubPr>
                        <m:ctrlPr>
                          <a:rPr lang="en-US" altLang="zh-TW" i="1">
                            <a:latin typeface="Cambria Math" panose="02040503050406030204" pitchFamily="18" charset="0"/>
                          </a:rPr>
                        </m:ctrlPr>
                      </m:sSubPr>
                      <m:e>
                        <m:r>
                          <m:rPr>
                            <m:sty m:val="p"/>
                          </m:rPr>
                          <a:rPr lang="en-US" altLang="zh-TW" i="0">
                            <a:latin typeface="Cambria Math" panose="02040503050406030204" pitchFamily="18" charset="0"/>
                          </a:rPr>
                          <m:t>P</m:t>
                        </m:r>
                      </m:e>
                      <m:sub>
                        <m:r>
                          <a:rPr lang="en-US" altLang="zh-TW" i="0">
                            <a:latin typeface="Cambria Math" panose="02040503050406030204" pitchFamily="18" charset="0"/>
                          </a:rPr>
                          <m:t>3</m:t>
                        </m:r>
                      </m:sub>
                    </m:sSub>
                    <m:r>
                      <a:rPr lang="en-US" altLang="zh-TW" i="0">
                        <a:latin typeface="Cambria Math" panose="02040503050406030204" pitchFamily="18" charset="0"/>
                      </a:rPr>
                      <m:t> :9, 5 </m:t>
                    </m:r>
                  </m:oMath>
                </a14:m>
                <a:r>
                  <a:rPr lang="en-US" altLang="zh-TW" i="0" dirty="0"/>
                  <a:t>(left-to-right minima subsequence of </a:t>
                </a:r>
                <a14:m>
                  <m:oMath xmlns:m="http://schemas.openxmlformats.org/officeDocument/2006/math">
                    <m:sSub>
                      <m:sSubPr>
                        <m:ctrlPr>
                          <a:rPr lang="en-US" altLang="zh-TW" i="1">
                            <a:latin typeface="Cambria Math" panose="02040503050406030204" pitchFamily="18" charset="0"/>
                          </a:rPr>
                        </m:ctrlPr>
                      </m:sSubPr>
                      <m:e>
                        <m:r>
                          <m:rPr>
                            <m:sty m:val="p"/>
                          </m:rPr>
                          <a:rPr lang="en-US" altLang="zh-TW" i="0">
                            <a:latin typeface="Cambria Math" panose="02040503050406030204" pitchFamily="18" charset="0"/>
                          </a:rPr>
                          <m:t>τ</m:t>
                        </m:r>
                      </m:e>
                      <m:sub>
                        <m:r>
                          <a:rPr lang="en-US" altLang="zh-TW" i="0">
                            <a:latin typeface="Cambria Math" panose="02040503050406030204" pitchFamily="18" charset="0"/>
                          </a:rPr>
                          <m:t>3</m:t>
                        </m:r>
                      </m:sub>
                    </m:sSub>
                  </m:oMath>
                </a14:m>
                <a:r>
                  <a:rPr lang="en-US" altLang="zh-TW" i="0" dirty="0"/>
                  <a:t>)</a:t>
                </a:r>
                <a:endParaRPr lang="zh-TW" altLang="en-US" i="0" dirty="0"/>
              </a:p>
            </p:txBody>
          </p:sp>
        </mc:Choice>
        <mc:Fallback xmlns="">
          <p:sp>
            <p:nvSpPr>
              <p:cNvPr id="133" name="標題 1">
                <a:extLst>
                  <a:ext uri="{FF2B5EF4-FFF2-40B4-BE49-F238E27FC236}">
                    <a16:creationId xmlns:a16="http://schemas.microsoft.com/office/drawing/2014/main" id="{FBF416F9-EF94-4F16-8757-6BCFEDB218F2}"/>
                  </a:ext>
                </a:extLst>
              </p:cNvPr>
              <p:cNvSpPr txBox="1">
                <a:spLocks noRot="1" noChangeAspect="1" noMove="1" noResize="1" noEditPoints="1" noAdjustHandles="1" noChangeArrowheads="1" noChangeShapeType="1" noTextEdit="1"/>
              </p:cNvSpPr>
              <p:nvPr/>
            </p:nvSpPr>
            <p:spPr>
              <a:xfrm>
                <a:off x="570805" y="4165967"/>
                <a:ext cx="5887145" cy="583367"/>
              </a:xfrm>
              <a:prstGeom prst="rect">
                <a:avLst/>
              </a:prstGeom>
              <a:blipFill>
                <a:blip r:embed="rId12"/>
                <a:stretch>
                  <a:fillRect l="-104" t="-1042" r="-342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46" name="標題 1">
                <a:extLst>
                  <a:ext uri="{FF2B5EF4-FFF2-40B4-BE49-F238E27FC236}">
                    <a16:creationId xmlns:a16="http://schemas.microsoft.com/office/drawing/2014/main" id="{689DB9E6-1B1E-4909-BD0D-2B870E32BE4C}"/>
                  </a:ext>
                </a:extLst>
              </p:cNvPr>
              <p:cNvSpPr txBox="1">
                <a:spLocks/>
              </p:cNvSpPr>
              <p:nvPr/>
            </p:nvSpPr>
            <p:spPr>
              <a:xfrm>
                <a:off x="570805" y="4810468"/>
                <a:ext cx="5708075" cy="5833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14:m>
                  <m:oMathPara xmlns:m="http://schemas.openxmlformats.org/officeDocument/2006/math">
                    <m:oMathParaPr>
                      <m:jc m:val="left"/>
                    </m:oMathParaPr>
                    <m:oMath xmlns:m="http://schemas.openxmlformats.org/officeDocument/2006/math">
                      <m:sSub>
                        <m:sSubPr>
                          <m:ctrlPr>
                            <a:rPr lang="en-US" altLang="zh-TW" sz="2800" b="0" i="1" smtClean="0">
                              <a:latin typeface="Cambria Math" panose="02040503050406030204" pitchFamily="18" charset="0"/>
                              <a:cs typeface="Times New Roman" panose="02020603050405020304" pitchFamily="18" charset="0"/>
                            </a:rPr>
                          </m:ctrlPr>
                        </m:sSubPr>
                        <m:e>
                          <m:r>
                            <a:rPr lang="en-US" altLang="zh-TW" sz="2800" b="0" i="1" smtClean="0">
                              <a:latin typeface="Cambria Math" panose="02040503050406030204" pitchFamily="18" charset="0"/>
                              <a:cs typeface="Times New Roman" panose="02020603050405020304" pitchFamily="18" charset="0"/>
                            </a:rPr>
                            <m:t>𝜏</m:t>
                          </m:r>
                        </m:e>
                        <m:sub>
                          <m:r>
                            <a:rPr lang="en-US" altLang="zh-TW" sz="2800" b="0" i="1" smtClean="0">
                              <a:latin typeface="Cambria Math" panose="02040503050406030204" pitchFamily="18" charset="0"/>
                              <a:cs typeface="Times New Roman" panose="02020603050405020304" pitchFamily="18" charset="0"/>
                            </a:rPr>
                            <m:t>4</m:t>
                          </m:r>
                        </m:sub>
                      </m:sSub>
                      <m:r>
                        <a:rPr lang="en-US" altLang="zh-TW" sz="2800" b="0" i="1" smtClean="0">
                          <a:latin typeface="Cambria Math" panose="02040503050406030204" pitchFamily="18" charset="0"/>
                          <a:cs typeface="Times New Roman" panose="02020603050405020304" pitchFamily="18" charset="0"/>
                        </a:rPr>
                        <m:t>= &lt;7, 6&gt;</m:t>
                      </m:r>
                    </m:oMath>
                  </m:oMathPara>
                </a14:m>
                <a:endParaRPr lang="zh-TW" altLang="en-US" sz="2800" dirty="0">
                  <a:latin typeface="Times New Roman" panose="02020603050405020304" pitchFamily="18" charset="0"/>
                  <a:cs typeface="Times New Roman" panose="02020603050405020304" pitchFamily="18" charset="0"/>
                </a:endParaRPr>
              </a:p>
            </p:txBody>
          </p:sp>
        </mc:Choice>
        <mc:Fallback xmlns="">
          <p:sp>
            <p:nvSpPr>
              <p:cNvPr id="146" name="標題 1">
                <a:extLst>
                  <a:ext uri="{FF2B5EF4-FFF2-40B4-BE49-F238E27FC236}">
                    <a16:creationId xmlns:a16="http://schemas.microsoft.com/office/drawing/2014/main" id="{689DB9E6-1B1E-4909-BD0D-2B870E32BE4C}"/>
                  </a:ext>
                </a:extLst>
              </p:cNvPr>
              <p:cNvSpPr txBox="1">
                <a:spLocks noRot="1" noChangeAspect="1" noMove="1" noResize="1" noEditPoints="1" noAdjustHandles="1" noChangeArrowheads="1" noChangeShapeType="1" noTextEdit="1"/>
              </p:cNvSpPr>
              <p:nvPr/>
            </p:nvSpPr>
            <p:spPr>
              <a:xfrm>
                <a:off x="570805" y="4810468"/>
                <a:ext cx="5708075" cy="583367"/>
              </a:xfrm>
              <a:prstGeom prst="rect">
                <a:avLst/>
              </a:prstGeom>
              <a:blipFill>
                <a:blip r:embed="rId13"/>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64" name="標題 1">
                <a:extLst>
                  <a:ext uri="{FF2B5EF4-FFF2-40B4-BE49-F238E27FC236}">
                    <a16:creationId xmlns:a16="http://schemas.microsoft.com/office/drawing/2014/main" id="{C763382E-20EE-4806-9415-59894E5A6B2C}"/>
                  </a:ext>
                </a:extLst>
              </p:cNvPr>
              <p:cNvSpPr txBox="1">
                <a:spLocks/>
              </p:cNvSpPr>
              <p:nvPr/>
            </p:nvSpPr>
            <p:spPr>
              <a:xfrm>
                <a:off x="570805" y="5393835"/>
                <a:ext cx="5887145" cy="583367"/>
              </a:xfrm>
              <a:prstGeom prst="rect">
                <a:avLst/>
              </a:prstGeom>
            </p:spPr>
            <p:txBody>
              <a:bodyPr vert="horz" lIns="91440" tIns="45720" rIns="91440" bIns="45720" rtlCol="0" anchor="ctr">
                <a:normAutofit fontScale="77500" lnSpcReduction="20000"/>
              </a:bodyPr>
              <a:lstStyle>
                <a:defPPr>
                  <a:defRPr lang="en-US"/>
                </a:defPPr>
                <a:lvl1pPr defTabSz="914400">
                  <a:lnSpc>
                    <a:spcPct val="90000"/>
                  </a:lnSpc>
                  <a:spcBef>
                    <a:spcPct val="0"/>
                  </a:spcBef>
                  <a:buNone/>
                  <a:defRPr sz="2800" b="0" i="1">
                    <a:solidFill>
                      <a:schemeClr val="accent5">
                        <a:lumMod val="75000"/>
                      </a:schemeClr>
                    </a:solidFill>
                    <a:latin typeface="Cambria Math" panose="02040503050406030204" pitchFamily="18" charset="0"/>
                    <a:ea typeface="+mj-ea"/>
                    <a:cs typeface="Times New Roman" panose="02020603050405020304" pitchFamily="18" charset="0"/>
                  </a:defRPr>
                </a:lvl1pPr>
              </a:lstStyle>
              <a:p>
                <a14:m>
                  <m:oMath xmlns:m="http://schemas.openxmlformats.org/officeDocument/2006/math">
                    <m:sSub>
                      <m:sSubPr>
                        <m:ctrlPr>
                          <a:rPr lang="en-US" altLang="zh-TW" i="1">
                            <a:latin typeface="Cambria Math" panose="02040503050406030204" pitchFamily="18" charset="0"/>
                          </a:rPr>
                        </m:ctrlPr>
                      </m:sSubPr>
                      <m:e>
                        <m:r>
                          <m:rPr>
                            <m:sty m:val="p"/>
                          </m:rPr>
                          <a:rPr lang="en-US" altLang="zh-TW" i="0">
                            <a:latin typeface="Cambria Math" panose="02040503050406030204" pitchFamily="18" charset="0"/>
                          </a:rPr>
                          <m:t>P</m:t>
                        </m:r>
                      </m:e>
                      <m:sub>
                        <m:r>
                          <a:rPr lang="en-US" altLang="zh-TW" i="0">
                            <a:latin typeface="Cambria Math" panose="02040503050406030204" pitchFamily="18" charset="0"/>
                          </a:rPr>
                          <m:t>4</m:t>
                        </m:r>
                      </m:sub>
                    </m:sSub>
                    <m:r>
                      <a:rPr lang="en-US" altLang="zh-TW" i="0">
                        <a:latin typeface="Cambria Math" panose="02040503050406030204" pitchFamily="18" charset="0"/>
                      </a:rPr>
                      <m:t> :7, 6 </m:t>
                    </m:r>
                  </m:oMath>
                </a14:m>
                <a:r>
                  <a:rPr lang="en-US" altLang="zh-TW" i="0" dirty="0"/>
                  <a:t>(left-to-right minima subsequence of </a:t>
                </a:r>
                <a14:m>
                  <m:oMath xmlns:m="http://schemas.openxmlformats.org/officeDocument/2006/math">
                    <m:sSub>
                      <m:sSubPr>
                        <m:ctrlPr>
                          <a:rPr lang="en-US" altLang="zh-TW" i="1">
                            <a:latin typeface="Cambria Math" panose="02040503050406030204" pitchFamily="18" charset="0"/>
                          </a:rPr>
                        </m:ctrlPr>
                      </m:sSubPr>
                      <m:e>
                        <m:r>
                          <m:rPr>
                            <m:sty m:val="p"/>
                          </m:rPr>
                          <a:rPr lang="en-US" altLang="zh-TW" i="0">
                            <a:latin typeface="Cambria Math" panose="02040503050406030204" pitchFamily="18" charset="0"/>
                          </a:rPr>
                          <m:t>τ</m:t>
                        </m:r>
                      </m:e>
                      <m:sub>
                        <m:r>
                          <a:rPr lang="en-US" altLang="zh-TW" i="0">
                            <a:latin typeface="Cambria Math" panose="02040503050406030204" pitchFamily="18" charset="0"/>
                          </a:rPr>
                          <m:t>4</m:t>
                        </m:r>
                      </m:sub>
                    </m:sSub>
                  </m:oMath>
                </a14:m>
                <a:r>
                  <a:rPr lang="en-US" altLang="zh-TW" i="0" dirty="0"/>
                  <a:t>)</a:t>
                </a:r>
                <a:endParaRPr lang="zh-TW" altLang="en-US" i="0" dirty="0"/>
              </a:p>
            </p:txBody>
          </p:sp>
        </mc:Choice>
        <mc:Fallback xmlns="">
          <p:sp>
            <p:nvSpPr>
              <p:cNvPr id="164" name="標題 1">
                <a:extLst>
                  <a:ext uri="{FF2B5EF4-FFF2-40B4-BE49-F238E27FC236}">
                    <a16:creationId xmlns:a16="http://schemas.microsoft.com/office/drawing/2014/main" id="{C763382E-20EE-4806-9415-59894E5A6B2C}"/>
                  </a:ext>
                </a:extLst>
              </p:cNvPr>
              <p:cNvSpPr txBox="1">
                <a:spLocks noRot="1" noChangeAspect="1" noMove="1" noResize="1" noEditPoints="1" noAdjustHandles="1" noChangeArrowheads="1" noChangeShapeType="1" noTextEdit="1"/>
              </p:cNvSpPr>
              <p:nvPr/>
            </p:nvSpPr>
            <p:spPr>
              <a:xfrm>
                <a:off x="570805" y="5393835"/>
                <a:ext cx="5887145" cy="583367"/>
              </a:xfrm>
              <a:prstGeom prst="rect">
                <a:avLst/>
              </a:prstGeom>
              <a:blipFill>
                <a:blip r:embed="rId14"/>
                <a:stretch>
                  <a:fillRect l="-104" t="-2083" r="-3420"/>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3443863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2"/>
                                        </p:tgtEl>
                                        <p:attrNameLst>
                                          <p:attrName>style.visibility</p:attrName>
                                        </p:attrNameLst>
                                      </p:cBhvr>
                                      <p:to>
                                        <p:strVal val="visible"/>
                                      </p:to>
                                    </p:set>
                                    <p:animEffect transition="in" filter="fade">
                                      <p:cBhvr>
                                        <p:cTn id="7" dur="500"/>
                                        <p:tgtEl>
                                          <p:spTgt spid="1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3"/>
                                        </p:tgtEl>
                                        <p:attrNameLst>
                                          <p:attrName>style.visibility</p:attrName>
                                        </p:attrNameLst>
                                      </p:cBhvr>
                                      <p:to>
                                        <p:strVal val="visible"/>
                                      </p:to>
                                    </p:set>
                                    <p:animEffect transition="in" filter="fade">
                                      <p:cBhvr>
                                        <p:cTn id="10" dur="500"/>
                                        <p:tgtEl>
                                          <p:spTgt spid="11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14"/>
                                        </p:tgtEl>
                                        <p:attrNameLst>
                                          <p:attrName>style.visibility</p:attrName>
                                        </p:attrNameLst>
                                      </p:cBhvr>
                                      <p:to>
                                        <p:strVal val="visible"/>
                                      </p:to>
                                    </p:set>
                                    <p:animEffect transition="in" filter="fade">
                                      <p:cBhvr>
                                        <p:cTn id="15" dur="500"/>
                                        <p:tgtEl>
                                          <p:spTgt spid="11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33"/>
                                        </p:tgtEl>
                                        <p:attrNameLst>
                                          <p:attrName>style.visibility</p:attrName>
                                        </p:attrNameLst>
                                      </p:cBhvr>
                                      <p:to>
                                        <p:strVal val="visible"/>
                                      </p:to>
                                    </p:set>
                                    <p:animEffect transition="in" filter="fade">
                                      <p:cBhvr>
                                        <p:cTn id="18" dur="500"/>
                                        <p:tgtEl>
                                          <p:spTgt spid="133"/>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46"/>
                                        </p:tgtEl>
                                        <p:attrNameLst>
                                          <p:attrName>style.visibility</p:attrName>
                                        </p:attrNameLst>
                                      </p:cBhvr>
                                      <p:to>
                                        <p:strVal val="visible"/>
                                      </p:to>
                                    </p:set>
                                    <p:animEffect transition="in" filter="fade">
                                      <p:cBhvr>
                                        <p:cTn id="23" dur="500"/>
                                        <p:tgtEl>
                                          <p:spTgt spid="146"/>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64"/>
                                        </p:tgtEl>
                                        <p:attrNameLst>
                                          <p:attrName>style.visibility</p:attrName>
                                        </p:attrNameLst>
                                      </p:cBhvr>
                                      <p:to>
                                        <p:strVal val="visible"/>
                                      </p:to>
                                    </p:set>
                                    <p:animEffect transition="in" filter="fade">
                                      <p:cBhvr>
                                        <p:cTn id="26" dur="500"/>
                                        <p:tgtEl>
                                          <p:spTgt spid="1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 grpId="0"/>
      <p:bldP spid="113" grpId="0"/>
      <p:bldP spid="114" grpId="0"/>
      <p:bldP spid="133" grpId="0"/>
      <p:bldP spid="146" grpId="0"/>
      <p:bldP spid="16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A8791CF8-89C9-4C0A-91DB-665A6609F254}"/>
                  </a:ext>
                </a:extLst>
              </p:cNvPr>
              <p:cNvSpPr>
                <a:spLocks noGrp="1"/>
              </p:cNvSpPr>
              <p:nvPr>
                <p:ph idx="1"/>
              </p:nvPr>
            </p:nvSpPr>
            <p:spPr>
              <a:xfrm>
                <a:off x="609600" y="1253331"/>
                <a:ext cx="8534400" cy="583367"/>
              </a:xfrm>
            </p:spPr>
            <p:txBody>
              <a:bodyPr>
                <a:normAutofit/>
              </a:bodyPr>
              <a:lstStyle/>
              <a:p>
                <a:r>
                  <a:rPr lang="en-US" altLang="zh-TW" sz="2400" b="0" i="0" dirty="0">
                    <a:latin typeface="Times New Roman" panose="02020603050405020304" pitchFamily="18" charset="0"/>
                    <a:cs typeface="Times New Roman" panose="02020603050405020304" pitchFamily="18" charset="0"/>
                  </a:rPr>
                  <a:t>Given an integer </a:t>
                </a:r>
                <a14:m>
                  <m:oMath xmlns:m="http://schemas.openxmlformats.org/officeDocument/2006/math">
                    <m:r>
                      <a:rPr lang="en-US" altLang="zh-TW" sz="2400" b="0" i="1" smtClean="0">
                        <a:latin typeface="Cambria Math" panose="02040503050406030204" pitchFamily="18" charset="0"/>
                      </a:rPr>
                      <m:t>𝑠</m:t>
                    </m:r>
                    <m:r>
                      <a:rPr lang="en-US" altLang="zh-TW" sz="2400" b="0" i="1" smtClean="0">
                        <a:latin typeface="Cambria Math" panose="02040503050406030204" pitchFamily="18" charset="0"/>
                      </a:rPr>
                      <m:t> </m:t>
                    </m:r>
                  </m:oMath>
                </a14:m>
                <a:r>
                  <a:rPr lang="en-US" altLang="zh-TW" sz="2400" b="0" i="0" dirty="0">
                    <a:latin typeface="Times New Roman" panose="02020603050405020304" pitchFamily="18" charset="0"/>
                    <a:cs typeface="Times New Roman" panose="02020603050405020304" pitchFamily="18" charset="0"/>
                  </a:rPr>
                  <a:t>satisfying</a:t>
                </a:r>
                <a14:m>
                  <m:oMath xmlns:m="http://schemas.openxmlformats.org/officeDocument/2006/math">
                    <m:r>
                      <a:rPr lang="en-US" altLang="zh-TW" sz="2400" b="0" i="1" smtClean="0">
                        <a:latin typeface="Cambria Math" panose="02040503050406030204" pitchFamily="18" charset="0"/>
                      </a:rPr>
                      <m:t> </m:t>
                    </m:r>
                    <m:rad>
                      <m:radPr>
                        <m:degHide m:val="on"/>
                        <m:ctrlPr>
                          <a:rPr lang="en-US" altLang="zh-TW" sz="2400" b="0" i="1" smtClean="0">
                            <a:latin typeface="Cambria Math" panose="02040503050406030204" pitchFamily="18" charset="0"/>
                          </a:rPr>
                        </m:ctrlPr>
                      </m:radPr>
                      <m:deg/>
                      <m:e>
                        <m:r>
                          <a:rPr lang="en-US" altLang="zh-TW" sz="2400" b="0" i="1" smtClean="0">
                            <a:latin typeface="Cambria Math" panose="02040503050406030204" pitchFamily="18" charset="0"/>
                          </a:rPr>
                          <m:t>𝑛</m:t>
                        </m:r>
                      </m:e>
                    </m:rad>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𝑠</m:t>
                    </m:r>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𝑛</m:t>
                    </m:r>
                  </m:oMath>
                </a14:m>
                <a:endParaRPr lang="zh-TW" altLang="en-US" sz="2400" dirty="0">
                  <a:latin typeface="Times New Roman" panose="02020603050405020304" pitchFamily="18" charset="0"/>
                  <a:cs typeface="Times New Roman" panose="02020603050405020304" pitchFamily="18" charset="0"/>
                </a:endParaRPr>
              </a:p>
            </p:txBody>
          </p:sp>
        </mc:Choice>
        <mc:Fallback xmlns="">
          <p:sp>
            <p:nvSpPr>
              <p:cNvPr id="3" name="內容版面配置區 2">
                <a:extLst>
                  <a:ext uri="{FF2B5EF4-FFF2-40B4-BE49-F238E27FC236}">
                    <a16:creationId xmlns:a16="http://schemas.microsoft.com/office/drawing/2014/main" id="{A8791CF8-89C9-4C0A-91DB-665A6609F254}"/>
                  </a:ext>
                </a:extLst>
              </p:cNvPr>
              <p:cNvSpPr>
                <a:spLocks noGrp="1" noRot="1" noChangeAspect="1" noMove="1" noResize="1" noEditPoints="1" noAdjustHandles="1" noChangeArrowheads="1" noChangeShapeType="1" noTextEdit="1"/>
              </p:cNvSpPr>
              <p:nvPr>
                <p:ph idx="1"/>
              </p:nvPr>
            </p:nvSpPr>
            <p:spPr>
              <a:xfrm>
                <a:off x="609600" y="1253331"/>
                <a:ext cx="8534400" cy="583367"/>
              </a:xfrm>
              <a:blipFill>
                <a:blip r:embed="rId6"/>
                <a:stretch>
                  <a:fillRect l="-929" t="-13684"/>
                </a:stretch>
              </a:blipFill>
            </p:spPr>
            <p:txBody>
              <a:bodyPr/>
              <a:lstStyle/>
              <a:p>
                <a:r>
                  <a:rPr lang="zh-TW" altLang="en-US">
                    <a:noFill/>
                  </a:rPr>
                  <a:t> </a:t>
                </a:r>
              </a:p>
            </p:txBody>
          </p:sp>
        </mc:Fallback>
      </mc:AlternateContent>
      <p:sp>
        <p:nvSpPr>
          <p:cNvPr id="4" name="投影片編號版面配置區 3">
            <a:extLst>
              <a:ext uri="{FF2B5EF4-FFF2-40B4-BE49-F238E27FC236}">
                <a16:creationId xmlns:a16="http://schemas.microsoft.com/office/drawing/2014/main" id="{7F4D9D44-6606-42C2-BA3D-F1765E7EF123}"/>
              </a:ext>
            </a:extLst>
          </p:cNvPr>
          <p:cNvSpPr>
            <a:spLocks noGrp="1"/>
          </p:cNvSpPr>
          <p:nvPr>
            <p:ph type="sldNum" sz="quarter" idx="12"/>
          </p:nvPr>
        </p:nvSpPr>
        <p:spPr/>
        <p:txBody>
          <a:bodyPr/>
          <a:lstStyle/>
          <a:p>
            <a:fld id="{872633CA-77E0-4863-94F8-E28139DFB2B4}" type="slidenum">
              <a:rPr lang="zh-TW" altLang="en-US" smtClean="0"/>
              <a:t>9</a:t>
            </a:fld>
            <a:endParaRPr lang="zh-TW" altLang="en-US"/>
          </a:p>
        </p:txBody>
      </p:sp>
      <p:sp>
        <p:nvSpPr>
          <p:cNvPr id="5" name="標題 1">
            <a:extLst>
              <a:ext uri="{FF2B5EF4-FFF2-40B4-BE49-F238E27FC236}">
                <a16:creationId xmlns:a16="http://schemas.microsoft.com/office/drawing/2014/main" id="{5A46E66C-CC98-4C59-8C7A-FC35658B9B20}"/>
              </a:ext>
            </a:extLst>
          </p:cNvPr>
          <p:cNvSpPr txBox="1">
            <a:spLocks/>
          </p:cNvSpPr>
          <p:nvPr/>
        </p:nvSpPr>
        <p:spPr>
          <a:xfrm>
            <a:off x="471956" y="414725"/>
            <a:ext cx="7886700" cy="5833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3200" dirty="0">
                <a:latin typeface="Times New Roman" panose="02020603050405020304" pitchFamily="18" charset="0"/>
                <a:cs typeface="Times New Roman" panose="02020603050405020304" pitchFamily="18" charset="0"/>
              </a:rPr>
              <a:t>Their Algorithm</a:t>
            </a:r>
            <a:endParaRPr lang="zh-TW" altLang="en-US" sz="32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6" name="標題 1">
                <a:extLst>
                  <a:ext uri="{FF2B5EF4-FFF2-40B4-BE49-F238E27FC236}">
                    <a16:creationId xmlns:a16="http://schemas.microsoft.com/office/drawing/2014/main" id="{2A05076C-D0E8-4C29-BAD3-0CB75E332216}"/>
                  </a:ext>
                </a:extLst>
              </p:cNvPr>
              <p:cNvSpPr txBox="1">
                <a:spLocks/>
              </p:cNvSpPr>
              <p:nvPr/>
            </p:nvSpPr>
            <p:spPr>
              <a:xfrm>
                <a:off x="5849136" y="1529043"/>
                <a:ext cx="2509520" cy="5833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14:m>
                  <m:oMath xmlns:m="http://schemas.openxmlformats.org/officeDocument/2006/math">
                    <m:r>
                      <a:rPr lang="en-US" altLang="zh-TW" sz="2000">
                        <a:solidFill>
                          <a:schemeClr val="accent5">
                            <a:lumMod val="75000"/>
                          </a:schemeClr>
                        </a:solidFill>
                        <a:latin typeface="Cambria Math" panose="02040503050406030204" pitchFamily="18" charset="0"/>
                        <a:cs typeface="Times New Roman" panose="02020603050405020304" pitchFamily="18" charset="0"/>
                      </a:rPr>
                      <m:t>𝑠</m:t>
                    </m:r>
                    <m:r>
                      <a:rPr lang="en-US" altLang="zh-TW" sz="2000">
                        <a:solidFill>
                          <a:schemeClr val="accent5">
                            <a:lumMod val="75000"/>
                          </a:schemeClr>
                        </a:solidFill>
                        <a:latin typeface="Cambria Math" panose="02040503050406030204" pitchFamily="18" charset="0"/>
                        <a:cs typeface="Times New Roman" panose="02020603050405020304" pitchFamily="18" charset="0"/>
                      </a:rPr>
                      <m:t> </m:t>
                    </m:r>
                  </m:oMath>
                </a14:m>
                <a:r>
                  <a:rPr lang="en-US" altLang="zh-TW" sz="2000" dirty="0">
                    <a:solidFill>
                      <a:schemeClr val="accent5">
                        <a:lumMod val="75000"/>
                      </a:schemeClr>
                    </a:solidFill>
                    <a:latin typeface="Times New Roman" panose="02020603050405020304" pitchFamily="18" charset="0"/>
                    <a:cs typeface="Times New Roman" panose="02020603050405020304" pitchFamily="18" charset="0"/>
                  </a:rPr>
                  <a:t>: memory bound</a:t>
                </a:r>
                <a:endParaRPr lang="zh-TW" altLang="en-US" sz="2000" dirty="0">
                  <a:solidFill>
                    <a:schemeClr val="accent5">
                      <a:lumMod val="75000"/>
                    </a:schemeClr>
                  </a:solidFill>
                  <a:latin typeface="Times New Roman" panose="02020603050405020304" pitchFamily="18" charset="0"/>
                  <a:cs typeface="Times New Roman" panose="02020603050405020304" pitchFamily="18" charset="0"/>
                </a:endParaRPr>
              </a:p>
            </p:txBody>
          </p:sp>
        </mc:Choice>
        <mc:Fallback xmlns="">
          <p:sp>
            <p:nvSpPr>
              <p:cNvPr id="6" name="標題 1">
                <a:extLst>
                  <a:ext uri="{FF2B5EF4-FFF2-40B4-BE49-F238E27FC236}">
                    <a16:creationId xmlns:a16="http://schemas.microsoft.com/office/drawing/2014/main" id="{2A05076C-D0E8-4C29-BAD3-0CB75E332216}"/>
                  </a:ext>
                </a:extLst>
              </p:cNvPr>
              <p:cNvSpPr txBox="1">
                <a:spLocks noRot="1" noChangeAspect="1" noMove="1" noResize="1" noEditPoints="1" noAdjustHandles="1" noChangeArrowheads="1" noChangeShapeType="1" noTextEdit="1"/>
              </p:cNvSpPr>
              <p:nvPr/>
            </p:nvSpPr>
            <p:spPr>
              <a:xfrm>
                <a:off x="5849136" y="1529043"/>
                <a:ext cx="2509520" cy="583367"/>
              </a:xfrm>
              <a:prstGeom prst="rect">
                <a:avLst/>
              </a:prstGeom>
              <a:blipFill>
                <a:blip r:embed="rId7"/>
                <a:stretch>
                  <a:fillRect/>
                </a:stretch>
              </a:blipFill>
            </p:spPr>
            <p:txBody>
              <a:bodyPr/>
              <a:lstStyle/>
              <a:p>
                <a:r>
                  <a:rPr lang="zh-TW" altLang="en-US">
                    <a:noFill/>
                  </a:rPr>
                  <a:t> </a:t>
                </a:r>
              </a:p>
            </p:txBody>
          </p:sp>
        </mc:Fallback>
      </mc:AlternateContent>
      <p:sp>
        <p:nvSpPr>
          <p:cNvPr id="7" name="內容版面配置區 2">
            <a:extLst>
              <a:ext uri="{FF2B5EF4-FFF2-40B4-BE49-F238E27FC236}">
                <a16:creationId xmlns:a16="http://schemas.microsoft.com/office/drawing/2014/main" id="{480DE385-FD4F-417A-8A86-564251FEFE0D}"/>
              </a:ext>
            </a:extLst>
          </p:cNvPr>
          <p:cNvSpPr txBox="1">
            <a:spLocks/>
          </p:cNvSpPr>
          <p:nvPr/>
        </p:nvSpPr>
        <p:spPr>
          <a:xfrm>
            <a:off x="609600" y="2018495"/>
            <a:ext cx="8534400" cy="58336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TW" sz="2400" dirty="0">
                <a:latin typeface="Times New Roman" panose="02020603050405020304" pitchFamily="18" charset="0"/>
                <a:cs typeface="Times New Roman" panose="02020603050405020304" pitchFamily="18" charset="0"/>
              </a:rPr>
              <a:t>Scan input (n/s) times</a:t>
            </a:r>
            <a:endParaRPr lang="zh-TW" altLang="en-US" sz="24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9" name="內容版面配置區 2">
                <a:extLst>
                  <a:ext uri="{FF2B5EF4-FFF2-40B4-BE49-F238E27FC236}">
                    <a16:creationId xmlns:a16="http://schemas.microsoft.com/office/drawing/2014/main" id="{A8ADF6CA-8B68-4232-8CEB-09ECE19CDA12}"/>
                  </a:ext>
                </a:extLst>
              </p:cNvPr>
              <p:cNvSpPr txBox="1">
                <a:spLocks/>
              </p:cNvSpPr>
              <p:nvPr/>
            </p:nvSpPr>
            <p:spPr>
              <a:xfrm>
                <a:off x="609600" y="2601862"/>
                <a:ext cx="7905750" cy="118651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70000"/>
                  </a:lnSpc>
                </a:pPr>
                <a:r>
                  <a:rPr lang="en-US" altLang="zh-TW" sz="2400" dirty="0">
                    <a:latin typeface="Times New Roman" panose="02020603050405020304" pitchFamily="18" charset="0"/>
                    <a:cs typeface="Times New Roman" panose="02020603050405020304" pitchFamily="18" charset="0"/>
                  </a:rPr>
                  <a:t>In each pass, assume a pile </a:t>
                </a:r>
                <a14:m>
                  <m:oMath xmlns:m="http://schemas.openxmlformats.org/officeDocument/2006/math">
                    <m:sSub>
                      <m:sSubPr>
                        <m:ctrlPr>
                          <a:rPr lang="en-US" altLang="zh-TW" sz="2400" b="0" i="1" smtClean="0">
                            <a:latin typeface="Cambria Math" panose="02040503050406030204" pitchFamily="18" charset="0"/>
                            <a:cs typeface="Times New Roman" panose="02020603050405020304" pitchFamily="18" charset="0"/>
                          </a:rPr>
                        </m:ctrlPr>
                      </m:sSubPr>
                      <m:e>
                        <m:r>
                          <a:rPr lang="en-US" altLang="zh-TW" sz="2400" b="0" i="1" smtClean="0">
                            <a:latin typeface="Cambria Math" panose="02040503050406030204" pitchFamily="18" charset="0"/>
                            <a:cs typeface="Times New Roman" panose="02020603050405020304" pitchFamily="18" charset="0"/>
                          </a:rPr>
                          <m:t>𝑃</m:t>
                        </m:r>
                      </m:e>
                      <m:sub>
                        <m:r>
                          <a:rPr lang="en-US" altLang="zh-TW" sz="2400" b="0" i="1" smtClean="0">
                            <a:latin typeface="Cambria Math" panose="02040503050406030204" pitchFamily="18" charset="0"/>
                            <a:cs typeface="Times New Roman" panose="02020603050405020304" pitchFamily="18" charset="0"/>
                          </a:rPr>
                          <m:t>𝑖</m:t>
                        </m:r>
                      </m:sub>
                    </m:sSub>
                    <m:r>
                      <a:rPr lang="en-US" altLang="zh-TW" sz="2400" b="0" i="1" smtClean="0">
                        <a:latin typeface="Cambria Math" panose="02040503050406030204" pitchFamily="18" charset="0"/>
                        <a:cs typeface="Times New Roman" panose="02020603050405020304" pitchFamily="18" charset="0"/>
                      </a:rPr>
                      <m:t> </m:t>
                    </m:r>
                  </m:oMath>
                </a14:m>
                <a:r>
                  <a:rPr lang="en-US" altLang="zh-TW" sz="2400" dirty="0">
                    <a:latin typeface="Times New Roman" panose="02020603050405020304" pitchFamily="18" charset="0"/>
                    <a:cs typeface="Times New Roman" panose="02020603050405020304" pitchFamily="18" charset="0"/>
                  </a:rPr>
                  <a:t>with at most s elements, filtering out the elements in the previous piles </a:t>
                </a:r>
                <a14:m>
                  <m:oMath xmlns:m="http://schemas.openxmlformats.org/officeDocument/2006/math">
                    <m:sSub>
                      <m:sSubPr>
                        <m:ctrlPr>
                          <a:rPr lang="en-US" altLang="zh-TW" sz="2400" b="0" i="1" smtClean="0">
                            <a:latin typeface="Cambria Math" panose="02040503050406030204" pitchFamily="18" charset="0"/>
                            <a:cs typeface="Times New Roman" panose="02020603050405020304" pitchFamily="18" charset="0"/>
                          </a:rPr>
                        </m:ctrlPr>
                      </m:sSubPr>
                      <m:e>
                        <m:r>
                          <a:rPr lang="en-US" altLang="zh-TW" sz="2400" b="0" i="1" smtClean="0">
                            <a:latin typeface="Cambria Math" panose="02040503050406030204" pitchFamily="18" charset="0"/>
                            <a:cs typeface="Times New Roman" panose="02020603050405020304" pitchFamily="18" charset="0"/>
                          </a:rPr>
                          <m:t>𝑃</m:t>
                        </m:r>
                      </m:e>
                      <m:sub>
                        <m:r>
                          <a:rPr lang="en-US" altLang="zh-TW" sz="2400" b="0" i="1" smtClean="0">
                            <a:latin typeface="Cambria Math" panose="02040503050406030204" pitchFamily="18" charset="0"/>
                            <a:cs typeface="Times New Roman" panose="02020603050405020304" pitchFamily="18" charset="0"/>
                          </a:rPr>
                          <m:t>1</m:t>
                        </m:r>
                      </m:sub>
                    </m:sSub>
                    <m:r>
                      <a:rPr lang="en-US" altLang="zh-TW" sz="2400" b="0" i="1" smtClean="0">
                        <a:latin typeface="Cambria Math" panose="02040503050406030204" pitchFamily="18" charset="0"/>
                        <a:cs typeface="Times New Roman" panose="02020603050405020304" pitchFamily="18" charset="0"/>
                      </a:rPr>
                      <m:t>, …, </m:t>
                    </m:r>
                    <m:sSub>
                      <m:sSubPr>
                        <m:ctrlPr>
                          <a:rPr lang="en-US" altLang="zh-TW" sz="2400" b="0" i="1" smtClean="0">
                            <a:latin typeface="Cambria Math" panose="02040503050406030204" pitchFamily="18" charset="0"/>
                            <a:cs typeface="Times New Roman" panose="02020603050405020304" pitchFamily="18" charset="0"/>
                          </a:rPr>
                        </m:ctrlPr>
                      </m:sSubPr>
                      <m:e>
                        <m:r>
                          <a:rPr lang="en-US" altLang="zh-TW" sz="2400" b="0" i="1" smtClean="0">
                            <a:latin typeface="Cambria Math" panose="02040503050406030204" pitchFamily="18" charset="0"/>
                            <a:cs typeface="Times New Roman" panose="02020603050405020304" pitchFamily="18" charset="0"/>
                          </a:rPr>
                          <m:t>𝑃</m:t>
                        </m:r>
                      </m:e>
                      <m:sub>
                        <m:r>
                          <a:rPr lang="en-US" altLang="zh-TW" sz="2400" b="0" i="1" smtClean="0">
                            <a:latin typeface="Cambria Math" panose="02040503050406030204" pitchFamily="18" charset="0"/>
                            <a:cs typeface="Times New Roman" panose="02020603050405020304" pitchFamily="18" charset="0"/>
                          </a:rPr>
                          <m:t>𝑖</m:t>
                        </m:r>
                        <m:r>
                          <a:rPr lang="en-US" altLang="zh-TW" sz="2400" b="0" i="1" smtClean="0">
                            <a:latin typeface="Cambria Math" panose="02040503050406030204" pitchFamily="18" charset="0"/>
                            <a:cs typeface="Times New Roman" panose="02020603050405020304" pitchFamily="18" charset="0"/>
                          </a:rPr>
                          <m:t>−1</m:t>
                        </m:r>
                      </m:sub>
                    </m:sSub>
                  </m:oMath>
                </a14:m>
                <a:endParaRPr lang="zh-TW" altLang="en-US" sz="2400" dirty="0">
                  <a:latin typeface="Times New Roman" panose="02020603050405020304" pitchFamily="18" charset="0"/>
                  <a:cs typeface="Times New Roman" panose="02020603050405020304" pitchFamily="18" charset="0"/>
                </a:endParaRPr>
              </a:p>
            </p:txBody>
          </p:sp>
        </mc:Choice>
        <mc:Fallback xmlns="">
          <p:sp>
            <p:nvSpPr>
              <p:cNvPr id="9" name="內容版面配置區 2">
                <a:extLst>
                  <a:ext uri="{FF2B5EF4-FFF2-40B4-BE49-F238E27FC236}">
                    <a16:creationId xmlns:a16="http://schemas.microsoft.com/office/drawing/2014/main" id="{A8ADF6CA-8B68-4232-8CEB-09ECE19CDA12}"/>
                  </a:ext>
                </a:extLst>
              </p:cNvPr>
              <p:cNvSpPr txBox="1">
                <a:spLocks noRot="1" noChangeAspect="1" noMove="1" noResize="1" noEditPoints="1" noAdjustHandles="1" noChangeArrowheads="1" noChangeShapeType="1" noTextEdit="1"/>
              </p:cNvSpPr>
              <p:nvPr/>
            </p:nvSpPr>
            <p:spPr>
              <a:xfrm>
                <a:off x="609600" y="2601862"/>
                <a:ext cx="7905750" cy="1186519"/>
              </a:xfrm>
              <a:prstGeom prst="rect">
                <a:avLst/>
              </a:prstGeom>
              <a:blipFill>
                <a:blip r:embed="rId8"/>
                <a:stretch>
                  <a:fillRect l="-1002" b="-18041"/>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0" name="內容版面配置區 2">
                <a:extLst>
                  <a:ext uri="{FF2B5EF4-FFF2-40B4-BE49-F238E27FC236}">
                    <a16:creationId xmlns:a16="http://schemas.microsoft.com/office/drawing/2014/main" id="{6CE9E6E9-3F10-456C-810E-1C46C4799BA7}"/>
                  </a:ext>
                </a:extLst>
              </p:cNvPr>
              <p:cNvSpPr txBox="1">
                <a:spLocks/>
              </p:cNvSpPr>
              <p:nvPr/>
            </p:nvSpPr>
            <p:spPr>
              <a:xfrm>
                <a:off x="609600" y="3877096"/>
                <a:ext cx="7905750" cy="93505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70000"/>
                  </a:lnSpc>
                </a:pPr>
                <a:r>
                  <a:rPr lang="en-US" altLang="zh-TW" sz="2400" dirty="0">
                    <a:latin typeface="Times New Roman" panose="02020603050405020304" pitchFamily="18" charset="0"/>
                    <a:cs typeface="Times New Roman" panose="02020603050405020304" pitchFamily="18" charset="0"/>
                  </a:rPr>
                  <a:t>As the result, it computes a new pile </a:t>
                </a:r>
                <a14:m>
                  <m:oMath xmlns:m="http://schemas.openxmlformats.org/officeDocument/2006/math">
                    <m:sSub>
                      <m:sSubPr>
                        <m:ctrlPr>
                          <a:rPr lang="en-US" altLang="zh-TW" sz="2400" b="0" i="1" smtClean="0">
                            <a:latin typeface="Cambria Math" panose="02040503050406030204" pitchFamily="18" charset="0"/>
                            <a:cs typeface="Times New Roman" panose="02020603050405020304" pitchFamily="18" charset="0"/>
                          </a:rPr>
                        </m:ctrlPr>
                      </m:sSubPr>
                      <m:e>
                        <m:r>
                          <a:rPr lang="en-US" altLang="zh-TW" sz="2400" b="0" i="1" smtClean="0">
                            <a:latin typeface="Cambria Math" panose="02040503050406030204" pitchFamily="18" charset="0"/>
                            <a:cs typeface="Times New Roman" panose="02020603050405020304" pitchFamily="18" charset="0"/>
                          </a:rPr>
                          <m:t>𝑃</m:t>
                        </m:r>
                      </m:e>
                      <m:sub>
                        <m:r>
                          <a:rPr lang="en-US" altLang="zh-TW" sz="2400" b="0" i="1" smtClean="0">
                            <a:latin typeface="Cambria Math" panose="02040503050406030204" pitchFamily="18" charset="0"/>
                            <a:cs typeface="Times New Roman" panose="02020603050405020304" pitchFamily="18" charset="0"/>
                          </a:rPr>
                          <m:t>𝑗</m:t>
                        </m:r>
                      </m:sub>
                    </m:sSub>
                  </m:oMath>
                </a14:m>
                <a:r>
                  <a:rPr lang="en-US" altLang="zh-TW" sz="2400" dirty="0">
                    <a:latin typeface="Times New Roman" panose="02020603050405020304" pitchFamily="18" charset="0"/>
                    <a:cs typeface="Times New Roman" panose="02020603050405020304" pitchFamily="18" charset="0"/>
                  </a:rPr>
                  <a:t>, where </a:t>
                </a:r>
                <a14:m>
                  <m:oMath xmlns:m="http://schemas.openxmlformats.org/officeDocument/2006/math">
                    <m:r>
                      <a:rPr lang="en-US" altLang="zh-TW" sz="2400" b="0" i="1" smtClean="0">
                        <a:latin typeface="Cambria Math" panose="02040503050406030204" pitchFamily="18" charset="0"/>
                        <a:cs typeface="Times New Roman" panose="02020603050405020304" pitchFamily="18" charset="0"/>
                      </a:rPr>
                      <m:t>𝑗</m:t>
                    </m:r>
                    <m:r>
                      <a:rPr lang="en-US" altLang="zh-TW" sz="2400" b="0" i="1" smtClean="0">
                        <a:latin typeface="Cambria Math" panose="02040503050406030204" pitchFamily="18" charset="0"/>
                        <a:cs typeface="Times New Roman" panose="02020603050405020304" pitchFamily="18" charset="0"/>
                      </a:rPr>
                      <m:t>≥</m:t>
                    </m:r>
                    <m:r>
                      <a:rPr lang="en-US" altLang="zh-TW" sz="2400" b="0" i="1" smtClean="0">
                        <a:latin typeface="Cambria Math" panose="02040503050406030204" pitchFamily="18" charset="0"/>
                        <a:cs typeface="Times New Roman" panose="02020603050405020304" pitchFamily="18" charset="0"/>
                      </a:rPr>
                      <m:t>𝑖</m:t>
                    </m:r>
                    <m:r>
                      <a:rPr lang="en-US" altLang="zh-TW" sz="2400" b="0" i="1" smtClean="0">
                        <a:latin typeface="Cambria Math" panose="02040503050406030204" pitchFamily="18" charset="0"/>
                        <a:cs typeface="Times New Roman" panose="02020603050405020304" pitchFamily="18" charset="0"/>
                      </a:rPr>
                      <m:t>+</m:t>
                    </m:r>
                    <m:r>
                      <a:rPr lang="en-US" altLang="zh-TW" sz="2400" b="0" i="1" smtClean="0">
                        <a:latin typeface="Cambria Math" panose="02040503050406030204" pitchFamily="18" charset="0"/>
                        <a:cs typeface="Times New Roman" panose="02020603050405020304" pitchFamily="18" charset="0"/>
                      </a:rPr>
                      <m:t>𝑠</m:t>
                    </m:r>
                  </m:oMath>
                </a14:m>
                <a:endParaRPr lang="zh-TW" altLang="en-US" sz="2400" dirty="0">
                  <a:latin typeface="Times New Roman" panose="02020603050405020304" pitchFamily="18" charset="0"/>
                  <a:cs typeface="Times New Roman" panose="02020603050405020304" pitchFamily="18" charset="0"/>
                </a:endParaRPr>
              </a:p>
            </p:txBody>
          </p:sp>
        </mc:Choice>
        <mc:Fallback xmlns="">
          <p:sp>
            <p:nvSpPr>
              <p:cNvPr id="10" name="內容版面配置區 2">
                <a:extLst>
                  <a:ext uri="{FF2B5EF4-FFF2-40B4-BE49-F238E27FC236}">
                    <a16:creationId xmlns:a16="http://schemas.microsoft.com/office/drawing/2014/main" id="{6CE9E6E9-3F10-456C-810E-1C46C4799BA7}"/>
                  </a:ext>
                </a:extLst>
              </p:cNvPr>
              <p:cNvSpPr txBox="1">
                <a:spLocks noRot="1" noChangeAspect="1" noMove="1" noResize="1" noEditPoints="1" noAdjustHandles="1" noChangeArrowheads="1" noChangeShapeType="1" noTextEdit="1"/>
              </p:cNvSpPr>
              <p:nvPr/>
            </p:nvSpPr>
            <p:spPr>
              <a:xfrm>
                <a:off x="609600" y="3877096"/>
                <a:ext cx="7905750" cy="935050"/>
              </a:xfrm>
              <a:prstGeom prst="rect">
                <a:avLst/>
              </a:prstGeom>
              <a:blipFill>
                <a:blip r:embed="rId9"/>
                <a:stretch>
                  <a:fillRect l="-1002"/>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304460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A8791CF8-89C9-4C0A-91DB-665A6609F254}"/>
                  </a:ext>
                </a:extLst>
              </p:cNvPr>
              <p:cNvSpPr>
                <a:spLocks noGrp="1"/>
              </p:cNvSpPr>
              <p:nvPr>
                <p:ph idx="1"/>
              </p:nvPr>
            </p:nvSpPr>
            <p:spPr>
              <a:xfrm>
                <a:off x="711200" y="1213703"/>
                <a:ext cx="6908800" cy="4745896"/>
              </a:xfrm>
            </p:spPr>
            <p:txBody>
              <a:bodyPr>
                <a:normAutofit/>
              </a:bodyPr>
              <a:lstStyle/>
              <a:p>
                <a:pPr>
                  <a:lnSpc>
                    <a:spcPct val="150000"/>
                  </a:lnSpc>
                </a:pPr>
                <a:r>
                  <a:rPr lang="en-US" altLang="zh-TW" sz="2400" dirty="0">
                    <a:solidFill>
                      <a:schemeClr val="accent5">
                        <a:lumMod val="50000"/>
                      </a:schemeClr>
                    </a:solidFill>
                    <a:latin typeface="Times New Roman" panose="02020603050405020304" pitchFamily="18" charset="0"/>
                    <a:cs typeface="Times New Roman" panose="02020603050405020304" pitchFamily="18" charset="0"/>
                  </a:rPr>
                  <a:t>Filtering </a:t>
                </a:r>
                <a14:m>
                  <m:oMath xmlns:m="http://schemas.openxmlformats.org/officeDocument/2006/math">
                    <m:sSub>
                      <m:sSubPr>
                        <m:ctrlPr>
                          <a:rPr lang="en-US" altLang="zh-TW" sz="2400" b="0" i="1" smtClean="0">
                            <a:solidFill>
                              <a:schemeClr val="accent5">
                                <a:lumMod val="50000"/>
                              </a:schemeClr>
                            </a:solidFill>
                            <a:latin typeface="Cambria Math" panose="02040503050406030204" pitchFamily="18" charset="0"/>
                            <a:cs typeface="Times New Roman" panose="02020603050405020304" pitchFamily="18" charset="0"/>
                          </a:rPr>
                        </m:ctrlPr>
                      </m:sSubPr>
                      <m:e>
                        <m:r>
                          <a:rPr lang="en-US" altLang="zh-TW" sz="2400" b="0" i="1" smtClean="0">
                            <a:solidFill>
                              <a:schemeClr val="accent5">
                                <a:lumMod val="50000"/>
                              </a:schemeClr>
                            </a:solidFill>
                            <a:latin typeface="Cambria Math" panose="02040503050406030204" pitchFamily="18" charset="0"/>
                            <a:cs typeface="Times New Roman" panose="02020603050405020304" pitchFamily="18" charset="0"/>
                          </a:rPr>
                          <m:t>𝑃</m:t>
                        </m:r>
                      </m:e>
                      <m:sub>
                        <m:r>
                          <a:rPr lang="en-US" altLang="zh-TW" sz="2400" b="0" i="1" smtClean="0">
                            <a:solidFill>
                              <a:schemeClr val="accent5">
                                <a:lumMod val="50000"/>
                              </a:schemeClr>
                            </a:solidFill>
                            <a:latin typeface="Cambria Math" panose="02040503050406030204" pitchFamily="18" charset="0"/>
                            <a:cs typeface="Times New Roman" panose="02020603050405020304" pitchFamily="18" charset="0"/>
                          </a:rPr>
                          <m:t>h</m:t>
                        </m:r>
                      </m:sub>
                    </m:sSub>
                    <m:r>
                      <a:rPr lang="en-US" altLang="zh-TW" sz="2400" b="0" i="1" smtClean="0">
                        <a:solidFill>
                          <a:schemeClr val="accent5">
                            <a:lumMod val="50000"/>
                          </a:schemeClr>
                        </a:solidFill>
                        <a:latin typeface="Cambria Math" panose="02040503050406030204" pitchFamily="18" charset="0"/>
                        <a:cs typeface="Times New Roman" panose="02020603050405020304" pitchFamily="18" charset="0"/>
                      </a:rPr>
                      <m:t> </m:t>
                    </m:r>
                  </m:oMath>
                </a14:m>
                <a:r>
                  <a:rPr lang="en-US" altLang="zh-TW" sz="2400" dirty="0">
                    <a:solidFill>
                      <a:schemeClr val="accent5">
                        <a:lumMod val="50000"/>
                      </a:schemeClr>
                    </a:solidFill>
                    <a:latin typeface="Times New Roman" panose="02020603050405020304" pitchFamily="18" charset="0"/>
                    <a:cs typeface="Times New Roman" panose="02020603050405020304" pitchFamily="18" charset="0"/>
                  </a:rPr>
                  <a:t>with </a:t>
                </a:r>
                <a14:m>
                  <m:oMath xmlns:m="http://schemas.openxmlformats.org/officeDocument/2006/math">
                    <m:r>
                      <a:rPr lang="en-US" altLang="zh-TW" sz="2400" b="0" i="1" smtClean="0">
                        <a:solidFill>
                          <a:schemeClr val="accent5">
                            <a:lumMod val="50000"/>
                          </a:schemeClr>
                        </a:solidFill>
                        <a:latin typeface="Cambria Math" panose="02040503050406030204" pitchFamily="18" charset="0"/>
                        <a:cs typeface="Times New Roman" panose="02020603050405020304" pitchFamily="18" charset="0"/>
                      </a:rPr>
                      <m:t>h</m:t>
                    </m:r>
                    <m:r>
                      <a:rPr lang="en-US" altLang="zh-TW" sz="2400" b="0" i="1" smtClean="0">
                        <a:solidFill>
                          <a:schemeClr val="accent5">
                            <a:lumMod val="50000"/>
                          </a:schemeClr>
                        </a:solidFill>
                        <a:latin typeface="Cambria Math" panose="02040503050406030204" pitchFamily="18" charset="0"/>
                        <a:cs typeface="Times New Roman" panose="02020603050405020304" pitchFamily="18" charset="0"/>
                      </a:rPr>
                      <m:t>&lt;</m:t>
                    </m:r>
                    <m:r>
                      <a:rPr lang="en-US" altLang="zh-TW" sz="2400" b="0" i="1" smtClean="0">
                        <a:solidFill>
                          <a:schemeClr val="accent5">
                            <a:lumMod val="50000"/>
                          </a:schemeClr>
                        </a:solidFill>
                        <a:latin typeface="Cambria Math" panose="02040503050406030204" pitchFamily="18" charset="0"/>
                        <a:cs typeface="Times New Roman" panose="02020603050405020304" pitchFamily="18" charset="0"/>
                      </a:rPr>
                      <m:t>𝑖</m:t>
                    </m:r>
                  </m:oMath>
                </a14:m>
                <a:endParaRPr lang="en-US" altLang="zh-TW" sz="2400" dirty="0">
                  <a:solidFill>
                    <a:schemeClr val="accent5">
                      <a:lumMod val="50000"/>
                    </a:schemeClr>
                  </a:solidFill>
                  <a:latin typeface="Times New Roman" panose="02020603050405020304" pitchFamily="18" charset="0"/>
                  <a:cs typeface="Times New Roman" panose="02020603050405020304" pitchFamily="18" charset="0"/>
                </a:endParaRPr>
              </a:p>
              <a:p>
                <a:pPr lvl="1">
                  <a:lnSpc>
                    <a:spcPct val="150000"/>
                  </a:lnSpc>
                </a:pPr>
                <a14:m>
                  <m:oMath xmlns:m="http://schemas.openxmlformats.org/officeDocument/2006/math">
                    <m:r>
                      <a:rPr lang="en-US" altLang="zh-TW" sz="2000" i="1">
                        <a:latin typeface="Cambria Math" panose="02040503050406030204" pitchFamily="18" charset="0"/>
                        <a:cs typeface="Times New Roman" panose="02020603050405020304" pitchFamily="18" charset="0"/>
                      </a:rPr>
                      <m:t>𝜏</m:t>
                    </m:r>
                    <m:d>
                      <m:dPr>
                        <m:ctrlPr>
                          <a:rPr lang="en-US" altLang="zh-TW" sz="2000" i="1">
                            <a:latin typeface="Cambria Math" panose="02040503050406030204" pitchFamily="18" charset="0"/>
                            <a:cs typeface="Times New Roman" panose="02020603050405020304" pitchFamily="18" charset="0"/>
                          </a:rPr>
                        </m:ctrlPr>
                      </m:dPr>
                      <m:e>
                        <m:r>
                          <a:rPr lang="en-US" altLang="zh-TW" sz="2000" i="1">
                            <a:latin typeface="Cambria Math" panose="02040503050406030204" pitchFamily="18" charset="0"/>
                            <a:cs typeface="Times New Roman" panose="02020603050405020304" pitchFamily="18" charset="0"/>
                          </a:rPr>
                          <m:t>𝑥</m:t>
                        </m:r>
                      </m:e>
                    </m:d>
                    <m:r>
                      <a:rPr lang="en-US" altLang="zh-TW" sz="2000" i="1">
                        <a:latin typeface="Cambria Math" panose="02040503050406030204" pitchFamily="18" charset="0"/>
                        <a:cs typeface="Times New Roman" panose="02020603050405020304" pitchFamily="18" charset="0"/>
                      </a:rPr>
                      <m:t>=</m:t>
                    </m:r>
                    <m:sSub>
                      <m:sSubPr>
                        <m:ctrlPr>
                          <a:rPr lang="en-US" altLang="zh-TW" sz="2000" i="1">
                            <a:latin typeface="Cambria Math" panose="02040503050406030204" pitchFamily="18" charset="0"/>
                            <a:cs typeface="Times New Roman" panose="02020603050405020304" pitchFamily="18" charset="0"/>
                          </a:rPr>
                        </m:ctrlPr>
                      </m:sSubPr>
                      <m:e>
                        <m:r>
                          <a:rPr lang="en-US" altLang="zh-TW" sz="2000" i="1">
                            <a:latin typeface="Cambria Math" panose="02040503050406030204" pitchFamily="18" charset="0"/>
                            <a:cs typeface="Times New Roman" panose="02020603050405020304" pitchFamily="18" charset="0"/>
                          </a:rPr>
                          <m:t>𝑃</m:t>
                        </m:r>
                      </m:e>
                      <m:sub>
                        <m:r>
                          <a:rPr lang="en-US" altLang="zh-TW" sz="2000" i="1">
                            <a:latin typeface="Cambria Math" panose="02040503050406030204" pitchFamily="18" charset="0"/>
                            <a:cs typeface="Times New Roman" panose="02020603050405020304" pitchFamily="18" charset="0"/>
                          </a:rPr>
                          <m:t>𝑖</m:t>
                        </m:r>
                      </m:sub>
                    </m:sSub>
                    <m:d>
                      <m:dPr>
                        <m:ctrlPr>
                          <a:rPr lang="en-US" altLang="zh-TW" sz="2000" i="1">
                            <a:latin typeface="Cambria Math" panose="02040503050406030204" pitchFamily="18" charset="0"/>
                            <a:cs typeface="Times New Roman" panose="02020603050405020304" pitchFamily="18" charset="0"/>
                          </a:rPr>
                        </m:ctrlPr>
                      </m:dPr>
                      <m:e>
                        <m:r>
                          <a:rPr lang="en-US" altLang="zh-TW" sz="2000" i="1">
                            <a:latin typeface="Cambria Math" panose="02040503050406030204" pitchFamily="18" charset="0"/>
                            <a:cs typeface="Times New Roman" panose="02020603050405020304" pitchFamily="18" charset="0"/>
                          </a:rPr>
                          <m:t>𝑟</m:t>
                        </m:r>
                        <m:r>
                          <a:rPr lang="en-US" altLang="zh-TW" sz="2000" i="1">
                            <a:latin typeface="Cambria Math" panose="02040503050406030204" pitchFamily="18" charset="0"/>
                            <a:cs typeface="Times New Roman" panose="02020603050405020304" pitchFamily="18" charset="0"/>
                          </a:rPr>
                          <m:t>+1</m:t>
                        </m:r>
                      </m:e>
                    </m:d>
                  </m:oMath>
                </a14:m>
                <a:r>
                  <a:rPr lang="zh-TW" altLang="en-US" sz="2000" dirty="0">
                    <a:latin typeface="Times New Roman" panose="02020603050405020304" pitchFamily="18" charset="0"/>
                    <a:cs typeface="Times New Roman" panose="02020603050405020304" pitchFamily="18" charset="0"/>
                  </a:rPr>
                  <a:t>  →  </a:t>
                </a:r>
                <a14:m>
                  <m:oMath xmlns:m="http://schemas.openxmlformats.org/officeDocument/2006/math">
                    <m:r>
                      <a:rPr lang="en-US" altLang="zh-TW" sz="2000" i="1">
                        <a:latin typeface="Cambria Math" panose="02040503050406030204" pitchFamily="18" charset="0"/>
                        <a:cs typeface="Times New Roman" panose="02020603050405020304" pitchFamily="18" charset="0"/>
                      </a:rPr>
                      <m:t>𝑟</m:t>
                    </m:r>
                    <m:r>
                      <a:rPr lang="en-US" altLang="zh-TW" sz="2000" i="1">
                        <a:latin typeface="Cambria Math" panose="02040503050406030204" pitchFamily="18" charset="0"/>
                        <a:cs typeface="Times New Roman" panose="02020603050405020304" pitchFamily="18" charset="0"/>
                      </a:rPr>
                      <m:t>++</m:t>
                    </m:r>
                  </m:oMath>
                </a14:m>
                <a:endParaRPr lang="en-US" altLang="zh-TW" sz="2000" dirty="0">
                  <a:latin typeface="Times New Roman" panose="02020603050405020304" pitchFamily="18" charset="0"/>
                  <a:cs typeface="Times New Roman" panose="02020603050405020304" pitchFamily="18" charset="0"/>
                </a:endParaRPr>
              </a:p>
              <a:p>
                <a:pPr lvl="1">
                  <a:lnSpc>
                    <a:spcPct val="150000"/>
                  </a:lnSpc>
                </a:pPr>
                <a14:m>
                  <m:oMath xmlns:m="http://schemas.openxmlformats.org/officeDocument/2006/math">
                    <m:r>
                      <a:rPr lang="en-US" altLang="zh-TW" sz="2000" i="1">
                        <a:latin typeface="Cambria Math" panose="02040503050406030204" pitchFamily="18" charset="0"/>
                        <a:cs typeface="Times New Roman" panose="02020603050405020304" pitchFamily="18" charset="0"/>
                      </a:rPr>
                      <m:t>𝜏</m:t>
                    </m:r>
                    <m:d>
                      <m:dPr>
                        <m:ctrlPr>
                          <a:rPr lang="en-US" altLang="zh-TW" sz="2000" i="1">
                            <a:latin typeface="Cambria Math" panose="02040503050406030204" pitchFamily="18" charset="0"/>
                            <a:cs typeface="Times New Roman" panose="02020603050405020304" pitchFamily="18" charset="0"/>
                          </a:rPr>
                        </m:ctrlPr>
                      </m:dPr>
                      <m:e>
                        <m:r>
                          <a:rPr lang="en-US" altLang="zh-TW" sz="2000" i="1">
                            <a:latin typeface="Cambria Math" panose="02040503050406030204" pitchFamily="18" charset="0"/>
                            <a:cs typeface="Times New Roman" panose="02020603050405020304" pitchFamily="18" charset="0"/>
                          </a:rPr>
                          <m:t>𝑥</m:t>
                        </m:r>
                      </m:e>
                    </m:d>
                    <m:r>
                      <a:rPr lang="en-US" altLang="zh-TW" sz="2000" i="1">
                        <a:latin typeface="Cambria Math" panose="02040503050406030204" pitchFamily="18" charset="0"/>
                        <a:cs typeface="Times New Roman" panose="02020603050405020304" pitchFamily="18" charset="0"/>
                      </a:rPr>
                      <m:t>&lt;</m:t>
                    </m:r>
                    <m:sSub>
                      <m:sSubPr>
                        <m:ctrlPr>
                          <a:rPr lang="en-US" altLang="zh-TW" sz="2000" i="1">
                            <a:latin typeface="Cambria Math" panose="02040503050406030204" pitchFamily="18" charset="0"/>
                            <a:cs typeface="Times New Roman" panose="02020603050405020304" pitchFamily="18" charset="0"/>
                          </a:rPr>
                        </m:ctrlPr>
                      </m:sSubPr>
                      <m:e>
                        <m:r>
                          <a:rPr lang="en-US" altLang="zh-TW" sz="2000" i="1">
                            <a:latin typeface="Cambria Math" panose="02040503050406030204" pitchFamily="18" charset="0"/>
                            <a:cs typeface="Times New Roman" panose="02020603050405020304" pitchFamily="18" charset="0"/>
                          </a:rPr>
                          <m:t>𝑃</m:t>
                        </m:r>
                      </m:e>
                      <m:sub>
                        <m:r>
                          <a:rPr lang="en-US" altLang="zh-TW" sz="2000" i="1">
                            <a:latin typeface="Cambria Math" panose="02040503050406030204" pitchFamily="18" charset="0"/>
                            <a:cs typeface="Times New Roman" panose="02020603050405020304" pitchFamily="18" charset="0"/>
                          </a:rPr>
                          <m:t>𝑖</m:t>
                        </m:r>
                      </m:sub>
                    </m:sSub>
                    <m:d>
                      <m:dPr>
                        <m:ctrlPr>
                          <a:rPr lang="en-US" altLang="zh-TW" sz="2000" i="1">
                            <a:latin typeface="Cambria Math" panose="02040503050406030204" pitchFamily="18" charset="0"/>
                            <a:cs typeface="Times New Roman" panose="02020603050405020304" pitchFamily="18" charset="0"/>
                          </a:rPr>
                        </m:ctrlPr>
                      </m:dPr>
                      <m:e>
                        <m:r>
                          <a:rPr lang="en-US" altLang="zh-TW" sz="2000" i="1">
                            <a:latin typeface="Cambria Math" panose="02040503050406030204" pitchFamily="18" charset="0"/>
                            <a:cs typeface="Times New Roman" panose="02020603050405020304" pitchFamily="18" charset="0"/>
                          </a:rPr>
                          <m:t>𝑟</m:t>
                        </m:r>
                      </m:e>
                    </m:d>
                  </m:oMath>
                </a14:m>
                <a:r>
                  <a:rPr lang="zh-TW" altLang="en-US" sz="2000" dirty="0">
                    <a:latin typeface="Times New Roman" panose="02020603050405020304" pitchFamily="18" charset="0"/>
                    <a:cs typeface="Times New Roman" panose="02020603050405020304" pitchFamily="18" charset="0"/>
                  </a:rPr>
                  <a:t> → </a:t>
                </a:r>
                <a:r>
                  <a:rPr lang="en-US" altLang="zh-TW" sz="2000" dirty="0">
                    <a:latin typeface="Times New Roman" panose="02020603050405020304" pitchFamily="18" charset="0"/>
                    <a:cs typeface="Times New Roman" panose="02020603050405020304" pitchFamily="18" charset="0"/>
                  </a:rPr>
                  <a:t>ignore </a:t>
                </a:r>
                <a14:m>
                  <m:oMath xmlns:m="http://schemas.openxmlformats.org/officeDocument/2006/math">
                    <m:r>
                      <a:rPr lang="en-US" altLang="zh-TW" sz="2000" i="1">
                        <a:latin typeface="Cambria Math" panose="02040503050406030204" pitchFamily="18" charset="0"/>
                        <a:cs typeface="Times New Roman" panose="02020603050405020304" pitchFamily="18" charset="0"/>
                      </a:rPr>
                      <m:t>𝜏</m:t>
                    </m:r>
                    <m:d>
                      <m:dPr>
                        <m:ctrlPr>
                          <a:rPr lang="en-US" altLang="zh-TW" sz="2000" i="1">
                            <a:latin typeface="Cambria Math" panose="02040503050406030204" pitchFamily="18" charset="0"/>
                            <a:cs typeface="Times New Roman" panose="02020603050405020304" pitchFamily="18" charset="0"/>
                          </a:rPr>
                        </m:ctrlPr>
                      </m:dPr>
                      <m:e>
                        <m:r>
                          <a:rPr lang="en-US" altLang="zh-TW" sz="2000" i="1">
                            <a:latin typeface="Cambria Math" panose="02040503050406030204" pitchFamily="18" charset="0"/>
                            <a:cs typeface="Times New Roman" panose="02020603050405020304" pitchFamily="18" charset="0"/>
                          </a:rPr>
                          <m:t>𝑥</m:t>
                        </m:r>
                      </m:e>
                    </m:d>
                  </m:oMath>
                </a14:m>
                <a:endParaRPr lang="en-US" altLang="zh-TW" sz="2000" dirty="0">
                  <a:latin typeface="Times New Roman" panose="02020603050405020304" pitchFamily="18" charset="0"/>
                  <a:cs typeface="Times New Roman" panose="02020603050405020304" pitchFamily="18" charset="0"/>
                </a:endParaRPr>
              </a:p>
              <a:p>
                <a:pPr lvl="1">
                  <a:lnSpc>
                    <a:spcPct val="150000"/>
                  </a:lnSpc>
                </a:pPr>
                <a14:m>
                  <m:oMath xmlns:m="http://schemas.openxmlformats.org/officeDocument/2006/math">
                    <m:r>
                      <a:rPr lang="en-US" altLang="zh-TW" sz="2000" i="1">
                        <a:latin typeface="Cambria Math" panose="02040503050406030204" pitchFamily="18" charset="0"/>
                        <a:cs typeface="Times New Roman" panose="02020603050405020304" pitchFamily="18" charset="0"/>
                      </a:rPr>
                      <m:t>𝜏</m:t>
                    </m:r>
                    <m:d>
                      <m:dPr>
                        <m:ctrlPr>
                          <a:rPr lang="en-US" altLang="zh-TW" sz="2000" i="1">
                            <a:latin typeface="Cambria Math" panose="02040503050406030204" pitchFamily="18" charset="0"/>
                            <a:cs typeface="Times New Roman" panose="02020603050405020304" pitchFamily="18" charset="0"/>
                          </a:rPr>
                        </m:ctrlPr>
                      </m:dPr>
                      <m:e>
                        <m:r>
                          <a:rPr lang="en-US" altLang="zh-TW" sz="2000" i="1">
                            <a:latin typeface="Cambria Math" panose="02040503050406030204" pitchFamily="18" charset="0"/>
                            <a:cs typeface="Times New Roman" panose="02020603050405020304" pitchFamily="18" charset="0"/>
                          </a:rPr>
                          <m:t>𝑥</m:t>
                        </m:r>
                      </m:e>
                    </m:d>
                    <m:r>
                      <a:rPr lang="en-US" altLang="zh-TW" sz="2000" i="1">
                        <a:latin typeface="Cambria Math" panose="02040503050406030204" pitchFamily="18" charset="0"/>
                        <a:cs typeface="Times New Roman" panose="02020603050405020304" pitchFamily="18" charset="0"/>
                      </a:rPr>
                      <m:t>&gt;</m:t>
                    </m:r>
                    <m:sSub>
                      <m:sSubPr>
                        <m:ctrlPr>
                          <a:rPr lang="en-US" altLang="zh-TW" sz="2000" i="1">
                            <a:latin typeface="Cambria Math" panose="02040503050406030204" pitchFamily="18" charset="0"/>
                            <a:cs typeface="Times New Roman" panose="02020603050405020304" pitchFamily="18" charset="0"/>
                          </a:rPr>
                        </m:ctrlPr>
                      </m:sSubPr>
                      <m:e>
                        <m:r>
                          <a:rPr lang="en-US" altLang="zh-TW" sz="2000" i="1">
                            <a:latin typeface="Cambria Math" panose="02040503050406030204" pitchFamily="18" charset="0"/>
                            <a:cs typeface="Times New Roman" panose="02020603050405020304" pitchFamily="18" charset="0"/>
                          </a:rPr>
                          <m:t>𝑃</m:t>
                        </m:r>
                      </m:e>
                      <m:sub>
                        <m:r>
                          <a:rPr lang="en-US" altLang="zh-TW" sz="2000" i="1">
                            <a:latin typeface="Cambria Math" panose="02040503050406030204" pitchFamily="18" charset="0"/>
                            <a:cs typeface="Times New Roman" panose="02020603050405020304" pitchFamily="18" charset="0"/>
                          </a:rPr>
                          <m:t>𝑖</m:t>
                        </m:r>
                      </m:sub>
                    </m:sSub>
                    <m:d>
                      <m:dPr>
                        <m:ctrlPr>
                          <a:rPr lang="en-US" altLang="zh-TW" sz="2000" i="1">
                            <a:latin typeface="Cambria Math" panose="02040503050406030204" pitchFamily="18" charset="0"/>
                            <a:cs typeface="Times New Roman" panose="02020603050405020304" pitchFamily="18" charset="0"/>
                          </a:rPr>
                        </m:ctrlPr>
                      </m:dPr>
                      <m:e>
                        <m:r>
                          <a:rPr lang="en-US" altLang="zh-TW" sz="2000" i="1">
                            <a:latin typeface="Cambria Math" panose="02040503050406030204" pitchFamily="18" charset="0"/>
                            <a:cs typeface="Times New Roman" panose="02020603050405020304" pitchFamily="18" charset="0"/>
                          </a:rPr>
                          <m:t>𝑟</m:t>
                        </m:r>
                      </m:e>
                    </m:d>
                  </m:oMath>
                </a14:m>
                <a:r>
                  <a:rPr lang="zh-TW" altLang="en-US" sz="2000" dirty="0">
                    <a:latin typeface="Times New Roman" panose="02020603050405020304" pitchFamily="18" charset="0"/>
                    <a:cs typeface="Times New Roman" panose="02020603050405020304" pitchFamily="18" charset="0"/>
                  </a:rPr>
                  <a:t> → </a:t>
                </a:r>
                <a:r>
                  <a:rPr lang="zh-TW" altLang="en-US" sz="2000" dirty="0">
                    <a:latin typeface="標楷體" panose="03000509000000000000" pitchFamily="65" charset="-120"/>
                    <a:ea typeface="標楷體" panose="03000509000000000000" pitchFamily="65" charset="-120"/>
                    <a:cs typeface="Tahoma" panose="020B0604030504040204" pitchFamily="34" charset="0"/>
                  </a:rPr>
                  <a:t>保留</a:t>
                </a:r>
                <a:endParaRPr lang="en-US" altLang="zh-TW" sz="2000" dirty="0">
                  <a:latin typeface="Times New Roman" panose="02020603050405020304" pitchFamily="18" charset="0"/>
                  <a:cs typeface="Times New Roman" panose="02020603050405020304" pitchFamily="18" charset="0"/>
                </a:endParaRPr>
              </a:p>
              <a:p>
                <a:pPr>
                  <a:lnSpc>
                    <a:spcPct val="150000"/>
                  </a:lnSpc>
                </a:pPr>
                <a:r>
                  <a:rPr lang="en-US" altLang="zh-TW" sz="2400" dirty="0">
                    <a:solidFill>
                      <a:schemeClr val="accent5">
                        <a:lumMod val="50000"/>
                      </a:schemeClr>
                    </a:solidFill>
                    <a:latin typeface="Times New Roman" panose="02020603050405020304" pitchFamily="18" charset="0"/>
                    <a:cs typeface="Times New Roman" panose="02020603050405020304" pitchFamily="18" charset="0"/>
                  </a:rPr>
                  <a:t>Filtering </a:t>
                </a:r>
                <a14:m>
                  <m:oMath xmlns:m="http://schemas.openxmlformats.org/officeDocument/2006/math">
                    <m:sSub>
                      <m:sSubPr>
                        <m:ctrlPr>
                          <a:rPr lang="en-US" altLang="zh-TW" sz="2400" i="1">
                            <a:solidFill>
                              <a:schemeClr val="accent5">
                                <a:lumMod val="50000"/>
                              </a:schemeClr>
                            </a:solidFill>
                            <a:latin typeface="Cambria Math" panose="02040503050406030204" pitchFamily="18" charset="0"/>
                            <a:cs typeface="Times New Roman" panose="02020603050405020304" pitchFamily="18" charset="0"/>
                          </a:rPr>
                        </m:ctrlPr>
                      </m:sSubPr>
                      <m:e>
                        <m:r>
                          <a:rPr lang="en-US" altLang="zh-TW" sz="2400">
                            <a:solidFill>
                              <a:schemeClr val="accent5">
                                <a:lumMod val="50000"/>
                              </a:schemeClr>
                            </a:solidFill>
                            <a:latin typeface="Cambria Math" panose="02040503050406030204" pitchFamily="18" charset="0"/>
                            <a:cs typeface="Times New Roman" panose="02020603050405020304" pitchFamily="18" charset="0"/>
                          </a:rPr>
                          <m:t>𝑃</m:t>
                        </m:r>
                      </m:e>
                      <m:sub>
                        <m:r>
                          <a:rPr lang="en-US" altLang="zh-TW" sz="2400">
                            <a:solidFill>
                              <a:schemeClr val="accent5">
                                <a:lumMod val="50000"/>
                              </a:schemeClr>
                            </a:solidFill>
                            <a:latin typeface="Cambria Math" panose="02040503050406030204" pitchFamily="18" charset="0"/>
                            <a:cs typeface="Times New Roman" panose="02020603050405020304" pitchFamily="18" charset="0"/>
                          </a:rPr>
                          <m:t>h</m:t>
                        </m:r>
                      </m:sub>
                    </m:sSub>
                    <m:r>
                      <a:rPr lang="en-US" altLang="zh-TW" sz="2400">
                        <a:solidFill>
                          <a:schemeClr val="accent5">
                            <a:lumMod val="50000"/>
                          </a:schemeClr>
                        </a:solidFill>
                        <a:latin typeface="Cambria Math" panose="02040503050406030204" pitchFamily="18" charset="0"/>
                        <a:cs typeface="Times New Roman" panose="02020603050405020304" pitchFamily="18" charset="0"/>
                      </a:rPr>
                      <m:t> </m:t>
                    </m:r>
                  </m:oMath>
                </a14:m>
                <a:r>
                  <a:rPr lang="en-US" altLang="zh-TW" sz="2400" dirty="0">
                    <a:solidFill>
                      <a:schemeClr val="accent5">
                        <a:lumMod val="50000"/>
                      </a:schemeClr>
                    </a:solidFill>
                    <a:latin typeface="Times New Roman" panose="02020603050405020304" pitchFamily="18" charset="0"/>
                    <a:cs typeface="Times New Roman" panose="02020603050405020304" pitchFamily="18" charset="0"/>
                  </a:rPr>
                  <a:t>with </a:t>
                </a:r>
                <a14:m>
                  <m:oMath xmlns:m="http://schemas.openxmlformats.org/officeDocument/2006/math">
                    <m:r>
                      <a:rPr lang="en-US" altLang="zh-TW" sz="2400">
                        <a:solidFill>
                          <a:schemeClr val="accent5">
                            <a:lumMod val="50000"/>
                          </a:schemeClr>
                        </a:solidFill>
                        <a:latin typeface="Cambria Math" panose="02040503050406030204" pitchFamily="18" charset="0"/>
                        <a:cs typeface="Times New Roman" panose="02020603050405020304" pitchFamily="18" charset="0"/>
                      </a:rPr>
                      <m:t>h</m:t>
                    </m:r>
                    <m:r>
                      <a:rPr lang="en-US" altLang="zh-TW" sz="2400">
                        <a:solidFill>
                          <a:schemeClr val="accent5">
                            <a:lumMod val="50000"/>
                          </a:schemeClr>
                        </a:solidFill>
                        <a:latin typeface="Cambria Math" panose="02040503050406030204" pitchFamily="18" charset="0"/>
                        <a:cs typeface="Times New Roman" panose="02020603050405020304" pitchFamily="18" charset="0"/>
                      </a:rPr>
                      <m:t>&gt;</m:t>
                    </m:r>
                    <m:r>
                      <a:rPr lang="en-US" altLang="zh-TW" sz="2400">
                        <a:solidFill>
                          <a:schemeClr val="accent5">
                            <a:lumMod val="50000"/>
                          </a:schemeClr>
                        </a:solidFill>
                        <a:latin typeface="Cambria Math" panose="02040503050406030204" pitchFamily="18" charset="0"/>
                        <a:cs typeface="Times New Roman" panose="02020603050405020304" pitchFamily="18" charset="0"/>
                      </a:rPr>
                      <m:t>𝑗</m:t>
                    </m:r>
                  </m:oMath>
                </a14:m>
                <a:endParaRPr lang="en-US" altLang="zh-TW" sz="2400" dirty="0">
                  <a:solidFill>
                    <a:schemeClr val="accent5">
                      <a:lumMod val="50000"/>
                    </a:schemeClr>
                  </a:solidFill>
                  <a:latin typeface="Times New Roman" panose="02020603050405020304" pitchFamily="18" charset="0"/>
                  <a:cs typeface="Times New Roman" panose="02020603050405020304" pitchFamily="18" charset="0"/>
                </a:endParaRPr>
              </a:p>
              <a:p>
                <a:pPr lvl="1">
                  <a:lnSpc>
                    <a:spcPct val="150000"/>
                  </a:lnSpc>
                </a:pPr>
                <a14:m>
                  <m:oMath xmlns:m="http://schemas.openxmlformats.org/officeDocument/2006/math">
                    <m:sSub>
                      <m:sSubPr>
                        <m:ctrlPr>
                          <a:rPr lang="en-US" altLang="zh-TW" sz="2000" b="0" i="1" smtClean="0">
                            <a:latin typeface="Cambria Math" panose="02040503050406030204" pitchFamily="18" charset="0"/>
                            <a:ea typeface="標楷體" panose="03000509000000000000" pitchFamily="65" charset="-120"/>
                            <a:cs typeface="Tahoma" panose="020B0604030504040204" pitchFamily="34" charset="0"/>
                          </a:rPr>
                        </m:ctrlPr>
                      </m:sSubPr>
                      <m:e>
                        <m:r>
                          <a:rPr lang="en-US" altLang="zh-TW" sz="2000" b="0" i="1" smtClean="0">
                            <a:latin typeface="Cambria Math" panose="02040503050406030204" pitchFamily="18" charset="0"/>
                            <a:ea typeface="標楷體" panose="03000509000000000000" pitchFamily="65" charset="-120"/>
                            <a:cs typeface="Tahoma" panose="020B0604030504040204" pitchFamily="34" charset="0"/>
                          </a:rPr>
                          <m:t>𝑃</m:t>
                        </m:r>
                      </m:e>
                      <m:sub>
                        <m:r>
                          <a:rPr lang="en-US" altLang="zh-TW" sz="2000" b="0" i="1" smtClean="0">
                            <a:latin typeface="Cambria Math" panose="02040503050406030204" pitchFamily="18" charset="0"/>
                            <a:ea typeface="標楷體" panose="03000509000000000000" pitchFamily="65" charset="-120"/>
                            <a:cs typeface="Tahoma" panose="020B0604030504040204" pitchFamily="34" charset="0"/>
                          </a:rPr>
                          <m:t>𝑗</m:t>
                        </m:r>
                      </m:sub>
                    </m:sSub>
                  </m:oMath>
                </a14:m>
                <a:r>
                  <a:rPr lang="zh-TW" altLang="en-US" sz="2000" dirty="0">
                    <a:latin typeface="標楷體" panose="03000509000000000000" pitchFamily="65" charset="-120"/>
                    <a:ea typeface="標楷體" panose="03000509000000000000" pitchFamily="65" charset="-120"/>
                    <a:cs typeface="Tahoma" panose="020B0604030504040204" pitchFamily="34" charset="0"/>
                  </a:rPr>
                  <a:t> </a:t>
                </a:r>
                <a:r>
                  <a:rPr lang="en-US" altLang="zh-TW" sz="2000" dirty="0">
                    <a:latin typeface="Times New Roman" panose="02020603050405020304" pitchFamily="18" charset="0"/>
                    <a:ea typeface="標楷體" panose="03000509000000000000" pitchFamily="65" charset="-120"/>
                    <a:cs typeface="Times New Roman" panose="02020603050405020304" pitchFamily="18" charset="0"/>
                  </a:rPr>
                  <a:t>has not been constructed </a:t>
                </a:r>
                <a:r>
                  <a:rPr lang="zh-TW" altLang="en-US" sz="2000" dirty="0">
                    <a:latin typeface="Times New Roman" panose="02020603050405020304" pitchFamily="18" charset="0"/>
                    <a:cs typeface="Times New Roman" panose="02020603050405020304" pitchFamily="18" charset="0"/>
                  </a:rPr>
                  <a:t>→ </a:t>
                </a:r>
                <a:r>
                  <a:rPr lang="zh-TW" altLang="en-US" sz="2000" dirty="0">
                    <a:latin typeface="標楷體" panose="03000509000000000000" pitchFamily="65" charset="-120"/>
                    <a:ea typeface="標楷體" panose="03000509000000000000" pitchFamily="65" charset="-120"/>
                    <a:cs typeface="Tahoma" panose="020B0604030504040204" pitchFamily="34" charset="0"/>
                  </a:rPr>
                  <a:t>保留</a:t>
                </a:r>
                <a:endParaRPr lang="en-US" altLang="zh-TW" sz="2000" dirty="0">
                  <a:latin typeface="標楷體" panose="03000509000000000000" pitchFamily="65" charset="-120"/>
                  <a:ea typeface="標楷體" panose="03000509000000000000" pitchFamily="65" charset="-120"/>
                  <a:cs typeface="Tahoma" panose="020B0604030504040204" pitchFamily="34" charset="0"/>
                </a:endParaRPr>
              </a:p>
              <a:p>
                <a:pPr lvl="1">
                  <a:lnSpc>
                    <a:spcPct val="150000"/>
                  </a:lnSpc>
                </a:pPr>
                <a14:m>
                  <m:oMath xmlns:m="http://schemas.openxmlformats.org/officeDocument/2006/math">
                    <m:r>
                      <a:rPr lang="en-US" altLang="zh-TW" sz="2000" i="1">
                        <a:latin typeface="Cambria Math" panose="02040503050406030204" pitchFamily="18" charset="0"/>
                        <a:cs typeface="Times New Roman" panose="02020603050405020304" pitchFamily="18" charset="0"/>
                      </a:rPr>
                      <m:t>𝜏</m:t>
                    </m:r>
                    <m:d>
                      <m:dPr>
                        <m:ctrlPr>
                          <a:rPr lang="en-US" altLang="zh-TW" sz="2000" i="1">
                            <a:latin typeface="Cambria Math" panose="02040503050406030204" pitchFamily="18" charset="0"/>
                            <a:cs typeface="Times New Roman" panose="02020603050405020304" pitchFamily="18" charset="0"/>
                          </a:rPr>
                        </m:ctrlPr>
                      </m:dPr>
                      <m:e>
                        <m:r>
                          <a:rPr lang="en-US" altLang="zh-TW" sz="2000" i="1">
                            <a:latin typeface="Cambria Math" panose="02040503050406030204" pitchFamily="18" charset="0"/>
                            <a:cs typeface="Times New Roman" panose="02020603050405020304" pitchFamily="18" charset="0"/>
                          </a:rPr>
                          <m:t>𝑥</m:t>
                        </m:r>
                      </m:e>
                    </m:d>
                    <m:r>
                      <a:rPr lang="en-US" altLang="zh-TW" sz="2000" i="1">
                        <a:latin typeface="Cambria Math" panose="02040503050406030204" pitchFamily="18" charset="0"/>
                        <a:cs typeface="Times New Roman" panose="02020603050405020304" pitchFamily="18" charset="0"/>
                      </a:rPr>
                      <m:t>&gt;</m:t>
                    </m:r>
                    <m:r>
                      <a:rPr lang="en-US" altLang="zh-TW" sz="2000" b="0" i="1" smtClean="0">
                        <a:latin typeface="Cambria Math" panose="02040503050406030204" pitchFamily="18" charset="0"/>
                        <a:cs typeface="Times New Roman" panose="02020603050405020304" pitchFamily="18" charset="0"/>
                      </a:rPr>
                      <m:t>𝜏</m:t>
                    </m:r>
                    <m:d>
                      <m:dPr>
                        <m:ctrlPr>
                          <a:rPr lang="en-US" altLang="zh-TW" sz="2000" i="1">
                            <a:latin typeface="Cambria Math" panose="02040503050406030204" pitchFamily="18" charset="0"/>
                            <a:cs typeface="Times New Roman" panose="02020603050405020304" pitchFamily="18" charset="0"/>
                          </a:rPr>
                        </m:ctrlPr>
                      </m:dPr>
                      <m:e>
                        <m:r>
                          <a:rPr lang="en-US" altLang="zh-TW" sz="2000" b="0" i="1" smtClean="0">
                            <a:latin typeface="Cambria Math" panose="02040503050406030204" pitchFamily="18" charset="0"/>
                            <a:cs typeface="Times New Roman" panose="02020603050405020304" pitchFamily="18" charset="0"/>
                          </a:rPr>
                          <m:t>𝑦</m:t>
                        </m:r>
                      </m:e>
                    </m:d>
                    <m:d>
                      <m:dPr>
                        <m:ctrlPr>
                          <a:rPr lang="en-US" altLang="zh-TW" sz="2000" b="0" i="1" smtClean="0">
                            <a:latin typeface="Cambria Math" panose="02040503050406030204" pitchFamily="18" charset="0"/>
                            <a:cs typeface="Times New Roman" panose="02020603050405020304" pitchFamily="18" charset="0"/>
                          </a:rPr>
                        </m:ctrlPr>
                      </m:dPr>
                      <m:e>
                        <m:r>
                          <a:rPr lang="en-US" altLang="zh-TW" sz="2000" b="0" i="1" smtClean="0">
                            <a:latin typeface="Cambria Math" panose="02040503050406030204" pitchFamily="18" charset="0"/>
                            <a:cs typeface="Times New Roman" panose="02020603050405020304" pitchFamily="18" charset="0"/>
                          </a:rPr>
                          <m:t>𝑡𝑜𝑝</m:t>
                        </m:r>
                        <m:r>
                          <a:rPr lang="en-US" altLang="zh-TW" sz="2000" b="0" i="1" smtClean="0">
                            <a:latin typeface="Cambria Math" panose="02040503050406030204" pitchFamily="18" charset="0"/>
                            <a:cs typeface="Times New Roman" panose="02020603050405020304" pitchFamily="18" charset="0"/>
                          </a:rPr>
                          <m:t> </m:t>
                        </m:r>
                        <m:r>
                          <a:rPr lang="en-US" altLang="zh-TW" sz="2000" b="0" i="1" smtClean="0">
                            <a:latin typeface="Cambria Math" panose="02040503050406030204" pitchFamily="18" charset="0"/>
                            <a:cs typeface="Times New Roman" panose="02020603050405020304" pitchFamily="18" charset="0"/>
                          </a:rPr>
                          <m:t>𝑜𝑓</m:t>
                        </m:r>
                        <m:r>
                          <a:rPr lang="en-US" altLang="zh-TW" sz="2000" b="0" i="1" smtClean="0">
                            <a:latin typeface="Cambria Math" panose="02040503050406030204" pitchFamily="18" charset="0"/>
                            <a:cs typeface="Times New Roman" panose="02020603050405020304" pitchFamily="18" charset="0"/>
                          </a:rPr>
                          <m:t> </m:t>
                        </m:r>
                        <m:sSub>
                          <m:sSubPr>
                            <m:ctrlPr>
                              <a:rPr lang="en-US" altLang="zh-TW" sz="2000" b="0" i="1" smtClean="0">
                                <a:latin typeface="Cambria Math" panose="02040503050406030204" pitchFamily="18" charset="0"/>
                                <a:cs typeface="Times New Roman" panose="02020603050405020304" pitchFamily="18" charset="0"/>
                              </a:rPr>
                            </m:ctrlPr>
                          </m:sSubPr>
                          <m:e>
                            <m:r>
                              <a:rPr lang="en-US" altLang="zh-TW" sz="2000" b="0" i="1" smtClean="0">
                                <a:latin typeface="Cambria Math" panose="02040503050406030204" pitchFamily="18" charset="0"/>
                                <a:cs typeface="Times New Roman" panose="02020603050405020304" pitchFamily="18" charset="0"/>
                              </a:rPr>
                              <m:t>𝑃</m:t>
                            </m:r>
                          </m:e>
                          <m:sub>
                            <m:r>
                              <a:rPr lang="en-US" altLang="zh-TW" sz="2000" b="0" i="1" smtClean="0">
                                <a:latin typeface="Cambria Math" panose="02040503050406030204" pitchFamily="18" charset="0"/>
                                <a:cs typeface="Times New Roman" panose="02020603050405020304" pitchFamily="18" charset="0"/>
                              </a:rPr>
                              <m:t>𝑗</m:t>
                            </m:r>
                          </m:sub>
                        </m:sSub>
                      </m:e>
                    </m:d>
                    <m:r>
                      <a:rPr lang="en-US" altLang="zh-TW" sz="2000" b="0" i="1" smtClean="0">
                        <a:latin typeface="Cambria Math" panose="02040503050406030204" pitchFamily="18" charset="0"/>
                        <a:cs typeface="Times New Roman" panose="02020603050405020304" pitchFamily="18" charset="0"/>
                      </a:rPr>
                      <m:t> </m:t>
                    </m:r>
                  </m:oMath>
                </a14:m>
                <a:r>
                  <a:rPr lang="zh-TW" altLang="en-US" sz="2000" dirty="0">
                    <a:latin typeface="Times New Roman" panose="02020603050405020304" pitchFamily="18" charset="0"/>
                    <a:cs typeface="Times New Roman" panose="02020603050405020304" pitchFamily="18" charset="0"/>
                  </a:rPr>
                  <a:t> → </a:t>
                </a:r>
                <a:r>
                  <a:rPr lang="en-US" altLang="zh-TW" sz="2000" dirty="0">
                    <a:latin typeface="Times New Roman" panose="02020603050405020304" pitchFamily="18" charset="0"/>
                    <a:cs typeface="Times New Roman" panose="02020603050405020304" pitchFamily="18" charset="0"/>
                  </a:rPr>
                  <a:t>ignore </a:t>
                </a:r>
                <a14:m>
                  <m:oMath xmlns:m="http://schemas.openxmlformats.org/officeDocument/2006/math">
                    <m:r>
                      <a:rPr lang="en-US" altLang="zh-TW" sz="2000" i="1">
                        <a:latin typeface="Cambria Math" panose="02040503050406030204" pitchFamily="18" charset="0"/>
                        <a:cs typeface="Times New Roman" panose="02020603050405020304" pitchFamily="18" charset="0"/>
                      </a:rPr>
                      <m:t>𝜏</m:t>
                    </m:r>
                    <m:d>
                      <m:dPr>
                        <m:ctrlPr>
                          <a:rPr lang="en-US" altLang="zh-TW" sz="2000" i="1">
                            <a:latin typeface="Cambria Math" panose="02040503050406030204" pitchFamily="18" charset="0"/>
                            <a:cs typeface="Times New Roman" panose="02020603050405020304" pitchFamily="18" charset="0"/>
                          </a:rPr>
                        </m:ctrlPr>
                      </m:dPr>
                      <m:e>
                        <m:r>
                          <a:rPr lang="en-US" altLang="zh-TW" sz="2000" i="1">
                            <a:latin typeface="Cambria Math" panose="02040503050406030204" pitchFamily="18" charset="0"/>
                            <a:cs typeface="Times New Roman" panose="02020603050405020304" pitchFamily="18" charset="0"/>
                          </a:rPr>
                          <m:t>𝑥</m:t>
                        </m:r>
                      </m:e>
                    </m:d>
                  </m:oMath>
                </a14:m>
                <a:endParaRPr lang="en-US" altLang="zh-TW" sz="2000" dirty="0">
                  <a:latin typeface="標楷體" panose="03000509000000000000" pitchFamily="65" charset="-120"/>
                  <a:ea typeface="標楷體" panose="03000509000000000000" pitchFamily="65" charset="-120"/>
                  <a:cs typeface="Tahoma" panose="020B0604030504040204" pitchFamily="34" charset="0"/>
                </a:endParaRPr>
              </a:p>
              <a:p>
                <a:pPr lvl="1">
                  <a:lnSpc>
                    <a:spcPct val="150000"/>
                  </a:lnSpc>
                </a:pPr>
                <a14:m>
                  <m:oMath xmlns:m="http://schemas.openxmlformats.org/officeDocument/2006/math">
                    <m:r>
                      <a:rPr lang="en-US" altLang="zh-TW" sz="2000" i="1">
                        <a:latin typeface="Cambria Math" panose="02040503050406030204" pitchFamily="18" charset="0"/>
                        <a:cs typeface="Times New Roman" panose="02020603050405020304" pitchFamily="18" charset="0"/>
                      </a:rPr>
                      <m:t>𝜏</m:t>
                    </m:r>
                    <m:d>
                      <m:dPr>
                        <m:ctrlPr>
                          <a:rPr lang="en-US" altLang="zh-TW" sz="2000" i="1">
                            <a:latin typeface="Cambria Math" panose="02040503050406030204" pitchFamily="18" charset="0"/>
                            <a:cs typeface="Times New Roman" panose="02020603050405020304" pitchFamily="18" charset="0"/>
                          </a:rPr>
                        </m:ctrlPr>
                      </m:dPr>
                      <m:e>
                        <m:r>
                          <a:rPr lang="en-US" altLang="zh-TW" sz="2000" i="1">
                            <a:latin typeface="Cambria Math" panose="02040503050406030204" pitchFamily="18" charset="0"/>
                            <a:cs typeface="Times New Roman" panose="02020603050405020304" pitchFamily="18" charset="0"/>
                          </a:rPr>
                          <m:t>𝑥</m:t>
                        </m:r>
                      </m:e>
                    </m:d>
                    <m:r>
                      <a:rPr lang="en-US" altLang="zh-TW" sz="2000" b="0" i="1" smtClean="0">
                        <a:latin typeface="Cambria Math" panose="02040503050406030204" pitchFamily="18" charset="0"/>
                        <a:cs typeface="Times New Roman" panose="02020603050405020304" pitchFamily="18" charset="0"/>
                      </a:rPr>
                      <m:t>≤ </m:t>
                    </m:r>
                    <m:r>
                      <a:rPr lang="en-US" altLang="zh-TW" sz="2000" i="1">
                        <a:latin typeface="Cambria Math" panose="02040503050406030204" pitchFamily="18" charset="0"/>
                        <a:cs typeface="Times New Roman" panose="02020603050405020304" pitchFamily="18" charset="0"/>
                      </a:rPr>
                      <m:t>𝜏</m:t>
                    </m:r>
                    <m:d>
                      <m:dPr>
                        <m:ctrlPr>
                          <a:rPr lang="en-US" altLang="zh-TW" sz="2000" i="1">
                            <a:latin typeface="Cambria Math" panose="02040503050406030204" pitchFamily="18" charset="0"/>
                            <a:cs typeface="Times New Roman" panose="02020603050405020304" pitchFamily="18" charset="0"/>
                          </a:rPr>
                        </m:ctrlPr>
                      </m:dPr>
                      <m:e>
                        <m:r>
                          <a:rPr lang="en-US" altLang="zh-TW" sz="2000" i="1">
                            <a:latin typeface="Cambria Math" panose="02040503050406030204" pitchFamily="18" charset="0"/>
                            <a:cs typeface="Times New Roman" panose="02020603050405020304" pitchFamily="18" charset="0"/>
                          </a:rPr>
                          <m:t>𝑦</m:t>
                        </m:r>
                      </m:e>
                    </m:d>
                    <m:d>
                      <m:dPr>
                        <m:ctrlPr>
                          <a:rPr lang="en-US" altLang="zh-TW" sz="2000" i="1">
                            <a:latin typeface="Cambria Math" panose="02040503050406030204" pitchFamily="18" charset="0"/>
                            <a:cs typeface="Times New Roman" panose="02020603050405020304" pitchFamily="18" charset="0"/>
                          </a:rPr>
                        </m:ctrlPr>
                      </m:dPr>
                      <m:e>
                        <m:r>
                          <a:rPr lang="en-US" altLang="zh-TW" sz="2000" i="1">
                            <a:latin typeface="Cambria Math" panose="02040503050406030204" pitchFamily="18" charset="0"/>
                            <a:cs typeface="Times New Roman" panose="02020603050405020304" pitchFamily="18" charset="0"/>
                          </a:rPr>
                          <m:t>𝑡𝑜𝑝</m:t>
                        </m:r>
                        <m:r>
                          <a:rPr lang="en-US" altLang="zh-TW" sz="2000" i="1">
                            <a:latin typeface="Cambria Math" panose="02040503050406030204" pitchFamily="18" charset="0"/>
                            <a:cs typeface="Times New Roman" panose="02020603050405020304" pitchFamily="18" charset="0"/>
                          </a:rPr>
                          <m:t> </m:t>
                        </m:r>
                        <m:r>
                          <a:rPr lang="en-US" altLang="zh-TW" sz="2000" i="1">
                            <a:latin typeface="Cambria Math" panose="02040503050406030204" pitchFamily="18" charset="0"/>
                            <a:cs typeface="Times New Roman" panose="02020603050405020304" pitchFamily="18" charset="0"/>
                          </a:rPr>
                          <m:t>𝑜𝑓</m:t>
                        </m:r>
                        <m:r>
                          <a:rPr lang="en-US" altLang="zh-TW" sz="2000" i="1">
                            <a:latin typeface="Cambria Math" panose="02040503050406030204" pitchFamily="18" charset="0"/>
                            <a:cs typeface="Times New Roman" panose="02020603050405020304" pitchFamily="18" charset="0"/>
                          </a:rPr>
                          <m:t> </m:t>
                        </m:r>
                        <m:sSub>
                          <m:sSubPr>
                            <m:ctrlPr>
                              <a:rPr lang="en-US" altLang="zh-TW" sz="2000" i="1">
                                <a:latin typeface="Cambria Math" panose="02040503050406030204" pitchFamily="18" charset="0"/>
                                <a:cs typeface="Times New Roman" panose="02020603050405020304" pitchFamily="18" charset="0"/>
                              </a:rPr>
                            </m:ctrlPr>
                          </m:sSubPr>
                          <m:e>
                            <m:r>
                              <a:rPr lang="en-US" altLang="zh-TW" sz="2000" i="1">
                                <a:latin typeface="Cambria Math" panose="02040503050406030204" pitchFamily="18" charset="0"/>
                                <a:cs typeface="Times New Roman" panose="02020603050405020304" pitchFamily="18" charset="0"/>
                              </a:rPr>
                              <m:t>𝑃</m:t>
                            </m:r>
                          </m:e>
                          <m:sub>
                            <m:r>
                              <a:rPr lang="en-US" altLang="zh-TW" sz="2000" i="1">
                                <a:latin typeface="Cambria Math" panose="02040503050406030204" pitchFamily="18" charset="0"/>
                                <a:cs typeface="Times New Roman" panose="02020603050405020304" pitchFamily="18" charset="0"/>
                              </a:rPr>
                              <m:t>𝑗</m:t>
                            </m:r>
                          </m:sub>
                        </m:sSub>
                      </m:e>
                    </m:d>
                    <m:r>
                      <m:rPr>
                        <m:nor/>
                      </m:rPr>
                      <a:rPr lang="en-US" altLang="zh-TW" sz="2000" b="0" i="0" smtClean="0">
                        <a:latin typeface="Cambria Math" panose="02040503050406030204" pitchFamily="18" charset="0"/>
                        <a:cs typeface="Times New Roman" panose="02020603050405020304" pitchFamily="18" charset="0"/>
                      </a:rPr>
                      <m:t> </m:t>
                    </m:r>
                    <m:r>
                      <m:rPr>
                        <m:nor/>
                      </m:rPr>
                      <a:rPr lang="zh-TW" altLang="en-US" sz="2000" dirty="0">
                        <a:latin typeface="Times New Roman" panose="02020603050405020304" pitchFamily="18" charset="0"/>
                        <a:cs typeface="Times New Roman" panose="02020603050405020304" pitchFamily="18" charset="0"/>
                      </a:rPr>
                      <m:t>→ </m:t>
                    </m:r>
                    <m:r>
                      <m:rPr>
                        <m:nor/>
                      </m:rPr>
                      <a:rPr lang="zh-TW" altLang="en-US" sz="2000" dirty="0">
                        <a:latin typeface="標楷體" panose="03000509000000000000" pitchFamily="65" charset="-120"/>
                        <a:ea typeface="標楷體" panose="03000509000000000000" pitchFamily="65" charset="-120"/>
                        <a:cs typeface="Tahoma" panose="020B0604030504040204" pitchFamily="34" charset="0"/>
                      </a:rPr>
                      <m:t>保留</m:t>
                    </m:r>
                  </m:oMath>
                </a14:m>
                <a:endParaRPr lang="zh-TW" altLang="en-US" sz="2000" dirty="0">
                  <a:latin typeface="標楷體" panose="03000509000000000000" pitchFamily="65" charset="-120"/>
                  <a:ea typeface="標楷體" panose="03000509000000000000" pitchFamily="65" charset="-120"/>
                  <a:cs typeface="Tahoma" panose="020B0604030504040204" pitchFamily="34" charset="0"/>
                </a:endParaRPr>
              </a:p>
            </p:txBody>
          </p:sp>
        </mc:Choice>
        <mc:Fallback xmlns="">
          <p:sp>
            <p:nvSpPr>
              <p:cNvPr id="3" name="內容版面配置區 2">
                <a:extLst>
                  <a:ext uri="{FF2B5EF4-FFF2-40B4-BE49-F238E27FC236}">
                    <a16:creationId xmlns:a16="http://schemas.microsoft.com/office/drawing/2014/main" id="{A8791CF8-89C9-4C0A-91DB-665A6609F254}"/>
                  </a:ext>
                </a:extLst>
              </p:cNvPr>
              <p:cNvSpPr>
                <a:spLocks noGrp="1" noRot="1" noChangeAspect="1" noMove="1" noResize="1" noEditPoints="1" noAdjustHandles="1" noChangeArrowheads="1" noChangeShapeType="1" noTextEdit="1"/>
              </p:cNvSpPr>
              <p:nvPr>
                <p:ph idx="1"/>
              </p:nvPr>
            </p:nvSpPr>
            <p:spPr>
              <a:xfrm>
                <a:off x="711200" y="1213703"/>
                <a:ext cx="6908800" cy="4745896"/>
              </a:xfrm>
              <a:blipFill>
                <a:blip r:embed="rId3"/>
                <a:stretch>
                  <a:fillRect l="-1236"/>
                </a:stretch>
              </a:blipFill>
            </p:spPr>
            <p:txBody>
              <a:bodyPr/>
              <a:lstStyle/>
              <a:p>
                <a:r>
                  <a:rPr lang="zh-TW" altLang="en-US">
                    <a:noFill/>
                  </a:rPr>
                  <a:t> </a:t>
                </a:r>
              </a:p>
            </p:txBody>
          </p:sp>
        </mc:Fallback>
      </mc:AlternateContent>
      <p:sp>
        <p:nvSpPr>
          <p:cNvPr id="4" name="投影片編號版面配置區 3">
            <a:extLst>
              <a:ext uri="{FF2B5EF4-FFF2-40B4-BE49-F238E27FC236}">
                <a16:creationId xmlns:a16="http://schemas.microsoft.com/office/drawing/2014/main" id="{7F4D9D44-6606-42C2-BA3D-F1765E7EF123}"/>
              </a:ext>
            </a:extLst>
          </p:cNvPr>
          <p:cNvSpPr>
            <a:spLocks noGrp="1"/>
          </p:cNvSpPr>
          <p:nvPr>
            <p:ph type="sldNum" sz="quarter" idx="12"/>
          </p:nvPr>
        </p:nvSpPr>
        <p:spPr/>
        <p:txBody>
          <a:bodyPr/>
          <a:lstStyle/>
          <a:p>
            <a:fld id="{872633CA-77E0-4863-94F8-E28139DFB2B4}" type="slidenum">
              <a:rPr lang="zh-TW" altLang="en-US" smtClean="0"/>
              <a:t>10</a:t>
            </a:fld>
            <a:endParaRPr lang="zh-TW" altLang="en-US"/>
          </a:p>
        </p:txBody>
      </p:sp>
      <p:sp>
        <p:nvSpPr>
          <p:cNvPr id="5" name="標題 1">
            <a:extLst>
              <a:ext uri="{FF2B5EF4-FFF2-40B4-BE49-F238E27FC236}">
                <a16:creationId xmlns:a16="http://schemas.microsoft.com/office/drawing/2014/main" id="{5A46E66C-CC98-4C59-8C7A-FC35658B9B20}"/>
              </a:ext>
            </a:extLst>
          </p:cNvPr>
          <p:cNvSpPr txBox="1">
            <a:spLocks/>
          </p:cNvSpPr>
          <p:nvPr/>
        </p:nvSpPr>
        <p:spPr>
          <a:xfrm>
            <a:off x="471956" y="414725"/>
            <a:ext cx="7886700" cy="5833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3200" dirty="0">
                <a:latin typeface="Times New Roman" panose="02020603050405020304" pitchFamily="18" charset="0"/>
                <a:cs typeface="Times New Roman" panose="02020603050405020304" pitchFamily="18" charset="0"/>
              </a:rPr>
              <a:t>Filter</a:t>
            </a:r>
            <a:endParaRPr lang="zh-TW" altLang="en-US" sz="3200" dirty="0">
              <a:latin typeface="Times New Roman" panose="02020603050405020304" pitchFamily="18" charset="0"/>
              <a:cs typeface="Times New Roman" panose="02020603050405020304" pitchFamily="18" charset="0"/>
            </a:endParaRPr>
          </a:p>
        </p:txBody>
      </p:sp>
      <p:sp>
        <p:nvSpPr>
          <p:cNvPr id="2" name="矩形: 圓角 1">
            <a:extLst>
              <a:ext uri="{FF2B5EF4-FFF2-40B4-BE49-F238E27FC236}">
                <a16:creationId xmlns:a16="http://schemas.microsoft.com/office/drawing/2014/main" id="{7A0FCC24-4179-44AD-8151-9C1765CBCF11}"/>
              </a:ext>
            </a:extLst>
          </p:cNvPr>
          <p:cNvSpPr/>
          <p:nvPr/>
        </p:nvSpPr>
        <p:spPr>
          <a:xfrm>
            <a:off x="6602951" y="592557"/>
            <a:ext cx="332300" cy="1366982"/>
          </a:xfrm>
          <a:prstGeom prst="roundRect">
            <a:avLst/>
          </a:prstGeom>
          <a:solidFill>
            <a:schemeClr val="bg1"/>
          </a:solidFill>
          <a:ln w="3810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mc:AlternateContent xmlns:mc="http://schemas.openxmlformats.org/markup-compatibility/2006" xmlns:a14="http://schemas.microsoft.com/office/drawing/2010/main">
        <mc:Choice Requires="a14">
          <p:sp>
            <p:nvSpPr>
              <p:cNvPr id="11" name="矩形 10">
                <a:extLst>
                  <a:ext uri="{FF2B5EF4-FFF2-40B4-BE49-F238E27FC236}">
                    <a16:creationId xmlns:a16="http://schemas.microsoft.com/office/drawing/2014/main" id="{CE371516-D316-4DA5-89FC-D3792A49B5AE}"/>
                  </a:ext>
                </a:extLst>
              </p:cNvPr>
              <p:cNvSpPr/>
              <p:nvPr/>
            </p:nvSpPr>
            <p:spPr>
              <a:xfrm>
                <a:off x="6551408" y="177045"/>
                <a:ext cx="481350"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TW" i="1" smtClean="0">
                              <a:solidFill>
                                <a:schemeClr val="accent5">
                                  <a:lumMod val="50000"/>
                                </a:schemeClr>
                              </a:solidFill>
                              <a:latin typeface="Cambria Math" panose="02040503050406030204" pitchFamily="18" charset="0"/>
                              <a:cs typeface="Times New Roman" panose="02020603050405020304" pitchFamily="18" charset="0"/>
                            </a:rPr>
                          </m:ctrlPr>
                        </m:sSubPr>
                        <m:e>
                          <m:r>
                            <a:rPr lang="en-US" altLang="zh-TW" i="1">
                              <a:solidFill>
                                <a:schemeClr val="accent5">
                                  <a:lumMod val="50000"/>
                                </a:schemeClr>
                              </a:solidFill>
                              <a:latin typeface="Cambria Math" panose="02040503050406030204" pitchFamily="18" charset="0"/>
                              <a:cs typeface="Times New Roman" panose="02020603050405020304" pitchFamily="18" charset="0"/>
                            </a:rPr>
                            <m:t>𝑃</m:t>
                          </m:r>
                        </m:e>
                        <m:sub>
                          <m:r>
                            <a:rPr lang="en-US" altLang="zh-TW" b="0" i="1" smtClean="0">
                              <a:solidFill>
                                <a:schemeClr val="accent5">
                                  <a:lumMod val="50000"/>
                                </a:schemeClr>
                              </a:solidFill>
                              <a:latin typeface="Cambria Math" panose="02040503050406030204" pitchFamily="18" charset="0"/>
                              <a:cs typeface="Times New Roman" panose="02020603050405020304" pitchFamily="18" charset="0"/>
                            </a:rPr>
                            <m:t>𝑖</m:t>
                          </m:r>
                        </m:sub>
                      </m:sSub>
                      <m:r>
                        <a:rPr lang="en-US" altLang="zh-TW" i="1">
                          <a:solidFill>
                            <a:schemeClr val="accent5">
                              <a:lumMod val="50000"/>
                            </a:schemeClr>
                          </a:solidFill>
                          <a:latin typeface="Cambria Math" panose="02040503050406030204" pitchFamily="18" charset="0"/>
                          <a:cs typeface="Times New Roman" panose="02020603050405020304" pitchFamily="18" charset="0"/>
                        </a:rPr>
                        <m:t> </m:t>
                      </m:r>
                    </m:oMath>
                  </m:oMathPara>
                </a14:m>
                <a:endParaRPr lang="zh-TW" altLang="en-US" dirty="0"/>
              </a:p>
            </p:txBody>
          </p:sp>
        </mc:Choice>
        <mc:Fallback xmlns="">
          <p:sp>
            <p:nvSpPr>
              <p:cNvPr id="11" name="矩形 10">
                <a:extLst>
                  <a:ext uri="{FF2B5EF4-FFF2-40B4-BE49-F238E27FC236}">
                    <a16:creationId xmlns:a16="http://schemas.microsoft.com/office/drawing/2014/main" id="{CE371516-D316-4DA5-89FC-D3792A49B5AE}"/>
                  </a:ext>
                </a:extLst>
              </p:cNvPr>
              <p:cNvSpPr>
                <a:spLocks noRot="1" noChangeAspect="1" noMove="1" noResize="1" noEditPoints="1" noAdjustHandles="1" noChangeArrowheads="1" noChangeShapeType="1" noTextEdit="1"/>
              </p:cNvSpPr>
              <p:nvPr/>
            </p:nvSpPr>
            <p:spPr>
              <a:xfrm>
                <a:off x="6551408" y="177045"/>
                <a:ext cx="481350" cy="369332"/>
              </a:xfrm>
              <a:prstGeom prst="rect">
                <a:avLst/>
              </a:prstGeom>
              <a:blipFill>
                <a:blip r:embed="rId4"/>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2" name="矩形 11">
                <a:extLst>
                  <a:ext uri="{FF2B5EF4-FFF2-40B4-BE49-F238E27FC236}">
                    <a16:creationId xmlns:a16="http://schemas.microsoft.com/office/drawing/2014/main" id="{40E322F7-BAA3-474E-8D3A-57B07A4F7513}"/>
                  </a:ext>
                </a:extLst>
              </p:cNvPr>
              <p:cNvSpPr/>
              <p:nvPr/>
            </p:nvSpPr>
            <p:spPr>
              <a:xfrm>
                <a:off x="6950855" y="954314"/>
                <a:ext cx="481350" cy="369332"/>
              </a:xfrm>
              <a:prstGeom prst="rect">
                <a:avLst/>
              </a:prstGeom>
            </p:spPr>
            <p:txBody>
              <a:bodyPr wrap="square">
                <a:spAutoFit/>
              </a:bodyPr>
              <a:lstStyle/>
              <a:p>
                <a:pPr/>
                <a14:m>
                  <m:oMathPara xmlns:m="http://schemas.openxmlformats.org/officeDocument/2006/math">
                    <m:oMathParaPr>
                      <m:jc m:val="center"/>
                    </m:oMathParaPr>
                    <m:oMath xmlns:m="http://schemas.openxmlformats.org/officeDocument/2006/math">
                      <m:r>
                        <a:rPr lang="en-US" altLang="zh-TW" i="1" smtClean="0">
                          <a:solidFill>
                            <a:schemeClr val="accent5">
                              <a:lumMod val="50000"/>
                            </a:schemeClr>
                          </a:solidFill>
                          <a:latin typeface="Cambria Math" panose="02040503050406030204" pitchFamily="18" charset="0"/>
                          <a:cs typeface="Times New Roman" panose="02020603050405020304" pitchFamily="18" charset="0"/>
                        </a:rPr>
                        <m:t>…</m:t>
                      </m:r>
                    </m:oMath>
                  </m:oMathPara>
                </a14:m>
                <a:endParaRPr lang="zh-TW" altLang="en-US" dirty="0"/>
              </a:p>
            </p:txBody>
          </p:sp>
        </mc:Choice>
        <mc:Fallback xmlns="">
          <p:sp>
            <p:nvSpPr>
              <p:cNvPr id="12" name="矩形 11">
                <a:extLst>
                  <a:ext uri="{FF2B5EF4-FFF2-40B4-BE49-F238E27FC236}">
                    <a16:creationId xmlns:a16="http://schemas.microsoft.com/office/drawing/2014/main" id="{40E322F7-BAA3-474E-8D3A-57B07A4F7513}"/>
                  </a:ext>
                </a:extLst>
              </p:cNvPr>
              <p:cNvSpPr>
                <a:spLocks noRot="1" noChangeAspect="1" noMove="1" noResize="1" noEditPoints="1" noAdjustHandles="1" noChangeArrowheads="1" noChangeShapeType="1" noTextEdit="1"/>
              </p:cNvSpPr>
              <p:nvPr/>
            </p:nvSpPr>
            <p:spPr>
              <a:xfrm>
                <a:off x="6950855" y="954314"/>
                <a:ext cx="481350" cy="369332"/>
              </a:xfrm>
              <a:prstGeom prst="rect">
                <a:avLst/>
              </a:prstGeom>
              <a:blipFill>
                <a:blip r:embed="rId5"/>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4" name="矩形 13">
                <a:extLst>
                  <a:ext uri="{FF2B5EF4-FFF2-40B4-BE49-F238E27FC236}">
                    <a16:creationId xmlns:a16="http://schemas.microsoft.com/office/drawing/2014/main" id="{F3F82B6E-9A2D-4835-A68B-0D29F64FDB3C}"/>
                  </a:ext>
                </a:extLst>
              </p:cNvPr>
              <p:cNvSpPr/>
              <p:nvPr/>
            </p:nvSpPr>
            <p:spPr>
              <a:xfrm>
                <a:off x="7380576" y="177045"/>
                <a:ext cx="480067" cy="39164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TW" i="1" smtClean="0">
                              <a:solidFill>
                                <a:schemeClr val="accent5">
                                  <a:lumMod val="50000"/>
                                </a:schemeClr>
                              </a:solidFill>
                              <a:latin typeface="Cambria Math" panose="02040503050406030204" pitchFamily="18" charset="0"/>
                              <a:cs typeface="Times New Roman" panose="02020603050405020304" pitchFamily="18" charset="0"/>
                            </a:rPr>
                          </m:ctrlPr>
                        </m:sSubPr>
                        <m:e>
                          <m:r>
                            <a:rPr lang="en-US" altLang="zh-TW" i="1">
                              <a:solidFill>
                                <a:schemeClr val="accent5">
                                  <a:lumMod val="50000"/>
                                </a:schemeClr>
                              </a:solidFill>
                              <a:latin typeface="Cambria Math" panose="02040503050406030204" pitchFamily="18" charset="0"/>
                              <a:cs typeface="Times New Roman" panose="02020603050405020304" pitchFamily="18" charset="0"/>
                            </a:rPr>
                            <m:t>𝑃</m:t>
                          </m:r>
                        </m:e>
                        <m:sub>
                          <m:r>
                            <a:rPr lang="en-US" altLang="zh-TW" b="0" i="1" smtClean="0">
                              <a:solidFill>
                                <a:schemeClr val="accent5">
                                  <a:lumMod val="50000"/>
                                </a:schemeClr>
                              </a:solidFill>
                              <a:latin typeface="Cambria Math" panose="02040503050406030204" pitchFamily="18" charset="0"/>
                              <a:cs typeface="Times New Roman" panose="02020603050405020304" pitchFamily="18" charset="0"/>
                            </a:rPr>
                            <m:t>𝑗</m:t>
                          </m:r>
                        </m:sub>
                      </m:sSub>
                      <m:r>
                        <a:rPr lang="en-US" altLang="zh-TW" i="1">
                          <a:solidFill>
                            <a:schemeClr val="accent5">
                              <a:lumMod val="50000"/>
                            </a:schemeClr>
                          </a:solidFill>
                          <a:latin typeface="Cambria Math" panose="02040503050406030204" pitchFamily="18" charset="0"/>
                          <a:cs typeface="Times New Roman" panose="02020603050405020304" pitchFamily="18" charset="0"/>
                        </a:rPr>
                        <m:t> </m:t>
                      </m:r>
                    </m:oMath>
                  </m:oMathPara>
                </a14:m>
                <a:endParaRPr lang="zh-TW" altLang="en-US" dirty="0"/>
              </a:p>
            </p:txBody>
          </p:sp>
        </mc:Choice>
        <mc:Fallback xmlns="">
          <p:sp>
            <p:nvSpPr>
              <p:cNvPr id="14" name="矩形 13">
                <a:extLst>
                  <a:ext uri="{FF2B5EF4-FFF2-40B4-BE49-F238E27FC236}">
                    <a16:creationId xmlns:a16="http://schemas.microsoft.com/office/drawing/2014/main" id="{F3F82B6E-9A2D-4835-A68B-0D29F64FDB3C}"/>
                  </a:ext>
                </a:extLst>
              </p:cNvPr>
              <p:cNvSpPr>
                <a:spLocks noRot="1" noChangeAspect="1" noMove="1" noResize="1" noEditPoints="1" noAdjustHandles="1" noChangeArrowheads="1" noChangeShapeType="1" noTextEdit="1"/>
              </p:cNvSpPr>
              <p:nvPr/>
            </p:nvSpPr>
            <p:spPr>
              <a:xfrm>
                <a:off x="7380576" y="177045"/>
                <a:ext cx="480067" cy="391646"/>
              </a:xfrm>
              <a:prstGeom prst="rect">
                <a:avLst/>
              </a:prstGeom>
              <a:blipFill>
                <a:blip r:embed="rId6"/>
                <a:stretch>
                  <a:fillRect b="-9375"/>
                </a:stretch>
              </a:blipFill>
            </p:spPr>
            <p:txBody>
              <a:bodyPr/>
              <a:lstStyle/>
              <a:p>
                <a:r>
                  <a:rPr lang="zh-TW" altLang="en-US">
                    <a:noFill/>
                  </a:rPr>
                  <a:t> </a:t>
                </a:r>
              </a:p>
            </p:txBody>
          </p:sp>
        </mc:Fallback>
      </mc:AlternateContent>
      <p:sp>
        <p:nvSpPr>
          <p:cNvPr id="15" name="矩形: 圓角 14">
            <a:extLst>
              <a:ext uri="{FF2B5EF4-FFF2-40B4-BE49-F238E27FC236}">
                <a16:creationId xmlns:a16="http://schemas.microsoft.com/office/drawing/2014/main" id="{2E600A9C-30E7-4A33-A076-9849D3CA4764}"/>
              </a:ext>
            </a:extLst>
          </p:cNvPr>
          <p:cNvSpPr/>
          <p:nvPr/>
        </p:nvSpPr>
        <p:spPr>
          <a:xfrm>
            <a:off x="7432205" y="592557"/>
            <a:ext cx="332300" cy="1366982"/>
          </a:xfrm>
          <a:prstGeom prst="roundRect">
            <a:avLst/>
          </a:prstGeom>
          <a:solidFill>
            <a:schemeClr val="bg1"/>
          </a:solidFill>
          <a:ln w="3810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grpSp>
        <p:nvGrpSpPr>
          <p:cNvPr id="24" name="群組 23">
            <a:extLst>
              <a:ext uri="{FF2B5EF4-FFF2-40B4-BE49-F238E27FC236}">
                <a16:creationId xmlns:a16="http://schemas.microsoft.com/office/drawing/2014/main" id="{01F33B53-DAF4-45DA-BE76-6419A1BEA54F}"/>
              </a:ext>
            </a:extLst>
          </p:cNvPr>
          <p:cNvGrpSpPr/>
          <p:nvPr/>
        </p:nvGrpSpPr>
        <p:grpSpPr>
          <a:xfrm>
            <a:off x="7971538" y="568691"/>
            <a:ext cx="348373" cy="1390848"/>
            <a:chOff x="8599331" y="568691"/>
            <a:chExt cx="348373" cy="1390848"/>
          </a:xfrm>
        </p:grpSpPr>
        <p:sp>
          <p:nvSpPr>
            <p:cNvPr id="16" name="矩形: 圓角 15">
              <a:extLst>
                <a:ext uri="{FF2B5EF4-FFF2-40B4-BE49-F238E27FC236}">
                  <a16:creationId xmlns:a16="http://schemas.microsoft.com/office/drawing/2014/main" id="{6CBAD9B9-4760-4736-ACAF-19B780EDDD2E}"/>
                </a:ext>
              </a:extLst>
            </p:cNvPr>
            <p:cNvSpPr/>
            <p:nvPr/>
          </p:nvSpPr>
          <p:spPr>
            <a:xfrm>
              <a:off x="8615404" y="592557"/>
              <a:ext cx="332300" cy="1366982"/>
            </a:xfrm>
            <a:prstGeom prst="roundRect">
              <a:avLst/>
            </a:prstGeom>
            <a:solidFill>
              <a:schemeClr val="bg1"/>
            </a:solidFill>
            <a:ln w="3810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cxnSp>
          <p:nvCxnSpPr>
            <p:cNvPr id="18" name="直線接點 17">
              <a:extLst>
                <a:ext uri="{FF2B5EF4-FFF2-40B4-BE49-F238E27FC236}">
                  <a16:creationId xmlns:a16="http://schemas.microsoft.com/office/drawing/2014/main" id="{1E8B9929-B59D-4709-B1F4-DBE71AE03F22}"/>
                </a:ext>
              </a:extLst>
            </p:cNvPr>
            <p:cNvCxnSpPr>
              <a:cxnSpLocks/>
            </p:cNvCxnSpPr>
            <p:nvPr/>
          </p:nvCxnSpPr>
          <p:spPr>
            <a:xfrm flipV="1">
              <a:off x="8615404" y="568691"/>
              <a:ext cx="332300" cy="1390848"/>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1" name="直線接點 20">
              <a:extLst>
                <a:ext uri="{FF2B5EF4-FFF2-40B4-BE49-F238E27FC236}">
                  <a16:creationId xmlns:a16="http://schemas.microsoft.com/office/drawing/2014/main" id="{5C536404-5810-4243-B2BA-84682D77B096}"/>
                </a:ext>
              </a:extLst>
            </p:cNvPr>
            <p:cNvCxnSpPr>
              <a:cxnSpLocks/>
            </p:cNvCxnSpPr>
            <p:nvPr/>
          </p:nvCxnSpPr>
          <p:spPr>
            <a:xfrm flipH="1" flipV="1">
              <a:off x="8599331" y="592557"/>
              <a:ext cx="348373" cy="1366982"/>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25" name="群組 24">
            <a:extLst>
              <a:ext uri="{FF2B5EF4-FFF2-40B4-BE49-F238E27FC236}">
                <a16:creationId xmlns:a16="http://schemas.microsoft.com/office/drawing/2014/main" id="{AD22D9A4-08EF-4E54-80B6-F51843D94541}"/>
              </a:ext>
            </a:extLst>
          </p:cNvPr>
          <p:cNvGrpSpPr/>
          <p:nvPr/>
        </p:nvGrpSpPr>
        <p:grpSpPr>
          <a:xfrm>
            <a:off x="6052180" y="568691"/>
            <a:ext cx="348373" cy="1390848"/>
            <a:chOff x="8599331" y="568691"/>
            <a:chExt cx="348373" cy="1390848"/>
          </a:xfrm>
        </p:grpSpPr>
        <p:sp>
          <p:nvSpPr>
            <p:cNvPr id="26" name="矩形: 圓角 25">
              <a:extLst>
                <a:ext uri="{FF2B5EF4-FFF2-40B4-BE49-F238E27FC236}">
                  <a16:creationId xmlns:a16="http://schemas.microsoft.com/office/drawing/2014/main" id="{665C4E0C-32B2-4401-A195-D073185C0DFA}"/>
                </a:ext>
              </a:extLst>
            </p:cNvPr>
            <p:cNvSpPr/>
            <p:nvPr/>
          </p:nvSpPr>
          <p:spPr>
            <a:xfrm>
              <a:off x="8615404" y="592557"/>
              <a:ext cx="332300" cy="1366982"/>
            </a:xfrm>
            <a:prstGeom prst="roundRect">
              <a:avLst/>
            </a:prstGeom>
            <a:solidFill>
              <a:schemeClr val="bg1"/>
            </a:solidFill>
            <a:ln w="3810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cxnSp>
          <p:nvCxnSpPr>
            <p:cNvPr id="27" name="直線接點 26">
              <a:extLst>
                <a:ext uri="{FF2B5EF4-FFF2-40B4-BE49-F238E27FC236}">
                  <a16:creationId xmlns:a16="http://schemas.microsoft.com/office/drawing/2014/main" id="{CC0A59E3-1FF9-468E-8AFE-AFA66EF1B8C6}"/>
                </a:ext>
              </a:extLst>
            </p:cNvPr>
            <p:cNvCxnSpPr>
              <a:cxnSpLocks/>
            </p:cNvCxnSpPr>
            <p:nvPr/>
          </p:nvCxnSpPr>
          <p:spPr>
            <a:xfrm flipV="1">
              <a:off x="8615404" y="568691"/>
              <a:ext cx="332300" cy="1390848"/>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8" name="直線接點 27">
              <a:extLst>
                <a:ext uri="{FF2B5EF4-FFF2-40B4-BE49-F238E27FC236}">
                  <a16:creationId xmlns:a16="http://schemas.microsoft.com/office/drawing/2014/main" id="{BF329B6C-7B1E-49C9-B950-B03AA93EB3D6}"/>
                </a:ext>
              </a:extLst>
            </p:cNvPr>
            <p:cNvCxnSpPr>
              <a:cxnSpLocks/>
            </p:cNvCxnSpPr>
            <p:nvPr/>
          </p:nvCxnSpPr>
          <p:spPr>
            <a:xfrm flipH="1" flipV="1">
              <a:off x="8599331" y="592557"/>
              <a:ext cx="348373" cy="1366982"/>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4056946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A8791CF8-89C9-4C0A-91DB-665A6609F254}"/>
                  </a:ext>
                </a:extLst>
              </p:cNvPr>
              <p:cNvSpPr>
                <a:spLocks noGrp="1"/>
              </p:cNvSpPr>
              <p:nvPr>
                <p:ph idx="1"/>
              </p:nvPr>
            </p:nvSpPr>
            <p:spPr>
              <a:xfrm>
                <a:off x="609600" y="1047038"/>
                <a:ext cx="7905750" cy="1280526"/>
              </a:xfrm>
            </p:spPr>
            <p:txBody>
              <a:bodyPr>
                <a:normAutofit fontScale="92500"/>
              </a:bodyPr>
              <a:lstStyle/>
              <a:p>
                <a:pPr>
                  <a:lnSpc>
                    <a:spcPct val="100000"/>
                  </a:lnSpc>
                </a:pPr>
                <a:r>
                  <a:rPr lang="en-US" altLang="zh-TW" sz="2000" b="0" i="0" dirty="0">
                    <a:latin typeface="Times New Roman" panose="02020603050405020304" pitchFamily="18" charset="0"/>
                    <a:cs typeface="Times New Roman" panose="02020603050405020304" pitchFamily="18" charset="0"/>
                  </a:rPr>
                  <a:t>Set </a:t>
                </a:r>
                <a14:m>
                  <m:oMath xmlns:m="http://schemas.openxmlformats.org/officeDocument/2006/math">
                    <m:sSub>
                      <m:sSubPr>
                        <m:ctrlPr>
                          <a:rPr lang="en-US" altLang="zh-TW" sz="2000" b="0" i="1" smtClean="0">
                            <a:latin typeface="Cambria Math" panose="02040503050406030204" pitchFamily="18" charset="0"/>
                            <a:cs typeface="Times New Roman" panose="02020603050405020304" pitchFamily="18" charset="0"/>
                          </a:rPr>
                        </m:ctrlPr>
                      </m:sSubPr>
                      <m:e>
                        <m:r>
                          <a:rPr lang="en-US" altLang="zh-TW" sz="2000" b="0" i="1" smtClean="0">
                            <a:latin typeface="Cambria Math" panose="02040503050406030204" pitchFamily="18" charset="0"/>
                            <a:cs typeface="Times New Roman" panose="02020603050405020304" pitchFamily="18" charset="0"/>
                          </a:rPr>
                          <m:t>𝑃</m:t>
                        </m:r>
                      </m:e>
                      <m:sub>
                        <m:r>
                          <a:rPr lang="en-US" altLang="zh-TW" sz="2000" b="0" i="1" smtClean="0">
                            <a:latin typeface="Cambria Math" panose="02040503050406030204" pitchFamily="18" charset="0"/>
                            <a:cs typeface="Times New Roman" panose="02020603050405020304" pitchFamily="18" charset="0"/>
                          </a:rPr>
                          <m:t>0</m:t>
                        </m:r>
                      </m:sub>
                    </m:sSub>
                    <m:r>
                      <a:rPr lang="en-US" altLang="zh-TW" sz="2000" b="0" i="1" smtClean="0">
                        <a:latin typeface="Cambria Math" panose="02040503050406030204" pitchFamily="18" charset="0"/>
                        <a:cs typeface="Times New Roman" panose="02020603050405020304" pitchFamily="18" charset="0"/>
                      </a:rPr>
                      <m:t> </m:t>
                    </m:r>
                  </m:oMath>
                </a14:m>
                <a:r>
                  <a:rPr lang="en-US" altLang="zh-TW" sz="2000" dirty="0">
                    <a:latin typeface="Times New Roman" panose="02020603050405020304" pitchFamily="18" charset="0"/>
                    <a:cs typeface="Times New Roman" panose="02020603050405020304" pitchFamily="18" charset="0"/>
                  </a:rPr>
                  <a:t>with </a:t>
                </a:r>
                <a14:m>
                  <m:oMath xmlns:m="http://schemas.openxmlformats.org/officeDocument/2006/math">
                    <m:sSub>
                      <m:sSubPr>
                        <m:ctrlPr>
                          <a:rPr lang="en-US" altLang="zh-TW" sz="2000" b="0" i="1" smtClean="0">
                            <a:latin typeface="Cambria Math" panose="02040503050406030204" pitchFamily="18" charset="0"/>
                            <a:cs typeface="Times New Roman" panose="02020603050405020304" pitchFamily="18" charset="0"/>
                          </a:rPr>
                        </m:ctrlPr>
                      </m:sSubPr>
                      <m:e>
                        <m:r>
                          <a:rPr lang="en-US" altLang="zh-TW" sz="2000" b="0" i="1" smtClean="0">
                            <a:latin typeface="Cambria Math" panose="02040503050406030204" pitchFamily="18" charset="0"/>
                            <a:cs typeface="Times New Roman" panose="02020603050405020304" pitchFamily="18" charset="0"/>
                          </a:rPr>
                          <m:t>𝑃</m:t>
                        </m:r>
                      </m:e>
                      <m:sub>
                        <m:r>
                          <a:rPr lang="en-US" altLang="zh-TW" sz="2000" b="0" i="1" smtClean="0">
                            <a:latin typeface="Cambria Math" panose="02040503050406030204" pitchFamily="18" charset="0"/>
                            <a:cs typeface="Times New Roman" panose="02020603050405020304" pitchFamily="18" charset="0"/>
                          </a:rPr>
                          <m:t>0</m:t>
                        </m:r>
                      </m:sub>
                    </m:sSub>
                    <m:d>
                      <m:dPr>
                        <m:ctrlPr>
                          <a:rPr lang="en-US" altLang="zh-TW" sz="2000" b="0" i="1" smtClean="0">
                            <a:latin typeface="Cambria Math" panose="02040503050406030204" pitchFamily="18" charset="0"/>
                            <a:cs typeface="Times New Roman" panose="02020603050405020304" pitchFamily="18" charset="0"/>
                          </a:rPr>
                        </m:ctrlPr>
                      </m:dPr>
                      <m:e>
                        <m:r>
                          <a:rPr lang="en-US" altLang="zh-TW" sz="2000" b="0" i="1" smtClean="0">
                            <a:latin typeface="Cambria Math" panose="02040503050406030204" pitchFamily="18" charset="0"/>
                            <a:cs typeface="Times New Roman" panose="02020603050405020304" pitchFamily="18" charset="0"/>
                          </a:rPr>
                          <m:t>1</m:t>
                        </m:r>
                      </m:e>
                    </m:d>
                    <m:r>
                      <a:rPr lang="en-US" altLang="zh-TW" sz="2000" b="0" i="1" smtClean="0">
                        <a:latin typeface="Cambria Math" panose="02040503050406030204" pitchFamily="18" charset="0"/>
                        <a:cs typeface="Times New Roman" panose="02020603050405020304" pitchFamily="18" charset="0"/>
                      </a:rPr>
                      <m:t>=−∞, </m:t>
                    </m:r>
                  </m:oMath>
                </a14:m>
                <a:r>
                  <a:rPr lang="en-US" altLang="zh-TW" sz="2000" dirty="0">
                    <a:latin typeface="Times New Roman" panose="02020603050405020304" pitchFamily="18" charset="0"/>
                    <a:cs typeface="Times New Roman" panose="02020603050405020304" pitchFamily="18" charset="0"/>
                  </a:rPr>
                  <a:t>for some</a:t>
                </a:r>
                <a14:m>
                  <m:oMath xmlns:m="http://schemas.openxmlformats.org/officeDocument/2006/math">
                    <m:r>
                      <a:rPr lang="en-US" altLang="zh-TW" sz="2000" b="0" i="1" smtClean="0">
                        <a:latin typeface="Cambria Math" panose="02040503050406030204" pitchFamily="18" charset="0"/>
                        <a:cs typeface="Times New Roman" panose="02020603050405020304" pitchFamily="18" charset="0"/>
                      </a:rPr>
                      <m:t> </m:t>
                    </m:r>
                    <m:r>
                      <a:rPr lang="en-US" altLang="zh-TW" sz="2000" b="0" i="1" smtClean="0">
                        <a:latin typeface="Cambria Math" panose="02040503050406030204" pitchFamily="18" charset="0"/>
                        <a:cs typeface="Times New Roman" panose="02020603050405020304" pitchFamily="18" charset="0"/>
                      </a:rPr>
                      <m:t>𝑖</m:t>
                    </m:r>
                    <m:r>
                      <a:rPr lang="en-US" altLang="zh-TW" sz="2000" b="0" i="1" smtClean="0">
                        <a:latin typeface="Cambria Math" panose="02040503050406030204" pitchFamily="18" charset="0"/>
                        <a:cs typeface="Times New Roman" panose="02020603050405020304" pitchFamily="18" charset="0"/>
                      </a:rPr>
                      <m:t>≥0, </m:t>
                    </m:r>
                  </m:oMath>
                </a14:m>
                <a:r>
                  <a:rPr lang="en-US" altLang="zh-TW" sz="2000" dirty="0">
                    <a:latin typeface="Times New Roman" panose="02020603050405020304" pitchFamily="18" charset="0"/>
                    <a:cs typeface="Times New Roman" panose="02020603050405020304" pitchFamily="18" charset="0"/>
                  </a:rPr>
                  <a:t>compute </a:t>
                </a:r>
                <a14:m>
                  <m:oMath xmlns:m="http://schemas.openxmlformats.org/officeDocument/2006/math">
                    <m:sSub>
                      <m:sSubPr>
                        <m:ctrlPr>
                          <a:rPr lang="en-US" altLang="zh-TW" sz="2000" b="0" i="1" smtClean="0">
                            <a:latin typeface="Cambria Math" panose="02040503050406030204" pitchFamily="18" charset="0"/>
                            <a:cs typeface="Times New Roman" panose="02020603050405020304" pitchFamily="18" charset="0"/>
                          </a:rPr>
                        </m:ctrlPr>
                      </m:sSubPr>
                      <m:e>
                        <m:r>
                          <a:rPr lang="en-US" altLang="zh-TW" sz="2000" b="0" i="1" smtClean="0">
                            <a:latin typeface="Cambria Math" panose="02040503050406030204" pitchFamily="18" charset="0"/>
                            <a:cs typeface="Times New Roman" panose="02020603050405020304" pitchFamily="18" charset="0"/>
                          </a:rPr>
                          <m:t>𝑃</m:t>
                        </m:r>
                      </m:e>
                      <m:sub>
                        <m:r>
                          <a:rPr lang="en-US" altLang="zh-TW" sz="2000" b="0" i="1" smtClean="0">
                            <a:latin typeface="Cambria Math" panose="02040503050406030204" pitchFamily="18" charset="0"/>
                            <a:cs typeface="Times New Roman" panose="02020603050405020304" pitchFamily="18" charset="0"/>
                          </a:rPr>
                          <m:t>𝑖</m:t>
                        </m:r>
                      </m:sub>
                    </m:sSub>
                  </m:oMath>
                </a14:m>
                <a:r>
                  <a:rPr lang="zh-TW" altLang="en-US" sz="2000" dirty="0">
                    <a:latin typeface="Times New Roman" panose="02020603050405020304" pitchFamily="18" charset="0"/>
                    <a:cs typeface="Times New Roman" panose="02020603050405020304" pitchFamily="18" charset="0"/>
                  </a:rPr>
                  <a:t> </a:t>
                </a:r>
                <a:r>
                  <a:rPr lang="en-US" altLang="zh-TW" sz="2000" dirty="0">
                    <a:latin typeface="Times New Roman" panose="02020603050405020304" pitchFamily="18" charset="0"/>
                    <a:cs typeface="Times New Roman" panose="02020603050405020304" pitchFamily="18" charset="0"/>
                  </a:rPr>
                  <a:t>with at most s elements.</a:t>
                </a:r>
              </a:p>
              <a:p>
                <a:pPr>
                  <a:lnSpc>
                    <a:spcPct val="100000"/>
                  </a:lnSpc>
                </a:pPr>
                <a:r>
                  <a:rPr lang="en-US" altLang="zh-TW" sz="2000" dirty="0">
                    <a:latin typeface="Times New Roman" panose="02020603050405020304" pitchFamily="18" charset="0"/>
                    <a:cs typeface="Times New Roman" panose="02020603050405020304" pitchFamily="18" charset="0"/>
                  </a:rPr>
                  <a:t>In each pass, compute </a:t>
                </a:r>
                <a:r>
                  <a:rPr lang="en-US" altLang="zh-TW" sz="2000" dirty="0">
                    <a:solidFill>
                      <a:srgbClr val="0070C0"/>
                    </a:solidFill>
                    <a:latin typeface="Times New Roman" panose="02020603050405020304" pitchFamily="18" charset="0"/>
                    <a:cs typeface="Times New Roman" panose="02020603050405020304" pitchFamily="18" charset="0"/>
                  </a:rPr>
                  <a:t>|</a:t>
                </a:r>
                <a14:m>
                  <m:oMath xmlns:m="http://schemas.openxmlformats.org/officeDocument/2006/math">
                    <m:sSub>
                      <m:sSubPr>
                        <m:ctrlPr>
                          <a:rPr lang="en-US" altLang="zh-TW" sz="2000" b="0" i="1" smtClean="0">
                            <a:solidFill>
                              <a:srgbClr val="0070C0"/>
                            </a:solidFill>
                            <a:latin typeface="Cambria Math" panose="02040503050406030204" pitchFamily="18" charset="0"/>
                            <a:cs typeface="Times New Roman" panose="02020603050405020304" pitchFamily="18" charset="0"/>
                          </a:rPr>
                        </m:ctrlPr>
                      </m:sSubPr>
                      <m:e>
                        <m:r>
                          <a:rPr lang="en-US" altLang="zh-TW" sz="2000" b="0" i="1" smtClean="0">
                            <a:solidFill>
                              <a:srgbClr val="0070C0"/>
                            </a:solidFill>
                            <a:latin typeface="Cambria Math" panose="02040503050406030204" pitchFamily="18" charset="0"/>
                            <a:cs typeface="Times New Roman" panose="02020603050405020304" pitchFamily="18" charset="0"/>
                          </a:rPr>
                          <m:t>𝑃</m:t>
                        </m:r>
                      </m:e>
                      <m:sub>
                        <m:r>
                          <a:rPr lang="en-US" altLang="zh-TW" sz="2000" b="0" i="1" smtClean="0">
                            <a:solidFill>
                              <a:srgbClr val="0070C0"/>
                            </a:solidFill>
                            <a:latin typeface="Cambria Math" panose="02040503050406030204" pitchFamily="18" charset="0"/>
                            <a:cs typeface="Times New Roman" panose="02020603050405020304" pitchFamily="18" charset="0"/>
                          </a:rPr>
                          <m:t>𝑘</m:t>
                        </m:r>
                      </m:sub>
                    </m:sSub>
                  </m:oMath>
                </a14:m>
                <a:r>
                  <a:rPr lang="en-US" altLang="zh-TW" sz="2000" dirty="0">
                    <a:solidFill>
                      <a:srgbClr val="0070C0"/>
                    </a:solidFill>
                    <a:latin typeface="Times New Roman" panose="02020603050405020304" pitchFamily="18" charset="0"/>
                    <a:cs typeface="Times New Roman" panose="02020603050405020304" pitchFamily="18" charset="0"/>
                  </a:rPr>
                  <a:t>| for </a:t>
                </a:r>
                <a14:m>
                  <m:oMath xmlns:m="http://schemas.openxmlformats.org/officeDocument/2006/math">
                    <m:r>
                      <a:rPr lang="en-US" altLang="zh-TW" sz="2000" b="0" i="1" smtClean="0">
                        <a:solidFill>
                          <a:srgbClr val="0070C0"/>
                        </a:solidFill>
                        <a:latin typeface="Cambria Math" panose="02040503050406030204" pitchFamily="18" charset="0"/>
                        <a:cs typeface="Times New Roman" panose="02020603050405020304" pitchFamily="18" charset="0"/>
                      </a:rPr>
                      <m:t>𝑖</m:t>
                    </m:r>
                    <m:r>
                      <a:rPr lang="en-US" altLang="zh-TW" sz="2000" b="0" i="1" smtClean="0">
                        <a:solidFill>
                          <a:srgbClr val="0070C0"/>
                        </a:solidFill>
                        <a:latin typeface="Cambria Math" panose="02040503050406030204" pitchFamily="18" charset="0"/>
                        <a:cs typeface="Times New Roman" panose="02020603050405020304" pitchFamily="18" charset="0"/>
                      </a:rPr>
                      <m:t>+1≤</m:t>
                    </m:r>
                    <m:r>
                      <a:rPr lang="en-US" altLang="zh-TW" sz="2000" b="0" i="1" smtClean="0">
                        <a:solidFill>
                          <a:srgbClr val="0070C0"/>
                        </a:solidFill>
                        <a:latin typeface="Cambria Math" panose="02040503050406030204" pitchFamily="18" charset="0"/>
                        <a:cs typeface="Times New Roman" panose="02020603050405020304" pitchFamily="18" charset="0"/>
                      </a:rPr>
                      <m:t>𝑘</m:t>
                    </m:r>
                    <m:r>
                      <a:rPr lang="en-US" altLang="zh-TW" sz="2000" b="0" i="1" smtClean="0">
                        <a:solidFill>
                          <a:srgbClr val="0070C0"/>
                        </a:solidFill>
                        <a:latin typeface="Cambria Math" panose="02040503050406030204" pitchFamily="18" charset="0"/>
                        <a:cs typeface="Times New Roman" panose="02020603050405020304" pitchFamily="18" charset="0"/>
                      </a:rPr>
                      <m:t>≤</m:t>
                    </m:r>
                    <m:r>
                      <a:rPr lang="en-US" altLang="zh-TW" sz="2000" b="0" i="1" smtClean="0">
                        <a:solidFill>
                          <a:srgbClr val="0070C0"/>
                        </a:solidFill>
                        <a:latin typeface="Cambria Math" panose="02040503050406030204" pitchFamily="18" charset="0"/>
                        <a:cs typeface="Times New Roman" panose="02020603050405020304" pitchFamily="18" charset="0"/>
                      </a:rPr>
                      <m:t>𝑖</m:t>
                    </m:r>
                    <m:r>
                      <a:rPr lang="en-US" altLang="zh-TW" sz="2000" b="0" i="1" smtClean="0">
                        <a:solidFill>
                          <a:srgbClr val="0070C0"/>
                        </a:solidFill>
                        <a:latin typeface="Cambria Math" panose="02040503050406030204" pitchFamily="18" charset="0"/>
                        <a:cs typeface="Times New Roman" panose="02020603050405020304" pitchFamily="18" charset="0"/>
                      </a:rPr>
                      <m:t>+2</m:t>
                    </m:r>
                    <m:r>
                      <a:rPr lang="en-US" altLang="zh-TW" sz="2000" b="0" i="1" smtClean="0">
                        <a:solidFill>
                          <a:srgbClr val="0070C0"/>
                        </a:solidFill>
                        <a:latin typeface="Cambria Math" panose="02040503050406030204" pitchFamily="18" charset="0"/>
                        <a:cs typeface="Times New Roman" panose="02020603050405020304" pitchFamily="18" charset="0"/>
                      </a:rPr>
                      <m:t>𝑠</m:t>
                    </m:r>
                    <m:r>
                      <a:rPr lang="en-US" altLang="zh-TW" sz="2000" b="0" i="1" smtClean="0">
                        <a:solidFill>
                          <a:srgbClr val="0070C0"/>
                        </a:solidFill>
                        <a:latin typeface="Cambria Math" panose="02040503050406030204" pitchFamily="18" charset="0"/>
                        <a:cs typeface="Times New Roman" panose="02020603050405020304" pitchFamily="18" charset="0"/>
                      </a:rPr>
                      <m:t>, </m:t>
                    </m:r>
                  </m:oMath>
                </a14:m>
                <a:r>
                  <a:rPr lang="en-US" altLang="zh-TW" sz="2000" dirty="0">
                    <a:solidFill>
                      <a:srgbClr val="0070C0"/>
                    </a:solidFill>
                    <a:latin typeface="Times New Roman" panose="02020603050405020304" pitchFamily="18" charset="0"/>
                    <a:cs typeface="Times New Roman" panose="02020603050405020304" pitchFamily="18" charset="0"/>
                  </a:rPr>
                  <a:t> </a:t>
                </a:r>
                <a:r>
                  <a:rPr lang="en-US" altLang="zh-TW" sz="2000" dirty="0">
                    <a:latin typeface="Times New Roman" panose="02020603050405020304" pitchFamily="18" charset="0"/>
                    <a:cs typeface="Times New Roman" panose="02020603050405020304" pitchFamily="18" charset="0"/>
                  </a:rPr>
                  <a:t>repeat until find </a:t>
                </a:r>
                <a14:m>
                  <m:oMath xmlns:m="http://schemas.openxmlformats.org/officeDocument/2006/math">
                    <m:r>
                      <a:rPr lang="en-US" altLang="zh-TW" sz="2000" b="0" i="1" smtClean="0">
                        <a:latin typeface="Cambria Math" panose="02040503050406030204" pitchFamily="18" charset="0"/>
                        <a:cs typeface="Times New Roman" panose="02020603050405020304" pitchFamily="18" charset="0"/>
                      </a:rPr>
                      <m:t>𝑙𝑖𝑠</m:t>
                    </m:r>
                    <m:d>
                      <m:dPr>
                        <m:ctrlPr>
                          <a:rPr lang="en-US" altLang="zh-TW" sz="2000" b="0" i="1" smtClean="0">
                            <a:latin typeface="Cambria Math" panose="02040503050406030204" pitchFamily="18" charset="0"/>
                            <a:cs typeface="Times New Roman" panose="02020603050405020304" pitchFamily="18" charset="0"/>
                          </a:rPr>
                        </m:ctrlPr>
                      </m:dPr>
                      <m:e>
                        <m:r>
                          <a:rPr lang="en-US" altLang="zh-TW" sz="2000" b="0" i="1" smtClean="0">
                            <a:latin typeface="Cambria Math" panose="02040503050406030204" pitchFamily="18" charset="0"/>
                            <a:cs typeface="Times New Roman" panose="02020603050405020304" pitchFamily="18" charset="0"/>
                          </a:rPr>
                          <m:t>𝜏</m:t>
                        </m:r>
                      </m:e>
                    </m:d>
                    <m:r>
                      <a:rPr lang="en-US" altLang="zh-TW" sz="2000" b="0" i="1" smtClean="0">
                        <a:latin typeface="Cambria Math" panose="02040503050406030204" pitchFamily="18" charset="0"/>
                        <a:cs typeface="Times New Roman" panose="02020603050405020304" pitchFamily="18" charset="0"/>
                      </a:rPr>
                      <m:t> </m:t>
                    </m:r>
                  </m:oMath>
                </a14:m>
                <a:r>
                  <a:rPr lang="en-US" altLang="zh-TW" sz="2000" dirty="0">
                    <a:latin typeface="Times New Roman" panose="02020603050405020304" pitchFamily="18" charset="0"/>
                    <a:cs typeface="Times New Roman" panose="02020603050405020304" pitchFamily="18" charset="0"/>
                  </a:rPr>
                  <a:t> (when </a:t>
                </a:r>
                <a14:m>
                  <m:oMath xmlns:m="http://schemas.openxmlformats.org/officeDocument/2006/math">
                    <m:r>
                      <a:rPr lang="en-US" altLang="zh-TW" sz="2000" i="1">
                        <a:latin typeface="Cambria Math" panose="02040503050406030204" pitchFamily="18" charset="0"/>
                        <a:cs typeface="Times New Roman" panose="02020603050405020304" pitchFamily="18" charset="0"/>
                      </a:rPr>
                      <m:t>𝑙𝑖𝑠</m:t>
                    </m:r>
                    <m:d>
                      <m:dPr>
                        <m:ctrlPr>
                          <a:rPr lang="en-US" altLang="zh-TW" sz="2000" i="1">
                            <a:latin typeface="Cambria Math" panose="02040503050406030204" pitchFamily="18" charset="0"/>
                            <a:cs typeface="Times New Roman" panose="02020603050405020304" pitchFamily="18" charset="0"/>
                          </a:rPr>
                        </m:ctrlPr>
                      </m:dPr>
                      <m:e>
                        <m:r>
                          <a:rPr lang="en-US" altLang="zh-TW" sz="2000" i="1">
                            <a:latin typeface="Cambria Math" panose="02040503050406030204" pitchFamily="18" charset="0"/>
                            <a:cs typeface="Times New Roman" panose="02020603050405020304" pitchFamily="18" charset="0"/>
                          </a:rPr>
                          <m:t>𝜏</m:t>
                        </m:r>
                      </m:e>
                    </m:d>
                    <m:r>
                      <a:rPr lang="en-US" altLang="zh-TW" sz="2000" i="1">
                        <a:latin typeface="Cambria Math" panose="02040503050406030204" pitchFamily="18" charset="0"/>
                        <a:cs typeface="Times New Roman" panose="02020603050405020304" pitchFamily="18" charset="0"/>
                      </a:rPr>
                      <m:t> </m:t>
                    </m:r>
                  </m:oMath>
                </a14:m>
                <a:r>
                  <a:rPr lang="en-US" altLang="zh-TW" sz="2000" dirty="0">
                    <a:latin typeface="Times New Roman" panose="02020603050405020304" pitchFamily="18" charset="0"/>
                    <a:cs typeface="Times New Roman" panose="02020603050405020304" pitchFamily="18" charset="0"/>
                  </a:rPr>
                  <a:t>&lt; </a:t>
                </a:r>
                <a14:m>
                  <m:oMath xmlns:m="http://schemas.openxmlformats.org/officeDocument/2006/math">
                    <m:r>
                      <a:rPr lang="en-US" altLang="zh-TW" sz="2000" b="0" i="1" smtClean="0">
                        <a:latin typeface="Cambria Math" panose="02040503050406030204" pitchFamily="18" charset="0"/>
                        <a:cs typeface="Times New Roman" panose="02020603050405020304" pitchFamily="18" charset="0"/>
                      </a:rPr>
                      <m:t>𝑖</m:t>
                    </m:r>
                    <m:r>
                      <a:rPr lang="en-US" altLang="zh-TW" sz="2000" b="0" i="1" smtClean="0">
                        <a:latin typeface="Cambria Math" panose="02040503050406030204" pitchFamily="18" charset="0"/>
                        <a:cs typeface="Times New Roman" panose="02020603050405020304" pitchFamily="18" charset="0"/>
                      </a:rPr>
                      <m:t>+2</m:t>
                    </m:r>
                    <m:r>
                      <a:rPr lang="en-US" altLang="zh-TW" sz="2000" b="0" i="1" smtClean="0">
                        <a:latin typeface="Cambria Math" panose="02040503050406030204" pitchFamily="18" charset="0"/>
                        <a:cs typeface="Times New Roman" panose="02020603050405020304" pitchFamily="18" charset="0"/>
                      </a:rPr>
                      <m:t>𝑠</m:t>
                    </m:r>
                  </m:oMath>
                </a14:m>
                <a:r>
                  <a:rPr lang="en-US" altLang="zh-TW" sz="2000" dirty="0">
                    <a:latin typeface="Times New Roman" panose="02020603050405020304" pitchFamily="18" charset="0"/>
                    <a:cs typeface="Times New Roman" panose="02020603050405020304" pitchFamily="18" charset="0"/>
                  </a:rPr>
                  <a:t>)</a:t>
                </a:r>
                <a:endParaRPr lang="zh-TW" altLang="en-US" sz="2000" dirty="0">
                  <a:latin typeface="Times New Roman" panose="02020603050405020304" pitchFamily="18" charset="0"/>
                  <a:cs typeface="Times New Roman" panose="02020603050405020304" pitchFamily="18" charset="0"/>
                </a:endParaRPr>
              </a:p>
            </p:txBody>
          </p:sp>
        </mc:Choice>
        <mc:Fallback xmlns="">
          <p:sp>
            <p:nvSpPr>
              <p:cNvPr id="3" name="內容版面配置區 2">
                <a:extLst>
                  <a:ext uri="{FF2B5EF4-FFF2-40B4-BE49-F238E27FC236}">
                    <a16:creationId xmlns:a16="http://schemas.microsoft.com/office/drawing/2014/main" id="{A8791CF8-89C9-4C0A-91DB-665A6609F254}"/>
                  </a:ext>
                </a:extLst>
              </p:cNvPr>
              <p:cNvSpPr>
                <a:spLocks noGrp="1" noRot="1" noChangeAspect="1" noMove="1" noResize="1" noEditPoints="1" noAdjustHandles="1" noChangeArrowheads="1" noChangeShapeType="1" noTextEdit="1"/>
              </p:cNvSpPr>
              <p:nvPr>
                <p:ph idx="1"/>
              </p:nvPr>
            </p:nvSpPr>
            <p:spPr>
              <a:xfrm>
                <a:off x="609600" y="1047038"/>
                <a:ext cx="7905750" cy="1280526"/>
              </a:xfrm>
              <a:blipFill>
                <a:blip r:embed="rId2"/>
                <a:stretch>
                  <a:fillRect l="-540" t="-2381" r="-1388"/>
                </a:stretch>
              </a:blipFill>
            </p:spPr>
            <p:txBody>
              <a:bodyPr/>
              <a:lstStyle/>
              <a:p>
                <a:r>
                  <a:rPr lang="zh-TW" altLang="en-US">
                    <a:noFill/>
                  </a:rPr>
                  <a:t> </a:t>
                </a:r>
              </a:p>
            </p:txBody>
          </p:sp>
        </mc:Fallback>
      </mc:AlternateContent>
      <p:sp>
        <p:nvSpPr>
          <p:cNvPr id="4" name="投影片編號版面配置區 3">
            <a:extLst>
              <a:ext uri="{FF2B5EF4-FFF2-40B4-BE49-F238E27FC236}">
                <a16:creationId xmlns:a16="http://schemas.microsoft.com/office/drawing/2014/main" id="{7F4D9D44-6606-42C2-BA3D-F1765E7EF123}"/>
              </a:ext>
            </a:extLst>
          </p:cNvPr>
          <p:cNvSpPr>
            <a:spLocks noGrp="1"/>
          </p:cNvSpPr>
          <p:nvPr>
            <p:ph type="sldNum" sz="quarter" idx="12"/>
          </p:nvPr>
        </p:nvSpPr>
        <p:spPr/>
        <p:txBody>
          <a:bodyPr/>
          <a:lstStyle/>
          <a:p>
            <a:fld id="{872633CA-77E0-4863-94F8-E28139DFB2B4}" type="slidenum">
              <a:rPr lang="zh-TW" altLang="en-US" smtClean="0"/>
              <a:t>11</a:t>
            </a:fld>
            <a:endParaRPr lang="zh-TW" altLang="en-US"/>
          </a:p>
        </p:txBody>
      </p:sp>
      <p:sp>
        <p:nvSpPr>
          <p:cNvPr id="5" name="標題 1">
            <a:extLst>
              <a:ext uri="{FF2B5EF4-FFF2-40B4-BE49-F238E27FC236}">
                <a16:creationId xmlns:a16="http://schemas.microsoft.com/office/drawing/2014/main" id="{5A46E66C-CC98-4C59-8C7A-FC35658B9B20}"/>
              </a:ext>
            </a:extLst>
          </p:cNvPr>
          <p:cNvSpPr txBox="1">
            <a:spLocks/>
          </p:cNvSpPr>
          <p:nvPr/>
        </p:nvSpPr>
        <p:spPr>
          <a:xfrm>
            <a:off x="471956" y="414725"/>
            <a:ext cx="7886700" cy="5833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3200" dirty="0">
                <a:latin typeface="Times New Roman" panose="02020603050405020304" pitchFamily="18" charset="0"/>
                <a:cs typeface="Times New Roman" panose="02020603050405020304" pitchFamily="18" charset="0"/>
              </a:rPr>
              <a:t>Implementation</a:t>
            </a:r>
            <a:endParaRPr lang="zh-TW" altLang="en-US" sz="3200" dirty="0">
              <a:latin typeface="Times New Roman" panose="02020603050405020304" pitchFamily="18" charset="0"/>
              <a:cs typeface="Times New Roman" panose="02020603050405020304" pitchFamily="18" charset="0"/>
            </a:endParaRPr>
          </a:p>
        </p:txBody>
      </p:sp>
      <p:pic>
        <p:nvPicPr>
          <p:cNvPr id="2" name="圖片 1">
            <a:extLst>
              <a:ext uri="{FF2B5EF4-FFF2-40B4-BE49-F238E27FC236}">
                <a16:creationId xmlns:a16="http://schemas.microsoft.com/office/drawing/2014/main" id="{10941936-47F8-4B33-9F4A-0929A1113553}"/>
              </a:ext>
            </a:extLst>
          </p:cNvPr>
          <p:cNvPicPr>
            <a:picLocks noChangeAspect="1"/>
          </p:cNvPicPr>
          <p:nvPr/>
        </p:nvPicPr>
        <p:blipFill>
          <a:blip r:embed="rId3"/>
          <a:stretch>
            <a:fillRect/>
          </a:stretch>
        </p:blipFill>
        <p:spPr>
          <a:xfrm>
            <a:off x="514350" y="2376510"/>
            <a:ext cx="8096250" cy="3918139"/>
          </a:xfrm>
          <a:prstGeom prst="rect">
            <a:avLst/>
          </a:prstGeom>
        </p:spPr>
      </p:pic>
    </p:spTree>
    <p:extLst>
      <p:ext uri="{BB962C8B-B14F-4D97-AF65-F5344CB8AC3E}">
        <p14:creationId xmlns:p14="http://schemas.microsoft.com/office/powerpoint/2010/main" val="28308476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 name="內容版面配置區 7">
            <a:extLst>
              <a:ext uri="{FF2B5EF4-FFF2-40B4-BE49-F238E27FC236}">
                <a16:creationId xmlns:a16="http://schemas.microsoft.com/office/drawing/2014/main" id="{F268C770-7202-4A60-AEA7-B74665895A2E}"/>
              </a:ext>
            </a:extLst>
          </p:cNvPr>
          <p:cNvPicPr>
            <a:picLocks noChangeAspect="1"/>
          </p:cNvPicPr>
          <p:nvPr/>
        </p:nvPicPr>
        <p:blipFill rotWithShape="1">
          <a:blip r:embed="rId2"/>
          <a:srcRect t="70464"/>
          <a:stretch/>
        </p:blipFill>
        <p:spPr>
          <a:xfrm>
            <a:off x="209196" y="3940981"/>
            <a:ext cx="8388647" cy="615874"/>
          </a:xfrm>
          <a:prstGeom prst="rect">
            <a:avLst/>
          </a:prstGeom>
        </p:spPr>
      </p:pic>
      <p:pic>
        <p:nvPicPr>
          <p:cNvPr id="23" name="內容版面配置區 7">
            <a:extLst>
              <a:ext uri="{FF2B5EF4-FFF2-40B4-BE49-F238E27FC236}">
                <a16:creationId xmlns:a16="http://schemas.microsoft.com/office/drawing/2014/main" id="{712CF140-E2DA-4F14-81E2-1610B4C0AE04}"/>
              </a:ext>
            </a:extLst>
          </p:cNvPr>
          <p:cNvPicPr>
            <a:picLocks noChangeAspect="1"/>
          </p:cNvPicPr>
          <p:nvPr/>
        </p:nvPicPr>
        <p:blipFill rotWithShape="1">
          <a:blip r:embed="rId2"/>
          <a:srcRect b="52167"/>
          <a:stretch/>
        </p:blipFill>
        <p:spPr>
          <a:xfrm>
            <a:off x="209197" y="1362069"/>
            <a:ext cx="8388647" cy="997386"/>
          </a:xfrm>
          <a:prstGeom prst="rect">
            <a:avLst/>
          </a:prstGeom>
        </p:spPr>
      </p:pic>
      <p:sp>
        <p:nvSpPr>
          <p:cNvPr id="4" name="投影片編號版面配置區 3">
            <a:extLst>
              <a:ext uri="{FF2B5EF4-FFF2-40B4-BE49-F238E27FC236}">
                <a16:creationId xmlns:a16="http://schemas.microsoft.com/office/drawing/2014/main" id="{7F4D9D44-6606-42C2-BA3D-F1765E7EF123}"/>
              </a:ext>
            </a:extLst>
          </p:cNvPr>
          <p:cNvSpPr>
            <a:spLocks noGrp="1"/>
          </p:cNvSpPr>
          <p:nvPr>
            <p:ph type="sldNum" sz="quarter" idx="12"/>
          </p:nvPr>
        </p:nvSpPr>
        <p:spPr/>
        <p:txBody>
          <a:bodyPr/>
          <a:lstStyle/>
          <a:p>
            <a:fld id="{872633CA-77E0-4863-94F8-E28139DFB2B4}" type="slidenum">
              <a:rPr lang="zh-TW" altLang="en-US" smtClean="0"/>
              <a:t>12</a:t>
            </a:fld>
            <a:endParaRPr lang="zh-TW" altLang="en-US"/>
          </a:p>
        </p:txBody>
      </p:sp>
      <p:pic>
        <p:nvPicPr>
          <p:cNvPr id="8" name="內容版面配置區 7">
            <a:extLst>
              <a:ext uri="{FF2B5EF4-FFF2-40B4-BE49-F238E27FC236}">
                <a16:creationId xmlns:a16="http://schemas.microsoft.com/office/drawing/2014/main" id="{B26C733C-95D9-4078-A264-CE17743E6010}"/>
              </a:ext>
            </a:extLst>
          </p:cNvPr>
          <p:cNvPicPr>
            <a:picLocks noGrp="1" noChangeAspect="1"/>
          </p:cNvPicPr>
          <p:nvPr>
            <p:ph idx="1"/>
          </p:nvPr>
        </p:nvPicPr>
        <p:blipFill rotWithShape="1">
          <a:blip r:embed="rId2"/>
          <a:srcRect t="48456" b="29030"/>
          <a:stretch/>
        </p:blipFill>
        <p:spPr>
          <a:xfrm>
            <a:off x="209198" y="2853628"/>
            <a:ext cx="8388647" cy="469443"/>
          </a:xfrm>
          <a:prstGeom prst="rect">
            <a:avLst/>
          </a:prstGeom>
        </p:spPr>
      </p:pic>
      <p:sp>
        <p:nvSpPr>
          <p:cNvPr id="13" name="標題 1">
            <a:extLst>
              <a:ext uri="{FF2B5EF4-FFF2-40B4-BE49-F238E27FC236}">
                <a16:creationId xmlns:a16="http://schemas.microsoft.com/office/drawing/2014/main" id="{B3FD7B20-A04F-4728-B827-08F2AA1D0B68}"/>
              </a:ext>
            </a:extLst>
          </p:cNvPr>
          <p:cNvSpPr>
            <a:spLocks noGrp="1"/>
          </p:cNvSpPr>
          <p:nvPr>
            <p:ph type="title"/>
          </p:nvPr>
        </p:nvSpPr>
        <p:spPr>
          <a:xfrm>
            <a:off x="471956" y="414725"/>
            <a:ext cx="7886700" cy="583367"/>
          </a:xfrm>
        </p:spPr>
        <p:txBody>
          <a:bodyPr>
            <a:normAutofit/>
          </a:bodyPr>
          <a:lstStyle/>
          <a:p>
            <a:r>
              <a:rPr lang="en-US" altLang="zh-TW" sz="3200" dirty="0">
                <a:latin typeface="Times New Roman" panose="02020603050405020304" pitchFamily="18" charset="0"/>
                <a:cs typeface="Times New Roman" panose="02020603050405020304" pitchFamily="18" charset="0"/>
              </a:rPr>
              <a:t>Overview</a:t>
            </a:r>
            <a:endParaRPr lang="zh-TW" altLang="en-US" sz="3200" dirty="0">
              <a:latin typeface="Times New Roman" panose="02020603050405020304" pitchFamily="18" charset="0"/>
              <a:cs typeface="Times New Roman" panose="02020603050405020304" pitchFamily="18" charset="0"/>
            </a:endParaRPr>
          </a:p>
        </p:txBody>
      </p:sp>
      <p:grpSp>
        <p:nvGrpSpPr>
          <p:cNvPr id="6" name="群組 5">
            <a:extLst>
              <a:ext uri="{FF2B5EF4-FFF2-40B4-BE49-F238E27FC236}">
                <a16:creationId xmlns:a16="http://schemas.microsoft.com/office/drawing/2014/main" id="{E56D10DC-9A40-4624-848A-5941EF2BB321}"/>
              </a:ext>
            </a:extLst>
          </p:cNvPr>
          <p:cNvGrpSpPr/>
          <p:nvPr/>
        </p:nvGrpSpPr>
        <p:grpSpPr>
          <a:xfrm>
            <a:off x="706110" y="2052543"/>
            <a:ext cx="5460063" cy="369332"/>
            <a:chOff x="687897" y="2500939"/>
            <a:chExt cx="5460063" cy="369332"/>
          </a:xfrm>
        </p:grpSpPr>
        <p:sp>
          <p:nvSpPr>
            <p:cNvPr id="14" name="矩形 13">
              <a:extLst>
                <a:ext uri="{FF2B5EF4-FFF2-40B4-BE49-F238E27FC236}">
                  <a16:creationId xmlns:a16="http://schemas.microsoft.com/office/drawing/2014/main" id="{F2454A98-6668-4319-86B9-CF8686A81296}"/>
                </a:ext>
              </a:extLst>
            </p:cNvPr>
            <p:cNvSpPr/>
            <p:nvPr/>
          </p:nvSpPr>
          <p:spPr>
            <a:xfrm>
              <a:off x="687897" y="2589881"/>
              <a:ext cx="4672668" cy="263747"/>
            </a:xfrm>
            <a:prstGeom prst="rect">
              <a:avLst/>
            </a:prstGeom>
            <a:noFill/>
            <a:ln w="1905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chemeClr val="accent6">
                    <a:lumMod val="75000"/>
                  </a:schemeClr>
                </a:solidFill>
              </a:endParaRPr>
            </a:p>
          </p:txBody>
        </p:sp>
        <p:sp>
          <p:nvSpPr>
            <p:cNvPr id="3" name="矩形 2">
              <a:extLst>
                <a:ext uri="{FF2B5EF4-FFF2-40B4-BE49-F238E27FC236}">
                  <a16:creationId xmlns:a16="http://schemas.microsoft.com/office/drawing/2014/main" id="{E6D5B411-66D5-4433-A540-68E06182E286}"/>
                </a:ext>
              </a:extLst>
            </p:cNvPr>
            <p:cNvSpPr/>
            <p:nvPr/>
          </p:nvSpPr>
          <p:spPr>
            <a:xfrm>
              <a:off x="5360565" y="2500939"/>
              <a:ext cx="787395" cy="369332"/>
            </a:xfrm>
            <a:prstGeom prst="rect">
              <a:avLst/>
            </a:prstGeom>
          </p:spPr>
          <p:txBody>
            <a:bodyPr wrap="none">
              <a:spAutoFit/>
            </a:bodyPr>
            <a:lstStyle/>
            <a:p>
              <a:r>
                <a:rPr lang="en-US" altLang="zh-TW" dirty="0">
                  <a:solidFill>
                    <a:schemeClr val="accent6">
                      <a:lumMod val="75000"/>
                    </a:schemeClr>
                  </a:solidFill>
                  <a:latin typeface="Times New Roman" panose="02020603050405020304" pitchFamily="18" charset="0"/>
                  <a:cs typeface="Times New Roman" panose="02020603050405020304" pitchFamily="18" charset="0"/>
                </a:rPr>
                <a:t>step 1.</a:t>
              </a:r>
              <a:endParaRPr lang="zh-TW" altLang="en-US" dirty="0">
                <a:solidFill>
                  <a:schemeClr val="accent6">
                    <a:lumMod val="75000"/>
                  </a:schemeClr>
                </a:solidFill>
              </a:endParaRPr>
            </a:p>
          </p:txBody>
        </p:sp>
      </p:grpSp>
      <p:grpSp>
        <p:nvGrpSpPr>
          <p:cNvPr id="17" name="群組 16">
            <a:extLst>
              <a:ext uri="{FF2B5EF4-FFF2-40B4-BE49-F238E27FC236}">
                <a16:creationId xmlns:a16="http://schemas.microsoft.com/office/drawing/2014/main" id="{1DDB4CC2-78DF-41C5-ACC5-9ED495CC21C4}"/>
              </a:ext>
            </a:extLst>
          </p:cNvPr>
          <p:cNvGrpSpPr/>
          <p:nvPr/>
        </p:nvGrpSpPr>
        <p:grpSpPr>
          <a:xfrm>
            <a:off x="687897" y="2821916"/>
            <a:ext cx="3590429" cy="491726"/>
            <a:chOff x="535497" y="2669516"/>
            <a:chExt cx="3590429" cy="491726"/>
          </a:xfrm>
        </p:grpSpPr>
        <p:sp>
          <p:nvSpPr>
            <p:cNvPr id="18" name="矩形 17">
              <a:extLst>
                <a:ext uri="{FF2B5EF4-FFF2-40B4-BE49-F238E27FC236}">
                  <a16:creationId xmlns:a16="http://schemas.microsoft.com/office/drawing/2014/main" id="{9CCCB1A6-C30E-40BE-B38A-35842081E448}"/>
                </a:ext>
              </a:extLst>
            </p:cNvPr>
            <p:cNvSpPr/>
            <p:nvPr/>
          </p:nvSpPr>
          <p:spPr>
            <a:xfrm>
              <a:off x="535497" y="2669516"/>
              <a:ext cx="2718033" cy="491726"/>
            </a:xfrm>
            <a:prstGeom prst="rect">
              <a:avLst/>
            </a:prstGeom>
            <a:noFill/>
            <a:ln w="190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rgbClr val="FF0000"/>
                </a:solidFill>
              </a:endParaRPr>
            </a:p>
          </p:txBody>
        </p:sp>
        <p:sp>
          <p:nvSpPr>
            <p:cNvPr id="19" name="矩形 18">
              <a:extLst>
                <a:ext uri="{FF2B5EF4-FFF2-40B4-BE49-F238E27FC236}">
                  <a16:creationId xmlns:a16="http://schemas.microsoft.com/office/drawing/2014/main" id="{B8C3FABB-D467-4D54-8C52-070DA0AB9E5E}"/>
                </a:ext>
              </a:extLst>
            </p:cNvPr>
            <p:cNvSpPr/>
            <p:nvPr/>
          </p:nvSpPr>
          <p:spPr>
            <a:xfrm>
              <a:off x="3338531" y="2703090"/>
              <a:ext cx="787395" cy="369332"/>
            </a:xfrm>
            <a:prstGeom prst="rect">
              <a:avLst/>
            </a:prstGeom>
          </p:spPr>
          <p:txBody>
            <a:bodyPr wrap="none">
              <a:spAutoFit/>
            </a:bodyPr>
            <a:lstStyle/>
            <a:p>
              <a:r>
                <a:rPr lang="en-US" altLang="zh-TW" dirty="0">
                  <a:solidFill>
                    <a:schemeClr val="accent2">
                      <a:lumMod val="75000"/>
                    </a:schemeClr>
                  </a:solidFill>
                  <a:latin typeface="Times New Roman" panose="02020603050405020304" pitchFamily="18" charset="0"/>
                  <a:cs typeface="Times New Roman" panose="02020603050405020304" pitchFamily="18" charset="0"/>
                </a:rPr>
                <a:t>step 2.</a:t>
              </a:r>
              <a:endParaRPr lang="zh-TW" altLang="en-US" dirty="0">
                <a:solidFill>
                  <a:schemeClr val="accent2">
                    <a:lumMod val="75000"/>
                  </a:schemeClr>
                </a:solidFill>
              </a:endParaRPr>
            </a:p>
          </p:txBody>
        </p:sp>
      </p:grpSp>
      <p:grpSp>
        <p:nvGrpSpPr>
          <p:cNvPr id="20" name="群組 19">
            <a:extLst>
              <a:ext uri="{FF2B5EF4-FFF2-40B4-BE49-F238E27FC236}">
                <a16:creationId xmlns:a16="http://schemas.microsoft.com/office/drawing/2014/main" id="{20D00D51-7314-4E36-8288-D62E9FC7CEA5}"/>
              </a:ext>
            </a:extLst>
          </p:cNvPr>
          <p:cNvGrpSpPr/>
          <p:nvPr/>
        </p:nvGrpSpPr>
        <p:grpSpPr>
          <a:xfrm>
            <a:off x="656356" y="3909343"/>
            <a:ext cx="4528885" cy="507354"/>
            <a:chOff x="535497" y="2653888"/>
            <a:chExt cx="4528885" cy="507354"/>
          </a:xfrm>
        </p:grpSpPr>
        <p:sp>
          <p:nvSpPr>
            <p:cNvPr id="21" name="矩形 20">
              <a:extLst>
                <a:ext uri="{FF2B5EF4-FFF2-40B4-BE49-F238E27FC236}">
                  <a16:creationId xmlns:a16="http://schemas.microsoft.com/office/drawing/2014/main" id="{7A5937BB-7C85-47EE-8A02-878251118E03}"/>
                </a:ext>
              </a:extLst>
            </p:cNvPr>
            <p:cNvSpPr/>
            <p:nvPr/>
          </p:nvSpPr>
          <p:spPr>
            <a:xfrm>
              <a:off x="535497" y="2653888"/>
              <a:ext cx="3741490" cy="507354"/>
            </a:xfrm>
            <a:prstGeom prst="rect">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chemeClr val="accent5">
                    <a:lumMod val="75000"/>
                  </a:schemeClr>
                </a:solidFill>
              </a:endParaRPr>
            </a:p>
          </p:txBody>
        </p:sp>
        <p:sp>
          <p:nvSpPr>
            <p:cNvPr id="22" name="矩形 21">
              <a:extLst>
                <a:ext uri="{FF2B5EF4-FFF2-40B4-BE49-F238E27FC236}">
                  <a16:creationId xmlns:a16="http://schemas.microsoft.com/office/drawing/2014/main" id="{007A10D2-1FA0-48AF-81F3-3D14797BE1D3}"/>
                </a:ext>
              </a:extLst>
            </p:cNvPr>
            <p:cNvSpPr/>
            <p:nvPr/>
          </p:nvSpPr>
          <p:spPr>
            <a:xfrm>
              <a:off x="4276987" y="2722899"/>
              <a:ext cx="787395" cy="369332"/>
            </a:xfrm>
            <a:prstGeom prst="rect">
              <a:avLst/>
            </a:prstGeom>
          </p:spPr>
          <p:txBody>
            <a:bodyPr wrap="none">
              <a:spAutoFit/>
            </a:bodyPr>
            <a:lstStyle/>
            <a:p>
              <a:r>
                <a:rPr lang="en-US" altLang="zh-TW" dirty="0">
                  <a:solidFill>
                    <a:schemeClr val="accent5">
                      <a:lumMod val="75000"/>
                    </a:schemeClr>
                  </a:solidFill>
                  <a:latin typeface="Times New Roman" panose="02020603050405020304" pitchFamily="18" charset="0"/>
                  <a:cs typeface="Times New Roman" panose="02020603050405020304" pitchFamily="18" charset="0"/>
                </a:rPr>
                <a:t>step 3.</a:t>
              </a:r>
              <a:endParaRPr lang="zh-TW" altLang="en-US" dirty="0">
                <a:solidFill>
                  <a:schemeClr val="accent5">
                    <a:lumMod val="75000"/>
                  </a:schemeClr>
                </a:solidFill>
              </a:endParaRPr>
            </a:p>
          </p:txBody>
        </p:sp>
      </p:grpSp>
    </p:spTree>
    <p:extLst>
      <p:ext uri="{BB962C8B-B14F-4D97-AF65-F5344CB8AC3E}">
        <p14:creationId xmlns:p14="http://schemas.microsoft.com/office/powerpoint/2010/main" val="13414376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500"/>
                                        <p:tgtEl>
                                          <p:spTgt spid="1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0"/>
                                        </p:tgtEl>
                                        <p:attrNameLst>
                                          <p:attrName>style.visibility</p:attrName>
                                        </p:attrNameLst>
                                      </p:cBhvr>
                                      <p:to>
                                        <p:strVal val="visible"/>
                                      </p:to>
                                    </p:set>
                                    <p:animEffect transition="in" filter="fade">
                                      <p:cBhvr>
                                        <p:cTn id="17"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7F4D9D44-6606-42C2-BA3D-F1765E7EF123}"/>
              </a:ext>
            </a:extLst>
          </p:cNvPr>
          <p:cNvSpPr>
            <a:spLocks noGrp="1"/>
          </p:cNvSpPr>
          <p:nvPr>
            <p:ph type="sldNum" sz="quarter" idx="12"/>
          </p:nvPr>
        </p:nvSpPr>
        <p:spPr/>
        <p:txBody>
          <a:bodyPr/>
          <a:lstStyle/>
          <a:p>
            <a:fld id="{872633CA-77E0-4863-94F8-E28139DFB2B4}" type="slidenum">
              <a:rPr lang="zh-TW" altLang="en-US" smtClean="0"/>
              <a:t>13</a:t>
            </a:fld>
            <a:endParaRPr lang="zh-TW" altLang="en-US"/>
          </a:p>
        </p:txBody>
      </p:sp>
      <p:sp>
        <p:nvSpPr>
          <p:cNvPr id="5" name="標題 1">
            <a:extLst>
              <a:ext uri="{FF2B5EF4-FFF2-40B4-BE49-F238E27FC236}">
                <a16:creationId xmlns:a16="http://schemas.microsoft.com/office/drawing/2014/main" id="{5A46E66C-CC98-4C59-8C7A-FC35658B9B20}"/>
              </a:ext>
            </a:extLst>
          </p:cNvPr>
          <p:cNvSpPr txBox="1">
            <a:spLocks/>
          </p:cNvSpPr>
          <p:nvPr/>
        </p:nvSpPr>
        <p:spPr>
          <a:xfrm>
            <a:off x="471956" y="414725"/>
            <a:ext cx="7886700" cy="5833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3200" dirty="0">
                <a:latin typeface="Times New Roman" panose="02020603050405020304" pitchFamily="18" charset="0"/>
                <a:cs typeface="Times New Roman" panose="02020603050405020304" pitchFamily="18" charset="0"/>
              </a:rPr>
              <a:t>Example 1</a:t>
            </a:r>
            <a:endParaRPr lang="zh-TW" altLang="en-US" sz="3200" dirty="0">
              <a:latin typeface="Times New Roman" panose="02020603050405020304" pitchFamily="18" charset="0"/>
              <a:cs typeface="Times New Roman" panose="02020603050405020304" pitchFamily="18" charset="0"/>
            </a:endParaRPr>
          </a:p>
        </p:txBody>
      </p:sp>
      <p:pic>
        <p:nvPicPr>
          <p:cNvPr id="8" name="圖片 7">
            <a:extLst>
              <a:ext uri="{FF2B5EF4-FFF2-40B4-BE49-F238E27FC236}">
                <a16:creationId xmlns:a16="http://schemas.microsoft.com/office/drawing/2014/main" id="{9B78B21A-CAA3-41A6-B615-2A8D21838C14}"/>
              </a:ext>
            </a:extLst>
          </p:cNvPr>
          <p:cNvPicPr>
            <a:picLocks noChangeAspect="1"/>
          </p:cNvPicPr>
          <p:nvPr/>
        </p:nvPicPr>
        <p:blipFill>
          <a:blip r:embed="rId2"/>
          <a:stretch>
            <a:fillRect/>
          </a:stretch>
        </p:blipFill>
        <p:spPr>
          <a:xfrm>
            <a:off x="7134276" y="808398"/>
            <a:ext cx="1461855" cy="1491488"/>
          </a:xfrm>
          <a:prstGeom prst="rect">
            <a:avLst/>
          </a:prstGeom>
        </p:spPr>
      </p:pic>
      <p:sp>
        <p:nvSpPr>
          <p:cNvPr id="9" name="矩形: 圓角 8">
            <a:extLst>
              <a:ext uri="{FF2B5EF4-FFF2-40B4-BE49-F238E27FC236}">
                <a16:creationId xmlns:a16="http://schemas.microsoft.com/office/drawing/2014/main" id="{DCE01D28-1BC6-4FB2-B0E3-7A047ACD49DE}"/>
              </a:ext>
            </a:extLst>
          </p:cNvPr>
          <p:cNvSpPr/>
          <p:nvPr/>
        </p:nvSpPr>
        <p:spPr>
          <a:xfrm>
            <a:off x="7163973" y="1056655"/>
            <a:ext cx="342900" cy="1229143"/>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rgbClr val="FF0000"/>
              </a:solidFill>
            </a:endParaRPr>
          </a:p>
        </p:txBody>
      </p:sp>
      <mc:AlternateContent xmlns:mc="http://schemas.openxmlformats.org/markup-compatibility/2006">
        <mc:Choice xmlns:a14="http://schemas.microsoft.com/office/drawing/2010/main" Requires="a14">
          <p:sp>
            <p:nvSpPr>
              <p:cNvPr id="13" name="標題 1">
                <a:extLst>
                  <a:ext uri="{FF2B5EF4-FFF2-40B4-BE49-F238E27FC236}">
                    <a16:creationId xmlns:a16="http://schemas.microsoft.com/office/drawing/2014/main" id="{CF480C55-80E1-4321-832C-4E4BBBE39C18}"/>
                  </a:ext>
                </a:extLst>
              </p:cNvPr>
              <p:cNvSpPr txBox="1">
                <a:spLocks/>
              </p:cNvSpPr>
              <p:nvPr/>
            </p:nvSpPr>
            <p:spPr>
              <a:xfrm>
                <a:off x="544428" y="1771665"/>
                <a:ext cx="4573481" cy="5833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14:m>
                  <m:oMathPara xmlns:m="http://schemas.openxmlformats.org/officeDocument/2006/math">
                    <m:oMathParaPr>
                      <m:jc m:val="left"/>
                    </m:oMathParaPr>
                    <m:oMath xmlns:m="http://schemas.openxmlformats.org/officeDocument/2006/math">
                      <m:r>
                        <a:rPr lang="en-US" altLang="zh-TW" sz="2800" b="0" i="1" smtClean="0">
                          <a:latin typeface="Cambria Math" panose="02040503050406030204" pitchFamily="18" charset="0"/>
                          <a:cs typeface="Times New Roman" panose="02020603050405020304" pitchFamily="18" charset="0"/>
                        </a:rPr>
                        <m:t>𝜏</m:t>
                      </m:r>
                      <m:r>
                        <a:rPr lang="en-US" altLang="zh-TW" sz="2800" b="0" i="1" smtClean="0">
                          <a:latin typeface="Cambria Math" panose="02040503050406030204" pitchFamily="18" charset="0"/>
                          <a:cs typeface="Times New Roman" panose="02020603050405020304" pitchFamily="18" charset="0"/>
                        </a:rPr>
                        <m:t>= &lt;2, 8, 4, 9, 5, 1, 7, 6, 3&gt;</m:t>
                      </m:r>
                    </m:oMath>
                  </m:oMathPara>
                </a14:m>
                <a:endParaRPr lang="zh-TW" altLang="en-US" sz="2800" dirty="0">
                  <a:latin typeface="Times New Roman" panose="02020603050405020304" pitchFamily="18" charset="0"/>
                  <a:cs typeface="Times New Roman" panose="02020603050405020304" pitchFamily="18" charset="0"/>
                </a:endParaRPr>
              </a:p>
            </p:txBody>
          </p:sp>
        </mc:Choice>
        <mc:Fallback>
          <p:sp>
            <p:nvSpPr>
              <p:cNvPr id="13" name="標題 1">
                <a:extLst>
                  <a:ext uri="{FF2B5EF4-FFF2-40B4-BE49-F238E27FC236}">
                    <a16:creationId xmlns:a16="http://schemas.microsoft.com/office/drawing/2014/main" id="{CF480C55-80E1-4321-832C-4E4BBBE39C18}"/>
                  </a:ext>
                </a:extLst>
              </p:cNvPr>
              <p:cNvSpPr txBox="1">
                <a:spLocks noRot="1" noChangeAspect="1" noMove="1" noResize="1" noEditPoints="1" noAdjustHandles="1" noChangeArrowheads="1" noChangeShapeType="1" noTextEdit="1"/>
              </p:cNvSpPr>
              <p:nvPr/>
            </p:nvSpPr>
            <p:spPr>
              <a:xfrm>
                <a:off x="544428" y="1771665"/>
                <a:ext cx="4573481" cy="583367"/>
              </a:xfrm>
              <a:prstGeom prst="rect">
                <a:avLst/>
              </a:prstGeom>
              <a:blipFill>
                <a:blip r:embed="rId3"/>
                <a:stretch>
                  <a:fillRect/>
                </a:stretch>
              </a:blipFill>
            </p:spPr>
            <p:txBody>
              <a:bodyPr/>
              <a:lstStyle/>
              <a:p>
                <a:r>
                  <a:rPr lang="zh-TW" altLang="en-US">
                    <a:noFill/>
                  </a:rPr>
                  <a:t> </a:t>
                </a:r>
              </a:p>
            </p:txBody>
          </p:sp>
        </mc:Fallback>
      </mc:AlternateContent>
      <p:grpSp>
        <p:nvGrpSpPr>
          <p:cNvPr id="31" name="群組 30">
            <a:extLst>
              <a:ext uri="{FF2B5EF4-FFF2-40B4-BE49-F238E27FC236}">
                <a16:creationId xmlns:a16="http://schemas.microsoft.com/office/drawing/2014/main" id="{99D3FE43-588B-40FA-9A8C-0FEBFFAFD0F1}"/>
              </a:ext>
            </a:extLst>
          </p:cNvPr>
          <p:cNvGrpSpPr/>
          <p:nvPr/>
        </p:nvGrpSpPr>
        <p:grpSpPr>
          <a:xfrm>
            <a:off x="6328776" y="1409616"/>
            <a:ext cx="717905" cy="523220"/>
            <a:chOff x="6190895" y="991029"/>
            <a:chExt cx="717905" cy="523220"/>
          </a:xfrm>
        </p:grpSpPr>
        <p:cxnSp>
          <p:nvCxnSpPr>
            <p:cNvPr id="10" name="直線單箭頭接點 9">
              <a:extLst>
                <a:ext uri="{FF2B5EF4-FFF2-40B4-BE49-F238E27FC236}">
                  <a16:creationId xmlns:a16="http://schemas.microsoft.com/office/drawing/2014/main" id="{E9E9704E-5414-4B07-A814-9EDD884A73FE}"/>
                </a:ext>
              </a:extLst>
            </p:cNvPr>
            <p:cNvCxnSpPr>
              <a:cxnSpLocks/>
            </p:cNvCxnSpPr>
            <p:nvPr/>
          </p:nvCxnSpPr>
          <p:spPr>
            <a:xfrm>
              <a:off x="6565900" y="1306760"/>
              <a:ext cx="342900" cy="0"/>
            </a:xfrm>
            <a:prstGeom prst="straightConnector1">
              <a:avLst/>
            </a:prstGeom>
            <a:noFill/>
            <a:ln w="28575">
              <a:solidFill>
                <a:srgbClr val="FF0000"/>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cxnSp>
        <mc:AlternateContent xmlns:mc="http://schemas.openxmlformats.org/markup-compatibility/2006" xmlns:a14="http://schemas.microsoft.com/office/drawing/2010/main">
          <mc:Choice Requires="a14">
            <p:sp>
              <p:nvSpPr>
                <p:cNvPr id="14" name="矩形 13">
                  <a:extLst>
                    <a:ext uri="{FF2B5EF4-FFF2-40B4-BE49-F238E27FC236}">
                      <a16:creationId xmlns:a16="http://schemas.microsoft.com/office/drawing/2014/main" id="{F5C27E8C-E866-4B5F-B16C-FB8C4FA3AF87}"/>
                    </a:ext>
                  </a:extLst>
                </p:cNvPr>
                <p:cNvSpPr/>
                <p:nvPr/>
              </p:nvSpPr>
              <p:spPr>
                <a:xfrm>
                  <a:off x="6190895" y="991029"/>
                  <a:ext cx="453842"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sz="2800" b="0" i="1" dirty="0" smtClean="0">
                            <a:solidFill>
                              <a:srgbClr val="FF0000"/>
                            </a:solidFill>
                            <a:latin typeface="Cambria Math" panose="02040503050406030204" pitchFamily="18" charset="0"/>
                            <a:cs typeface="Times New Roman" panose="02020603050405020304" pitchFamily="18" charset="0"/>
                          </a:rPr>
                          <m:t>𝑟</m:t>
                        </m:r>
                      </m:oMath>
                    </m:oMathPara>
                  </a14:m>
                  <a:endParaRPr lang="zh-TW" altLang="en-US" sz="2800" i="1" dirty="0">
                    <a:solidFill>
                      <a:srgbClr val="FF0000"/>
                    </a:solidFill>
                    <a:latin typeface="Times New Roman" panose="02020603050405020304" pitchFamily="18" charset="0"/>
                    <a:cs typeface="Times New Roman" panose="02020603050405020304" pitchFamily="18" charset="0"/>
                  </a:endParaRPr>
                </a:p>
              </p:txBody>
            </p:sp>
          </mc:Choice>
          <mc:Fallback xmlns="">
            <p:sp>
              <p:nvSpPr>
                <p:cNvPr id="14" name="矩形 13">
                  <a:extLst>
                    <a:ext uri="{FF2B5EF4-FFF2-40B4-BE49-F238E27FC236}">
                      <a16:creationId xmlns:a16="http://schemas.microsoft.com/office/drawing/2014/main" id="{F5C27E8C-E866-4B5F-B16C-FB8C4FA3AF87}"/>
                    </a:ext>
                  </a:extLst>
                </p:cNvPr>
                <p:cNvSpPr>
                  <a:spLocks noRot="1" noChangeAspect="1" noMove="1" noResize="1" noEditPoints="1" noAdjustHandles="1" noChangeArrowheads="1" noChangeShapeType="1" noTextEdit="1"/>
                </p:cNvSpPr>
                <p:nvPr/>
              </p:nvSpPr>
              <p:spPr>
                <a:xfrm>
                  <a:off x="6190895" y="991029"/>
                  <a:ext cx="453842" cy="523220"/>
                </a:xfrm>
                <a:prstGeom prst="rect">
                  <a:avLst/>
                </a:prstGeom>
                <a:blipFill>
                  <a:blip r:embed="rId14"/>
                  <a:stretch>
                    <a:fillRect/>
                  </a:stretch>
                </a:blipFill>
              </p:spPr>
              <p:txBody>
                <a:bodyPr/>
                <a:lstStyle/>
                <a:p>
                  <a:r>
                    <a:rPr lang="zh-TW" altLang="en-US">
                      <a:noFill/>
                    </a:rPr>
                    <a:t> </a:t>
                  </a:r>
                </a:p>
              </p:txBody>
            </p:sp>
          </mc:Fallback>
        </mc:AlternateContent>
      </p:grpSp>
      <p:sp>
        <p:nvSpPr>
          <p:cNvPr id="55" name="矩形 54">
            <a:extLst>
              <a:ext uri="{FF2B5EF4-FFF2-40B4-BE49-F238E27FC236}">
                <a16:creationId xmlns:a16="http://schemas.microsoft.com/office/drawing/2014/main" id="{34AA1821-7EFF-4FA8-9877-F43815AC6D70}"/>
              </a:ext>
            </a:extLst>
          </p:cNvPr>
          <p:cNvSpPr/>
          <p:nvPr/>
        </p:nvSpPr>
        <p:spPr>
          <a:xfrm>
            <a:off x="7530605" y="808397"/>
            <a:ext cx="1068967" cy="1628853"/>
          </a:xfrm>
          <a:prstGeom prst="rect">
            <a:avLst/>
          </a:pr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rgbClr val="FF0000"/>
              </a:solidFill>
            </a:endParaRPr>
          </a:p>
        </p:txBody>
      </p:sp>
      <mc:AlternateContent xmlns:mc="http://schemas.openxmlformats.org/markup-compatibility/2006">
        <mc:Choice xmlns:a14="http://schemas.microsoft.com/office/drawing/2010/main" Requires="a14">
          <p:sp>
            <p:nvSpPr>
              <p:cNvPr id="66" name="標題 1">
                <a:extLst>
                  <a:ext uri="{FF2B5EF4-FFF2-40B4-BE49-F238E27FC236}">
                    <a16:creationId xmlns:a16="http://schemas.microsoft.com/office/drawing/2014/main" id="{E7A8A592-48A4-407A-B3D5-27F890D028E2}"/>
                  </a:ext>
                </a:extLst>
              </p:cNvPr>
              <p:cNvSpPr txBox="1">
                <a:spLocks/>
              </p:cNvSpPr>
              <p:nvPr/>
            </p:nvSpPr>
            <p:spPr>
              <a:xfrm>
                <a:off x="544428" y="2545857"/>
                <a:ext cx="4573481" cy="5833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14:m>
                  <m:oMathPara xmlns:m="http://schemas.openxmlformats.org/officeDocument/2006/math">
                    <m:oMathParaPr>
                      <m:jc m:val="left"/>
                    </m:oMathParaPr>
                    <m:oMath xmlns:m="http://schemas.openxmlformats.org/officeDocument/2006/math">
                      <m:r>
                        <a:rPr lang="en-US" altLang="zh-TW" sz="2800" b="0" i="1" dirty="0" smtClean="0">
                          <a:latin typeface="Cambria Math" panose="02040503050406030204" pitchFamily="18" charset="0"/>
                          <a:cs typeface="Times New Roman" panose="02020603050405020304" pitchFamily="18" charset="0"/>
                        </a:rPr>
                        <m:t>𝐿𝐼𝑆</m:t>
                      </m:r>
                      <m:r>
                        <a:rPr lang="en-US" altLang="zh-TW" sz="2800" b="0" i="1" smtClean="0">
                          <a:latin typeface="Cambria Math" panose="02040503050406030204" pitchFamily="18" charset="0"/>
                          <a:cs typeface="Times New Roman" panose="02020603050405020304" pitchFamily="18" charset="0"/>
                        </a:rPr>
                        <m:t>= &lt;2, 4, 5, 6&gt;</m:t>
                      </m:r>
                    </m:oMath>
                  </m:oMathPara>
                </a14:m>
                <a:endParaRPr lang="zh-TW" altLang="en-US" sz="2800" dirty="0">
                  <a:latin typeface="Times New Roman" panose="02020603050405020304" pitchFamily="18" charset="0"/>
                  <a:cs typeface="Times New Roman" panose="02020603050405020304" pitchFamily="18" charset="0"/>
                </a:endParaRPr>
              </a:p>
            </p:txBody>
          </p:sp>
        </mc:Choice>
        <mc:Fallback>
          <p:sp>
            <p:nvSpPr>
              <p:cNvPr id="66" name="標題 1">
                <a:extLst>
                  <a:ext uri="{FF2B5EF4-FFF2-40B4-BE49-F238E27FC236}">
                    <a16:creationId xmlns:a16="http://schemas.microsoft.com/office/drawing/2014/main" id="{E7A8A592-48A4-407A-B3D5-27F890D028E2}"/>
                  </a:ext>
                </a:extLst>
              </p:cNvPr>
              <p:cNvSpPr txBox="1">
                <a:spLocks noRot="1" noChangeAspect="1" noMove="1" noResize="1" noEditPoints="1" noAdjustHandles="1" noChangeArrowheads="1" noChangeShapeType="1" noTextEdit="1"/>
              </p:cNvSpPr>
              <p:nvPr/>
            </p:nvSpPr>
            <p:spPr>
              <a:xfrm>
                <a:off x="544428" y="2545857"/>
                <a:ext cx="4573481" cy="583367"/>
              </a:xfrm>
              <a:prstGeom prst="rect">
                <a:avLst/>
              </a:prstGeom>
              <a:blipFill>
                <a:blip r:embed="rId15"/>
                <a:stretch>
                  <a:fillRect l="-666"/>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72" name="標題 1">
                <a:extLst>
                  <a:ext uri="{FF2B5EF4-FFF2-40B4-BE49-F238E27FC236}">
                    <a16:creationId xmlns:a16="http://schemas.microsoft.com/office/drawing/2014/main" id="{3059A3A0-8328-49BF-9AEB-A5BF6FDC27F8}"/>
                  </a:ext>
                </a:extLst>
              </p:cNvPr>
              <p:cNvSpPr txBox="1">
                <a:spLocks/>
              </p:cNvSpPr>
              <p:nvPr/>
            </p:nvSpPr>
            <p:spPr>
              <a:xfrm>
                <a:off x="544428" y="3320049"/>
                <a:ext cx="4573481" cy="5833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14:m>
                  <m:oMathPara xmlns:m="http://schemas.openxmlformats.org/officeDocument/2006/math">
                    <m:oMathParaPr>
                      <m:jc m:val="left"/>
                    </m:oMathParaPr>
                    <m:oMath xmlns:m="http://schemas.openxmlformats.org/officeDocument/2006/math">
                      <m:r>
                        <a:rPr lang="en-US" altLang="zh-TW" sz="2800" b="0" i="1" smtClean="0">
                          <a:latin typeface="Cambria Math" panose="02040503050406030204" pitchFamily="18" charset="0"/>
                          <a:cs typeface="Times New Roman" panose="02020603050405020304" pitchFamily="18" charset="0"/>
                        </a:rPr>
                        <m:t>𝑙𝑖𝑠</m:t>
                      </m:r>
                      <m:d>
                        <m:dPr>
                          <m:ctrlPr>
                            <a:rPr lang="en-US" altLang="zh-TW" sz="2800" b="0" i="1" smtClean="0">
                              <a:latin typeface="Cambria Math" panose="02040503050406030204" pitchFamily="18" charset="0"/>
                              <a:cs typeface="Times New Roman" panose="02020603050405020304" pitchFamily="18" charset="0"/>
                            </a:rPr>
                          </m:ctrlPr>
                        </m:dPr>
                        <m:e>
                          <m:r>
                            <a:rPr lang="en-US" altLang="zh-TW" sz="2800" b="0" i="1" smtClean="0">
                              <a:latin typeface="Cambria Math" panose="02040503050406030204" pitchFamily="18" charset="0"/>
                              <a:cs typeface="Times New Roman" panose="02020603050405020304" pitchFamily="18" charset="0"/>
                            </a:rPr>
                            <m:t>𝜏</m:t>
                          </m:r>
                        </m:e>
                      </m:d>
                      <m:r>
                        <a:rPr lang="en-US" altLang="zh-TW" sz="2800" b="0" i="1" smtClean="0">
                          <a:latin typeface="Cambria Math" panose="02040503050406030204" pitchFamily="18" charset="0"/>
                          <a:cs typeface="Times New Roman" panose="02020603050405020304" pitchFamily="18" charset="0"/>
                        </a:rPr>
                        <m:t>=4</m:t>
                      </m:r>
                    </m:oMath>
                  </m:oMathPara>
                </a14:m>
                <a:endParaRPr lang="zh-TW" altLang="en-US" sz="2800" dirty="0">
                  <a:latin typeface="Times New Roman" panose="02020603050405020304" pitchFamily="18" charset="0"/>
                  <a:cs typeface="Times New Roman" panose="02020603050405020304" pitchFamily="18" charset="0"/>
                </a:endParaRPr>
              </a:p>
            </p:txBody>
          </p:sp>
        </mc:Choice>
        <mc:Fallback>
          <p:sp>
            <p:nvSpPr>
              <p:cNvPr id="72" name="標題 1">
                <a:extLst>
                  <a:ext uri="{FF2B5EF4-FFF2-40B4-BE49-F238E27FC236}">
                    <a16:creationId xmlns:a16="http://schemas.microsoft.com/office/drawing/2014/main" id="{3059A3A0-8328-49BF-9AEB-A5BF6FDC27F8}"/>
                  </a:ext>
                </a:extLst>
              </p:cNvPr>
              <p:cNvSpPr txBox="1">
                <a:spLocks noRot="1" noChangeAspect="1" noMove="1" noResize="1" noEditPoints="1" noAdjustHandles="1" noChangeArrowheads="1" noChangeShapeType="1" noTextEdit="1"/>
              </p:cNvSpPr>
              <p:nvPr/>
            </p:nvSpPr>
            <p:spPr>
              <a:xfrm>
                <a:off x="544428" y="3320049"/>
                <a:ext cx="4573481" cy="583367"/>
              </a:xfrm>
              <a:prstGeom prst="rect">
                <a:avLst/>
              </a:prstGeom>
              <a:blipFill>
                <a:blip r:embed="rId16"/>
                <a:stretch>
                  <a:fillRect l="-799"/>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78" name="標題 1">
                <a:extLst>
                  <a:ext uri="{FF2B5EF4-FFF2-40B4-BE49-F238E27FC236}">
                    <a16:creationId xmlns:a16="http://schemas.microsoft.com/office/drawing/2014/main" id="{8BF3B1DD-CADA-4550-9B73-4380E84E1183}"/>
                  </a:ext>
                </a:extLst>
              </p:cNvPr>
              <p:cNvSpPr txBox="1">
                <a:spLocks/>
              </p:cNvSpPr>
              <p:nvPr/>
            </p:nvSpPr>
            <p:spPr>
              <a:xfrm>
                <a:off x="544428" y="4673081"/>
                <a:ext cx="4573481" cy="5833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14:m>
                  <m:oMathPara xmlns:m="http://schemas.openxmlformats.org/officeDocument/2006/math">
                    <m:oMathParaPr>
                      <m:jc m:val="left"/>
                    </m:oMathParaPr>
                    <m:oMath xmlns:m="http://schemas.openxmlformats.org/officeDocument/2006/math">
                      <m:sSub>
                        <m:sSubPr>
                          <m:ctrlPr>
                            <a:rPr lang="en-US" altLang="zh-TW" sz="2400" b="0" i="1" smtClean="0">
                              <a:latin typeface="Cambria Math" panose="02040503050406030204" pitchFamily="18" charset="0"/>
                              <a:cs typeface="Times New Roman" panose="02020603050405020304" pitchFamily="18" charset="0"/>
                            </a:rPr>
                          </m:ctrlPr>
                        </m:sSubPr>
                        <m:e>
                          <m:r>
                            <a:rPr lang="en-US" altLang="zh-TW" sz="2400" b="0" i="1" smtClean="0">
                              <a:latin typeface="Cambria Math" panose="02040503050406030204" pitchFamily="18" charset="0"/>
                              <a:cs typeface="Times New Roman" panose="02020603050405020304" pitchFamily="18" charset="0"/>
                            </a:rPr>
                            <m:t>𝑃</m:t>
                          </m:r>
                        </m:e>
                        <m:sub>
                          <m:r>
                            <a:rPr lang="en-US" altLang="zh-TW" sz="2400" b="0" i="1" smtClean="0">
                              <a:latin typeface="Cambria Math" panose="02040503050406030204" pitchFamily="18" charset="0"/>
                              <a:cs typeface="Times New Roman" panose="02020603050405020304" pitchFamily="18" charset="0"/>
                            </a:rPr>
                            <m:t>𝑖</m:t>
                          </m:r>
                        </m:sub>
                      </m:sSub>
                      <m:r>
                        <a:rPr lang="en-US" altLang="zh-TW" sz="2400" b="0" i="1" smtClean="0">
                          <a:latin typeface="Cambria Math" panose="02040503050406030204" pitchFamily="18" charset="0"/>
                          <a:cs typeface="Times New Roman" panose="02020603050405020304" pitchFamily="18" charset="0"/>
                        </a:rPr>
                        <m:t>=</m:t>
                      </m:r>
                      <m:sSub>
                        <m:sSubPr>
                          <m:ctrlPr>
                            <a:rPr lang="en-US" altLang="zh-TW" sz="2400" b="0" i="1" smtClean="0">
                              <a:latin typeface="Cambria Math" panose="02040503050406030204" pitchFamily="18" charset="0"/>
                              <a:cs typeface="Times New Roman" panose="02020603050405020304" pitchFamily="18" charset="0"/>
                            </a:rPr>
                          </m:ctrlPr>
                        </m:sSubPr>
                        <m:e>
                          <m:r>
                            <a:rPr lang="en-US" altLang="zh-TW" sz="2400" b="0" i="1" smtClean="0">
                              <a:latin typeface="Cambria Math" panose="02040503050406030204" pitchFamily="18" charset="0"/>
                              <a:cs typeface="Times New Roman" panose="02020603050405020304" pitchFamily="18" charset="0"/>
                            </a:rPr>
                            <m:t>𝑃</m:t>
                          </m:r>
                        </m:e>
                        <m:sub>
                          <m:r>
                            <a:rPr lang="en-US" altLang="zh-TW" sz="2400" b="0" i="1" smtClean="0">
                              <a:latin typeface="Cambria Math" panose="02040503050406030204" pitchFamily="18" charset="0"/>
                              <a:cs typeface="Times New Roman" panose="02020603050405020304" pitchFamily="18" charset="0"/>
                            </a:rPr>
                            <m:t>1</m:t>
                          </m:r>
                        </m:sub>
                      </m:sSub>
                      <m:r>
                        <a:rPr lang="en-US" altLang="zh-TW" sz="2400" b="0" i="1" smtClean="0">
                          <a:latin typeface="Cambria Math" panose="02040503050406030204" pitchFamily="18" charset="0"/>
                          <a:cs typeface="Times New Roman" panose="02020603050405020304" pitchFamily="18" charset="0"/>
                        </a:rPr>
                        <m:t>=(2, 1)</m:t>
                      </m:r>
                    </m:oMath>
                  </m:oMathPara>
                </a14:m>
                <a:endParaRPr lang="zh-TW" altLang="en-US" sz="2400" dirty="0">
                  <a:latin typeface="Times New Roman" panose="02020603050405020304" pitchFamily="18" charset="0"/>
                  <a:cs typeface="Times New Roman" panose="02020603050405020304" pitchFamily="18" charset="0"/>
                </a:endParaRPr>
              </a:p>
            </p:txBody>
          </p:sp>
        </mc:Choice>
        <mc:Fallback>
          <p:sp>
            <p:nvSpPr>
              <p:cNvPr id="78" name="標題 1">
                <a:extLst>
                  <a:ext uri="{FF2B5EF4-FFF2-40B4-BE49-F238E27FC236}">
                    <a16:creationId xmlns:a16="http://schemas.microsoft.com/office/drawing/2014/main" id="{8BF3B1DD-CADA-4550-9B73-4380E84E1183}"/>
                  </a:ext>
                </a:extLst>
              </p:cNvPr>
              <p:cNvSpPr txBox="1">
                <a:spLocks noRot="1" noChangeAspect="1" noMove="1" noResize="1" noEditPoints="1" noAdjustHandles="1" noChangeArrowheads="1" noChangeShapeType="1" noTextEdit="1"/>
              </p:cNvSpPr>
              <p:nvPr/>
            </p:nvSpPr>
            <p:spPr>
              <a:xfrm>
                <a:off x="544428" y="4673081"/>
                <a:ext cx="4573481" cy="583367"/>
              </a:xfrm>
              <a:prstGeom prst="rect">
                <a:avLst/>
              </a:prstGeom>
              <a:blipFill>
                <a:blip r:embed="rId17"/>
                <a:stretch>
                  <a:fillRect l="-266" b="-2105"/>
                </a:stretch>
              </a:blipFill>
            </p:spPr>
            <p:txBody>
              <a:bodyPr/>
              <a:lstStyle/>
              <a:p>
                <a:r>
                  <a:rPr lang="zh-TW" altLang="en-US">
                    <a:noFill/>
                  </a:rPr>
                  <a:t> </a:t>
                </a:r>
              </a:p>
            </p:txBody>
          </p:sp>
        </mc:Fallback>
      </mc:AlternateContent>
      <p:sp>
        <p:nvSpPr>
          <p:cNvPr id="83" name="矩形 82">
            <a:extLst>
              <a:ext uri="{FF2B5EF4-FFF2-40B4-BE49-F238E27FC236}">
                <a16:creationId xmlns:a16="http://schemas.microsoft.com/office/drawing/2014/main" id="{4F52F535-75F4-4ECE-8EE9-0FDBCC45E7F4}"/>
              </a:ext>
            </a:extLst>
          </p:cNvPr>
          <p:cNvSpPr/>
          <p:nvPr/>
        </p:nvSpPr>
        <p:spPr>
          <a:xfrm>
            <a:off x="544428" y="4192950"/>
            <a:ext cx="3381054" cy="480131"/>
          </a:xfrm>
          <a:prstGeom prst="rect">
            <a:avLst/>
          </a:prstGeom>
        </p:spPr>
        <p:txBody>
          <a:bodyPr vert="horz" lIns="91440" tIns="45720" rIns="91440" bIns="45720" rtlCol="0" anchor="ctr">
            <a:normAutofit/>
          </a:bodyPr>
          <a:lstStyle/>
          <a:p>
            <a:pPr defTabSz="914400">
              <a:lnSpc>
                <a:spcPct val="90000"/>
              </a:lnSpc>
              <a:spcBef>
                <a:spcPct val="0"/>
              </a:spcBef>
            </a:pPr>
            <a:r>
              <a:rPr lang="en-US" altLang="zh-TW" sz="2400" dirty="0">
                <a:latin typeface="Times New Roman" panose="02020603050405020304" pitchFamily="18" charset="0"/>
                <a:ea typeface="+mj-ea"/>
                <a:cs typeface="Times New Roman" panose="02020603050405020304" pitchFamily="18" charset="0"/>
              </a:rPr>
              <a:t>Let n = 9, </a:t>
            </a:r>
            <a:r>
              <a:rPr lang="en-US" altLang="zh-TW" sz="2400" dirty="0" err="1">
                <a:latin typeface="Times New Roman" panose="02020603050405020304" pitchFamily="18" charset="0"/>
                <a:ea typeface="+mj-ea"/>
                <a:cs typeface="Times New Roman" panose="02020603050405020304" pitchFamily="18" charset="0"/>
              </a:rPr>
              <a:t>i</a:t>
            </a:r>
            <a:r>
              <a:rPr lang="en-US" altLang="zh-TW" sz="2400" dirty="0">
                <a:latin typeface="Times New Roman" panose="02020603050405020304" pitchFamily="18" charset="0"/>
                <a:ea typeface="+mj-ea"/>
                <a:cs typeface="Times New Roman" panose="02020603050405020304" pitchFamily="18" charset="0"/>
              </a:rPr>
              <a:t> = 1, s = 2</a:t>
            </a:r>
            <a:endParaRPr lang="zh-TW" altLang="en-US" sz="2400" dirty="0">
              <a:latin typeface="Times New Roman" panose="02020603050405020304" pitchFamily="18" charset="0"/>
              <a:ea typeface="+mj-ea"/>
              <a:cs typeface="Times New Roman" panose="02020603050405020304" pitchFamily="18" charset="0"/>
            </a:endParaRPr>
          </a:p>
        </p:txBody>
      </p:sp>
    </p:spTree>
    <p:extLst>
      <p:ext uri="{BB962C8B-B14F-4D97-AF65-F5344CB8AC3E}">
        <p14:creationId xmlns:p14="http://schemas.microsoft.com/office/powerpoint/2010/main" val="17906085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6" name="圖片 55">
            <a:extLst>
              <a:ext uri="{FF2B5EF4-FFF2-40B4-BE49-F238E27FC236}">
                <a16:creationId xmlns:a16="http://schemas.microsoft.com/office/drawing/2014/main" id="{492BEBD7-EB3B-4CA7-83B3-F031E73DBAF9}"/>
              </a:ext>
            </a:extLst>
          </p:cNvPr>
          <p:cNvPicPr>
            <a:picLocks noChangeAspect="1"/>
          </p:cNvPicPr>
          <p:nvPr/>
        </p:nvPicPr>
        <p:blipFill>
          <a:blip r:embed="rId2"/>
          <a:stretch>
            <a:fillRect/>
          </a:stretch>
        </p:blipFill>
        <p:spPr>
          <a:xfrm>
            <a:off x="463658" y="3045469"/>
            <a:ext cx="7287744" cy="3526867"/>
          </a:xfrm>
          <a:prstGeom prst="rect">
            <a:avLst/>
          </a:prstGeom>
        </p:spPr>
      </p:pic>
      <mc:AlternateContent xmlns:mc="http://schemas.openxmlformats.org/markup-compatibility/2006">
        <mc:Choice xmlns:a14="http://schemas.microsoft.com/office/drawing/2010/main" Requires="a14">
          <p:sp>
            <p:nvSpPr>
              <p:cNvPr id="82" name="文字方塊 81">
                <a:extLst>
                  <a:ext uri="{FF2B5EF4-FFF2-40B4-BE49-F238E27FC236}">
                    <a16:creationId xmlns:a16="http://schemas.microsoft.com/office/drawing/2014/main" id="{7C659AC2-9166-42D1-AA7A-89A23BF7F7C1}"/>
                  </a:ext>
                </a:extLst>
              </p:cNvPr>
              <p:cNvSpPr txBox="1"/>
              <p:nvPr/>
            </p:nvSpPr>
            <p:spPr>
              <a:xfrm>
                <a:off x="6631199" y="4678918"/>
                <a:ext cx="431528" cy="461665"/>
              </a:xfrm>
              <a:prstGeom prst="rect">
                <a:avLst/>
              </a:prstGeom>
              <a:solidFill>
                <a:schemeClr val="bg1"/>
              </a:solidFill>
            </p:spPr>
            <p:txBody>
              <a:bodyPr wrap="square" rtlCol="0">
                <a:spAutoFit/>
              </a:bodyPr>
              <a:lstStyle/>
              <a:p>
                <a14:m>
                  <m:oMathPara xmlns:m="http://schemas.openxmlformats.org/officeDocument/2006/math">
                    <m:oMathParaPr>
                      <m:jc m:val="centerGroup"/>
                    </m:oMathParaPr>
                    <m:oMath xmlns:m="http://schemas.openxmlformats.org/officeDocument/2006/math">
                      <m:r>
                        <a:rPr lang="en-US" altLang="zh-TW" sz="2400" b="0" i="1" smtClean="0">
                          <a:solidFill>
                            <a:schemeClr val="tx1"/>
                          </a:solidFill>
                          <a:latin typeface="Cambria Math" panose="02040503050406030204" pitchFamily="18" charset="0"/>
                          <a:cs typeface="Times New Roman" panose="02020603050405020304" pitchFamily="18" charset="0"/>
                        </a:rPr>
                        <m:t>1</m:t>
                      </m:r>
                    </m:oMath>
                  </m:oMathPara>
                </a14:m>
                <a:endParaRPr lang="zh-TW" altLang="en-US" sz="2400" dirty="0">
                  <a:solidFill>
                    <a:schemeClr val="tx1"/>
                  </a:solidFill>
                  <a:latin typeface="Times New Roman" panose="02020603050405020304" pitchFamily="18" charset="0"/>
                  <a:cs typeface="Times New Roman" panose="02020603050405020304" pitchFamily="18" charset="0"/>
                </a:endParaRPr>
              </a:p>
            </p:txBody>
          </p:sp>
        </mc:Choice>
        <mc:Fallback>
          <p:sp>
            <p:nvSpPr>
              <p:cNvPr id="82" name="文字方塊 81">
                <a:extLst>
                  <a:ext uri="{FF2B5EF4-FFF2-40B4-BE49-F238E27FC236}">
                    <a16:creationId xmlns:a16="http://schemas.microsoft.com/office/drawing/2014/main" id="{7C659AC2-9166-42D1-AA7A-89A23BF7F7C1}"/>
                  </a:ext>
                </a:extLst>
              </p:cNvPr>
              <p:cNvSpPr txBox="1">
                <a:spLocks noRot="1" noChangeAspect="1" noMove="1" noResize="1" noEditPoints="1" noAdjustHandles="1" noChangeArrowheads="1" noChangeShapeType="1" noTextEdit="1"/>
              </p:cNvSpPr>
              <p:nvPr/>
            </p:nvSpPr>
            <p:spPr>
              <a:xfrm>
                <a:off x="6631199" y="4678918"/>
                <a:ext cx="431528" cy="461665"/>
              </a:xfrm>
              <a:prstGeom prst="rect">
                <a:avLst/>
              </a:prstGeom>
              <a:blipFill>
                <a:blip r:embed="rId3"/>
                <a:stretch>
                  <a:fillRect/>
                </a:stretch>
              </a:blipFill>
            </p:spPr>
            <p:txBody>
              <a:bodyPr/>
              <a:lstStyle/>
              <a:p>
                <a:r>
                  <a:rPr lang="zh-TW" altLang="en-US">
                    <a:noFill/>
                  </a:rPr>
                  <a:t> </a:t>
                </a:r>
              </a:p>
            </p:txBody>
          </p:sp>
        </mc:Fallback>
      </mc:AlternateContent>
      <p:sp>
        <p:nvSpPr>
          <p:cNvPr id="57" name="矩形 56">
            <a:extLst>
              <a:ext uri="{FF2B5EF4-FFF2-40B4-BE49-F238E27FC236}">
                <a16:creationId xmlns:a16="http://schemas.microsoft.com/office/drawing/2014/main" id="{99451C5C-0CA4-492C-9E79-6ED637676122}"/>
              </a:ext>
            </a:extLst>
          </p:cNvPr>
          <p:cNvSpPr/>
          <p:nvPr/>
        </p:nvSpPr>
        <p:spPr>
          <a:xfrm>
            <a:off x="723900" y="4292600"/>
            <a:ext cx="4013200" cy="936625"/>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rgbClr val="FF0000"/>
              </a:solidFill>
            </a:endParaRPr>
          </a:p>
        </p:txBody>
      </p:sp>
      <p:sp>
        <p:nvSpPr>
          <p:cNvPr id="58" name="矩形 57">
            <a:extLst>
              <a:ext uri="{FF2B5EF4-FFF2-40B4-BE49-F238E27FC236}">
                <a16:creationId xmlns:a16="http://schemas.microsoft.com/office/drawing/2014/main" id="{2EA102D4-2B3E-4477-B6FE-A3D0F4C562BD}"/>
              </a:ext>
            </a:extLst>
          </p:cNvPr>
          <p:cNvSpPr/>
          <p:nvPr/>
        </p:nvSpPr>
        <p:spPr>
          <a:xfrm>
            <a:off x="723900" y="5301073"/>
            <a:ext cx="4013200" cy="1175283"/>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rgbClr val="FF0000"/>
              </a:solidFill>
            </a:endParaRPr>
          </a:p>
        </p:txBody>
      </p:sp>
      <p:sp>
        <p:nvSpPr>
          <p:cNvPr id="4" name="投影片編號版面配置區 3">
            <a:extLst>
              <a:ext uri="{FF2B5EF4-FFF2-40B4-BE49-F238E27FC236}">
                <a16:creationId xmlns:a16="http://schemas.microsoft.com/office/drawing/2014/main" id="{7F4D9D44-6606-42C2-BA3D-F1765E7EF123}"/>
              </a:ext>
            </a:extLst>
          </p:cNvPr>
          <p:cNvSpPr>
            <a:spLocks noGrp="1"/>
          </p:cNvSpPr>
          <p:nvPr>
            <p:ph type="sldNum" sz="quarter" idx="12"/>
          </p:nvPr>
        </p:nvSpPr>
        <p:spPr/>
        <p:txBody>
          <a:bodyPr/>
          <a:lstStyle/>
          <a:p>
            <a:fld id="{872633CA-77E0-4863-94F8-E28139DFB2B4}" type="slidenum">
              <a:rPr lang="zh-TW" altLang="en-US" smtClean="0"/>
              <a:t>14</a:t>
            </a:fld>
            <a:endParaRPr lang="zh-TW" altLang="en-US"/>
          </a:p>
        </p:txBody>
      </p:sp>
      <p:sp>
        <p:nvSpPr>
          <p:cNvPr id="5" name="標題 1">
            <a:extLst>
              <a:ext uri="{FF2B5EF4-FFF2-40B4-BE49-F238E27FC236}">
                <a16:creationId xmlns:a16="http://schemas.microsoft.com/office/drawing/2014/main" id="{5A46E66C-CC98-4C59-8C7A-FC35658B9B20}"/>
              </a:ext>
            </a:extLst>
          </p:cNvPr>
          <p:cNvSpPr txBox="1">
            <a:spLocks/>
          </p:cNvSpPr>
          <p:nvPr/>
        </p:nvSpPr>
        <p:spPr>
          <a:xfrm>
            <a:off x="471956" y="414725"/>
            <a:ext cx="7886700" cy="5833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3200" dirty="0">
                <a:latin typeface="Times New Roman" panose="02020603050405020304" pitchFamily="18" charset="0"/>
                <a:cs typeface="Times New Roman" panose="02020603050405020304" pitchFamily="18" charset="0"/>
              </a:rPr>
              <a:t>Step by step (Iteration 1)</a:t>
            </a:r>
            <a:endParaRPr lang="zh-TW" altLang="en-US" sz="3200" dirty="0">
              <a:latin typeface="Times New Roman" panose="02020603050405020304" pitchFamily="18" charset="0"/>
              <a:cs typeface="Times New Roman" panose="02020603050405020304" pitchFamily="18" charset="0"/>
            </a:endParaRPr>
          </a:p>
        </p:txBody>
      </p:sp>
      <p:pic>
        <p:nvPicPr>
          <p:cNvPr id="8" name="圖片 7">
            <a:extLst>
              <a:ext uri="{FF2B5EF4-FFF2-40B4-BE49-F238E27FC236}">
                <a16:creationId xmlns:a16="http://schemas.microsoft.com/office/drawing/2014/main" id="{9B78B21A-CAA3-41A6-B615-2A8D21838C14}"/>
              </a:ext>
            </a:extLst>
          </p:cNvPr>
          <p:cNvPicPr>
            <a:picLocks noChangeAspect="1"/>
          </p:cNvPicPr>
          <p:nvPr/>
        </p:nvPicPr>
        <p:blipFill>
          <a:blip r:embed="rId4"/>
          <a:stretch>
            <a:fillRect/>
          </a:stretch>
        </p:blipFill>
        <p:spPr>
          <a:xfrm>
            <a:off x="7134276" y="808398"/>
            <a:ext cx="1461855" cy="1491488"/>
          </a:xfrm>
          <a:prstGeom prst="rect">
            <a:avLst/>
          </a:prstGeom>
        </p:spPr>
      </p:pic>
      <p:sp>
        <p:nvSpPr>
          <p:cNvPr id="9" name="矩形: 圓角 8">
            <a:extLst>
              <a:ext uri="{FF2B5EF4-FFF2-40B4-BE49-F238E27FC236}">
                <a16:creationId xmlns:a16="http://schemas.microsoft.com/office/drawing/2014/main" id="{DCE01D28-1BC6-4FB2-B0E3-7A047ACD49DE}"/>
              </a:ext>
            </a:extLst>
          </p:cNvPr>
          <p:cNvSpPr/>
          <p:nvPr/>
        </p:nvSpPr>
        <p:spPr>
          <a:xfrm>
            <a:off x="7163973" y="1056655"/>
            <a:ext cx="342900" cy="1229143"/>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rgbClr val="FF0000"/>
              </a:solidFill>
            </a:endParaRPr>
          </a:p>
        </p:txBody>
      </p:sp>
      <mc:AlternateContent xmlns:mc="http://schemas.openxmlformats.org/markup-compatibility/2006">
        <mc:Choice xmlns:a14="http://schemas.microsoft.com/office/drawing/2010/main" Requires="a14">
          <p:sp>
            <p:nvSpPr>
              <p:cNvPr id="13" name="標題 1">
                <a:extLst>
                  <a:ext uri="{FF2B5EF4-FFF2-40B4-BE49-F238E27FC236}">
                    <a16:creationId xmlns:a16="http://schemas.microsoft.com/office/drawing/2014/main" id="{CF480C55-80E1-4321-832C-4E4BBBE39C18}"/>
                  </a:ext>
                </a:extLst>
              </p:cNvPr>
              <p:cNvSpPr txBox="1">
                <a:spLocks/>
              </p:cNvSpPr>
              <p:nvPr/>
            </p:nvSpPr>
            <p:spPr>
              <a:xfrm>
                <a:off x="1528337" y="1511606"/>
                <a:ext cx="4573481" cy="5833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14:m>
                  <m:oMathPara xmlns:m="http://schemas.openxmlformats.org/officeDocument/2006/math">
                    <m:oMathParaPr>
                      <m:jc m:val="left"/>
                    </m:oMathParaPr>
                    <m:oMath xmlns:m="http://schemas.openxmlformats.org/officeDocument/2006/math">
                      <m:sSub>
                        <m:sSubPr>
                          <m:ctrlPr>
                            <a:rPr lang="en-US" altLang="zh-TW" sz="2800" b="0" i="1" smtClean="0">
                              <a:latin typeface="Cambria Math" panose="02040503050406030204" pitchFamily="18" charset="0"/>
                              <a:cs typeface="Times New Roman" panose="02020603050405020304" pitchFamily="18" charset="0"/>
                            </a:rPr>
                          </m:ctrlPr>
                        </m:sSubPr>
                        <m:e>
                          <m:r>
                            <a:rPr lang="en-US" altLang="zh-TW" sz="2800" b="0" i="1" smtClean="0">
                              <a:latin typeface="Cambria Math" panose="02040503050406030204" pitchFamily="18" charset="0"/>
                              <a:cs typeface="Times New Roman" panose="02020603050405020304" pitchFamily="18" charset="0"/>
                            </a:rPr>
                            <m:t>𝜏</m:t>
                          </m:r>
                        </m:e>
                        <m:sub>
                          <m:r>
                            <a:rPr lang="en-US" altLang="zh-TW" sz="2800" b="0" i="1" smtClean="0">
                              <a:latin typeface="Cambria Math" panose="02040503050406030204" pitchFamily="18" charset="0"/>
                              <a:cs typeface="Times New Roman" panose="02020603050405020304" pitchFamily="18" charset="0"/>
                            </a:rPr>
                            <m:t>1</m:t>
                          </m:r>
                        </m:sub>
                      </m:sSub>
                      <m:r>
                        <a:rPr lang="en-US" altLang="zh-TW" sz="2800" b="0" i="1" smtClean="0">
                          <a:latin typeface="Cambria Math" panose="02040503050406030204" pitchFamily="18" charset="0"/>
                          <a:cs typeface="Times New Roman" panose="02020603050405020304" pitchFamily="18" charset="0"/>
                        </a:rPr>
                        <m:t>= &lt;2, 8, 4, 9, 5, 1, 7, 6, 3&gt;</m:t>
                      </m:r>
                    </m:oMath>
                  </m:oMathPara>
                </a14:m>
                <a:endParaRPr lang="zh-TW" altLang="en-US" sz="2800" dirty="0">
                  <a:latin typeface="Times New Roman" panose="02020603050405020304" pitchFamily="18" charset="0"/>
                  <a:cs typeface="Times New Roman" panose="02020603050405020304" pitchFamily="18" charset="0"/>
                </a:endParaRPr>
              </a:p>
            </p:txBody>
          </p:sp>
        </mc:Choice>
        <mc:Fallback>
          <p:sp>
            <p:nvSpPr>
              <p:cNvPr id="13" name="標題 1">
                <a:extLst>
                  <a:ext uri="{FF2B5EF4-FFF2-40B4-BE49-F238E27FC236}">
                    <a16:creationId xmlns:a16="http://schemas.microsoft.com/office/drawing/2014/main" id="{CF480C55-80E1-4321-832C-4E4BBBE39C18}"/>
                  </a:ext>
                </a:extLst>
              </p:cNvPr>
              <p:cNvSpPr txBox="1">
                <a:spLocks noRot="1" noChangeAspect="1" noMove="1" noResize="1" noEditPoints="1" noAdjustHandles="1" noChangeArrowheads="1" noChangeShapeType="1" noTextEdit="1"/>
              </p:cNvSpPr>
              <p:nvPr/>
            </p:nvSpPr>
            <p:spPr>
              <a:xfrm>
                <a:off x="1528337" y="1511606"/>
                <a:ext cx="4573481" cy="583367"/>
              </a:xfrm>
              <a:prstGeom prst="rect">
                <a:avLst/>
              </a:prstGeom>
              <a:blipFill>
                <a:blip r:embed="rId5"/>
                <a:stretch>
                  <a:fillRect/>
                </a:stretch>
              </a:blipFill>
            </p:spPr>
            <p:txBody>
              <a:bodyPr/>
              <a:lstStyle/>
              <a:p>
                <a:r>
                  <a:rPr lang="zh-TW" altLang="en-US">
                    <a:noFill/>
                  </a:rPr>
                  <a:t> </a:t>
                </a:r>
              </a:p>
            </p:txBody>
          </p:sp>
        </mc:Fallback>
      </mc:AlternateContent>
      <p:grpSp>
        <p:nvGrpSpPr>
          <p:cNvPr id="31" name="群組 30">
            <a:extLst>
              <a:ext uri="{FF2B5EF4-FFF2-40B4-BE49-F238E27FC236}">
                <a16:creationId xmlns:a16="http://schemas.microsoft.com/office/drawing/2014/main" id="{99D3FE43-588B-40FA-9A8C-0FEBFFAFD0F1}"/>
              </a:ext>
            </a:extLst>
          </p:cNvPr>
          <p:cNvGrpSpPr/>
          <p:nvPr/>
        </p:nvGrpSpPr>
        <p:grpSpPr>
          <a:xfrm>
            <a:off x="6328776" y="1409616"/>
            <a:ext cx="717905" cy="523220"/>
            <a:chOff x="6190895" y="991029"/>
            <a:chExt cx="717905" cy="523220"/>
          </a:xfrm>
        </p:grpSpPr>
        <p:cxnSp>
          <p:nvCxnSpPr>
            <p:cNvPr id="10" name="直線單箭頭接點 9">
              <a:extLst>
                <a:ext uri="{FF2B5EF4-FFF2-40B4-BE49-F238E27FC236}">
                  <a16:creationId xmlns:a16="http://schemas.microsoft.com/office/drawing/2014/main" id="{E9E9704E-5414-4B07-A814-9EDD884A73FE}"/>
                </a:ext>
              </a:extLst>
            </p:cNvPr>
            <p:cNvCxnSpPr>
              <a:cxnSpLocks/>
            </p:cNvCxnSpPr>
            <p:nvPr/>
          </p:nvCxnSpPr>
          <p:spPr>
            <a:xfrm>
              <a:off x="6565900" y="1306760"/>
              <a:ext cx="342900" cy="0"/>
            </a:xfrm>
            <a:prstGeom prst="straightConnector1">
              <a:avLst/>
            </a:prstGeom>
            <a:noFill/>
            <a:ln w="28575">
              <a:solidFill>
                <a:srgbClr val="FF0000"/>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cxnSp>
        <mc:AlternateContent xmlns:mc="http://schemas.openxmlformats.org/markup-compatibility/2006" xmlns:a14="http://schemas.microsoft.com/office/drawing/2010/main">
          <mc:Choice Requires="a14">
            <p:sp>
              <p:nvSpPr>
                <p:cNvPr id="14" name="矩形 13">
                  <a:extLst>
                    <a:ext uri="{FF2B5EF4-FFF2-40B4-BE49-F238E27FC236}">
                      <a16:creationId xmlns:a16="http://schemas.microsoft.com/office/drawing/2014/main" id="{F5C27E8C-E866-4B5F-B16C-FB8C4FA3AF87}"/>
                    </a:ext>
                  </a:extLst>
                </p:cNvPr>
                <p:cNvSpPr/>
                <p:nvPr/>
              </p:nvSpPr>
              <p:spPr>
                <a:xfrm>
                  <a:off x="6190895" y="991029"/>
                  <a:ext cx="453842"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sz="2800" b="0" i="1" dirty="0" smtClean="0">
                            <a:solidFill>
                              <a:srgbClr val="FF0000"/>
                            </a:solidFill>
                            <a:latin typeface="Cambria Math" panose="02040503050406030204" pitchFamily="18" charset="0"/>
                            <a:cs typeface="Times New Roman" panose="02020603050405020304" pitchFamily="18" charset="0"/>
                          </a:rPr>
                          <m:t>𝑟</m:t>
                        </m:r>
                      </m:oMath>
                    </m:oMathPara>
                  </a14:m>
                  <a:endParaRPr lang="zh-TW" altLang="en-US" sz="2800" i="1" dirty="0">
                    <a:solidFill>
                      <a:srgbClr val="FF0000"/>
                    </a:solidFill>
                    <a:latin typeface="Times New Roman" panose="02020603050405020304" pitchFamily="18" charset="0"/>
                    <a:cs typeface="Times New Roman" panose="02020603050405020304" pitchFamily="18" charset="0"/>
                  </a:endParaRPr>
                </a:p>
              </p:txBody>
            </p:sp>
          </mc:Choice>
          <mc:Fallback xmlns="">
            <p:sp>
              <p:nvSpPr>
                <p:cNvPr id="14" name="矩形 13">
                  <a:extLst>
                    <a:ext uri="{FF2B5EF4-FFF2-40B4-BE49-F238E27FC236}">
                      <a16:creationId xmlns:a16="http://schemas.microsoft.com/office/drawing/2014/main" id="{F5C27E8C-E866-4B5F-B16C-FB8C4FA3AF87}"/>
                    </a:ext>
                  </a:extLst>
                </p:cNvPr>
                <p:cNvSpPr>
                  <a:spLocks noRot="1" noChangeAspect="1" noMove="1" noResize="1" noEditPoints="1" noAdjustHandles="1" noChangeArrowheads="1" noChangeShapeType="1" noTextEdit="1"/>
                </p:cNvSpPr>
                <p:nvPr/>
              </p:nvSpPr>
              <p:spPr>
                <a:xfrm>
                  <a:off x="6190895" y="991029"/>
                  <a:ext cx="453842" cy="523220"/>
                </a:xfrm>
                <a:prstGeom prst="rect">
                  <a:avLst/>
                </a:prstGeom>
                <a:blipFill>
                  <a:blip r:embed="rId14"/>
                  <a:stretch>
                    <a:fillRect/>
                  </a:stretch>
                </a:blipFill>
              </p:spPr>
              <p:txBody>
                <a:bodyPr/>
                <a:lstStyle/>
                <a:p>
                  <a:r>
                    <a:rPr lang="zh-TW" altLang="en-US">
                      <a:noFill/>
                    </a:rPr>
                    <a:t> </a:t>
                  </a:r>
                </a:p>
              </p:txBody>
            </p:sp>
          </mc:Fallback>
        </mc:AlternateContent>
      </p:grpSp>
      <p:cxnSp>
        <p:nvCxnSpPr>
          <p:cNvPr id="16" name="直線單箭頭接點 15">
            <a:extLst>
              <a:ext uri="{FF2B5EF4-FFF2-40B4-BE49-F238E27FC236}">
                <a16:creationId xmlns:a16="http://schemas.microsoft.com/office/drawing/2014/main" id="{13803DD1-CD9D-490C-9461-2A48F4A598FC}"/>
              </a:ext>
            </a:extLst>
          </p:cNvPr>
          <p:cNvCxnSpPr>
            <a:cxnSpLocks/>
          </p:cNvCxnSpPr>
          <p:nvPr/>
        </p:nvCxnSpPr>
        <p:spPr>
          <a:xfrm flipV="1">
            <a:off x="2653768" y="1655381"/>
            <a:ext cx="317500" cy="324052"/>
          </a:xfrm>
          <a:prstGeom prst="straightConnector1">
            <a:avLst/>
          </a:prstGeom>
          <a:noFill/>
          <a:ln w="28575">
            <a:solidFill>
              <a:srgbClr val="FF0000"/>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cxnSp>
      <mc:AlternateContent xmlns:mc="http://schemas.openxmlformats.org/markup-compatibility/2006">
        <mc:Choice xmlns:a14="http://schemas.microsoft.com/office/drawing/2010/main" Requires="a14">
          <p:sp>
            <p:nvSpPr>
              <p:cNvPr id="20" name="標題 1">
                <a:extLst>
                  <a:ext uri="{FF2B5EF4-FFF2-40B4-BE49-F238E27FC236}">
                    <a16:creationId xmlns:a16="http://schemas.microsoft.com/office/drawing/2014/main" id="{1687287B-8E67-4D7E-B41C-C5050E04C2F0}"/>
                  </a:ext>
                </a:extLst>
              </p:cNvPr>
              <p:cNvSpPr txBox="1">
                <a:spLocks/>
              </p:cNvSpPr>
              <p:nvPr/>
            </p:nvSpPr>
            <p:spPr>
              <a:xfrm>
                <a:off x="1528337" y="2238748"/>
                <a:ext cx="4713181" cy="5833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14:m>
                  <m:oMathPara xmlns:m="http://schemas.openxmlformats.org/officeDocument/2006/math">
                    <m:oMathParaPr>
                      <m:jc m:val="left"/>
                    </m:oMathParaPr>
                    <m:oMath xmlns:m="http://schemas.openxmlformats.org/officeDocument/2006/math">
                      <m:sSub>
                        <m:sSubPr>
                          <m:ctrlPr>
                            <a:rPr lang="en-US" altLang="zh-TW" sz="2800" b="0" i="1" smtClean="0">
                              <a:latin typeface="Cambria Math" panose="02040503050406030204" pitchFamily="18" charset="0"/>
                              <a:cs typeface="Times New Roman" panose="02020603050405020304" pitchFamily="18" charset="0"/>
                            </a:rPr>
                          </m:ctrlPr>
                        </m:sSubPr>
                        <m:e>
                          <m:r>
                            <a:rPr lang="en-US" altLang="zh-TW" sz="2800" b="0" i="1" smtClean="0">
                              <a:latin typeface="Cambria Math" panose="02040503050406030204" pitchFamily="18" charset="0"/>
                              <a:cs typeface="Times New Roman" panose="02020603050405020304" pitchFamily="18" charset="0"/>
                            </a:rPr>
                            <m:t>𝜏</m:t>
                          </m:r>
                        </m:e>
                        <m:sub>
                          <m:r>
                            <a:rPr lang="en-US" altLang="zh-TW" sz="2800" b="0" i="1" smtClean="0">
                              <a:latin typeface="Cambria Math" panose="02040503050406030204" pitchFamily="18" charset="0"/>
                              <a:cs typeface="Times New Roman" panose="02020603050405020304" pitchFamily="18" charset="0"/>
                            </a:rPr>
                            <m:t>2</m:t>
                          </m:r>
                        </m:sub>
                      </m:sSub>
                      <m:r>
                        <a:rPr lang="en-US" altLang="zh-TW" sz="2800" b="0" i="1" smtClean="0">
                          <a:latin typeface="Cambria Math" panose="02040503050406030204" pitchFamily="18" charset="0"/>
                          <a:cs typeface="Times New Roman" panose="02020603050405020304" pitchFamily="18" charset="0"/>
                        </a:rPr>
                        <m:t>= &lt;</m:t>
                      </m:r>
                      <m:r>
                        <a:rPr lang="zh-TW" altLang="en-US" sz="2800" i="1" smtClean="0">
                          <a:latin typeface="Cambria Math" panose="02040503050406030204" pitchFamily="18" charset="0"/>
                          <a:cs typeface="Times New Roman" panose="02020603050405020304" pitchFamily="18" charset="0"/>
                        </a:rPr>
                        <m:t>　　</m:t>
                      </m:r>
                      <m:r>
                        <a:rPr lang="zh-TW" altLang="en-US" sz="2800" i="1">
                          <a:latin typeface="Cambria Math" panose="02040503050406030204" pitchFamily="18" charset="0"/>
                          <a:cs typeface="Times New Roman" panose="02020603050405020304" pitchFamily="18" charset="0"/>
                        </a:rPr>
                        <m:t>　</m:t>
                      </m:r>
                      <m:r>
                        <a:rPr lang="zh-TW" altLang="en-US" sz="2800" i="1" smtClean="0">
                          <a:latin typeface="Cambria Math" panose="02040503050406030204" pitchFamily="18" charset="0"/>
                          <a:cs typeface="Times New Roman" panose="02020603050405020304" pitchFamily="18" charset="0"/>
                        </a:rPr>
                        <m:t>　</m:t>
                      </m:r>
                      <m:r>
                        <a:rPr lang="zh-TW" altLang="en-US" sz="2800" i="1">
                          <a:latin typeface="Cambria Math" panose="02040503050406030204" pitchFamily="18" charset="0"/>
                          <a:cs typeface="Times New Roman" panose="02020603050405020304" pitchFamily="18" charset="0"/>
                        </a:rPr>
                        <m:t>　</m:t>
                      </m:r>
                      <m:r>
                        <a:rPr lang="zh-TW" altLang="en-US" sz="2800" i="1" smtClean="0">
                          <a:latin typeface="Cambria Math" panose="02040503050406030204" pitchFamily="18" charset="0"/>
                          <a:cs typeface="Times New Roman" panose="02020603050405020304" pitchFamily="18" charset="0"/>
                        </a:rPr>
                        <m:t>　</m:t>
                      </m:r>
                      <m:r>
                        <a:rPr lang="zh-TW" altLang="en-US" sz="2800" i="1">
                          <a:latin typeface="Cambria Math" panose="02040503050406030204" pitchFamily="18" charset="0"/>
                          <a:cs typeface="Times New Roman" panose="02020603050405020304" pitchFamily="18" charset="0"/>
                        </a:rPr>
                        <m:t>　</m:t>
                      </m:r>
                      <m:r>
                        <a:rPr lang="zh-TW" altLang="en-US" sz="2800" i="1" smtClean="0">
                          <a:latin typeface="Cambria Math" panose="02040503050406030204" pitchFamily="18" charset="0"/>
                          <a:cs typeface="Times New Roman" panose="02020603050405020304" pitchFamily="18" charset="0"/>
                        </a:rPr>
                        <m:t>　</m:t>
                      </m:r>
                      <m:r>
                        <a:rPr lang="en-US" altLang="zh-TW" sz="2800" b="0" i="1" smtClean="0">
                          <a:latin typeface="Cambria Math" panose="02040503050406030204" pitchFamily="18" charset="0"/>
                          <a:cs typeface="Times New Roman" panose="02020603050405020304" pitchFamily="18" charset="0"/>
                        </a:rPr>
                        <m:t>&gt;</m:t>
                      </m:r>
                    </m:oMath>
                  </m:oMathPara>
                </a14:m>
                <a:endParaRPr lang="zh-TW" altLang="en-US" sz="2800" dirty="0">
                  <a:latin typeface="Times New Roman" panose="02020603050405020304" pitchFamily="18" charset="0"/>
                  <a:cs typeface="Times New Roman" panose="02020603050405020304" pitchFamily="18" charset="0"/>
                </a:endParaRPr>
              </a:p>
            </p:txBody>
          </p:sp>
        </mc:Choice>
        <mc:Fallback>
          <p:sp>
            <p:nvSpPr>
              <p:cNvPr id="20" name="標題 1">
                <a:extLst>
                  <a:ext uri="{FF2B5EF4-FFF2-40B4-BE49-F238E27FC236}">
                    <a16:creationId xmlns:a16="http://schemas.microsoft.com/office/drawing/2014/main" id="{1687287B-8E67-4D7E-B41C-C5050E04C2F0}"/>
                  </a:ext>
                </a:extLst>
              </p:cNvPr>
              <p:cNvSpPr txBox="1">
                <a:spLocks noRot="1" noChangeAspect="1" noMove="1" noResize="1" noEditPoints="1" noAdjustHandles="1" noChangeArrowheads="1" noChangeShapeType="1" noTextEdit="1"/>
              </p:cNvSpPr>
              <p:nvPr/>
            </p:nvSpPr>
            <p:spPr>
              <a:xfrm>
                <a:off x="1528337" y="2238748"/>
                <a:ext cx="4713181" cy="583367"/>
              </a:xfrm>
              <a:prstGeom prst="rect">
                <a:avLst/>
              </a:prstGeom>
              <a:blipFill>
                <a:blip r:embed="rId15"/>
                <a:stretch>
                  <a:fillRect/>
                </a:stretch>
              </a:blipFill>
            </p:spPr>
            <p:txBody>
              <a:bodyPr/>
              <a:lstStyle/>
              <a:p>
                <a:r>
                  <a:rPr lang="zh-TW" altLang="en-US">
                    <a:noFill/>
                  </a:rPr>
                  <a:t> </a:t>
                </a:r>
              </a:p>
            </p:txBody>
          </p:sp>
        </mc:Fallback>
      </mc:AlternateContent>
      <p:cxnSp>
        <p:nvCxnSpPr>
          <p:cNvPr id="21" name="直線單箭頭接點 20">
            <a:extLst>
              <a:ext uri="{FF2B5EF4-FFF2-40B4-BE49-F238E27FC236}">
                <a16:creationId xmlns:a16="http://schemas.microsoft.com/office/drawing/2014/main" id="{58A39743-37E3-49D9-81C4-353819BBD59F}"/>
              </a:ext>
            </a:extLst>
          </p:cNvPr>
          <p:cNvCxnSpPr>
            <a:cxnSpLocks/>
          </p:cNvCxnSpPr>
          <p:nvPr/>
        </p:nvCxnSpPr>
        <p:spPr>
          <a:xfrm flipV="1">
            <a:off x="3000529" y="1655381"/>
            <a:ext cx="317500" cy="324052"/>
          </a:xfrm>
          <a:prstGeom prst="straightConnector1">
            <a:avLst/>
          </a:prstGeom>
          <a:noFill/>
          <a:ln w="28575">
            <a:solidFill>
              <a:srgbClr val="FF0000"/>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cxnSp>
      <mc:AlternateContent xmlns:mc="http://schemas.openxmlformats.org/markup-compatibility/2006">
        <mc:Choice xmlns:a14="http://schemas.microsoft.com/office/drawing/2010/main" Requires="a14">
          <p:sp>
            <p:nvSpPr>
              <p:cNvPr id="23" name="矩形 22">
                <a:extLst>
                  <a:ext uri="{FF2B5EF4-FFF2-40B4-BE49-F238E27FC236}">
                    <a16:creationId xmlns:a16="http://schemas.microsoft.com/office/drawing/2014/main" id="{C9422B26-86F6-425D-8E11-0105FB5143AA}"/>
                  </a:ext>
                </a:extLst>
              </p:cNvPr>
              <p:cNvSpPr/>
              <p:nvPr/>
            </p:nvSpPr>
            <p:spPr>
              <a:xfrm>
                <a:off x="2934336" y="2307705"/>
                <a:ext cx="465191"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sz="2800" b="0" i="1" smtClean="0">
                          <a:latin typeface="Cambria Math" panose="02040503050406030204" pitchFamily="18" charset="0"/>
                          <a:cs typeface="Times New Roman" panose="02020603050405020304" pitchFamily="18" charset="0"/>
                        </a:rPr>
                        <m:t>8</m:t>
                      </m:r>
                    </m:oMath>
                  </m:oMathPara>
                </a14:m>
                <a:endParaRPr lang="zh-TW" altLang="en-US" sz="2800" dirty="0"/>
              </a:p>
            </p:txBody>
          </p:sp>
        </mc:Choice>
        <mc:Fallback>
          <p:sp>
            <p:nvSpPr>
              <p:cNvPr id="23" name="矩形 22">
                <a:extLst>
                  <a:ext uri="{FF2B5EF4-FFF2-40B4-BE49-F238E27FC236}">
                    <a16:creationId xmlns:a16="http://schemas.microsoft.com/office/drawing/2014/main" id="{C9422B26-86F6-425D-8E11-0105FB5143AA}"/>
                  </a:ext>
                </a:extLst>
              </p:cNvPr>
              <p:cNvSpPr>
                <a:spLocks noRot="1" noChangeAspect="1" noMove="1" noResize="1" noEditPoints="1" noAdjustHandles="1" noChangeArrowheads="1" noChangeShapeType="1" noTextEdit="1"/>
              </p:cNvSpPr>
              <p:nvPr/>
            </p:nvSpPr>
            <p:spPr>
              <a:xfrm>
                <a:off x="2934336" y="2307705"/>
                <a:ext cx="465191" cy="523220"/>
              </a:xfrm>
              <a:prstGeom prst="rect">
                <a:avLst/>
              </a:prstGeom>
              <a:blipFill>
                <a:blip r:embed="rId16"/>
                <a:stretch>
                  <a:fillRect/>
                </a:stretch>
              </a:blipFill>
            </p:spPr>
            <p:txBody>
              <a:bodyPr/>
              <a:lstStyle/>
              <a:p>
                <a:r>
                  <a:rPr lang="zh-TW" altLang="en-US">
                    <a:noFill/>
                  </a:rPr>
                  <a:t> </a:t>
                </a:r>
              </a:p>
            </p:txBody>
          </p:sp>
        </mc:Fallback>
      </mc:AlternateContent>
      <p:cxnSp>
        <p:nvCxnSpPr>
          <p:cNvPr id="25" name="直線單箭頭接點 24">
            <a:extLst>
              <a:ext uri="{FF2B5EF4-FFF2-40B4-BE49-F238E27FC236}">
                <a16:creationId xmlns:a16="http://schemas.microsoft.com/office/drawing/2014/main" id="{D44E427D-7132-4CDD-B164-614E1EFA5E90}"/>
              </a:ext>
            </a:extLst>
          </p:cNvPr>
          <p:cNvCxnSpPr>
            <a:cxnSpLocks/>
          </p:cNvCxnSpPr>
          <p:nvPr/>
        </p:nvCxnSpPr>
        <p:spPr>
          <a:xfrm flipV="1">
            <a:off x="3342743" y="1655381"/>
            <a:ext cx="317500" cy="324052"/>
          </a:xfrm>
          <a:prstGeom prst="straightConnector1">
            <a:avLst/>
          </a:prstGeom>
          <a:noFill/>
          <a:ln w="28575">
            <a:solidFill>
              <a:srgbClr val="FF0000"/>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cxnSp>
      <mc:AlternateContent xmlns:mc="http://schemas.openxmlformats.org/markup-compatibility/2006">
        <mc:Choice xmlns:a14="http://schemas.microsoft.com/office/drawing/2010/main" Requires="a14">
          <p:sp>
            <p:nvSpPr>
              <p:cNvPr id="26" name="矩形 25">
                <a:extLst>
                  <a:ext uri="{FF2B5EF4-FFF2-40B4-BE49-F238E27FC236}">
                    <a16:creationId xmlns:a16="http://schemas.microsoft.com/office/drawing/2014/main" id="{7B91D267-5D93-4E0C-A633-7A81F983C32A}"/>
                  </a:ext>
                </a:extLst>
              </p:cNvPr>
              <p:cNvSpPr/>
              <p:nvPr/>
            </p:nvSpPr>
            <p:spPr>
              <a:xfrm>
                <a:off x="3606588" y="2307705"/>
                <a:ext cx="465192"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sz="2800" i="1">
                          <a:latin typeface="Cambria Math" panose="02040503050406030204" pitchFamily="18" charset="0"/>
                        </a:rPr>
                        <m:t>9</m:t>
                      </m:r>
                    </m:oMath>
                  </m:oMathPara>
                </a14:m>
                <a:endParaRPr lang="zh-TW" altLang="en-US" sz="2800" dirty="0"/>
              </a:p>
            </p:txBody>
          </p:sp>
        </mc:Choice>
        <mc:Fallback>
          <p:sp>
            <p:nvSpPr>
              <p:cNvPr id="26" name="矩形 25">
                <a:extLst>
                  <a:ext uri="{FF2B5EF4-FFF2-40B4-BE49-F238E27FC236}">
                    <a16:creationId xmlns:a16="http://schemas.microsoft.com/office/drawing/2014/main" id="{7B91D267-5D93-4E0C-A633-7A81F983C32A}"/>
                  </a:ext>
                </a:extLst>
              </p:cNvPr>
              <p:cNvSpPr>
                <a:spLocks noRot="1" noChangeAspect="1" noMove="1" noResize="1" noEditPoints="1" noAdjustHandles="1" noChangeArrowheads="1" noChangeShapeType="1" noTextEdit="1"/>
              </p:cNvSpPr>
              <p:nvPr/>
            </p:nvSpPr>
            <p:spPr>
              <a:xfrm>
                <a:off x="3606588" y="2307705"/>
                <a:ext cx="465192" cy="523220"/>
              </a:xfrm>
              <a:prstGeom prst="rect">
                <a:avLst/>
              </a:prstGeom>
              <a:blipFill>
                <a:blip r:embed="rId17"/>
                <a:stretch>
                  <a:fillRect/>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27" name="矩形 26">
                <a:extLst>
                  <a:ext uri="{FF2B5EF4-FFF2-40B4-BE49-F238E27FC236}">
                    <a16:creationId xmlns:a16="http://schemas.microsoft.com/office/drawing/2014/main" id="{5681FA50-0903-4367-A3BC-A92F1B8BC279}"/>
                  </a:ext>
                </a:extLst>
              </p:cNvPr>
              <p:cNvSpPr/>
              <p:nvPr/>
            </p:nvSpPr>
            <p:spPr>
              <a:xfrm>
                <a:off x="3953348" y="2307705"/>
                <a:ext cx="465191"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sz="2800" i="1">
                          <a:latin typeface="Cambria Math" panose="02040503050406030204" pitchFamily="18" charset="0"/>
                          <a:cs typeface="Times New Roman" panose="02020603050405020304" pitchFamily="18" charset="0"/>
                        </a:rPr>
                        <m:t>5</m:t>
                      </m:r>
                    </m:oMath>
                  </m:oMathPara>
                </a14:m>
                <a:endParaRPr lang="zh-TW" altLang="en-US" sz="2800" dirty="0"/>
              </a:p>
            </p:txBody>
          </p:sp>
        </mc:Choice>
        <mc:Fallback>
          <p:sp>
            <p:nvSpPr>
              <p:cNvPr id="27" name="矩形 26">
                <a:extLst>
                  <a:ext uri="{FF2B5EF4-FFF2-40B4-BE49-F238E27FC236}">
                    <a16:creationId xmlns:a16="http://schemas.microsoft.com/office/drawing/2014/main" id="{5681FA50-0903-4367-A3BC-A92F1B8BC279}"/>
                  </a:ext>
                </a:extLst>
              </p:cNvPr>
              <p:cNvSpPr>
                <a:spLocks noRot="1" noChangeAspect="1" noMove="1" noResize="1" noEditPoints="1" noAdjustHandles="1" noChangeArrowheads="1" noChangeShapeType="1" noTextEdit="1"/>
              </p:cNvSpPr>
              <p:nvPr/>
            </p:nvSpPr>
            <p:spPr>
              <a:xfrm>
                <a:off x="3953348" y="2307705"/>
                <a:ext cx="465191" cy="523220"/>
              </a:xfrm>
              <a:prstGeom prst="rect">
                <a:avLst/>
              </a:prstGeom>
              <a:blipFill>
                <a:blip r:embed="rId18"/>
                <a:stretch>
                  <a:fillRect/>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28" name="矩形 27">
                <a:extLst>
                  <a:ext uri="{FF2B5EF4-FFF2-40B4-BE49-F238E27FC236}">
                    <a16:creationId xmlns:a16="http://schemas.microsoft.com/office/drawing/2014/main" id="{7D503331-34D9-4347-84EB-209EAACB2BAB}"/>
                  </a:ext>
                </a:extLst>
              </p:cNvPr>
              <p:cNvSpPr/>
              <p:nvPr/>
            </p:nvSpPr>
            <p:spPr>
              <a:xfrm>
                <a:off x="4611498" y="2307705"/>
                <a:ext cx="465191"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sz="2800" i="1">
                          <a:latin typeface="Cambria Math" panose="02040503050406030204" pitchFamily="18" charset="0"/>
                          <a:cs typeface="Times New Roman" panose="02020603050405020304" pitchFamily="18" charset="0"/>
                        </a:rPr>
                        <m:t>7</m:t>
                      </m:r>
                    </m:oMath>
                  </m:oMathPara>
                </a14:m>
                <a:endParaRPr lang="zh-TW" altLang="en-US" sz="2800" dirty="0"/>
              </a:p>
            </p:txBody>
          </p:sp>
        </mc:Choice>
        <mc:Fallback>
          <p:sp>
            <p:nvSpPr>
              <p:cNvPr id="28" name="矩形 27">
                <a:extLst>
                  <a:ext uri="{FF2B5EF4-FFF2-40B4-BE49-F238E27FC236}">
                    <a16:creationId xmlns:a16="http://schemas.microsoft.com/office/drawing/2014/main" id="{7D503331-34D9-4347-84EB-209EAACB2BAB}"/>
                  </a:ext>
                </a:extLst>
              </p:cNvPr>
              <p:cNvSpPr>
                <a:spLocks noRot="1" noChangeAspect="1" noMove="1" noResize="1" noEditPoints="1" noAdjustHandles="1" noChangeArrowheads="1" noChangeShapeType="1" noTextEdit="1"/>
              </p:cNvSpPr>
              <p:nvPr/>
            </p:nvSpPr>
            <p:spPr>
              <a:xfrm>
                <a:off x="4611498" y="2307705"/>
                <a:ext cx="465191" cy="523220"/>
              </a:xfrm>
              <a:prstGeom prst="rect">
                <a:avLst/>
              </a:prstGeom>
              <a:blipFill>
                <a:blip r:embed="rId19"/>
                <a:stretch>
                  <a:fillRect/>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29" name="矩形 28">
                <a:extLst>
                  <a:ext uri="{FF2B5EF4-FFF2-40B4-BE49-F238E27FC236}">
                    <a16:creationId xmlns:a16="http://schemas.microsoft.com/office/drawing/2014/main" id="{C8A1AFE3-AA5C-471E-B9B6-5C0DC7A9F1B6}"/>
                  </a:ext>
                </a:extLst>
              </p:cNvPr>
              <p:cNvSpPr/>
              <p:nvPr/>
            </p:nvSpPr>
            <p:spPr>
              <a:xfrm>
                <a:off x="4936511" y="2307705"/>
                <a:ext cx="465191"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sz="2800" i="1">
                          <a:latin typeface="Cambria Math" panose="02040503050406030204" pitchFamily="18" charset="0"/>
                          <a:cs typeface="Times New Roman" panose="02020603050405020304" pitchFamily="18" charset="0"/>
                        </a:rPr>
                        <m:t>6</m:t>
                      </m:r>
                    </m:oMath>
                  </m:oMathPara>
                </a14:m>
                <a:endParaRPr lang="zh-TW" altLang="en-US" sz="2800" dirty="0"/>
              </a:p>
            </p:txBody>
          </p:sp>
        </mc:Choice>
        <mc:Fallback>
          <p:sp>
            <p:nvSpPr>
              <p:cNvPr id="29" name="矩形 28">
                <a:extLst>
                  <a:ext uri="{FF2B5EF4-FFF2-40B4-BE49-F238E27FC236}">
                    <a16:creationId xmlns:a16="http://schemas.microsoft.com/office/drawing/2014/main" id="{C8A1AFE3-AA5C-471E-B9B6-5C0DC7A9F1B6}"/>
                  </a:ext>
                </a:extLst>
              </p:cNvPr>
              <p:cNvSpPr>
                <a:spLocks noRot="1" noChangeAspect="1" noMove="1" noResize="1" noEditPoints="1" noAdjustHandles="1" noChangeArrowheads="1" noChangeShapeType="1" noTextEdit="1"/>
              </p:cNvSpPr>
              <p:nvPr/>
            </p:nvSpPr>
            <p:spPr>
              <a:xfrm>
                <a:off x="4936511" y="2307705"/>
                <a:ext cx="465191" cy="523220"/>
              </a:xfrm>
              <a:prstGeom prst="rect">
                <a:avLst/>
              </a:prstGeom>
              <a:blipFill>
                <a:blip r:embed="rId20"/>
                <a:stretch>
                  <a:fillRect/>
                </a:stretch>
              </a:blipFill>
            </p:spPr>
            <p:txBody>
              <a:bodyPr/>
              <a:lstStyle/>
              <a:p>
                <a:r>
                  <a:rPr lang="zh-TW" altLang="en-US">
                    <a:noFill/>
                  </a:rPr>
                  <a:t> </a:t>
                </a:r>
              </a:p>
            </p:txBody>
          </p:sp>
        </mc:Fallback>
      </mc:AlternateContent>
      <p:cxnSp>
        <p:nvCxnSpPr>
          <p:cNvPr id="32" name="直線單箭頭接點 31">
            <a:extLst>
              <a:ext uri="{FF2B5EF4-FFF2-40B4-BE49-F238E27FC236}">
                <a16:creationId xmlns:a16="http://schemas.microsoft.com/office/drawing/2014/main" id="{D01A1DDC-1B38-431E-B7DF-77CA0446CD38}"/>
              </a:ext>
            </a:extLst>
          </p:cNvPr>
          <p:cNvCxnSpPr>
            <a:cxnSpLocks/>
          </p:cNvCxnSpPr>
          <p:nvPr/>
        </p:nvCxnSpPr>
        <p:spPr>
          <a:xfrm flipV="1">
            <a:off x="3666593" y="1655381"/>
            <a:ext cx="317500" cy="324052"/>
          </a:xfrm>
          <a:prstGeom prst="straightConnector1">
            <a:avLst/>
          </a:prstGeom>
          <a:noFill/>
          <a:ln w="28575">
            <a:solidFill>
              <a:srgbClr val="FF0000"/>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cxnSp>
      <p:cxnSp>
        <p:nvCxnSpPr>
          <p:cNvPr id="33" name="直線單箭頭接點 32">
            <a:extLst>
              <a:ext uri="{FF2B5EF4-FFF2-40B4-BE49-F238E27FC236}">
                <a16:creationId xmlns:a16="http://schemas.microsoft.com/office/drawing/2014/main" id="{0BCC3FE7-E271-4880-BD16-CF537CED5EA2}"/>
              </a:ext>
            </a:extLst>
          </p:cNvPr>
          <p:cNvCxnSpPr>
            <a:cxnSpLocks/>
          </p:cNvCxnSpPr>
          <p:nvPr/>
        </p:nvCxnSpPr>
        <p:spPr>
          <a:xfrm flipV="1">
            <a:off x="3976498" y="1655381"/>
            <a:ext cx="317500" cy="324052"/>
          </a:xfrm>
          <a:prstGeom prst="straightConnector1">
            <a:avLst/>
          </a:prstGeom>
          <a:noFill/>
          <a:ln w="28575">
            <a:solidFill>
              <a:srgbClr val="FF0000"/>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cxnSp>
      <p:cxnSp>
        <p:nvCxnSpPr>
          <p:cNvPr id="34" name="直線單箭頭接點 33">
            <a:extLst>
              <a:ext uri="{FF2B5EF4-FFF2-40B4-BE49-F238E27FC236}">
                <a16:creationId xmlns:a16="http://schemas.microsoft.com/office/drawing/2014/main" id="{E8F2A432-E5FF-48A2-AC37-4C17F1F02428}"/>
              </a:ext>
            </a:extLst>
          </p:cNvPr>
          <p:cNvCxnSpPr>
            <a:cxnSpLocks/>
          </p:cNvCxnSpPr>
          <p:nvPr/>
        </p:nvCxnSpPr>
        <p:spPr>
          <a:xfrm flipV="1">
            <a:off x="4293998" y="1655381"/>
            <a:ext cx="317500" cy="324052"/>
          </a:xfrm>
          <a:prstGeom prst="straightConnector1">
            <a:avLst/>
          </a:prstGeom>
          <a:noFill/>
          <a:ln w="28575">
            <a:solidFill>
              <a:srgbClr val="FF0000"/>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cxnSp>
      <p:cxnSp>
        <p:nvCxnSpPr>
          <p:cNvPr id="35" name="直線單箭頭接點 34">
            <a:extLst>
              <a:ext uri="{FF2B5EF4-FFF2-40B4-BE49-F238E27FC236}">
                <a16:creationId xmlns:a16="http://schemas.microsoft.com/office/drawing/2014/main" id="{4F2F8EB5-9766-488B-BE27-6A3032D658BF}"/>
              </a:ext>
            </a:extLst>
          </p:cNvPr>
          <p:cNvCxnSpPr>
            <a:cxnSpLocks/>
          </p:cNvCxnSpPr>
          <p:nvPr/>
        </p:nvCxnSpPr>
        <p:spPr>
          <a:xfrm flipV="1">
            <a:off x="4645990" y="1655381"/>
            <a:ext cx="317500" cy="324052"/>
          </a:xfrm>
          <a:prstGeom prst="straightConnector1">
            <a:avLst/>
          </a:prstGeom>
          <a:noFill/>
          <a:ln w="28575">
            <a:solidFill>
              <a:srgbClr val="FF0000"/>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cxnSp>
      <p:cxnSp>
        <p:nvCxnSpPr>
          <p:cNvPr id="36" name="直線單箭頭接點 35">
            <a:extLst>
              <a:ext uri="{FF2B5EF4-FFF2-40B4-BE49-F238E27FC236}">
                <a16:creationId xmlns:a16="http://schemas.microsoft.com/office/drawing/2014/main" id="{9BDEC0F8-95C9-4B8C-A761-E2DE600A8DF8}"/>
              </a:ext>
            </a:extLst>
          </p:cNvPr>
          <p:cNvCxnSpPr>
            <a:cxnSpLocks/>
          </p:cNvCxnSpPr>
          <p:nvPr/>
        </p:nvCxnSpPr>
        <p:spPr>
          <a:xfrm flipV="1">
            <a:off x="4978896" y="1655381"/>
            <a:ext cx="317500" cy="324052"/>
          </a:xfrm>
          <a:prstGeom prst="straightConnector1">
            <a:avLst/>
          </a:prstGeom>
          <a:noFill/>
          <a:ln w="28575">
            <a:solidFill>
              <a:srgbClr val="FF0000"/>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cxnSp>
      <p:cxnSp>
        <p:nvCxnSpPr>
          <p:cNvPr id="37" name="直線單箭頭接點 36">
            <a:extLst>
              <a:ext uri="{FF2B5EF4-FFF2-40B4-BE49-F238E27FC236}">
                <a16:creationId xmlns:a16="http://schemas.microsoft.com/office/drawing/2014/main" id="{14A5EB32-F172-4433-A954-1FC158EA56E2}"/>
              </a:ext>
            </a:extLst>
          </p:cNvPr>
          <p:cNvCxnSpPr>
            <a:cxnSpLocks/>
          </p:cNvCxnSpPr>
          <p:nvPr/>
        </p:nvCxnSpPr>
        <p:spPr>
          <a:xfrm flipV="1">
            <a:off x="5306732" y="1655381"/>
            <a:ext cx="317500" cy="324052"/>
          </a:xfrm>
          <a:prstGeom prst="straightConnector1">
            <a:avLst/>
          </a:prstGeom>
          <a:noFill/>
          <a:ln w="28575">
            <a:solidFill>
              <a:srgbClr val="FF0000"/>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cxnSp>
      <mc:AlternateContent xmlns:mc="http://schemas.openxmlformats.org/markup-compatibility/2006">
        <mc:Choice xmlns:a14="http://schemas.microsoft.com/office/drawing/2010/main" Requires="a14">
          <p:sp>
            <p:nvSpPr>
              <p:cNvPr id="38" name="矩形 37">
                <a:extLst>
                  <a:ext uri="{FF2B5EF4-FFF2-40B4-BE49-F238E27FC236}">
                    <a16:creationId xmlns:a16="http://schemas.microsoft.com/office/drawing/2014/main" id="{C497113A-A4C7-4B98-9269-1A5C19F57BA1}"/>
                  </a:ext>
                </a:extLst>
              </p:cNvPr>
              <p:cNvSpPr/>
              <p:nvPr/>
            </p:nvSpPr>
            <p:spPr>
              <a:xfrm>
                <a:off x="5278331" y="2307705"/>
                <a:ext cx="465191"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sz="2800" i="1" smtClean="0">
                          <a:latin typeface="Cambria Math" panose="02040503050406030204" pitchFamily="18" charset="0"/>
                          <a:cs typeface="Times New Roman" panose="02020603050405020304" pitchFamily="18" charset="0"/>
                        </a:rPr>
                        <m:t>3</m:t>
                      </m:r>
                    </m:oMath>
                  </m:oMathPara>
                </a14:m>
                <a:endParaRPr lang="zh-TW" altLang="en-US" sz="2800" dirty="0"/>
              </a:p>
            </p:txBody>
          </p:sp>
        </mc:Choice>
        <mc:Fallback>
          <p:sp>
            <p:nvSpPr>
              <p:cNvPr id="38" name="矩形 37">
                <a:extLst>
                  <a:ext uri="{FF2B5EF4-FFF2-40B4-BE49-F238E27FC236}">
                    <a16:creationId xmlns:a16="http://schemas.microsoft.com/office/drawing/2014/main" id="{C497113A-A4C7-4B98-9269-1A5C19F57BA1}"/>
                  </a:ext>
                </a:extLst>
              </p:cNvPr>
              <p:cNvSpPr>
                <a:spLocks noRot="1" noChangeAspect="1" noMove="1" noResize="1" noEditPoints="1" noAdjustHandles="1" noChangeArrowheads="1" noChangeShapeType="1" noTextEdit="1"/>
              </p:cNvSpPr>
              <p:nvPr/>
            </p:nvSpPr>
            <p:spPr>
              <a:xfrm>
                <a:off x="5278331" y="2307705"/>
                <a:ext cx="465191" cy="523220"/>
              </a:xfrm>
              <a:prstGeom prst="rect">
                <a:avLst/>
              </a:prstGeom>
              <a:blipFill>
                <a:blip r:embed="rId21"/>
                <a:stretch>
                  <a:fillRect/>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39" name="矩形 38">
                <a:extLst>
                  <a:ext uri="{FF2B5EF4-FFF2-40B4-BE49-F238E27FC236}">
                    <a16:creationId xmlns:a16="http://schemas.microsoft.com/office/drawing/2014/main" id="{349E12F3-CD71-46CE-BD93-CBD3E40F71AF}"/>
                  </a:ext>
                </a:extLst>
              </p:cNvPr>
              <p:cNvSpPr/>
              <p:nvPr/>
            </p:nvSpPr>
            <p:spPr>
              <a:xfrm>
                <a:off x="3267753" y="2307705"/>
                <a:ext cx="465191"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sz="2800" i="1">
                          <a:latin typeface="Cambria Math" panose="02040503050406030204" pitchFamily="18" charset="0"/>
                          <a:cs typeface="Times New Roman" panose="02020603050405020304" pitchFamily="18" charset="0"/>
                        </a:rPr>
                        <m:t>4</m:t>
                      </m:r>
                    </m:oMath>
                  </m:oMathPara>
                </a14:m>
                <a:endParaRPr lang="zh-TW" altLang="en-US" sz="2800" dirty="0"/>
              </a:p>
            </p:txBody>
          </p:sp>
        </mc:Choice>
        <mc:Fallback>
          <p:sp>
            <p:nvSpPr>
              <p:cNvPr id="39" name="矩形 38">
                <a:extLst>
                  <a:ext uri="{FF2B5EF4-FFF2-40B4-BE49-F238E27FC236}">
                    <a16:creationId xmlns:a16="http://schemas.microsoft.com/office/drawing/2014/main" id="{349E12F3-CD71-46CE-BD93-CBD3E40F71AF}"/>
                  </a:ext>
                </a:extLst>
              </p:cNvPr>
              <p:cNvSpPr>
                <a:spLocks noRot="1" noChangeAspect="1" noMove="1" noResize="1" noEditPoints="1" noAdjustHandles="1" noChangeArrowheads="1" noChangeShapeType="1" noTextEdit="1"/>
              </p:cNvSpPr>
              <p:nvPr/>
            </p:nvSpPr>
            <p:spPr>
              <a:xfrm>
                <a:off x="3267753" y="2307705"/>
                <a:ext cx="465191" cy="523220"/>
              </a:xfrm>
              <a:prstGeom prst="rect">
                <a:avLst/>
              </a:prstGeom>
              <a:blipFill>
                <a:blip r:embed="rId22"/>
                <a:stretch>
                  <a:fillRect/>
                </a:stretch>
              </a:blipFill>
            </p:spPr>
            <p:txBody>
              <a:bodyPr/>
              <a:lstStyle/>
              <a:p>
                <a:r>
                  <a:rPr lang="zh-TW" altLang="en-US">
                    <a:noFill/>
                  </a:rPr>
                  <a:t> </a:t>
                </a:r>
              </a:p>
            </p:txBody>
          </p:sp>
        </mc:Fallback>
      </mc:AlternateContent>
      <p:sp>
        <p:nvSpPr>
          <p:cNvPr id="55" name="矩形 54">
            <a:extLst>
              <a:ext uri="{FF2B5EF4-FFF2-40B4-BE49-F238E27FC236}">
                <a16:creationId xmlns:a16="http://schemas.microsoft.com/office/drawing/2014/main" id="{34AA1821-7EFF-4FA8-9877-F43815AC6D70}"/>
              </a:ext>
            </a:extLst>
          </p:cNvPr>
          <p:cNvSpPr/>
          <p:nvPr/>
        </p:nvSpPr>
        <p:spPr>
          <a:xfrm>
            <a:off x="7530605" y="808397"/>
            <a:ext cx="1068967" cy="1628853"/>
          </a:xfrm>
          <a:prstGeom prst="rect">
            <a:avLst/>
          </a:pr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rgbClr val="FF0000"/>
              </a:solidFill>
            </a:endParaRPr>
          </a:p>
        </p:txBody>
      </p:sp>
      <p:sp>
        <p:nvSpPr>
          <p:cNvPr id="59" name="矩形 58">
            <a:extLst>
              <a:ext uri="{FF2B5EF4-FFF2-40B4-BE49-F238E27FC236}">
                <a16:creationId xmlns:a16="http://schemas.microsoft.com/office/drawing/2014/main" id="{807FFDAB-CD1C-444A-95B8-8E8FFC55618A}"/>
              </a:ext>
            </a:extLst>
          </p:cNvPr>
          <p:cNvSpPr/>
          <p:nvPr/>
        </p:nvSpPr>
        <p:spPr>
          <a:xfrm>
            <a:off x="6215237" y="315252"/>
            <a:ext cx="1935145" cy="369332"/>
          </a:xfrm>
          <a:prstGeom prst="rect">
            <a:avLst/>
          </a:prstGeom>
        </p:spPr>
        <p:txBody>
          <a:bodyPr wrap="none">
            <a:spAutoFit/>
          </a:bodyPr>
          <a:lstStyle/>
          <a:p>
            <a:r>
              <a:rPr lang="en-US" altLang="zh-TW" dirty="0">
                <a:solidFill>
                  <a:srgbClr val="0070C0"/>
                </a:solidFill>
                <a:latin typeface="Yu Gothic UI Semibold" panose="020B0700000000000000" pitchFamily="34" charset="-128"/>
                <a:ea typeface="Yu Gothic UI Semibold" panose="020B0700000000000000" pitchFamily="34" charset="-128"/>
                <a:cs typeface="Times New Roman" panose="02020603050405020304" pitchFamily="18" charset="0"/>
              </a:rPr>
              <a:t>n = 9, </a:t>
            </a:r>
            <a:r>
              <a:rPr lang="en-US" altLang="zh-TW" dirty="0" err="1">
                <a:solidFill>
                  <a:srgbClr val="0070C0"/>
                </a:solidFill>
                <a:latin typeface="Yu Gothic UI Semibold" panose="020B0700000000000000" pitchFamily="34" charset="-128"/>
                <a:ea typeface="Yu Gothic UI Semibold" panose="020B0700000000000000" pitchFamily="34" charset="-128"/>
                <a:cs typeface="Times New Roman" panose="02020603050405020304" pitchFamily="18" charset="0"/>
              </a:rPr>
              <a:t>i</a:t>
            </a:r>
            <a:r>
              <a:rPr lang="en-US" altLang="zh-TW" dirty="0">
                <a:solidFill>
                  <a:srgbClr val="0070C0"/>
                </a:solidFill>
                <a:latin typeface="Yu Gothic UI Semibold" panose="020B0700000000000000" pitchFamily="34" charset="-128"/>
                <a:ea typeface="Yu Gothic UI Semibold" panose="020B0700000000000000" pitchFamily="34" charset="-128"/>
                <a:cs typeface="Times New Roman" panose="02020603050405020304" pitchFamily="18" charset="0"/>
              </a:rPr>
              <a:t> = 1, s = 2</a:t>
            </a:r>
            <a:endParaRPr lang="zh-TW" altLang="en-US" dirty="0">
              <a:latin typeface="Yu Gothic UI Semibold" panose="020B0700000000000000" pitchFamily="34" charset="-128"/>
              <a:ea typeface="Yu Gothic UI Semibold" panose="020B0700000000000000" pitchFamily="34" charset="-128"/>
            </a:endParaRPr>
          </a:p>
        </p:txBody>
      </p:sp>
      <p:grpSp>
        <p:nvGrpSpPr>
          <p:cNvPr id="48" name="群組 47">
            <a:extLst>
              <a:ext uri="{FF2B5EF4-FFF2-40B4-BE49-F238E27FC236}">
                <a16:creationId xmlns:a16="http://schemas.microsoft.com/office/drawing/2014/main" id="{E1D94E85-523B-40D4-AF8A-B7C6209D74B5}"/>
              </a:ext>
            </a:extLst>
          </p:cNvPr>
          <p:cNvGrpSpPr/>
          <p:nvPr/>
        </p:nvGrpSpPr>
        <p:grpSpPr>
          <a:xfrm>
            <a:off x="5388980" y="4660382"/>
            <a:ext cx="1657701" cy="1443662"/>
            <a:chOff x="5161045" y="2788208"/>
            <a:chExt cx="1657701" cy="1443662"/>
          </a:xfrm>
        </p:grpSpPr>
        <p:grpSp>
          <p:nvGrpSpPr>
            <p:cNvPr id="50" name="群組 49">
              <a:extLst>
                <a:ext uri="{FF2B5EF4-FFF2-40B4-BE49-F238E27FC236}">
                  <a16:creationId xmlns:a16="http://schemas.microsoft.com/office/drawing/2014/main" id="{31D67B87-E431-4AE2-B9CB-D52C60D23BAC}"/>
                </a:ext>
              </a:extLst>
            </p:cNvPr>
            <p:cNvGrpSpPr/>
            <p:nvPr/>
          </p:nvGrpSpPr>
          <p:grpSpPr>
            <a:xfrm>
              <a:off x="5161045" y="2788208"/>
              <a:ext cx="949469" cy="1443662"/>
              <a:chOff x="884728" y="357428"/>
              <a:chExt cx="949469" cy="1443662"/>
            </a:xfrm>
          </p:grpSpPr>
          <mc:AlternateContent xmlns:mc="http://schemas.openxmlformats.org/markup-compatibility/2006">
            <mc:Choice xmlns:a14="http://schemas.microsoft.com/office/drawing/2010/main" Requires="a14">
              <p:sp>
                <p:nvSpPr>
                  <p:cNvPr id="42" name="文字方塊 41">
                    <a:extLst>
                      <a:ext uri="{FF2B5EF4-FFF2-40B4-BE49-F238E27FC236}">
                        <a16:creationId xmlns:a16="http://schemas.microsoft.com/office/drawing/2014/main" id="{25A3DBA2-9C33-44DA-A075-0FBAC2652920}"/>
                      </a:ext>
                    </a:extLst>
                  </p:cNvPr>
                  <p:cNvSpPr txBox="1"/>
                  <p:nvPr/>
                </p:nvSpPr>
                <p:spPr>
                  <a:xfrm>
                    <a:off x="884728" y="357428"/>
                    <a:ext cx="412421" cy="461665"/>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altLang="zh-TW" sz="2400" b="0" i="1" smtClean="0">
                              <a:solidFill>
                                <a:schemeClr val="tx1"/>
                              </a:solidFill>
                              <a:latin typeface="Cambria Math" panose="02040503050406030204" pitchFamily="18" charset="0"/>
                              <a:cs typeface="Times New Roman" panose="02020603050405020304" pitchFamily="18" charset="0"/>
                            </a:rPr>
                            <m:t>𝑐</m:t>
                          </m:r>
                        </m:oMath>
                      </m:oMathPara>
                    </a14:m>
                    <a:endParaRPr lang="zh-TW" altLang="en-US" sz="2400" dirty="0">
                      <a:solidFill>
                        <a:schemeClr val="tx1"/>
                      </a:solidFill>
                      <a:latin typeface="Times New Roman" panose="02020603050405020304" pitchFamily="18" charset="0"/>
                      <a:cs typeface="Times New Roman" panose="02020603050405020304" pitchFamily="18" charset="0"/>
                    </a:endParaRPr>
                  </a:p>
                </p:txBody>
              </p:sp>
            </mc:Choice>
            <mc:Fallback>
              <p:sp>
                <p:nvSpPr>
                  <p:cNvPr id="42" name="文字方塊 41">
                    <a:extLst>
                      <a:ext uri="{FF2B5EF4-FFF2-40B4-BE49-F238E27FC236}">
                        <a16:creationId xmlns:a16="http://schemas.microsoft.com/office/drawing/2014/main" id="{25A3DBA2-9C33-44DA-A075-0FBAC2652920}"/>
                      </a:ext>
                    </a:extLst>
                  </p:cNvPr>
                  <p:cNvSpPr txBox="1">
                    <a:spLocks noRot="1" noChangeAspect="1" noMove="1" noResize="1" noEditPoints="1" noAdjustHandles="1" noChangeArrowheads="1" noChangeShapeType="1" noTextEdit="1"/>
                  </p:cNvSpPr>
                  <p:nvPr/>
                </p:nvSpPr>
                <p:spPr>
                  <a:xfrm>
                    <a:off x="884728" y="357428"/>
                    <a:ext cx="412421" cy="461665"/>
                  </a:xfrm>
                  <a:prstGeom prst="rect">
                    <a:avLst/>
                  </a:prstGeom>
                  <a:blipFill>
                    <a:blip r:embed="rId23"/>
                    <a:stretch>
                      <a:fillRect/>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63" name="文字方塊 62">
                    <a:extLst>
                      <a:ext uri="{FF2B5EF4-FFF2-40B4-BE49-F238E27FC236}">
                        <a16:creationId xmlns:a16="http://schemas.microsoft.com/office/drawing/2014/main" id="{BF121420-E1D9-4C92-9619-5ADA60D8E279}"/>
                      </a:ext>
                    </a:extLst>
                  </p:cNvPr>
                  <p:cNvSpPr txBox="1"/>
                  <p:nvPr/>
                </p:nvSpPr>
                <p:spPr>
                  <a:xfrm>
                    <a:off x="1305738" y="809093"/>
                    <a:ext cx="431528" cy="461665"/>
                  </a:xfrm>
                  <a:prstGeom prst="rect">
                    <a:avLst/>
                  </a:prstGeom>
                  <a:solidFill>
                    <a:schemeClr val="bg1"/>
                  </a:solidFill>
                </p:spPr>
                <p:txBody>
                  <a:bodyPr wrap="none" rtlCol="0">
                    <a:spAutoFit/>
                  </a:bodyPr>
                  <a:lstStyle/>
                  <a:p>
                    <a14:m>
                      <m:oMathPara xmlns:m="http://schemas.openxmlformats.org/officeDocument/2006/math">
                        <m:oMathParaPr>
                          <m:jc m:val="centerGroup"/>
                        </m:oMathParaPr>
                        <m:oMath xmlns:m="http://schemas.openxmlformats.org/officeDocument/2006/math">
                          <m:r>
                            <a:rPr lang="en-US" altLang="zh-TW" sz="2400" b="0" i="1" smtClean="0">
                              <a:solidFill>
                                <a:schemeClr val="tx1"/>
                              </a:solidFill>
                              <a:latin typeface="Cambria Math" panose="02040503050406030204" pitchFamily="18" charset="0"/>
                              <a:cs typeface="Times New Roman" panose="02020603050405020304" pitchFamily="18" charset="0"/>
                            </a:rPr>
                            <m:t>8</m:t>
                          </m:r>
                        </m:oMath>
                      </m:oMathPara>
                    </a14:m>
                    <a:endParaRPr lang="zh-TW" altLang="en-US" sz="2400" dirty="0">
                      <a:solidFill>
                        <a:schemeClr val="tx1"/>
                      </a:solidFill>
                      <a:latin typeface="Times New Roman" panose="02020603050405020304" pitchFamily="18" charset="0"/>
                      <a:cs typeface="Times New Roman" panose="02020603050405020304" pitchFamily="18" charset="0"/>
                    </a:endParaRPr>
                  </a:p>
                </p:txBody>
              </p:sp>
            </mc:Choice>
            <mc:Fallback>
              <p:sp>
                <p:nvSpPr>
                  <p:cNvPr id="63" name="文字方塊 62">
                    <a:extLst>
                      <a:ext uri="{FF2B5EF4-FFF2-40B4-BE49-F238E27FC236}">
                        <a16:creationId xmlns:a16="http://schemas.microsoft.com/office/drawing/2014/main" id="{BF121420-E1D9-4C92-9619-5ADA60D8E279}"/>
                      </a:ext>
                    </a:extLst>
                  </p:cNvPr>
                  <p:cNvSpPr txBox="1">
                    <a:spLocks noRot="1" noChangeAspect="1" noMove="1" noResize="1" noEditPoints="1" noAdjustHandles="1" noChangeArrowheads="1" noChangeShapeType="1" noTextEdit="1"/>
                  </p:cNvSpPr>
                  <p:nvPr/>
                </p:nvSpPr>
                <p:spPr>
                  <a:xfrm>
                    <a:off x="1305738" y="809093"/>
                    <a:ext cx="431528" cy="461665"/>
                  </a:xfrm>
                  <a:prstGeom prst="rect">
                    <a:avLst/>
                  </a:prstGeom>
                  <a:blipFill>
                    <a:blip r:embed="rId24"/>
                    <a:stretch>
                      <a:fillRect/>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52" name="文字方塊 51">
                    <a:extLst>
                      <a:ext uri="{FF2B5EF4-FFF2-40B4-BE49-F238E27FC236}">
                        <a16:creationId xmlns:a16="http://schemas.microsoft.com/office/drawing/2014/main" id="{D7FBC545-6133-45DD-8462-92C0DFCCA1FF}"/>
                      </a:ext>
                    </a:extLst>
                  </p:cNvPr>
                  <p:cNvSpPr txBox="1"/>
                  <p:nvPr/>
                </p:nvSpPr>
                <p:spPr>
                  <a:xfrm>
                    <a:off x="1296742" y="1339425"/>
                    <a:ext cx="537455" cy="461665"/>
                  </a:xfrm>
                  <a:prstGeom prst="rect">
                    <a:avLst/>
                  </a:prstGeom>
                  <a:solidFill>
                    <a:schemeClr val="bg1"/>
                  </a:solid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400" i="1" smtClean="0">
                                  <a:solidFill>
                                    <a:schemeClr val="tx1"/>
                                  </a:solidFill>
                                  <a:latin typeface="Cambria Math" panose="02040503050406030204" pitchFamily="18" charset="0"/>
                                  <a:cs typeface="Times New Roman" panose="02020603050405020304" pitchFamily="18" charset="0"/>
                                </a:rPr>
                              </m:ctrlPr>
                            </m:sSubPr>
                            <m:e>
                              <m:r>
                                <m:rPr>
                                  <m:sty m:val="p"/>
                                </m:rPr>
                                <a:rPr lang="en-US" altLang="zh-TW" sz="2400" b="0" i="0" smtClean="0">
                                  <a:solidFill>
                                    <a:schemeClr val="tx1"/>
                                  </a:solidFill>
                                  <a:latin typeface="Cambria Math" panose="02040503050406030204" pitchFamily="18" charset="0"/>
                                  <a:cs typeface="Times New Roman" panose="02020603050405020304" pitchFamily="18" charset="0"/>
                                </a:rPr>
                                <m:t>P</m:t>
                              </m:r>
                            </m:e>
                            <m:sub>
                              <m:r>
                                <a:rPr lang="en-US" altLang="zh-TW" sz="2400" b="0" i="0">
                                  <a:solidFill>
                                    <a:schemeClr val="tx1"/>
                                  </a:solidFill>
                                  <a:latin typeface="Cambria Math" panose="02040503050406030204" pitchFamily="18" charset="0"/>
                                  <a:cs typeface="Times New Roman" panose="02020603050405020304" pitchFamily="18" charset="0"/>
                                </a:rPr>
                                <m:t>2</m:t>
                              </m:r>
                            </m:sub>
                          </m:sSub>
                        </m:oMath>
                      </m:oMathPara>
                    </a14:m>
                    <a:endParaRPr lang="zh-TW" altLang="en-US" sz="2400" dirty="0">
                      <a:solidFill>
                        <a:schemeClr val="tx1"/>
                      </a:solidFill>
                      <a:latin typeface="Times New Roman" panose="02020603050405020304" pitchFamily="18" charset="0"/>
                      <a:cs typeface="Times New Roman" panose="02020603050405020304" pitchFamily="18" charset="0"/>
                    </a:endParaRPr>
                  </a:p>
                </p:txBody>
              </p:sp>
            </mc:Choice>
            <mc:Fallback>
              <p:sp>
                <p:nvSpPr>
                  <p:cNvPr id="52" name="文字方塊 51">
                    <a:extLst>
                      <a:ext uri="{FF2B5EF4-FFF2-40B4-BE49-F238E27FC236}">
                        <a16:creationId xmlns:a16="http://schemas.microsoft.com/office/drawing/2014/main" id="{D7FBC545-6133-45DD-8462-92C0DFCCA1FF}"/>
                      </a:ext>
                    </a:extLst>
                  </p:cNvPr>
                  <p:cNvSpPr txBox="1">
                    <a:spLocks noRot="1" noChangeAspect="1" noMove="1" noResize="1" noEditPoints="1" noAdjustHandles="1" noChangeArrowheads="1" noChangeShapeType="1" noTextEdit="1"/>
                  </p:cNvSpPr>
                  <p:nvPr/>
                </p:nvSpPr>
                <p:spPr>
                  <a:xfrm>
                    <a:off x="1296742" y="1339425"/>
                    <a:ext cx="537455" cy="461665"/>
                  </a:xfrm>
                  <a:prstGeom prst="rect">
                    <a:avLst/>
                  </a:prstGeom>
                  <a:blipFill>
                    <a:blip r:embed="rId25"/>
                    <a:stretch>
                      <a:fillRect b="-2667"/>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43" name="文字方塊 42">
                    <a:extLst>
                      <a:ext uri="{FF2B5EF4-FFF2-40B4-BE49-F238E27FC236}">
                        <a16:creationId xmlns:a16="http://schemas.microsoft.com/office/drawing/2014/main" id="{00E00DE1-B467-4123-B0A6-1CB71ABD45F0}"/>
                      </a:ext>
                    </a:extLst>
                  </p:cNvPr>
                  <p:cNvSpPr txBox="1"/>
                  <p:nvPr/>
                </p:nvSpPr>
                <p:spPr>
                  <a:xfrm>
                    <a:off x="884728" y="790366"/>
                    <a:ext cx="436914" cy="461665"/>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altLang="zh-TW" sz="2400" b="0" i="1" smtClean="0">
                              <a:solidFill>
                                <a:schemeClr val="tx1"/>
                              </a:solidFill>
                              <a:latin typeface="Cambria Math" panose="02040503050406030204" pitchFamily="18" charset="0"/>
                              <a:cs typeface="Times New Roman" panose="02020603050405020304" pitchFamily="18" charset="0"/>
                            </a:rPr>
                            <m:t>𝑝</m:t>
                          </m:r>
                        </m:oMath>
                      </m:oMathPara>
                    </a14:m>
                    <a:endParaRPr lang="zh-TW" altLang="en-US" sz="2400" dirty="0">
                      <a:solidFill>
                        <a:schemeClr val="tx1"/>
                      </a:solidFill>
                      <a:latin typeface="Times New Roman" panose="02020603050405020304" pitchFamily="18" charset="0"/>
                      <a:cs typeface="Times New Roman" panose="02020603050405020304" pitchFamily="18" charset="0"/>
                    </a:endParaRPr>
                  </a:p>
                </p:txBody>
              </p:sp>
            </mc:Choice>
            <mc:Fallback>
              <p:sp>
                <p:nvSpPr>
                  <p:cNvPr id="43" name="文字方塊 42">
                    <a:extLst>
                      <a:ext uri="{FF2B5EF4-FFF2-40B4-BE49-F238E27FC236}">
                        <a16:creationId xmlns:a16="http://schemas.microsoft.com/office/drawing/2014/main" id="{00E00DE1-B467-4123-B0A6-1CB71ABD45F0}"/>
                      </a:ext>
                    </a:extLst>
                  </p:cNvPr>
                  <p:cNvSpPr txBox="1">
                    <a:spLocks noRot="1" noChangeAspect="1" noMove="1" noResize="1" noEditPoints="1" noAdjustHandles="1" noChangeArrowheads="1" noChangeShapeType="1" noTextEdit="1"/>
                  </p:cNvSpPr>
                  <p:nvPr/>
                </p:nvSpPr>
                <p:spPr>
                  <a:xfrm>
                    <a:off x="884728" y="790366"/>
                    <a:ext cx="436914" cy="461665"/>
                  </a:xfrm>
                  <a:prstGeom prst="rect">
                    <a:avLst/>
                  </a:prstGeom>
                  <a:blipFill>
                    <a:blip r:embed="rId26"/>
                    <a:stretch>
                      <a:fillRect b="-12000"/>
                    </a:stretch>
                  </a:blipFill>
                </p:spPr>
                <p:txBody>
                  <a:bodyPr/>
                  <a:lstStyle/>
                  <a:p>
                    <a:r>
                      <a:rPr lang="zh-TW" altLang="en-US">
                        <a:noFill/>
                      </a:rPr>
                      <a:t> </a:t>
                    </a:r>
                  </a:p>
                </p:txBody>
              </p:sp>
            </mc:Fallback>
          </mc:AlternateContent>
        </p:grpSp>
        <p:cxnSp>
          <p:nvCxnSpPr>
            <p:cNvPr id="51" name="直線接點 50">
              <a:extLst>
                <a:ext uri="{FF2B5EF4-FFF2-40B4-BE49-F238E27FC236}">
                  <a16:creationId xmlns:a16="http://schemas.microsoft.com/office/drawing/2014/main" id="{17857939-397C-4201-84A9-97DC4CC92ADE}"/>
                </a:ext>
              </a:extLst>
            </p:cNvPr>
            <p:cNvCxnSpPr>
              <a:cxnSpLocks/>
            </p:cNvCxnSpPr>
            <p:nvPr/>
          </p:nvCxnSpPr>
          <p:spPr>
            <a:xfrm>
              <a:off x="5522454" y="3763227"/>
              <a:ext cx="129629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mc:Choice xmlns:a14="http://schemas.microsoft.com/office/drawing/2010/main" Requires="a14">
          <p:sp>
            <p:nvSpPr>
              <p:cNvPr id="7" name="矩形 6">
                <a:extLst>
                  <a:ext uri="{FF2B5EF4-FFF2-40B4-BE49-F238E27FC236}">
                    <a16:creationId xmlns:a16="http://schemas.microsoft.com/office/drawing/2014/main" id="{E7517923-9157-4480-A4DF-9CF744EF64B4}"/>
                  </a:ext>
                </a:extLst>
              </p:cNvPr>
              <p:cNvSpPr/>
              <p:nvPr/>
            </p:nvSpPr>
            <p:spPr>
              <a:xfrm>
                <a:off x="6618900" y="5649356"/>
                <a:ext cx="529440" cy="461665"/>
              </a:xfrm>
              <a:prstGeom prst="rect">
                <a:avLst/>
              </a:prstGeom>
              <a:solidFill>
                <a:schemeClr val="bg1"/>
              </a:solidFill>
            </p:spPr>
            <p:txBody>
              <a:bodyPr wrap="none">
                <a:spAutoFit/>
              </a:bodyPr>
              <a:lstStyle/>
              <a:p>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cs typeface="Times New Roman" panose="02020603050405020304" pitchFamily="18" charset="0"/>
                            </a:rPr>
                          </m:ctrlPr>
                        </m:sSubPr>
                        <m:e>
                          <m:r>
                            <m:rPr>
                              <m:sty m:val="p"/>
                            </m:rPr>
                            <a:rPr lang="en-US" altLang="zh-TW" sz="2400">
                              <a:latin typeface="Cambria Math" panose="02040503050406030204" pitchFamily="18" charset="0"/>
                              <a:cs typeface="Times New Roman" panose="02020603050405020304" pitchFamily="18" charset="0"/>
                            </a:rPr>
                            <m:t>P</m:t>
                          </m:r>
                        </m:e>
                        <m:sub>
                          <m:r>
                            <a:rPr lang="en-US" altLang="zh-TW" sz="2400">
                              <a:latin typeface="Cambria Math" panose="02040503050406030204" pitchFamily="18" charset="0"/>
                              <a:cs typeface="Times New Roman" panose="02020603050405020304" pitchFamily="18" charset="0"/>
                            </a:rPr>
                            <m:t>4</m:t>
                          </m:r>
                        </m:sub>
                      </m:sSub>
                    </m:oMath>
                  </m:oMathPara>
                </a14:m>
                <a:endParaRPr lang="zh-TW" altLang="en-US" sz="2400" dirty="0"/>
              </a:p>
            </p:txBody>
          </p:sp>
        </mc:Choice>
        <mc:Fallback>
          <p:sp>
            <p:nvSpPr>
              <p:cNvPr id="7" name="矩形 6">
                <a:extLst>
                  <a:ext uri="{FF2B5EF4-FFF2-40B4-BE49-F238E27FC236}">
                    <a16:creationId xmlns:a16="http://schemas.microsoft.com/office/drawing/2014/main" id="{E7517923-9157-4480-A4DF-9CF744EF64B4}"/>
                  </a:ext>
                </a:extLst>
              </p:cNvPr>
              <p:cNvSpPr>
                <a:spLocks noRot="1" noChangeAspect="1" noMove="1" noResize="1" noEditPoints="1" noAdjustHandles="1" noChangeArrowheads="1" noChangeShapeType="1" noTextEdit="1"/>
              </p:cNvSpPr>
              <p:nvPr/>
            </p:nvSpPr>
            <p:spPr>
              <a:xfrm>
                <a:off x="6618900" y="5649356"/>
                <a:ext cx="529440" cy="461665"/>
              </a:xfrm>
              <a:prstGeom prst="rect">
                <a:avLst/>
              </a:prstGeom>
              <a:blipFill>
                <a:blip r:embed="rId27"/>
                <a:stretch>
                  <a:fillRect b="-1333"/>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61" name="矩形 60">
                <a:extLst>
                  <a:ext uri="{FF2B5EF4-FFF2-40B4-BE49-F238E27FC236}">
                    <a16:creationId xmlns:a16="http://schemas.microsoft.com/office/drawing/2014/main" id="{543CBE7A-9C5E-4E4C-A653-7603EFB9C184}"/>
                  </a:ext>
                </a:extLst>
              </p:cNvPr>
              <p:cNvSpPr/>
              <p:nvPr/>
            </p:nvSpPr>
            <p:spPr>
              <a:xfrm>
                <a:off x="6213955" y="5642379"/>
                <a:ext cx="529440" cy="461665"/>
              </a:xfrm>
              <a:prstGeom prst="rect">
                <a:avLst/>
              </a:prstGeom>
              <a:solidFill>
                <a:schemeClr val="bg1"/>
              </a:solidFill>
            </p:spPr>
            <p:txBody>
              <a:bodyPr wrap="none">
                <a:spAutoFit/>
              </a:bodyPr>
              <a:lstStyle/>
              <a:p>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cs typeface="Times New Roman" panose="02020603050405020304" pitchFamily="18" charset="0"/>
                            </a:rPr>
                          </m:ctrlPr>
                        </m:sSubPr>
                        <m:e>
                          <m:r>
                            <m:rPr>
                              <m:sty m:val="p"/>
                            </m:rPr>
                            <a:rPr lang="en-US" altLang="zh-TW" sz="2400">
                              <a:latin typeface="Cambria Math" panose="02040503050406030204" pitchFamily="18" charset="0"/>
                              <a:cs typeface="Times New Roman" panose="02020603050405020304" pitchFamily="18" charset="0"/>
                            </a:rPr>
                            <m:t>P</m:t>
                          </m:r>
                        </m:e>
                        <m:sub>
                          <m:r>
                            <a:rPr lang="en-US" altLang="zh-TW" sz="2400" b="0" i="0" smtClean="0">
                              <a:latin typeface="Cambria Math" panose="02040503050406030204" pitchFamily="18" charset="0"/>
                              <a:cs typeface="Times New Roman" panose="02020603050405020304" pitchFamily="18" charset="0"/>
                            </a:rPr>
                            <m:t>3</m:t>
                          </m:r>
                        </m:sub>
                      </m:sSub>
                    </m:oMath>
                  </m:oMathPara>
                </a14:m>
                <a:endParaRPr lang="zh-TW" altLang="en-US" sz="2400" dirty="0"/>
              </a:p>
            </p:txBody>
          </p:sp>
        </mc:Choice>
        <mc:Fallback>
          <p:sp>
            <p:nvSpPr>
              <p:cNvPr id="61" name="矩形 60">
                <a:extLst>
                  <a:ext uri="{FF2B5EF4-FFF2-40B4-BE49-F238E27FC236}">
                    <a16:creationId xmlns:a16="http://schemas.microsoft.com/office/drawing/2014/main" id="{543CBE7A-9C5E-4E4C-A653-7603EFB9C184}"/>
                  </a:ext>
                </a:extLst>
              </p:cNvPr>
              <p:cNvSpPr>
                <a:spLocks noRot="1" noChangeAspect="1" noMove="1" noResize="1" noEditPoints="1" noAdjustHandles="1" noChangeArrowheads="1" noChangeShapeType="1" noTextEdit="1"/>
              </p:cNvSpPr>
              <p:nvPr/>
            </p:nvSpPr>
            <p:spPr>
              <a:xfrm>
                <a:off x="6213955" y="5642379"/>
                <a:ext cx="529440" cy="461665"/>
              </a:xfrm>
              <a:prstGeom prst="rect">
                <a:avLst/>
              </a:prstGeom>
              <a:blipFill>
                <a:blip r:embed="rId28"/>
                <a:stretch>
                  <a:fillRect b="-1333"/>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67" name="文字方塊 66">
                <a:extLst>
                  <a:ext uri="{FF2B5EF4-FFF2-40B4-BE49-F238E27FC236}">
                    <a16:creationId xmlns:a16="http://schemas.microsoft.com/office/drawing/2014/main" id="{5EC3481B-BD9D-4B73-86E8-813967DE3713}"/>
                  </a:ext>
                </a:extLst>
              </p:cNvPr>
              <p:cNvSpPr txBox="1"/>
              <p:nvPr/>
            </p:nvSpPr>
            <p:spPr>
              <a:xfrm>
                <a:off x="5809990" y="4672237"/>
                <a:ext cx="431528" cy="461665"/>
              </a:xfrm>
              <a:prstGeom prst="rect">
                <a:avLst/>
              </a:prstGeom>
              <a:solidFill>
                <a:schemeClr val="bg1"/>
              </a:solidFill>
            </p:spPr>
            <p:txBody>
              <a:bodyPr wrap="none" rtlCol="0">
                <a:spAutoFit/>
              </a:bodyPr>
              <a:lstStyle/>
              <a:p>
                <a14:m>
                  <m:oMathPara xmlns:m="http://schemas.openxmlformats.org/officeDocument/2006/math">
                    <m:oMathParaPr>
                      <m:jc m:val="centerGroup"/>
                    </m:oMathParaPr>
                    <m:oMath xmlns:m="http://schemas.openxmlformats.org/officeDocument/2006/math">
                      <m:r>
                        <a:rPr lang="en-US" altLang="zh-TW" sz="2400" b="0" i="1" smtClean="0">
                          <a:solidFill>
                            <a:schemeClr val="tx1"/>
                          </a:solidFill>
                          <a:latin typeface="Cambria Math" panose="02040503050406030204" pitchFamily="18" charset="0"/>
                          <a:cs typeface="Times New Roman" panose="02020603050405020304" pitchFamily="18" charset="0"/>
                        </a:rPr>
                        <m:t>1</m:t>
                      </m:r>
                    </m:oMath>
                  </m:oMathPara>
                </a14:m>
                <a:endParaRPr lang="zh-TW" altLang="en-US" sz="2400" dirty="0">
                  <a:solidFill>
                    <a:schemeClr val="tx1"/>
                  </a:solidFill>
                  <a:latin typeface="Times New Roman" panose="02020603050405020304" pitchFamily="18" charset="0"/>
                  <a:cs typeface="Times New Roman" panose="02020603050405020304" pitchFamily="18" charset="0"/>
                </a:endParaRPr>
              </a:p>
            </p:txBody>
          </p:sp>
        </mc:Choice>
        <mc:Fallback>
          <p:sp>
            <p:nvSpPr>
              <p:cNvPr id="67" name="文字方塊 66">
                <a:extLst>
                  <a:ext uri="{FF2B5EF4-FFF2-40B4-BE49-F238E27FC236}">
                    <a16:creationId xmlns:a16="http://schemas.microsoft.com/office/drawing/2014/main" id="{5EC3481B-BD9D-4B73-86E8-813967DE3713}"/>
                  </a:ext>
                </a:extLst>
              </p:cNvPr>
              <p:cNvSpPr txBox="1">
                <a:spLocks noRot="1" noChangeAspect="1" noMove="1" noResize="1" noEditPoints="1" noAdjustHandles="1" noChangeArrowheads="1" noChangeShapeType="1" noTextEdit="1"/>
              </p:cNvSpPr>
              <p:nvPr/>
            </p:nvSpPr>
            <p:spPr>
              <a:xfrm>
                <a:off x="5809990" y="4672237"/>
                <a:ext cx="431528" cy="461665"/>
              </a:xfrm>
              <a:prstGeom prst="rect">
                <a:avLst/>
              </a:prstGeom>
              <a:blipFill>
                <a:blip r:embed="rId29"/>
                <a:stretch>
                  <a:fillRect/>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68" name="文字方塊 67">
                <a:extLst>
                  <a:ext uri="{FF2B5EF4-FFF2-40B4-BE49-F238E27FC236}">
                    <a16:creationId xmlns:a16="http://schemas.microsoft.com/office/drawing/2014/main" id="{D341415D-C610-4A6C-86C0-76FACECEC8F0}"/>
                  </a:ext>
                </a:extLst>
              </p:cNvPr>
              <p:cNvSpPr txBox="1"/>
              <p:nvPr/>
            </p:nvSpPr>
            <p:spPr>
              <a:xfrm>
                <a:off x="5825527" y="5135161"/>
                <a:ext cx="431528" cy="461665"/>
              </a:xfrm>
              <a:prstGeom prst="rect">
                <a:avLst/>
              </a:prstGeom>
              <a:solidFill>
                <a:schemeClr val="bg1"/>
              </a:solidFill>
            </p:spPr>
            <p:txBody>
              <a:bodyPr wrap="none" rtlCol="0">
                <a:spAutoFit/>
              </a:bodyPr>
              <a:lstStyle/>
              <a:p>
                <a14:m>
                  <m:oMathPara xmlns:m="http://schemas.openxmlformats.org/officeDocument/2006/math">
                    <m:oMathParaPr>
                      <m:jc m:val="centerGroup"/>
                    </m:oMathParaPr>
                    <m:oMath xmlns:m="http://schemas.openxmlformats.org/officeDocument/2006/math">
                      <m:r>
                        <a:rPr lang="en-US" altLang="zh-TW" sz="2400" b="0" i="1" smtClean="0">
                          <a:solidFill>
                            <a:schemeClr val="tx1"/>
                          </a:solidFill>
                          <a:latin typeface="Cambria Math" panose="02040503050406030204" pitchFamily="18" charset="0"/>
                          <a:cs typeface="Times New Roman" panose="02020603050405020304" pitchFamily="18" charset="0"/>
                        </a:rPr>
                        <m:t>4</m:t>
                      </m:r>
                    </m:oMath>
                  </m:oMathPara>
                </a14:m>
                <a:endParaRPr lang="zh-TW" altLang="en-US" sz="2400" dirty="0">
                  <a:solidFill>
                    <a:schemeClr val="tx1"/>
                  </a:solidFill>
                  <a:latin typeface="Times New Roman" panose="02020603050405020304" pitchFamily="18" charset="0"/>
                  <a:cs typeface="Times New Roman" panose="02020603050405020304" pitchFamily="18" charset="0"/>
                </a:endParaRPr>
              </a:p>
            </p:txBody>
          </p:sp>
        </mc:Choice>
        <mc:Fallback>
          <p:sp>
            <p:nvSpPr>
              <p:cNvPr id="68" name="文字方塊 67">
                <a:extLst>
                  <a:ext uri="{FF2B5EF4-FFF2-40B4-BE49-F238E27FC236}">
                    <a16:creationId xmlns:a16="http://schemas.microsoft.com/office/drawing/2014/main" id="{D341415D-C610-4A6C-86C0-76FACECEC8F0}"/>
                  </a:ext>
                </a:extLst>
              </p:cNvPr>
              <p:cNvSpPr txBox="1">
                <a:spLocks noRot="1" noChangeAspect="1" noMove="1" noResize="1" noEditPoints="1" noAdjustHandles="1" noChangeArrowheads="1" noChangeShapeType="1" noTextEdit="1"/>
              </p:cNvSpPr>
              <p:nvPr/>
            </p:nvSpPr>
            <p:spPr>
              <a:xfrm>
                <a:off x="5825527" y="5135161"/>
                <a:ext cx="431528" cy="461665"/>
              </a:xfrm>
              <a:prstGeom prst="rect">
                <a:avLst/>
              </a:prstGeom>
              <a:blipFill>
                <a:blip r:embed="rId30"/>
                <a:stretch>
                  <a:fillRect/>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70" name="文字方塊 69">
                <a:extLst>
                  <a:ext uri="{FF2B5EF4-FFF2-40B4-BE49-F238E27FC236}">
                    <a16:creationId xmlns:a16="http://schemas.microsoft.com/office/drawing/2014/main" id="{84853E09-3392-4E86-82B4-7364B2135788}"/>
                  </a:ext>
                </a:extLst>
              </p:cNvPr>
              <p:cNvSpPr txBox="1"/>
              <p:nvPr/>
            </p:nvSpPr>
            <p:spPr>
              <a:xfrm>
                <a:off x="5824435" y="5142138"/>
                <a:ext cx="431528" cy="461665"/>
              </a:xfrm>
              <a:prstGeom prst="rect">
                <a:avLst/>
              </a:prstGeom>
              <a:solidFill>
                <a:schemeClr val="bg1"/>
              </a:solidFill>
            </p:spPr>
            <p:txBody>
              <a:bodyPr wrap="none" rtlCol="0">
                <a:spAutoFit/>
              </a:bodyPr>
              <a:lstStyle/>
              <a:p>
                <a14:m>
                  <m:oMathPara xmlns:m="http://schemas.openxmlformats.org/officeDocument/2006/math">
                    <m:oMathParaPr>
                      <m:jc m:val="centerGroup"/>
                    </m:oMathParaPr>
                    <m:oMath xmlns:m="http://schemas.openxmlformats.org/officeDocument/2006/math">
                      <m:r>
                        <a:rPr lang="en-US" altLang="zh-TW" sz="2400" b="0" i="1" smtClean="0">
                          <a:solidFill>
                            <a:schemeClr val="tx1"/>
                          </a:solidFill>
                          <a:latin typeface="Cambria Math" panose="02040503050406030204" pitchFamily="18" charset="0"/>
                          <a:cs typeface="Times New Roman" panose="02020603050405020304" pitchFamily="18" charset="0"/>
                        </a:rPr>
                        <m:t>3</m:t>
                      </m:r>
                    </m:oMath>
                  </m:oMathPara>
                </a14:m>
                <a:endParaRPr lang="zh-TW" altLang="en-US" sz="2400" dirty="0">
                  <a:solidFill>
                    <a:schemeClr val="tx1"/>
                  </a:solidFill>
                  <a:latin typeface="Times New Roman" panose="02020603050405020304" pitchFamily="18" charset="0"/>
                  <a:cs typeface="Times New Roman" panose="02020603050405020304" pitchFamily="18" charset="0"/>
                </a:endParaRPr>
              </a:p>
            </p:txBody>
          </p:sp>
        </mc:Choice>
        <mc:Fallback>
          <p:sp>
            <p:nvSpPr>
              <p:cNvPr id="70" name="文字方塊 69">
                <a:extLst>
                  <a:ext uri="{FF2B5EF4-FFF2-40B4-BE49-F238E27FC236}">
                    <a16:creationId xmlns:a16="http://schemas.microsoft.com/office/drawing/2014/main" id="{84853E09-3392-4E86-82B4-7364B2135788}"/>
                  </a:ext>
                </a:extLst>
              </p:cNvPr>
              <p:cNvSpPr txBox="1">
                <a:spLocks noRot="1" noChangeAspect="1" noMove="1" noResize="1" noEditPoints="1" noAdjustHandles="1" noChangeArrowheads="1" noChangeShapeType="1" noTextEdit="1"/>
              </p:cNvSpPr>
              <p:nvPr/>
            </p:nvSpPr>
            <p:spPr>
              <a:xfrm>
                <a:off x="5824435" y="5142138"/>
                <a:ext cx="431528" cy="461665"/>
              </a:xfrm>
              <a:prstGeom prst="rect">
                <a:avLst/>
              </a:prstGeom>
              <a:blipFill>
                <a:blip r:embed="rId31"/>
                <a:stretch>
                  <a:fillRect/>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71" name="文字方塊 70">
                <a:extLst>
                  <a:ext uri="{FF2B5EF4-FFF2-40B4-BE49-F238E27FC236}">
                    <a16:creationId xmlns:a16="http://schemas.microsoft.com/office/drawing/2014/main" id="{EDE8FA29-5B09-426A-B562-1591BFE09264}"/>
                  </a:ext>
                </a:extLst>
              </p:cNvPr>
              <p:cNvSpPr txBox="1"/>
              <p:nvPr/>
            </p:nvSpPr>
            <p:spPr>
              <a:xfrm>
                <a:off x="5818579" y="4681488"/>
                <a:ext cx="431528" cy="461665"/>
              </a:xfrm>
              <a:prstGeom prst="rect">
                <a:avLst/>
              </a:prstGeom>
              <a:solidFill>
                <a:schemeClr val="bg1"/>
              </a:solidFill>
            </p:spPr>
            <p:txBody>
              <a:bodyPr wrap="none" rtlCol="0">
                <a:spAutoFit/>
              </a:bodyPr>
              <a:lstStyle/>
              <a:p>
                <a14:m>
                  <m:oMathPara xmlns:m="http://schemas.openxmlformats.org/officeDocument/2006/math">
                    <m:oMathParaPr>
                      <m:jc m:val="centerGroup"/>
                    </m:oMathParaPr>
                    <m:oMath xmlns:m="http://schemas.openxmlformats.org/officeDocument/2006/math">
                      <m:r>
                        <a:rPr lang="en-US" altLang="zh-TW" sz="2400" b="0" i="1" smtClean="0">
                          <a:solidFill>
                            <a:schemeClr val="tx1"/>
                          </a:solidFill>
                          <a:latin typeface="Cambria Math" panose="02040503050406030204" pitchFamily="18" charset="0"/>
                          <a:cs typeface="Times New Roman" panose="02020603050405020304" pitchFamily="18" charset="0"/>
                        </a:rPr>
                        <m:t>2</m:t>
                      </m:r>
                    </m:oMath>
                  </m:oMathPara>
                </a14:m>
                <a:endParaRPr lang="zh-TW" altLang="en-US" sz="2400" dirty="0">
                  <a:solidFill>
                    <a:schemeClr val="tx1"/>
                  </a:solidFill>
                  <a:latin typeface="Times New Roman" panose="02020603050405020304" pitchFamily="18" charset="0"/>
                  <a:cs typeface="Times New Roman" panose="02020603050405020304" pitchFamily="18" charset="0"/>
                </a:endParaRPr>
              </a:p>
            </p:txBody>
          </p:sp>
        </mc:Choice>
        <mc:Fallback>
          <p:sp>
            <p:nvSpPr>
              <p:cNvPr id="71" name="文字方塊 70">
                <a:extLst>
                  <a:ext uri="{FF2B5EF4-FFF2-40B4-BE49-F238E27FC236}">
                    <a16:creationId xmlns:a16="http://schemas.microsoft.com/office/drawing/2014/main" id="{EDE8FA29-5B09-426A-B562-1591BFE09264}"/>
                  </a:ext>
                </a:extLst>
              </p:cNvPr>
              <p:cNvSpPr txBox="1">
                <a:spLocks noRot="1" noChangeAspect="1" noMove="1" noResize="1" noEditPoints="1" noAdjustHandles="1" noChangeArrowheads="1" noChangeShapeType="1" noTextEdit="1"/>
              </p:cNvSpPr>
              <p:nvPr/>
            </p:nvSpPr>
            <p:spPr>
              <a:xfrm>
                <a:off x="5818579" y="4681488"/>
                <a:ext cx="431528" cy="461665"/>
              </a:xfrm>
              <a:prstGeom prst="rect">
                <a:avLst/>
              </a:prstGeom>
              <a:blipFill>
                <a:blip r:embed="rId32"/>
                <a:stretch>
                  <a:fillRect/>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74" name="文字方塊 73">
                <a:extLst>
                  <a:ext uri="{FF2B5EF4-FFF2-40B4-BE49-F238E27FC236}">
                    <a16:creationId xmlns:a16="http://schemas.microsoft.com/office/drawing/2014/main" id="{D5F72FFB-1915-4368-9CE5-E566471A2DB1}"/>
                  </a:ext>
                </a:extLst>
              </p:cNvPr>
              <p:cNvSpPr txBox="1"/>
              <p:nvPr/>
            </p:nvSpPr>
            <p:spPr>
              <a:xfrm>
                <a:off x="6208347" y="4676834"/>
                <a:ext cx="431528" cy="461665"/>
              </a:xfrm>
              <a:prstGeom prst="rect">
                <a:avLst/>
              </a:prstGeom>
              <a:solidFill>
                <a:schemeClr val="bg1"/>
              </a:solidFill>
            </p:spPr>
            <p:txBody>
              <a:bodyPr wrap="square" rtlCol="0">
                <a:spAutoFit/>
              </a:bodyPr>
              <a:lstStyle/>
              <a:p>
                <a14:m>
                  <m:oMathPara xmlns:m="http://schemas.openxmlformats.org/officeDocument/2006/math">
                    <m:oMathParaPr>
                      <m:jc m:val="centerGroup"/>
                    </m:oMathParaPr>
                    <m:oMath xmlns:m="http://schemas.openxmlformats.org/officeDocument/2006/math">
                      <m:r>
                        <a:rPr lang="en-US" altLang="zh-TW" sz="2400" b="0" i="1" smtClean="0">
                          <a:solidFill>
                            <a:schemeClr val="tx1"/>
                          </a:solidFill>
                          <a:latin typeface="Cambria Math" panose="02040503050406030204" pitchFamily="18" charset="0"/>
                          <a:cs typeface="Times New Roman" panose="02020603050405020304" pitchFamily="18" charset="0"/>
                        </a:rPr>
                        <m:t>1</m:t>
                      </m:r>
                    </m:oMath>
                  </m:oMathPara>
                </a14:m>
                <a:endParaRPr lang="zh-TW" altLang="en-US" sz="2400" dirty="0">
                  <a:solidFill>
                    <a:schemeClr val="tx1"/>
                  </a:solidFill>
                  <a:latin typeface="Times New Roman" panose="02020603050405020304" pitchFamily="18" charset="0"/>
                  <a:cs typeface="Times New Roman" panose="02020603050405020304" pitchFamily="18" charset="0"/>
                </a:endParaRPr>
              </a:p>
            </p:txBody>
          </p:sp>
        </mc:Choice>
        <mc:Fallback>
          <p:sp>
            <p:nvSpPr>
              <p:cNvPr id="74" name="文字方塊 73">
                <a:extLst>
                  <a:ext uri="{FF2B5EF4-FFF2-40B4-BE49-F238E27FC236}">
                    <a16:creationId xmlns:a16="http://schemas.microsoft.com/office/drawing/2014/main" id="{D5F72FFB-1915-4368-9CE5-E566471A2DB1}"/>
                  </a:ext>
                </a:extLst>
              </p:cNvPr>
              <p:cNvSpPr txBox="1">
                <a:spLocks noRot="1" noChangeAspect="1" noMove="1" noResize="1" noEditPoints="1" noAdjustHandles="1" noChangeArrowheads="1" noChangeShapeType="1" noTextEdit="1"/>
              </p:cNvSpPr>
              <p:nvPr/>
            </p:nvSpPr>
            <p:spPr>
              <a:xfrm>
                <a:off x="6208347" y="4676834"/>
                <a:ext cx="431528" cy="461665"/>
              </a:xfrm>
              <a:prstGeom prst="rect">
                <a:avLst/>
              </a:prstGeom>
              <a:blipFill>
                <a:blip r:embed="rId33"/>
                <a:stretch>
                  <a:fillRect/>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75" name="文字方塊 74">
                <a:extLst>
                  <a:ext uri="{FF2B5EF4-FFF2-40B4-BE49-F238E27FC236}">
                    <a16:creationId xmlns:a16="http://schemas.microsoft.com/office/drawing/2014/main" id="{D87D3003-E042-4189-A441-F0A02B7ABCAB}"/>
                  </a:ext>
                </a:extLst>
              </p:cNvPr>
              <p:cNvSpPr txBox="1"/>
              <p:nvPr/>
            </p:nvSpPr>
            <p:spPr>
              <a:xfrm>
                <a:off x="6199671" y="5134426"/>
                <a:ext cx="431528" cy="461665"/>
              </a:xfrm>
              <a:prstGeom prst="rect">
                <a:avLst/>
              </a:prstGeom>
              <a:solidFill>
                <a:schemeClr val="bg1"/>
              </a:solidFill>
            </p:spPr>
            <p:txBody>
              <a:bodyPr wrap="square" rtlCol="0">
                <a:spAutoFit/>
              </a:bodyPr>
              <a:lstStyle/>
              <a:p>
                <a14:m>
                  <m:oMathPara xmlns:m="http://schemas.openxmlformats.org/officeDocument/2006/math">
                    <m:oMathParaPr>
                      <m:jc m:val="centerGroup"/>
                    </m:oMathParaPr>
                    <m:oMath xmlns:m="http://schemas.openxmlformats.org/officeDocument/2006/math">
                      <m:r>
                        <a:rPr lang="en-US" altLang="zh-TW" sz="2400" b="0" i="1" smtClean="0">
                          <a:solidFill>
                            <a:schemeClr val="tx1"/>
                          </a:solidFill>
                          <a:latin typeface="Cambria Math" panose="02040503050406030204" pitchFamily="18" charset="0"/>
                          <a:cs typeface="Times New Roman" panose="02020603050405020304" pitchFamily="18" charset="0"/>
                        </a:rPr>
                        <m:t>9</m:t>
                      </m:r>
                    </m:oMath>
                  </m:oMathPara>
                </a14:m>
                <a:endParaRPr lang="zh-TW" altLang="en-US" sz="2400" dirty="0">
                  <a:solidFill>
                    <a:schemeClr val="tx1"/>
                  </a:solidFill>
                  <a:latin typeface="Times New Roman" panose="02020603050405020304" pitchFamily="18" charset="0"/>
                  <a:cs typeface="Times New Roman" panose="02020603050405020304" pitchFamily="18" charset="0"/>
                </a:endParaRPr>
              </a:p>
            </p:txBody>
          </p:sp>
        </mc:Choice>
        <mc:Fallback>
          <p:sp>
            <p:nvSpPr>
              <p:cNvPr id="75" name="文字方塊 74">
                <a:extLst>
                  <a:ext uri="{FF2B5EF4-FFF2-40B4-BE49-F238E27FC236}">
                    <a16:creationId xmlns:a16="http://schemas.microsoft.com/office/drawing/2014/main" id="{D87D3003-E042-4189-A441-F0A02B7ABCAB}"/>
                  </a:ext>
                </a:extLst>
              </p:cNvPr>
              <p:cNvSpPr txBox="1">
                <a:spLocks noRot="1" noChangeAspect="1" noMove="1" noResize="1" noEditPoints="1" noAdjustHandles="1" noChangeArrowheads="1" noChangeShapeType="1" noTextEdit="1"/>
              </p:cNvSpPr>
              <p:nvPr/>
            </p:nvSpPr>
            <p:spPr>
              <a:xfrm>
                <a:off x="6199671" y="5134426"/>
                <a:ext cx="431528" cy="461665"/>
              </a:xfrm>
              <a:prstGeom prst="rect">
                <a:avLst/>
              </a:prstGeom>
              <a:blipFill>
                <a:blip r:embed="rId34"/>
                <a:stretch>
                  <a:fillRect/>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76" name="文字方塊 75">
                <a:extLst>
                  <a:ext uri="{FF2B5EF4-FFF2-40B4-BE49-F238E27FC236}">
                    <a16:creationId xmlns:a16="http://schemas.microsoft.com/office/drawing/2014/main" id="{7A51C307-27B4-48DA-8550-C0F6BB10605A}"/>
                  </a:ext>
                </a:extLst>
              </p:cNvPr>
              <p:cNvSpPr txBox="1"/>
              <p:nvPr/>
            </p:nvSpPr>
            <p:spPr>
              <a:xfrm>
                <a:off x="6219800" y="4694033"/>
                <a:ext cx="431528" cy="461665"/>
              </a:xfrm>
              <a:prstGeom prst="rect">
                <a:avLst/>
              </a:prstGeom>
              <a:solidFill>
                <a:schemeClr val="bg1"/>
              </a:solidFill>
            </p:spPr>
            <p:txBody>
              <a:bodyPr wrap="square" rtlCol="0">
                <a:spAutoFit/>
              </a:bodyPr>
              <a:lstStyle/>
              <a:p>
                <a14:m>
                  <m:oMathPara xmlns:m="http://schemas.openxmlformats.org/officeDocument/2006/math">
                    <m:oMathParaPr>
                      <m:jc m:val="centerGroup"/>
                    </m:oMathParaPr>
                    <m:oMath xmlns:m="http://schemas.openxmlformats.org/officeDocument/2006/math">
                      <m:r>
                        <a:rPr lang="en-US" altLang="zh-TW" sz="2400" b="0" i="1" smtClean="0">
                          <a:solidFill>
                            <a:schemeClr val="tx1"/>
                          </a:solidFill>
                          <a:latin typeface="Cambria Math" panose="02040503050406030204" pitchFamily="18" charset="0"/>
                          <a:cs typeface="Times New Roman" panose="02020603050405020304" pitchFamily="18" charset="0"/>
                        </a:rPr>
                        <m:t>2</m:t>
                      </m:r>
                    </m:oMath>
                  </m:oMathPara>
                </a14:m>
                <a:endParaRPr lang="zh-TW" altLang="en-US" sz="2400" dirty="0">
                  <a:solidFill>
                    <a:schemeClr val="tx1"/>
                  </a:solidFill>
                  <a:latin typeface="Times New Roman" panose="02020603050405020304" pitchFamily="18" charset="0"/>
                  <a:cs typeface="Times New Roman" panose="02020603050405020304" pitchFamily="18" charset="0"/>
                </a:endParaRPr>
              </a:p>
            </p:txBody>
          </p:sp>
        </mc:Choice>
        <mc:Fallback>
          <p:sp>
            <p:nvSpPr>
              <p:cNvPr id="76" name="文字方塊 75">
                <a:extLst>
                  <a:ext uri="{FF2B5EF4-FFF2-40B4-BE49-F238E27FC236}">
                    <a16:creationId xmlns:a16="http://schemas.microsoft.com/office/drawing/2014/main" id="{7A51C307-27B4-48DA-8550-C0F6BB10605A}"/>
                  </a:ext>
                </a:extLst>
              </p:cNvPr>
              <p:cNvSpPr txBox="1">
                <a:spLocks noRot="1" noChangeAspect="1" noMove="1" noResize="1" noEditPoints="1" noAdjustHandles="1" noChangeArrowheads="1" noChangeShapeType="1" noTextEdit="1"/>
              </p:cNvSpPr>
              <p:nvPr/>
            </p:nvSpPr>
            <p:spPr>
              <a:xfrm>
                <a:off x="6219800" y="4694033"/>
                <a:ext cx="431528" cy="461665"/>
              </a:xfrm>
              <a:prstGeom prst="rect">
                <a:avLst/>
              </a:prstGeom>
              <a:blipFill>
                <a:blip r:embed="rId35"/>
                <a:stretch>
                  <a:fillRect/>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77" name="文字方塊 76">
                <a:extLst>
                  <a:ext uri="{FF2B5EF4-FFF2-40B4-BE49-F238E27FC236}">
                    <a16:creationId xmlns:a16="http://schemas.microsoft.com/office/drawing/2014/main" id="{A33F6502-5712-4378-A8D6-4A049074835F}"/>
                  </a:ext>
                </a:extLst>
              </p:cNvPr>
              <p:cNvSpPr txBox="1"/>
              <p:nvPr/>
            </p:nvSpPr>
            <p:spPr>
              <a:xfrm>
                <a:off x="6214203" y="5142891"/>
                <a:ext cx="431528" cy="461665"/>
              </a:xfrm>
              <a:prstGeom prst="rect">
                <a:avLst/>
              </a:prstGeom>
              <a:solidFill>
                <a:schemeClr val="bg1"/>
              </a:solidFill>
            </p:spPr>
            <p:txBody>
              <a:bodyPr wrap="square" rtlCol="0">
                <a:spAutoFit/>
              </a:bodyPr>
              <a:lstStyle/>
              <a:p>
                <a14:m>
                  <m:oMathPara xmlns:m="http://schemas.openxmlformats.org/officeDocument/2006/math">
                    <m:oMathParaPr>
                      <m:jc m:val="centerGroup"/>
                    </m:oMathParaPr>
                    <m:oMath xmlns:m="http://schemas.openxmlformats.org/officeDocument/2006/math">
                      <m:r>
                        <a:rPr lang="en-US" altLang="zh-TW" sz="2400" b="0" i="1" smtClean="0">
                          <a:solidFill>
                            <a:schemeClr val="tx1"/>
                          </a:solidFill>
                          <a:latin typeface="Cambria Math" panose="02040503050406030204" pitchFamily="18" charset="0"/>
                          <a:cs typeface="Times New Roman" panose="02020603050405020304" pitchFamily="18" charset="0"/>
                        </a:rPr>
                        <m:t>5</m:t>
                      </m:r>
                    </m:oMath>
                  </m:oMathPara>
                </a14:m>
                <a:endParaRPr lang="zh-TW" altLang="en-US" sz="2400" dirty="0">
                  <a:solidFill>
                    <a:schemeClr val="tx1"/>
                  </a:solidFill>
                  <a:latin typeface="Times New Roman" panose="02020603050405020304" pitchFamily="18" charset="0"/>
                  <a:cs typeface="Times New Roman" panose="02020603050405020304" pitchFamily="18" charset="0"/>
                </a:endParaRPr>
              </a:p>
            </p:txBody>
          </p:sp>
        </mc:Choice>
        <mc:Fallback>
          <p:sp>
            <p:nvSpPr>
              <p:cNvPr id="77" name="文字方塊 76">
                <a:extLst>
                  <a:ext uri="{FF2B5EF4-FFF2-40B4-BE49-F238E27FC236}">
                    <a16:creationId xmlns:a16="http://schemas.microsoft.com/office/drawing/2014/main" id="{A33F6502-5712-4378-A8D6-4A049074835F}"/>
                  </a:ext>
                </a:extLst>
              </p:cNvPr>
              <p:cNvSpPr txBox="1">
                <a:spLocks noRot="1" noChangeAspect="1" noMove="1" noResize="1" noEditPoints="1" noAdjustHandles="1" noChangeArrowheads="1" noChangeShapeType="1" noTextEdit="1"/>
              </p:cNvSpPr>
              <p:nvPr/>
            </p:nvSpPr>
            <p:spPr>
              <a:xfrm>
                <a:off x="6214203" y="5142891"/>
                <a:ext cx="431528" cy="461665"/>
              </a:xfrm>
              <a:prstGeom prst="rect">
                <a:avLst/>
              </a:prstGeom>
              <a:blipFill>
                <a:blip r:embed="rId36"/>
                <a:stretch>
                  <a:fillRect/>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79" name="文字方塊 78">
                <a:extLst>
                  <a:ext uri="{FF2B5EF4-FFF2-40B4-BE49-F238E27FC236}">
                    <a16:creationId xmlns:a16="http://schemas.microsoft.com/office/drawing/2014/main" id="{C40035BF-CE4E-4907-923D-5E76D24908F3}"/>
                  </a:ext>
                </a:extLst>
              </p:cNvPr>
              <p:cNvSpPr txBox="1"/>
              <p:nvPr/>
            </p:nvSpPr>
            <p:spPr>
              <a:xfrm>
                <a:off x="6640999" y="5137098"/>
                <a:ext cx="431528" cy="461665"/>
              </a:xfrm>
              <a:prstGeom prst="rect">
                <a:avLst/>
              </a:prstGeom>
              <a:solidFill>
                <a:schemeClr val="bg1"/>
              </a:solidFill>
            </p:spPr>
            <p:txBody>
              <a:bodyPr wrap="square" rtlCol="0">
                <a:spAutoFit/>
              </a:bodyPr>
              <a:lstStyle/>
              <a:p>
                <a14:m>
                  <m:oMathPara xmlns:m="http://schemas.openxmlformats.org/officeDocument/2006/math">
                    <m:oMathParaPr>
                      <m:jc m:val="centerGroup"/>
                    </m:oMathParaPr>
                    <m:oMath xmlns:m="http://schemas.openxmlformats.org/officeDocument/2006/math">
                      <m:r>
                        <a:rPr lang="en-US" altLang="zh-TW" sz="2400" b="0" i="1" smtClean="0">
                          <a:solidFill>
                            <a:schemeClr val="tx1"/>
                          </a:solidFill>
                          <a:latin typeface="Cambria Math" panose="02040503050406030204" pitchFamily="18" charset="0"/>
                          <a:cs typeface="Times New Roman" panose="02020603050405020304" pitchFamily="18" charset="0"/>
                        </a:rPr>
                        <m:t>7</m:t>
                      </m:r>
                    </m:oMath>
                  </m:oMathPara>
                </a14:m>
                <a:endParaRPr lang="zh-TW" altLang="en-US" sz="2400" dirty="0">
                  <a:solidFill>
                    <a:schemeClr val="tx1"/>
                  </a:solidFill>
                  <a:latin typeface="Times New Roman" panose="02020603050405020304" pitchFamily="18" charset="0"/>
                  <a:cs typeface="Times New Roman" panose="02020603050405020304" pitchFamily="18" charset="0"/>
                </a:endParaRPr>
              </a:p>
            </p:txBody>
          </p:sp>
        </mc:Choice>
        <mc:Fallback>
          <p:sp>
            <p:nvSpPr>
              <p:cNvPr id="79" name="文字方塊 78">
                <a:extLst>
                  <a:ext uri="{FF2B5EF4-FFF2-40B4-BE49-F238E27FC236}">
                    <a16:creationId xmlns:a16="http://schemas.microsoft.com/office/drawing/2014/main" id="{C40035BF-CE4E-4907-923D-5E76D24908F3}"/>
                  </a:ext>
                </a:extLst>
              </p:cNvPr>
              <p:cNvSpPr txBox="1">
                <a:spLocks noRot="1" noChangeAspect="1" noMove="1" noResize="1" noEditPoints="1" noAdjustHandles="1" noChangeArrowheads="1" noChangeShapeType="1" noTextEdit="1"/>
              </p:cNvSpPr>
              <p:nvPr/>
            </p:nvSpPr>
            <p:spPr>
              <a:xfrm>
                <a:off x="6640999" y="5137098"/>
                <a:ext cx="431528" cy="461665"/>
              </a:xfrm>
              <a:prstGeom prst="rect">
                <a:avLst/>
              </a:prstGeom>
              <a:blipFill>
                <a:blip r:embed="rId37"/>
                <a:stretch>
                  <a:fillRect/>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80" name="文字方塊 79">
                <a:extLst>
                  <a:ext uri="{FF2B5EF4-FFF2-40B4-BE49-F238E27FC236}">
                    <a16:creationId xmlns:a16="http://schemas.microsoft.com/office/drawing/2014/main" id="{7F7A16E8-9D76-4FA0-95CE-E1221FFA43B7}"/>
                  </a:ext>
                </a:extLst>
              </p:cNvPr>
              <p:cNvSpPr txBox="1"/>
              <p:nvPr/>
            </p:nvSpPr>
            <p:spPr>
              <a:xfrm>
                <a:off x="6636796" y="5129128"/>
                <a:ext cx="431528" cy="461665"/>
              </a:xfrm>
              <a:prstGeom prst="rect">
                <a:avLst/>
              </a:prstGeom>
              <a:solidFill>
                <a:schemeClr val="bg1"/>
              </a:solidFill>
            </p:spPr>
            <p:txBody>
              <a:bodyPr wrap="square" rtlCol="0">
                <a:spAutoFit/>
              </a:bodyPr>
              <a:lstStyle/>
              <a:p>
                <a14:m>
                  <m:oMathPara xmlns:m="http://schemas.openxmlformats.org/officeDocument/2006/math">
                    <m:oMathParaPr>
                      <m:jc m:val="centerGroup"/>
                    </m:oMathParaPr>
                    <m:oMath xmlns:m="http://schemas.openxmlformats.org/officeDocument/2006/math">
                      <m:r>
                        <a:rPr lang="en-US" altLang="zh-TW" sz="2400" b="0" i="1" smtClean="0">
                          <a:solidFill>
                            <a:schemeClr val="tx1"/>
                          </a:solidFill>
                          <a:latin typeface="Cambria Math" panose="02040503050406030204" pitchFamily="18" charset="0"/>
                          <a:cs typeface="Times New Roman" panose="02020603050405020304" pitchFamily="18" charset="0"/>
                        </a:rPr>
                        <m:t>6</m:t>
                      </m:r>
                    </m:oMath>
                  </m:oMathPara>
                </a14:m>
                <a:endParaRPr lang="zh-TW" altLang="en-US" sz="2400" dirty="0">
                  <a:solidFill>
                    <a:schemeClr val="tx1"/>
                  </a:solidFill>
                  <a:latin typeface="Times New Roman" panose="02020603050405020304" pitchFamily="18" charset="0"/>
                  <a:cs typeface="Times New Roman" panose="02020603050405020304" pitchFamily="18" charset="0"/>
                </a:endParaRPr>
              </a:p>
            </p:txBody>
          </p:sp>
        </mc:Choice>
        <mc:Fallback>
          <p:sp>
            <p:nvSpPr>
              <p:cNvPr id="80" name="文字方塊 79">
                <a:extLst>
                  <a:ext uri="{FF2B5EF4-FFF2-40B4-BE49-F238E27FC236}">
                    <a16:creationId xmlns:a16="http://schemas.microsoft.com/office/drawing/2014/main" id="{7F7A16E8-9D76-4FA0-95CE-E1221FFA43B7}"/>
                  </a:ext>
                </a:extLst>
              </p:cNvPr>
              <p:cNvSpPr txBox="1">
                <a:spLocks noRot="1" noChangeAspect="1" noMove="1" noResize="1" noEditPoints="1" noAdjustHandles="1" noChangeArrowheads="1" noChangeShapeType="1" noTextEdit="1"/>
              </p:cNvSpPr>
              <p:nvPr/>
            </p:nvSpPr>
            <p:spPr>
              <a:xfrm>
                <a:off x="6636796" y="5129128"/>
                <a:ext cx="431528" cy="461665"/>
              </a:xfrm>
              <a:prstGeom prst="rect">
                <a:avLst/>
              </a:prstGeom>
              <a:blipFill>
                <a:blip r:embed="rId38"/>
                <a:stretch>
                  <a:fillRect/>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81" name="文字方塊 80">
                <a:extLst>
                  <a:ext uri="{FF2B5EF4-FFF2-40B4-BE49-F238E27FC236}">
                    <a16:creationId xmlns:a16="http://schemas.microsoft.com/office/drawing/2014/main" id="{40590241-A581-4808-85E0-F9D55B01E773}"/>
                  </a:ext>
                </a:extLst>
              </p:cNvPr>
              <p:cNvSpPr txBox="1"/>
              <p:nvPr/>
            </p:nvSpPr>
            <p:spPr>
              <a:xfrm>
                <a:off x="6654191" y="4698637"/>
                <a:ext cx="431528" cy="461665"/>
              </a:xfrm>
              <a:prstGeom prst="rect">
                <a:avLst/>
              </a:prstGeom>
              <a:solidFill>
                <a:schemeClr val="bg1"/>
              </a:solidFill>
            </p:spPr>
            <p:txBody>
              <a:bodyPr wrap="square" rtlCol="0">
                <a:spAutoFit/>
              </a:bodyPr>
              <a:lstStyle/>
              <a:p>
                <a14:m>
                  <m:oMathPara xmlns:m="http://schemas.openxmlformats.org/officeDocument/2006/math">
                    <m:oMathParaPr>
                      <m:jc m:val="centerGroup"/>
                    </m:oMathParaPr>
                    <m:oMath xmlns:m="http://schemas.openxmlformats.org/officeDocument/2006/math">
                      <m:r>
                        <a:rPr lang="en-US" altLang="zh-TW" sz="2400" b="0" i="1" smtClean="0">
                          <a:solidFill>
                            <a:schemeClr val="tx1"/>
                          </a:solidFill>
                          <a:latin typeface="Cambria Math" panose="02040503050406030204" pitchFamily="18" charset="0"/>
                          <a:cs typeface="Times New Roman" panose="02020603050405020304" pitchFamily="18" charset="0"/>
                        </a:rPr>
                        <m:t>2</m:t>
                      </m:r>
                    </m:oMath>
                  </m:oMathPara>
                </a14:m>
                <a:endParaRPr lang="zh-TW" altLang="en-US" sz="2400" dirty="0">
                  <a:solidFill>
                    <a:schemeClr val="tx1"/>
                  </a:solidFill>
                  <a:latin typeface="Times New Roman" panose="02020603050405020304" pitchFamily="18" charset="0"/>
                  <a:cs typeface="Times New Roman" panose="02020603050405020304" pitchFamily="18" charset="0"/>
                </a:endParaRPr>
              </a:p>
            </p:txBody>
          </p:sp>
        </mc:Choice>
        <mc:Fallback>
          <p:sp>
            <p:nvSpPr>
              <p:cNvPr id="81" name="文字方塊 80">
                <a:extLst>
                  <a:ext uri="{FF2B5EF4-FFF2-40B4-BE49-F238E27FC236}">
                    <a16:creationId xmlns:a16="http://schemas.microsoft.com/office/drawing/2014/main" id="{40590241-A581-4808-85E0-F9D55B01E773}"/>
                  </a:ext>
                </a:extLst>
              </p:cNvPr>
              <p:cNvSpPr txBox="1">
                <a:spLocks noRot="1" noChangeAspect="1" noMove="1" noResize="1" noEditPoints="1" noAdjustHandles="1" noChangeArrowheads="1" noChangeShapeType="1" noTextEdit="1"/>
              </p:cNvSpPr>
              <p:nvPr/>
            </p:nvSpPr>
            <p:spPr>
              <a:xfrm>
                <a:off x="6654191" y="4698637"/>
                <a:ext cx="431528" cy="461665"/>
              </a:xfrm>
              <a:prstGeom prst="rect">
                <a:avLst/>
              </a:prstGeom>
              <a:blipFill>
                <a:blip r:embed="rId39"/>
                <a:stretch>
                  <a:fillRect/>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69" name="文字方塊 68">
                <a:extLst>
                  <a:ext uri="{FF2B5EF4-FFF2-40B4-BE49-F238E27FC236}">
                    <a16:creationId xmlns:a16="http://schemas.microsoft.com/office/drawing/2014/main" id="{13157A87-4C60-4707-96E1-7F626B19E50C}"/>
                  </a:ext>
                </a:extLst>
              </p:cNvPr>
              <p:cNvSpPr txBox="1"/>
              <p:nvPr/>
            </p:nvSpPr>
            <p:spPr>
              <a:xfrm>
                <a:off x="5824306" y="4688146"/>
                <a:ext cx="431528" cy="461665"/>
              </a:xfrm>
              <a:prstGeom prst="rect">
                <a:avLst/>
              </a:prstGeom>
              <a:solidFill>
                <a:schemeClr val="bg1"/>
              </a:solidFill>
            </p:spPr>
            <p:txBody>
              <a:bodyPr wrap="none" rtlCol="0">
                <a:spAutoFit/>
              </a:bodyPr>
              <a:lstStyle/>
              <a:p>
                <a14:m>
                  <m:oMathPara xmlns:m="http://schemas.openxmlformats.org/officeDocument/2006/math">
                    <m:oMathParaPr>
                      <m:jc m:val="centerGroup"/>
                    </m:oMathParaPr>
                    <m:oMath xmlns:m="http://schemas.openxmlformats.org/officeDocument/2006/math">
                      <m:r>
                        <a:rPr lang="en-US" altLang="zh-TW" sz="2400" b="0" i="1" smtClean="0">
                          <a:solidFill>
                            <a:schemeClr val="tx1"/>
                          </a:solidFill>
                          <a:latin typeface="Cambria Math" panose="02040503050406030204" pitchFamily="18" charset="0"/>
                          <a:cs typeface="Times New Roman" panose="02020603050405020304" pitchFamily="18" charset="0"/>
                        </a:rPr>
                        <m:t>3</m:t>
                      </m:r>
                    </m:oMath>
                  </m:oMathPara>
                </a14:m>
                <a:endParaRPr lang="zh-TW" altLang="en-US" sz="2400" dirty="0">
                  <a:solidFill>
                    <a:schemeClr val="tx1"/>
                  </a:solidFill>
                  <a:latin typeface="Times New Roman" panose="02020603050405020304" pitchFamily="18" charset="0"/>
                  <a:cs typeface="Times New Roman" panose="02020603050405020304" pitchFamily="18" charset="0"/>
                </a:endParaRPr>
              </a:p>
            </p:txBody>
          </p:sp>
        </mc:Choice>
        <mc:Fallback>
          <p:sp>
            <p:nvSpPr>
              <p:cNvPr id="69" name="文字方塊 68">
                <a:extLst>
                  <a:ext uri="{FF2B5EF4-FFF2-40B4-BE49-F238E27FC236}">
                    <a16:creationId xmlns:a16="http://schemas.microsoft.com/office/drawing/2014/main" id="{13157A87-4C60-4707-96E1-7F626B19E50C}"/>
                  </a:ext>
                </a:extLst>
              </p:cNvPr>
              <p:cNvSpPr txBox="1">
                <a:spLocks noRot="1" noChangeAspect="1" noMove="1" noResize="1" noEditPoints="1" noAdjustHandles="1" noChangeArrowheads="1" noChangeShapeType="1" noTextEdit="1"/>
              </p:cNvSpPr>
              <p:nvPr/>
            </p:nvSpPr>
            <p:spPr>
              <a:xfrm>
                <a:off x="5824306" y="4688146"/>
                <a:ext cx="431528" cy="461665"/>
              </a:xfrm>
              <a:prstGeom prst="rect">
                <a:avLst/>
              </a:prstGeom>
              <a:blipFill>
                <a:blip r:embed="rId40"/>
                <a:stretch>
                  <a:fillRect/>
                </a:stretch>
              </a:blipFill>
            </p:spPr>
            <p:txBody>
              <a:bodyPr/>
              <a:lstStyle/>
              <a:p>
                <a:r>
                  <a:rPr lang="zh-TW" altLang="en-US">
                    <a:noFill/>
                  </a:rPr>
                  <a:t> </a:t>
                </a:r>
              </a:p>
            </p:txBody>
          </p:sp>
        </mc:Fallback>
      </mc:AlternateContent>
      <p:sp>
        <p:nvSpPr>
          <p:cNvPr id="85" name="矩形 84">
            <a:extLst>
              <a:ext uri="{FF2B5EF4-FFF2-40B4-BE49-F238E27FC236}">
                <a16:creationId xmlns:a16="http://schemas.microsoft.com/office/drawing/2014/main" id="{74019C6B-FD42-4AAC-B39D-5104C2300297}"/>
              </a:ext>
            </a:extLst>
          </p:cNvPr>
          <p:cNvSpPr/>
          <p:nvPr/>
        </p:nvSpPr>
        <p:spPr>
          <a:xfrm>
            <a:off x="4870661" y="891073"/>
            <a:ext cx="1059906" cy="369332"/>
          </a:xfrm>
          <a:prstGeom prst="rect">
            <a:avLst/>
          </a:prstGeom>
        </p:spPr>
        <p:txBody>
          <a:bodyPr wrap="none">
            <a:spAutoFit/>
          </a:bodyPr>
          <a:lstStyle/>
          <a:p>
            <a:r>
              <a:rPr lang="en-US" altLang="zh-TW" dirty="0" err="1">
                <a:solidFill>
                  <a:srgbClr val="0070C0"/>
                </a:solidFill>
                <a:latin typeface="Times New Roman" panose="02020603050405020304" pitchFamily="18" charset="0"/>
                <a:cs typeface="Times New Roman" panose="02020603050405020304" pitchFamily="18" charset="0"/>
              </a:rPr>
              <a:t>i</a:t>
            </a:r>
            <a:r>
              <a:rPr lang="en-US" altLang="zh-TW" dirty="0">
                <a:solidFill>
                  <a:srgbClr val="0070C0"/>
                </a:solidFill>
                <a:latin typeface="Times New Roman" panose="02020603050405020304" pitchFamily="18" charset="0"/>
                <a:cs typeface="Times New Roman" panose="02020603050405020304" pitchFamily="18" charset="0"/>
              </a:rPr>
              <a:t> + 2s = 5</a:t>
            </a:r>
            <a:endParaRPr lang="zh-TW" altLang="en-US" dirty="0"/>
          </a:p>
        </p:txBody>
      </p:sp>
      <p:pic>
        <p:nvPicPr>
          <p:cNvPr id="12" name="圖片 11">
            <a:extLst>
              <a:ext uri="{FF2B5EF4-FFF2-40B4-BE49-F238E27FC236}">
                <a16:creationId xmlns:a16="http://schemas.microsoft.com/office/drawing/2014/main" id="{3D7918EA-E723-48DA-966E-12A33693FFC0}"/>
              </a:ext>
            </a:extLst>
          </p:cNvPr>
          <p:cNvPicPr>
            <a:picLocks noChangeAspect="1"/>
          </p:cNvPicPr>
          <p:nvPr/>
        </p:nvPicPr>
        <p:blipFill>
          <a:blip r:embed="rId41"/>
          <a:stretch>
            <a:fillRect/>
          </a:stretch>
        </p:blipFill>
        <p:spPr>
          <a:xfrm>
            <a:off x="544428" y="1051780"/>
            <a:ext cx="5337106" cy="321711"/>
          </a:xfrm>
          <a:prstGeom prst="rect">
            <a:avLst/>
          </a:prstGeom>
        </p:spPr>
      </p:pic>
      <p:pic>
        <p:nvPicPr>
          <p:cNvPr id="15" name="圖片 14">
            <a:extLst>
              <a:ext uri="{FF2B5EF4-FFF2-40B4-BE49-F238E27FC236}">
                <a16:creationId xmlns:a16="http://schemas.microsoft.com/office/drawing/2014/main" id="{5C71043F-C35A-412D-AE9E-323BEA69B5FB}"/>
              </a:ext>
            </a:extLst>
          </p:cNvPr>
          <p:cNvPicPr>
            <a:picLocks noChangeAspect="1"/>
          </p:cNvPicPr>
          <p:nvPr/>
        </p:nvPicPr>
        <p:blipFill>
          <a:blip r:embed="rId42"/>
          <a:stretch>
            <a:fillRect/>
          </a:stretch>
        </p:blipFill>
        <p:spPr>
          <a:xfrm>
            <a:off x="511798" y="998092"/>
            <a:ext cx="4010025" cy="628650"/>
          </a:xfrm>
          <a:prstGeom prst="rect">
            <a:avLst/>
          </a:prstGeom>
        </p:spPr>
      </p:pic>
      <mc:AlternateContent xmlns:mc="http://schemas.openxmlformats.org/markup-compatibility/2006">
        <mc:Choice xmlns:a14="http://schemas.microsoft.com/office/drawing/2010/main" Requires="a14">
          <p:sp>
            <p:nvSpPr>
              <p:cNvPr id="86" name="矩形 85">
                <a:extLst>
                  <a:ext uri="{FF2B5EF4-FFF2-40B4-BE49-F238E27FC236}">
                    <a16:creationId xmlns:a16="http://schemas.microsoft.com/office/drawing/2014/main" id="{EA98F54F-812D-46E7-84DC-448693FBD89C}"/>
                  </a:ext>
                </a:extLst>
              </p:cNvPr>
              <p:cNvSpPr/>
              <p:nvPr/>
            </p:nvSpPr>
            <p:spPr>
              <a:xfrm>
                <a:off x="4870661" y="1243549"/>
                <a:ext cx="1106457" cy="369332"/>
              </a:xfrm>
              <a:prstGeom prst="rect">
                <a:avLst/>
              </a:prstGeom>
            </p:spPr>
            <p:txBody>
              <a:bodyPr wrap="none">
                <a:spAutoFit/>
              </a:bodyPr>
              <a:lstStyle/>
              <a:p>
                <a14:m>
                  <m:oMath xmlns:m="http://schemas.openxmlformats.org/officeDocument/2006/math">
                    <m:r>
                      <a:rPr lang="en-US" altLang="zh-TW" i="1" dirty="0" smtClean="0">
                        <a:solidFill>
                          <a:srgbClr val="0070C0"/>
                        </a:solidFill>
                        <a:latin typeface="Cambria Math" panose="02040503050406030204" pitchFamily="18" charset="0"/>
                        <a:cs typeface="Times New Roman" panose="02020603050405020304" pitchFamily="18" charset="0"/>
                      </a:rPr>
                      <m:t>𝑙𝑖𝑠</m:t>
                    </m:r>
                    <m:r>
                      <a:rPr lang="en-US" altLang="zh-TW" b="0" i="1" dirty="0" smtClean="0">
                        <a:solidFill>
                          <a:srgbClr val="0070C0"/>
                        </a:solidFill>
                        <a:latin typeface="Cambria Math" panose="02040503050406030204" pitchFamily="18" charset="0"/>
                        <a:cs typeface="Times New Roman" panose="02020603050405020304" pitchFamily="18" charset="0"/>
                      </a:rPr>
                      <m:t>(</m:t>
                    </m:r>
                    <m:r>
                      <a:rPr lang="en-US" altLang="zh-TW" b="0" i="1" dirty="0" smtClean="0">
                        <a:solidFill>
                          <a:srgbClr val="0070C0"/>
                        </a:solidFill>
                        <a:latin typeface="Cambria Math" panose="02040503050406030204" pitchFamily="18" charset="0"/>
                        <a:cs typeface="Times New Roman" panose="02020603050405020304" pitchFamily="18" charset="0"/>
                      </a:rPr>
                      <m:t>𝜏</m:t>
                    </m:r>
                    <m:r>
                      <a:rPr lang="en-US" altLang="zh-TW" b="0" i="1" dirty="0" smtClean="0">
                        <a:solidFill>
                          <a:srgbClr val="0070C0"/>
                        </a:solidFill>
                        <a:latin typeface="Cambria Math" panose="02040503050406030204" pitchFamily="18" charset="0"/>
                        <a:cs typeface="Times New Roman" panose="02020603050405020304" pitchFamily="18" charset="0"/>
                      </a:rPr>
                      <m:t>)</m:t>
                    </m:r>
                  </m:oMath>
                </a14:m>
                <a:r>
                  <a:rPr lang="en-US" altLang="zh-TW" dirty="0">
                    <a:solidFill>
                      <a:srgbClr val="0070C0"/>
                    </a:solidFill>
                    <a:latin typeface="Times New Roman" panose="02020603050405020304" pitchFamily="18" charset="0"/>
                    <a:cs typeface="Times New Roman" panose="02020603050405020304" pitchFamily="18" charset="0"/>
                  </a:rPr>
                  <a:t> = 4</a:t>
                </a:r>
                <a:endParaRPr lang="zh-TW" altLang="en-US" dirty="0"/>
              </a:p>
            </p:txBody>
          </p:sp>
        </mc:Choice>
        <mc:Fallback>
          <p:sp>
            <p:nvSpPr>
              <p:cNvPr id="86" name="矩形 85">
                <a:extLst>
                  <a:ext uri="{FF2B5EF4-FFF2-40B4-BE49-F238E27FC236}">
                    <a16:creationId xmlns:a16="http://schemas.microsoft.com/office/drawing/2014/main" id="{EA98F54F-812D-46E7-84DC-448693FBD89C}"/>
                  </a:ext>
                </a:extLst>
              </p:cNvPr>
              <p:cNvSpPr>
                <a:spLocks noRot="1" noChangeAspect="1" noMove="1" noResize="1" noEditPoints="1" noAdjustHandles="1" noChangeArrowheads="1" noChangeShapeType="1" noTextEdit="1"/>
              </p:cNvSpPr>
              <p:nvPr/>
            </p:nvSpPr>
            <p:spPr>
              <a:xfrm>
                <a:off x="4870661" y="1243549"/>
                <a:ext cx="1106457" cy="369332"/>
              </a:xfrm>
              <a:prstGeom prst="rect">
                <a:avLst/>
              </a:prstGeom>
              <a:blipFill>
                <a:blip r:embed="rId43"/>
                <a:stretch>
                  <a:fillRect t="-11475" r="-3867" b="-22951"/>
                </a:stretch>
              </a:blipFill>
            </p:spPr>
            <p:txBody>
              <a:bodyPr/>
              <a:lstStyle/>
              <a:p>
                <a:r>
                  <a:rPr lang="zh-TW" altLang="en-US">
                    <a:noFill/>
                  </a:rPr>
                  <a:t> </a:t>
                </a:r>
              </a:p>
            </p:txBody>
          </p:sp>
        </mc:Fallback>
      </mc:AlternateContent>
      <p:sp>
        <p:nvSpPr>
          <p:cNvPr id="87" name="矩形 86">
            <a:extLst>
              <a:ext uri="{FF2B5EF4-FFF2-40B4-BE49-F238E27FC236}">
                <a16:creationId xmlns:a16="http://schemas.microsoft.com/office/drawing/2014/main" id="{C27FB781-5E18-458B-A29A-F6CD68BBEEB8}"/>
              </a:ext>
            </a:extLst>
          </p:cNvPr>
          <p:cNvSpPr/>
          <p:nvPr/>
        </p:nvSpPr>
        <p:spPr>
          <a:xfrm>
            <a:off x="1343885" y="1606311"/>
            <a:ext cx="4633233" cy="513055"/>
          </a:xfrm>
          <a:prstGeom prst="rect">
            <a:avLst/>
          </a:pr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rgbClr val="FF0000"/>
              </a:solidFill>
            </a:endParaRPr>
          </a:p>
        </p:txBody>
      </p:sp>
      <mc:AlternateContent xmlns:mc="http://schemas.openxmlformats.org/markup-compatibility/2006">
        <mc:Choice xmlns:a14="http://schemas.microsoft.com/office/drawing/2010/main" Requires="a14">
          <p:sp>
            <p:nvSpPr>
              <p:cNvPr id="88" name="矩形 87">
                <a:extLst>
                  <a:ext uri="{FF2B5EF4-FFF2-40B4-BE49-F238E27FC236}">
                    <a16:creationId xmlns:a16="http://schemas.microsoft.com/office/drawing/2014/main" id="{0D19C91C-6C2C-493B-8777-E2F3FAA0AB46}"/>
                  </a:ext>
                </a:extLst>
              </p:cNvPr>
              <p:cNvSpPr/>
              <p:nvPr/>
            </p:nvSpPr>
            <p:spPr>
              <a:xfrm>
                <a:off x="5880066" y="6076490"/>
                <a:ext cx="1275414" cy="338554"/>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sSub>
                        <m:sSubPr>
                          <m:ctrlPr>
                            <a:rPr lang="en-US" altLang="zh-TW" sz="1600" b="0" i="1" smtClean="0">
                              <a:solidFill>
                                <a:srgbClr val="0070C0"/>
                              </a:solidFill>
                              <a:latin typeface="Cambria Math" panose="02040503050406030204" pitchFamily="18" charset="0"/>
                            </a:rPr>
                          </m:ctrlPr>
                        </m:sSubPr>
                        <m:e>
                          <m:r>
                            <a:rPr lang="en-US" altLang="zh-TW" sz="1600" b="0" i="1" smtClean="0">
                              <a:solidFill>
                                <a:srgbClr val="0070C0"/>
                              </a:solidFill>
                              <a:latin typeface="Cambria Math" panose="02040503050406030204" pitchFamily="18" charset="0"/>
                            </a:rPr>
                            <m:t>𝑃</m:t>
                          </m:r>
                        </m:e>
                        <m:sub>
                          <m:r>
                            <a:rPr lang="en-US" altLang="zh-TW" sz="1600" b="0" i="1" smtClean="0">
                              <a:solidFill>
                                <a:srgbClr val="0070C0"/>
                              </a:solidFill>
                              <a:latin typeface="Cambria Math" panose="02040503050406030204" pitchFamily="18" charset="0"/>
                            </a:rPr>
                            <m:t>𝑖</m:t>
                          </m:r>
                          <m:r>
                            <a:rPr lang="en-US" altLang="zh-TW" sz="1600" b="0" i="1" smtClean="0">
                              <a:solidFill>
                                <a:srgbClr val="0070C0"/>
                              </a:solidFill>
                              <a:latin typeface="Cambria Math" panose="02040503050406030204" pitchFamily="18" charset="0"/>
                            </a:rPr>
                            <m:t>+1</m:t>
                          </m:r>
                        </m:sub>
                      </m:sSub>
                      <m:r>
                        <a:rPr lang="en-US" altLang="zh-TW" sz="1600" b="0" i="1" smtClean="0">
                          <a:solidFill>
                            <a:srgbClr val="0070C0"/>
                          </a:solidFill>
                          <a:latin typeface="Cambria Math" panose="02040503050406030204" pitchFamily="18" charset="0"/>
                        </a:rPr>
                        <m:t> ~ </m:t>
                      </m:r>
                      <m:sSub>
                        <m:sSubPr>
                          <m:ctrlPr>
                            <a:rPr lang="en-US" altLang="zh-TW" sz="1600" b="0" i="1" smtClean="0">
                              <a:solidFill>
                                <a:srgbClr val="0070C0"/>
                              </a:solidFill>
                              <a:latin typeface="Cambria Math" panose="02040503050406030204" pitchFamily="18" charset="0"/>
                            </a:rPr>
                          </m:ctrlPr>
                        </m:sSubPr>
                        <m:e>
                          <m:r>
                            <a:rPr lang="en-US" altLang="zh-TW" sz="1600" b="0" i="1" smtClean="0">
                              <a:solidFill>
                                <a:srgbClr val="0070C0"/>
                              </a:solidFill>
                              <a:latin typeface="Cambria Math" panose="02040503050406030204" pitchFamily="18" charset="0"/>
                            </a:rPr>
                            <m:t>𝑃</m:t>
                          </m:r>
                        </m:e>
                        <m:sub>
                          <m:r>
                            <a:rPr lang="en-US" altLang="zh-TW" sz="1600" b="0" i="1" smtClean="0">
                              <a:solidFill>
                                <a:srgbClr val="0070C0"/>
                              </a:solidFill>
                              <a:latin typeface="Cambria Math" panose="02040503050406030204" pitchFamily="18" charset="0"/>
                            </a:rPr>
                            <m:t>𝑖</m:t>
                          </m:r>
                          <m:r>
                            <a:rPr lang="en-US" altLang="zh-TW" sz="1600" b="0" i="1" smtClean="0">
                              <a:solidFill>
                                <a:srgbClr val="0070C0"/>
                              </a:solidFill>
                              <a:latin typeface="Cambria Math" panose="02040503050406030204" pitchFamily="18" charset="0"/>
                            </a:rPr>
                            <m:t>+2</m:t>
                          </m:r>
                          <m:r>
                            <a:rPr lang="en-US" altLang="zh-TW" sz="1600" b="0" i="1" smtClean="0">
                              <a:solidFill>
                                <a:srgbClr val="0070C0"/>
                              </a:solidFill>
                              <a:latin typeface="Cambria Math" panose="02040503050406030204" pitchFamily="18" charset="0"/>
                            </a:rPr>
                            <m:t>𝑠</m:t>
                          </m:r>
                        </m:sub>
                      </m:sSub>
                    </m:oMath>
                  </m:oMathPara>
                </a14:m>
                <a:endParaRPr lang="zh-TW" altLang="en-US" sz="1600" dirty="0">
                  <a:solidFill>
                    <a:srgbClr val="0070C0"/>
                  </a:solidFill>
                </a:endParaRPr>
              </a:p>
            </p:txBody>
          </p:sp>
        </mc:Choice>
        <mc:Fallback>
          <p:sp>
            <p:nvSpPr>
              <p:cNvPr id="88" name="矩形 87">
                <a:extLst>
                  <a:ext uri="{FF2B5EF4-FFF2-40B4-BE49-F238E27FC236}">
                    <a16:creationId xmlns:a16="http://schemas.microsoft.com/office/drawing/2014/main" id="{0D19C91C-6C2C-493B-8777-E2F3FAA0AB46}"/>
                  </a:ext>
                </a:extLst>
              </p:cNvPr>
              <p:cNvSpPr>
                <a:spLocks noRot="1" noChangeAspect="1" noMove="1" noResize="1" noEditPoints="1" noAdjustHandles="1" noChangeArrowheads="1" noChangeShapeType="1" noTextEdit="1"/>
              </p:cNvSpPr>
              <p:nvPr/>
            </p:nvSpPr>
            <p:spPr>
              <a:xfrm>
                <a:off x="5880066" y="6076490"/>
                <a:ext cx="1275414" cy="338554"/>
              </a:xfrm>
              <a:prstGeom prst="rect">
                <a:avLst/>
              </a:prstGeom>
              <a:blipFill>
                <a:blip r:embed="rId44"/>
                <a:stretch>
                  <a:fillRect/>
                </a:stretch>
              </a:blipFill>
            </p:spPr>
            <p:txBody>
              <a:bodyPr/>
              <a:lstStyle/>
              <a:p>
                <a:r>
                  <a:rPr lang="zh-TW" altLang="en-US">
                    <a:noFill/>
                  </a:rPr>
                  <a:t> </a:t>
                </a:r>
              </a:p>
            </p:txBody>
          </p:sp>
        </mc:Fallback>
      </mc:AlternateContent>
      <p:sp>
        <p:nvSpPr>
          <p:cNvPr id="60" name="矩形 59">
            <a:extLst>
              <a:ext uri="{FF2B5EF4-FFF2-40B4-BE49-F238E27FC236}">
                <a16:creationId xmlns:a16="http://schemas.microsoft.com/office/drawing/2014/main" id="{93B2C377-7AA1-41CA-B840-1102843973FA}"/>
              </a:ext>
            </a:extLst>
          </p:cNvPr>
          <p:cNvSpPr/>
          <p:nvPr/>
        </p:nvSpPr>
        <p:spPr>
          <a:xfrm>
            <a:off x="5326134" y="4601343"/>
            <a:ext cx="1989066" cy="1841931"/>
          </a:xfrm>
          <a:prstGeom prst="rect">
            <a:avLst/>
          </a:pr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rgbClr val="FF0000"/>
              </a:solidFill>
            </a:endParaRPr>
          </a:p>
        </p:txBody>
      </p:sp>
    </p:spTree>
    <p:extLst>
      <p:ext uri="{BB962C8B-B14F-4D97-AF65-F5344CB8AC3E}">
        <p14:creationId xmlns:p14="http://schemas.microsoft.com/office/powerpoint/2010/main" val="5376024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fade">
                                      <p:cBhvr>
                                        <p:cTn id="12" dur="500"/>
                                        <p:tgtEl>
                                          <p:spTgt spid="1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1"/>
                                        </p:tgtEl>
                                        <p:attrNameLst>
                                          <p:attrName>style.visibility</p:attrName>
                                        </p:attrNameLst>
                                      </p:cBhvr>
                                      <p:to>
                                        <p:strVal val="visible"/>
                                      </p:to>
                                    </p:set>
                                    <p:animEffect transition="in" filter="fade">
                                      <p:cBhvr>
                                        <p:cTn id="17" dur="500"/>
                                        <p:tgtEl>
                                          <p:spTgt spid="21"/>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23"/>
                                        </p:tgtEl>
                                        <p:attrNameLst>
                                          <p:attrName>style.visibility</p:attrName>
                                        </p:attrNameLst>
                                      </p:cBhvr>
                                      <p:to>
                                        <p:strVal val="visible"/>
                                      </p:to>
                                    </p:set>
                                    <p:animEffect transition="in" filter="fade">
                                      <p:cBhvr>
                                        <p:cTn id="20" dur="500"/>
                                        <p:tgtEl>
                                          <p:spTgt spid="23"/>
                                        </p:tgtEl>
                                      </p:cBhvr>
                                    </p:animEffect>
                                  </p:childTnLst>
                                </p:cTn>
                              </p:par>
                            </p:childTnLst>
                          </p:cTn>
                        </p:par>
                        <p:par>
                          <p:cTn id="21" fill="hold">
                            <p:stCondLst>
                              <p:cond delay="500"/>
                            </p:stCondLst>
                            <p:childTnLst>
                              <p:par>
                                <p:cTn id="22" presetID="10" presetClass="entr" presetSubtype="0" fill="hold" nodeType="afterEffect">
                                  <p:stCondLst>
                                    <p:cond delay="0"/>
                                  </p:stCondLst>
                                  <p:childTnLst>
                                    <p:set>
                                      <p:cBhvr>
                                        <p:cTn id="23" dur="1" fill="hold">
                                          <p:stCondLst>
                                            <p:cond delay="0"/>
                                          </p:stCondLst>
                                        </p:cTn>
                                        <p:tgtEl>
                                          <p:spTgt spid="25"/>
                                        </p:tgtEl>
                                        <p:attrNameLst>
                                          <p:attrName>style.visibility</p:attrName>
                                        </p:attrNameLst>
                                      </p:cBhvr>
                                      <p:to>
                                        <p:strVal val="visible"/>
                                      </p:to>
                                    </p:set>
                                    <p:animEffect transition="in" filter="fade">
                                      <p:cBhvr>
                                        <p:cTn id="24" dur="500"/>
                                        <p:tgtEl>
                                          <p:spTgt spid="25"/>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39"/>
                                        </p:tgtEl>
                                        <p:attrNameLst>
                                          <p:attrName>style.visibility</p:attrName>
                                        </p:attrNameLst>
                                      </p:cBhvr>
                                      <p:to>
                                        <p:strVal val="visible"/>
                                      </p:to>
                                    </p:set>
                                    <p:animEffect transition="in" filter="fade">
                                      <p:cBhvr>
                                        <p:cTn id="27" dur="500"/>
                                        <p:tgtEl>
                                          <p:spTgt spid="39"/>
                                        </p:tgtEl>
                                      </p:cBhvr>
                                    </p:animEffect>
                                  </p:childTnLst>
                                </p:cTn>
                              </p:par>
                            </p:childTnLst>
                          </p:cTn>
                        </p:par>
                        <p:par>
                          <p:cTn id="28" fill="hold">
                            <p:stCondLst>
                              <p:cond delay="1000"/>
                            </p:stCondLst>
                            <p:childTnLst>
                              <p:par>
                                <p:cTn id="29" presetID="10" presetClass="entr" presetSubtype="0" fill="hold" nodeType="afterEffect">
                                  <p:stCondLst>
                                    <p:cond delay="0"/>
                                  </p:stCondLst>
                                  <p:childTnLst>
                                    <p:set>
                                      <p:cBhvr>
                                        <p:cTn id="30" dur="1" fill="hold">
                                          <p:stCondLst>
                                            <p:cond delay="0"/>
                                          </p:stCondLst>
                                        </p:cTn>
                                        <p:tgtEl>
                                          <p:spTgt spid="32"/>
                                        </p:tgtEl>
                                        <p:attrNameLst>
                                          <p:attrName>style.visibility</p:attrName>
                                        </p:attrNameLst>
                                      </p:cBhvr>
                                      <p:to>
                                        <p:strVal val="visible"/>
                                      </p:to>
                                    </p:set>
                                    <p:animEffect transition="in" filter="fade">
                                      <p:cBhvr>
                                        <p:cTn id="31" dur="500"/>
                                        <p:tgtEl>
                                          <p:spTgt spid="32"/>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6"/>
                                        </p:tgtEl>
                                        <p:attrNameLst>
                                          <p:attrName>style.visibility</p:attrName>
                                        </p:attrNameLst>
                                      </p:cBhvr>
                                      <p:to>
                                        <p:strVal val="visible"/>
                                      </p:to>
                                    </p:set>
                                    <p:animEffect transition="in" filter="fade">
                                      <p:cBhvr>
                                        <p:cTn id="34" dur="500"/>
                                        <p:tgtEl>
                                          <p:spTgt spid="26"/>
                                        </p:tgtEl>
                                      </p:cBhvr>
                                    </p:animEffect>
                                  </p:childTnLst>
                                </p:cTn>
                              </p:par>
                            </p:childTnLst>
                          </p:cTn>
                        </p:par>
                        <p:par>
                          <p:cTn id="35" fill="hold">
                            <p:stCondLst>
                              <p:cond delay="1500"/>
                            </p:stCondLst>
                            <p:childTnLst>
                              <p:par>
                                <p:cTn id="36" presetID="10" presetClass="entr" presetSubtype="0" fill="hold" nodeType="afterEffect">
                                  <p:stCondLst>
                                    <p:cond delay="0"/>
                                  </p:stCondLst>
                                  <p:childTnLst>
                                    <p:set>
                                      <p:cBhvr>
                                        <p:cTn id="37" dur="1" fill="hold">
                                          <p:stCondLst>
                                            <p:cond delay="0"/>
                                          </p:stCondLst>
                                        </p:cTn>
                                        <p:tgtEl>
                                          <p:spTgt spid="33"/>
                                        </p:tgtEl>
                                        <p:attrNameLst>
                                          <p:attrName>style.visibility</p:attrName>
                                        </p:attrNameLst>
                                      </p:cBhvr>
                                      <p:to>
                                        <p:strVal val="visible"/>
                                      </p:to>
                                    </p:set>
                                    <p:animEffect transition="in" filter="fade">
                                      <p:cBhvr>
                                        <p:cTn id="38" dur="500"/>
                                        <p:tgtEl>
                                          <p:spTgt spid="33"/>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27"/>
                                        </p:tgtEl>
                                        <p:attrNameLst>
                                          <p:attrName>style.visibility</p:attrName>
                                        </p:attrNameLst>
                                      </p:cBhvr>
                                      <p:to>
                                        <p:strVal val="visible"/>
                                      </p:to>
                                    </p:set>
                                    <p:animEffect transition="in" filter="fade">
                                      <p:cBhvr>
                                        <p:cTn id="41" dur="500"/>
                                        <p:tgtEl>
                                          <p:spTgt spid="27"/>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nodeType="clickEffect">
                                  <p:stCondLst>
                                    <p:cond delay="0"/>
                                  </p:stCondLst>
                                  <p:childTnLst>
                                    <p:set>
                                      <p:cBhvr>
                                        <p:cTn id="45" dur="1" fill="hold">
                                          <p:stCondLst>
                                            <p:cond delay="0"/>
                                          </p:stCondLst>
                                        </p:cTn>
                                        <p:tgtEl>
                                          <p:spTgt spid="34"/>
                                        </p:tgtEl>
                                        <p:attrNameLst>
                                          <p:attrName>style.visibility</p:attrName>
                                        </p:attrNameLst>
                                      </p:cBhvr>
                                      <p:to>
                                        <p:strVal val="visible"/>
                                      </p:to>
                                    </p:set>
                                    <p:animEffect transition="in" filter="fade">
                                      <p:cBhvr>
                                        <p:cTn id="46" dur="500"/>
                                        <p:tgtEl>
                                          <p:spTgt spid="34"/>
                                        </p:tgtEl>
                                      </p:cBhvr>
                                    </p:animEffect>
                                  </p:childTnLst>
                                </p:cTn>
                              </p:par>
                            </p:childTnLst>
                          </p:cTn>
                        </p:par>
                        <p:par>
                          <p:cTn id="47" fill="hold">
                            <p:stCondLst>
                              <p:cond delay="500"/>
                            </p:stCondLst>
                            <p:childTnLst>
                              <p:par>
                                <p:cTn id="48" presetID="42" presetClass="path" presetSubtype="0" fill="hold" nodeType="afterEffect">
                                  <p:stCondLst>
                                    <p:cond delay="0"/>
                                  </p:stCondLst>
                                  <p:childTnLst>
                                    <p:animMotion origin="layout" path="M -3.61111E-6 0 L -0.00052 -0.05995 " pathEditMode="relative" rAng="0" ptsTypes="AA">
                                      <p:cBhvr>
                                        <p:cTn id="49" dur="500" fill="hold"/>
                                        <p:tgtEl>
                                          <p:spTgt spid="31"/>
                                        </p:tgtEl>
                                        <p:attrNameLst>
                                          <p:attrName>ppt_x</p:attrName>
                                          <p:attrName>ppt_y</p:attrName>
                                        </p:attrNameLst>
                                      </p:cBhvr>
                                      <p:rCtr x="-35" y="-3009"/>
                                    </p:animMotion>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nodeType="clickEffect">
                                  <p:stCondLst>
                                    <p:cond delay="0"/>
                                  </p:stCondLst>
                                  <p:childTnLst>
                                    <p:set>
                                      <p:cBhvr>
                                        <p:cTn id="53" dur="1" fill="hold">
                                          <p:stCondLst>
                                            <p:cond delay="0"/>
                                          </p:stCondLst>
                                        </p:cTn>
                                        <p:tgtEl>
                                          <p:spTgt spid="35"/>
                                        </p:tgtEl>
                                        <p:attrNameLst>
                                          <p:attrName>style.visibility</p:attrName>
                                        </p:attrNameLst>
                                      </p:cBhvr>
                                      <p:to>
                                        <p:strVal val="visible"/>
                                      </p:to>
                                    </p:set>
                                    <p:animEffect transition="in" filter="fade">
                                      <p:cBhvr>
                                        <p:cTn id="54" dur="500"/>
                                        <p:tgtEl>
                                          <p:spTgt spid="35"/>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28"/>
                                        </p:tgtEl>
                                        <p:attrNameLst>
                                          <p:attrName>style.visibility</p:attrName>
                                        </p:attrNameLst>
                                      </p:cBhvr>
                                      <p:to>
                                        <p:strVal val="visible"/>
                                      </p:to>
                                    </p:set>
                                    <p:animEffect transition="in" filter="fade">
                                      <p:cBhvr>
                                        <p:cTn id="57" dur="500"/>
                                        <p:tgtEl>
                                          <p:spTgt spid="28"/>
                                        </p:tgtEl>
                                      </p:cBhvr>
                                    </p:animEffect>
                                  </p:childTnLst>
                                </p:cTn>
                              </p:par>
                            </p:childTnLst>
                          </p:cTn>
                        </p:par>
                        <p:par>
                          <p:cTn id="58" fill="hold">
                            <p:stCondLst>
                              <p:cond delay="500"/>
                            </p:stCondLst>
                            <p:childTnLst>
                              <p:par>
                                <p:cTn id="59" presetID="10" presetClass="entr" presetSubtype="0" fill="hold" nodeType="afterEffect">
                                  <p:stCondLst>
                                    <p:cond delay="0"/>
                                  </p:stCondLst>
                                  <p:childTnLst>
                                    <p:set>
                                      <p:cBhvr>
                                        <p:cTn id="60" dur="1" fill="hold">
                                          <p:stCondLst>
                                            <p:cond delay="0"/>
                                          </p:stCondLst>
                                        </p:cTn>
                                        <p:tgtEl>
                                          <p:spTgt spid="36"/>
                                        </p:tgtEl>
                                        <p:attrNameLst>
                                          <p:attrName>style.visibility</p:attrName>
                                        </p:attrNameLst>
                                      </p:cBhvr>
                                      <p:to>
                                        <p:strVal val="visible"/>
                                      </p:to>
                                    </p:set>
                                    <p:animEffect transition="in" filter="fade">
                                      <p:cBhvr>
                                        <p:cTn id="61" dur="500"/>
                                        <p:tgtEl>
                                          <p:spTgt spid="36"/>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9"/>
                                        </p:tgtEl>
                                        <p:attrNameLst>
                                          <p:attrName>style.visibility</p:attrName>
                                        </p:attrNameLst>
                                      </p:cBhvr>
                                      <p:to>
                                        <p:strVal val="visible"/>
                                      </p:to>
                                    </p:set>
                                    <p:animEffect transition="in" filter="fade">
                                      <p:cBhvr>
                                        <p:cTn id="64" dur="500"/>
                                        <p:tgtEl>
                                          <p:spTgt spid="29"/>
                                        </p:tgtEl>
                                      </p:cBhvr>
                                    </p:animEffect>
                                  </p:childTnLst>
                                </p:cTn>
                              </p:par>
                            </p:childTnLst>
                          </p:cTn>
                        </p:par>
                        <p:par>
                          <p:cTn id="65" fill="hold">
                            <p:stCondLst>
                              <p:cond delay="1000"/>
                            </p:stCondLst>
                            <p:childTnLst>
                              <p:par>
                                <p:cTn id="66" presetID="10" presetClass="entr" presetSubtype="0" fill="hold" nodeType="afterEffect">
                                  <p:stCondLst>
                                    <p:cond delay="0"/>
                                  </p:stCondLst>
                                  <p:childTnLst>
                                    <p:set>
                                      <p:cBhvr>
                                        <p:cTn id="67" dur="1" fill="hold">
                                          <p:stCondLst>
                                            <p:cond delay="0"/>
                                          </p:stCondLst>
                                        </p:cTn>
                                        <p:tgtEl>
                                          <p:spTgt spid="37"/>
                                        </p:tgtEl>
                                        <p:attrNameLst>
                                          <p:attrName>style.visibility</p:attrName>
                                        </p:attrNameLst>
                                      </p:cBhvr>
                                      <p:to>
                                        <p:strVal val="visible"/>
                                      </p:to>
                                    </p:set>
                                    <p:animEffect transition="in" filter="fade">
                                      <p:cBhvr>
                                        <p:cTn id="68" dur="500"/>
                                        <p:tgtEl>
                                          <p:spTgt spid="37"/>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38"/>
                                        </p:tgtEl>
                                        <p:attrNameLst>
                                          <p:attrName>style.visibility</p:attrName>
                                        </p:attrNameLst>
                                      </p:cBhvr>
                                      <p:to>
                                        <p:strVal val="visible"/>
                                      </p:to>
                                    </p:set>
                                    <p:animEffect transition="in" filter="fade">
                                      <p:cBhvr>
                                        <p:cTn id="71" dur="500"/>
                                        <p:tgtEl>
                                          <p:spTgt spid="38"/>
                                        </p:tgtEl>
                                      </p:cBhvr>
                                    </p:animEffect>
                                  </p:childTnLst>
                                </p:cTn>
                              </p:par>
                            </p:childTnLst>
                          </p:cTn>
                        </p:par>
                      </p:childTnLst>
                    </p:cTn>
                  </p:par>
                  <p:par>
                    <p:cTn id="72" fill="hold">
                      <p:stCondLst>
                        <p:cond delay="indefinite"/>
                      </p:stCondLst>
                      <p:childTnLst>
                        <p:par>
                          <p:cTn id="73" fill="hold">
                            <p:stCondLst>
                              <p:cond delay="0"/>
                            </p:stCondLst>
                            <p:childTnLst>
                              <p:par>
                                <p:cTn id="74" presetID="1" presetClass="exit" presetSubtype="0" fill="hold" grpId="0" nodeType="clickEffect">
                                  <p:stCondLst>
                                    <p:cond delay="0"/>
                                  </p:stCondLst>
                                  <p:childTnLst>
                                    <p:set>
                                      <p:cBhvr>
                                        <p:cTn id="75" dur="1" fill="hold">
                                          <p:stCondLst>
                                            <p:cond delay="0"/>
                                          </p:stCondLst>
                                        </p:cTn>
                                        <p:tgtEl>
                                          <p:spTgt spid="57"/>
                                        </p:tgtEl>
                                        <p:attrNameLst>
                                          <p:attrName>style.visibility</p:attrName>
                                        </p:attrNameLst>
                                      </p:cBhvr>
                                      <p:to>
                                        <p:strVal val="hidden"/>
                                      </p:to>
                                    </p:set>
                                  </p:childTnLst>
                                </p:cTn>
                              </p:par>
                              <p:par>
                                <p:cTn id="76" presetID="1" presetClass="entr" presetSubtype="0" fill="hold" grpId="0" nodeType="withEffect">
                                  <p:stCondLst>
                                    <p:cond delay="0"/>
                                  </p:stCondLst>
                                  <p:childTnLst>
                                    <p:set>
                                      <p:cBhvr>
                                        <p:cTn id="77" dur="1" fill="hold">
                                          <p:stCondLst>
                                            <p:cond delay="0"/>
                                          </p:stCondLst>
                                        </p:cTn>
                                        <p:tgtEl>
                                          <p:spTgt spid="58"/>
                                        </p:tgtEl>
                                        <p:attrNameLst>
                                          <p:attrName>style.visibility</p:attrName>
                                        </p:attrNameLst>
                                      </p:cBhvr>
                                      <p:to>
                                        <p:strVal val="visible"/>
                                      </p:to>
                                    </p:set>
                                  </p:childTnLst>
                                </p:cTn>
                              </p:par>
                              <p:par>
                                <p:cTn id="78" presetID="1" presetClass="entr" presetSubtype="0" fill="hold" grpId="0" nodeType="withEffect">
                                  <p:stCondLst>
                                    <p:cond delay="0"/>
                                  </p:stCondLst>
                                  <p:childTnLst>
                                    <p:set>
                                      <p:cBhvr>
                                        <p:cTn id="79" dur="1" fill="hold">
                                          <p:stCondLst>
                                            <p:cond delay="0"/>
                                          </p:stCondLst>
                                        </p:cTn>
                                        <p:tgtEl>
                                          <p:spTgt spid="87"/>
                                        </p:tgtEl>
                                        <p:attrNameLst>
                                          <p:attrName>style.visibility</p:attrName>
                                        </p:attrNameLst>
                                      </p:cBhvr>
                                      <p:to>
                                        <p:strVal val="visible"/>
                                      </p:to>
                                    </p:set>
                                  </p:childTnLst>
                                </p:cTn>
                              </p:par>
                              <p:par>
                                <p:cTn id="80" presetID="1" presetClass="exit" presetSubtype="0" fill="hold" grpId="0" nodeType="withEffect">
                                  <p:stCondLst>
                                    <p:cond delay="0"/>
                                  </p:stCondLst>
                                  <p:childTnLst>
                                    <p:set>
                                      <p:cBhvr>
                                        <p:cTn id="81" dur="1" fill="hold">
                                          <p:stCondLst>
                                            <p:cond delay="0"/>
                                          </p:stCondLst>
                                        </p:cTn>
                                        <p:tgtEl>
                                          <p:spTgt spid="60"/>
                                        </p:tgtEl>
                                        <p:attrNameLst>
                                          <p:attrName>style.visibility</p:attrName>
                                        </p:attrNameLst>
                                      </p:cBhvr>
                                      <p:to>
                                        <p:strVal val="hidden"/>
                                      </p:to>
                                    </p:set>
                                  </p:childTnLst>
                                </p:cTn>
                              </p:par>
                            </p:childTnLst>
                          </p:cTn>
                        </p:par>
                      </p:childTnLst>
                    </p:cTn>
                  </p:par>
                  <p:par>
                    <p:cTn id="82" fill="hold">
                      <p:stCondLst>
                        <p:cond delay="indefinite"/>
                      </p:stCondLst>
                      <p:childTnLst>
                        <p:par>
                          <p:cTn id="83" fill="hold">
                            <p:stCondLst>
                              <p:cond delay="0"/>
                            </p:stCondLst>
                            <p:childTnLst>
                              <p:par>
                                <p:cTn id="84" presetID="10" presetClass="entr" presetSubtype="0" fill="hold" grpId="0" nodeType="clickEffect">
                                  <p:stCondLst>
                                    <p:cond delay="0"/>
                                  </p:stCondLst>
                                  <p:childTnLst>
                                    <p:set>
                                      <p:cBhvr>
                                        <p:cTn id="85" dur="1" fill="hold">
                                          <p:stCondLst>
                                            <p:cond delay="0"/>
                                          </p:stCondLst>
                                        </p:cTn>
                                        <p:tgtEl>
                                          <p:spTgt spid="71"/>
                                        </p:tgtEl>
                                        <p:attrNameLst>
                                          <p:attrName>style.visibility</p:attrName>
                                        </p:attrNameLst>
                                      </p:cBhvr>
                                      <p:to>
                                        <p:strVal val="visible"/>
                                      </p:to>
                                    </p:set>
                                    <p:animEffect transition="in" filter="fade">
                                      <p:cBhvr>
                                        <p:cTn id="86" dur="500"/>
                                        <p:tgtEl>
                                          <p:spTgt spid="71"/>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68"/>
                                        </p:tgtEl>
                                        <p:attrNameLst>
                                          <p:attrName>style.visibility</p:attrName>
                                        </p:attrNameLst>
                                      </p:cBhvr>
                                      <p:to>
                                        <p:strVal val="visible"/>
                                      </p:to>
                                    </p:set>
                                    <p:animEffect transition="in" filter="fade">
                                      <p:cBhvr>
                                        <p:cTn id="89" dur="500"/>
                                        <p:tgtEl>
                                          <p:spTgt spid="68"/>
                                        </p:tgtEl>
                                      </p:cBhvr>
                                    </p:animEffect>
                                  </p:childTnLst>
                                </p:cTn>
                              </p:par>
                            </p:childTnLst>
                          </p:cTn>
                        </p:par>
                      </p:childTnLst>
                    </p:cTn>
                  </p:par>
                  <p:par>
                    <p:cTn id="90" fill="hold">
                      <p:stCondLst>
                        <p:cond delay="indefinite"/>
                      </p:stCondLst>
                      <p:childTnLst>
                        <p:par>
                          <p:cTn id="91" fill="hold">
                            <p:stCondLst>
                              <p:cond delay="0"/>
                            </p:stCondLst>
                            <p:childTnLst>
                              <p:par>
                                <p:cTn id="92" presetID="10" presetClass="entr" presetSubtype="0" fill="hold" grpId="0" nodeType="clickEffect">
                                  <p:stCondLst>
                                    <p:cond delay="0"/>
                                  </p:stCondLst>
                                  <p:childTnLst>
                                    <p:set>
                                      <p:cBhvr>
                                        <p:cTn id="93" dur="1" fill="hold">
                                          <p:stCondLst>
                                            <p:cond delay="0"/>
                                          </p:stCondLst>
                                        </p:cTn>
                                        <p:tgtEl>
                                          <p:spTgt spid="74"/>
                                        </p:tgtEl>
                                        <p:attrNameLst>
                                          <p:attrName>style.visibility</p:attrName>
                                        </p:attrNameLst>
                                      </p:cBhvr>
                                      <p:to>
                                        <p:strVal val="visible"/>
                                      </p:to>
                                    </p:set>
                                    <p:animEffect transition="in" filter="fade">
                                      <p:cBhvr>
                                        <p:cTn id="94" dur="500"/>
                                        <p:tgtEl>
                                          <p:spTgt spid="74"/>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75"/>
                                        </p:tgtEl>
                                        <p:attrNameLst>
                                          <p:attrName>style.visibility</p:attrName>
                                        </p:attrNameLst>
                                      </p:cBhvr>
                                      <p:to>
                                        <p:strVal val="visible"/>
                                      </p:to>
                                    </p:set>
                                    <p:animEffect transition="in" filter="fade">
                                      <p:cBhvr>
                                        <p:cTn id="97" dur="500"/>
                                        <p:tgtEl>
                                          <p:spTgt spid="75"/>
                                        </p:tgtEl>
                                      </p:cBhvr>
                                    </p:animEffect>
                                  </p:childTnLst>
                                </p:cTn>
                              </p:par>
                            </p:childTnLst>
                          </p:cTn>
                        </p:par>
                      </p:childTnLst>
                    </p:cTn>
                  </p:par>
                  <p:par>
                    <p:cTn id="98" fill="hold">
                      <p:stCondLst>
                        <p:cond delay="indefinite"/>
                      </p:stCondLst>
                      <p:childTnLst>
                        <p:par>
                          <p:cTn id="99" fill="hold">
                            <p:stCondLst>
                              <p:cond delay="0"/>
                            </p:stCondLst>
                            <p:childTnLst>
                              <p:par>
                                <p:cTn id="100" presetID="10" presetClass="entr" presetSubtype="0" fill="hold" grpId="0" nodeType="clickEffect">
                                  <p:stCondLst>
                                    <p:cond delay="0"/>
                                  </p:stCondLst>
                                  <p:childTnLst>
                                    <p:set>
                                      <p:cBhvr>
                                        <p:cTn id="101" dur="1" fill="hold">
                                          <p:stCondLst>
                                            <p:cond delay="0"/>
                                          </p:stCondLst>
                                        </p:cTn>
                                        <p:tgtEl>
                                          <p:spTgt spid="77"/>
                                        </p:tgtEl>
                                        <p:attrNameLst>
                                          <p:attrName>style.visibility</p:attrName>
                                        </p:attrNameLst>
                                      </p:cBhvr>
                                      <p:to>
                                        <p:strVal val="visible"/>
                                      </p:to>
                                    </p:set>
                                    <p:animEffect transition="in" filter="fade">
                                      <p:cBhvr>
                                        <p:cTn id="102" dur="500"/>
                                        <p:tgtEl>
                                          <p:spTgt spid="77"/>
                                        </p:tgtEl>
                                      </p:cBhvr>
                                    </p:animEffect>
                                  </p:childTnLst>
                                </p:cTn>
                              </p:par>
                              <p:par>
                                <p:cTn id="103" presetID="10" presetClass="entr" presetSubtype="0" fill="hold" grpId="0" nodeType="withEffect">
                                  <p:stCondLst>
                                    <p:cond delay="0"/>
                                  </p:stCondLst>
                                  <p:childTnLst>
                                    <p:set>
                                      <p:cBhvr>
                                        <p:cTn id="104" dur="1" fill="hold">
                                          <p:stCondLst>
                                            <p:cond delay="0"/>
                                          </p:stCondLst>
                                        </p:cTn>
                                        <p:tgtEl>
                                          <p:spTgt spid="76"/>
                                        </p:tgtEl>
                                        <p:attrNameLst>
                                          <p:attrName>style.visibility</p:attrName>
                                        </p:attrNameLst>
                                      </p:cBhvr>
                                      <p:to>
                                        <p:strVal val="visible"/>
                                      </p:to>
                                    </p:set>
                                    <p:animEffect transition="in" filter="fade">
                                      <p:cBhvr>
                                        <p:cTn id="105" dur="500"/>
                                        <p:tgtEl>
                                          <p:spTgt spid="76"/>
                                        </p:tgtEl>
                                      </p:cBhvr>
                                    </p:animEffect>
                                  </p:childTnLst>
                                </p:cTn>
                              </p:par>
                            </p:childTnLst>
                          </p:cTn>
                        </p:par>
                      </p:childTnLst>
                    </p:cTn>
                  </p:par>
                  <p:par>
                    <p:cTn id="106" fill="hold">
                      <p:stCondLst>
                        <p:cond delay="indefinite"/>
                      </p:stCondLst>
                      <p:childTnLst>
                        <p:par>
                          <p:cTn id="107" fill="hold">
                            <p:stCondLst>
                              <p:cond delay="0"/>
                            </p:stCondLst>
                            <p:childTnLst>
                              <p:par>
                                <p:cTn id="108" presetID="10" presetClass="entr" presetSubtype="0" fill="hold" grpId="0" nodeType="clickEffect">
                                  <p:stCondLst>
                                    <p:cond delay="0"/>
                                  </p:stCondLst>
                                  <p:childTnLst>
                                    <p:set>
                                      <p:cBhvr>
                                        <p:cTn id="109" dur="1" fill="hold">
                                          <p:stCondLst>
                                            <p:cond delay="0"/>
                                          </p:stCondLst>
                                        </p:cTn>
                                        <p:tgtEl>
                                          <p:spTgt spid="82"/>
                                        </p:tgtEl>
                                        <p:attrNameLst>
                                          <p:attrName>style.visibility</p:attrName>
                                        </p:attrNameLst>
                                      </p:cBhvr>
                                      <p:to>
                                        <p:strVal val="visible"/>
                                      </p:to>
                                    </p:set>
                                    <p:animEffect transition="in" filter="fade">
                                      <p:cBhvr>
                                        <p:cTn id="110" dur="500"/>
                                        <p:tgtEl>
                                          <p:spTgt spid="82"/>
                                        </p:tgtEl>
                                      </p:cBhvr>
                                    </p:animEffect>
                                  </p:childTnLst>
                                </p:cTn>
                              </p:par>
                              <p:par>
                                <p:cTn id="111" presetID="10" presetClass="entr" presetSubtype="0" fill="hold" grpId="0" nodeType="withEffect">
                                  <p:stCondLst>
                                    <p:cond delay="0"/>
                                  </p:stCondLst>
                                  <p:childTnLst>
                                    <p:set>
                                      <p:cBhvr>
                                        <p:cTn id="112" dur="1" fill="hold">
                                          <p:stCondLst>
                                            <p:cond delay="0"/>
                                          </p:stCondLst>
                                        </p:cTn>
                                        <p:tgtEl>
                                          <p:spTgt spid="79"/>
                                        </p:tgtEl>
                                        <p:attrNameLst>
                                          <p:attrName>style.visibility</p:attrName>
                                        </p:attrNameLst>
                                      </p:cBhvr>
                                      <p:to>
                                        <p:strVal val="visible"/>
                                      </p:to>
                                    </p:set>
                                    <p:animEffect transition="in" filter="fade">
                                      <p:cBhvr>
                                        <p:cTn id="113" dur="500"/>
                                        <p:tgtEl>
                                          <p:spTgt spid="79"/>
                                        </p:tgtEl>
                                      </p:cBhvr>
                                    </p:animEffect>
                                  </p:childTnLst>
                                </p:cTn>
                              </p:par>
                            </p:childTnLst>
                          </p:cTn>
                        </p:par>
                      </p:childTnLst>
                    </p:cTn>
                  </p:par>
                  <p:par>
                    <p:cTn id="114" fill="hold">
                      <p:stCondLst>
                        <p:cond delay="indefinite"/>
                      </p:stCondLst>
                      <p:childTnLst>
                        <p:par>
                          <p:cTn id="115" fill="hold">
                            <p:stCondLst>
                              <p:cond delay="0"/>
                            </p:stCondLst>
                            <p:childTnLst>
                              <p:par>
                                <p:cTn id="116" presetID="10" presetClass="entr" presetSubtype="0" fill="hold" grpId="0" nodeType="clickEffect">
                                  <p:stCondLst>
                                    <p:cond delay="0"/>
                                  </p:stCondLst>
                                  <p:childTnLst>
                                    <p:set>
                                      <p:cBhvr>
                                        <p:cTn id="117" dur="1" fill="hold">
                                          <p:stCondLst>
                                            <p:cond delay="0"/>
                                          </p:stCondLst>
                                        </p:cTn>
                                        <p:tgtEl>
                                          <p:spTgt spid="81"/>
                                        </p:tgtEl>
                                        <p:attrNameLst>
                                          <p:attrName>style.visibility</p:attrName>
                                        </p:attrNameLst>
                                      </p:cBhvr>
                                      <p:to>
                                        <p:strVal val="visible"/>
                                      </p:to>
                                    </p:set>
                                    <p:animEffect transition="in" filter="fade">
                                      <p:cBhvr>
                                        <p:cTn id="118" dur="500"/>
                                        <p:tgtEl>
                                          <p:spTgt spid="81"/>
                                        </p:tgtEl>
                                      </p:cBhvr>
                                    </p:animEffect>
                                  </p:childTnLst>
                                </p:cTn>
                              </p:par>
                              <p:par>
                                <p:cTn id="119" presetID="10" presetClass="entr" presetSubtype="0" fill="hold" grpId="0" nodeType="withEffect">
                                  <p:stCondLst>
                                    <p:cond delay="0"/>
                                  </p:stCondLst>
                                  <p:childTnLst>
                                    <p:set>
                                      <p:cBhvr>
                                        <p:cTn id="120" dur="1" fill="hold">
                                          <p:stCondLst>
                                            <p:cond delay="0"/>
                                          </p:stCondLst>
                                        </p:cTn>
                                        <p:tgtEl>
                                          <p:spTgt spid="80"/>
                                        </p:tgtEl>
                                        <p:attrNameLst>
                                          <p:attrName>style.visibility</p:attrName>
                                        </p:attrNameLst>
                                      </p:cBhvr>
                                      <p:to>
                                        <p:strVal val="visible"/>
                                      </p:to>
                                    </p:set>
                                    <p:animEffect transition="in" filter="fade">
                                      <p:cBhvr>
                                        <p:cTn id="121" dur="500"/>
                                        <p:tgtEl>
                                          <p:spTgt spid="80"/>
                                        </p:tgtEl>
                                      </p:cBhvr>
                                    </p:animEffect>
                                  </p:childTnLst>
                                </p:cTn>
                              </p:par>
                            </p:childTnLst>
                          </p:cTn>
                        </p:par>
                      </p:childTnLst>
                    </p:cTn>
                  </p:par>
                  <p:par>
                    <p:cTn id="122" fill="hold">
                      <p:stCondLst>
                        <p:cond delay="indefinite"/>
                      </p:stCondLst>
                      <p:childTnLst>
                        <p:par>
                          <p:cTn id="123" fill="hold">
                            <p:stCondLst>
                              <p:cond delay="0"/>
                            </p:stCondLst>
                            <p:childTnLst>
                              <p:par>
                                <p:cTn id="124" presetID="10" presetClass="entr" presetSubtype="0" fill="hold" grpId="0" nodeType="clickEffect">
                                  <p:stCondLst>
                                    <p:cond delay="0"/>
                                  </p:stCondLst>
                                  <p:childTnLst>
                                    <p:set>
                                      <p:cBhvr>
                                        <p:cTn id="125" dur="1" fill="hold">
                                          <p:stCondLst>
                                            <p:cond delay="0"/>
                                          </p:stCondLst>
                                        </p:cTn>
                                        <p:tgtEl>
                                          <p:spTgt spid="69"/>
                                        </p:tgtEl>
                                        <p:attrNameLst>
                                          <p:attrName>style.visibility</p:attrName>
                                        </p:attrNameLst>
                                      </p:cBhvr>
                                      <p:to>
                                        <p:strVal val="visible"/>
                                      </p:to>
                                    </p:set>
                                    <p:animEffect transition="in" filter="fade">
                                      <p:cBhvr>
                                        <p:cTn id="126" dur="500"/>
                                        <p:tgtEl>
                                          <p:spTgt spid="69"/>
                                        </p:tgtEl>
                                      </p:cBhvr>
                                    </p:animEffect>
                                  </p:childTnLst>
                                </p:cTn>
                              </p:par>
                              <p:par>
                                <p:cTn id="127" presetID="10" presetClass="entr" presetSubtype="0" fill="hold" grpId="0" nodeType="withEffect">
                                  <p:stCondLst>
                                    <p:cond delay="0"/>
                                  </p:stCondLst>
                                  <p:childTnLst>
                                    <p:set>
                                      <p:cBhvr>
                                        <p:cTn id="128" dur="1" fill="hold">
                                          <p:stCondLst>
                                            <p:cond delay="0"/>
                                          </p:stCondLst>
                                        </p:cTn>
                                        <p:tgtEl>
                                          <p:spTgt spid="70"/>
                                        </p:tgtEl>
                                        <p:attrNameLst>
                                          <p:attrName>style.visibility</p:attrName>
                                        </p:attrNameLst>
                                      </p:cBhvr>
                                      <p:to>
                                        <p:strVal val="visible"/>
                                      </p:to>
                                    </p:set>
                                    <p:animEffect transition="in" filter="fade">
                                      <p:cBhvr>
                                        <p:cTn id="129" dur="500"/>
                                        <p:tgtEl>
                                          <p:spTgt spid="70"/>
                                        </p:tgtEl>
                                      </p:cBhvr>
                                    </p:animEffect>
                                  </p:childTnLst>
                                </p:cTn>
                              </p:par>
                            </p:childTnLst>
                          </p:cTn>
                        </p:par>
                      </p:childTnLst>
                    </p:cTn>
                  </p:par>
                  <p:par>
                    <p:cTn id="130" fill="hold">
                      <p:stCondLst>
                        <p:cond delay="indefinite"/>
                      </p:stCondLst>
                      <p:childTnLst>
                        <p:par>
                          <p:cTn id="131" fill="hold">
                            <p:stCondLst>
                              <p:cond delay="0"/>
                            </p:stCondLst>
                            <p:childTnLst>
                              <p:par>
                                <p:cTn id="132" presetID="1" presetClass="exit" presetSubtype="0" fill="hold" nodeType="clickEffect">
                                  <p:stCondLst>
                                    <p:cond delay="0"/>
                                  </p:stCondLst>
                                  <p:childTnLst>
                                    <p:set>
                                      <p:cBhvr>
                                        <p:cTn id="133" dur="1" fill="hold">
                                          <p:stCondLst>
                                            <p:cond delay="0"/>
                                          </p:stCondLst>
                                        </p:cTn>
                                        <p:tgtEl>
                                          <p:spTgt spid="12"/>
                                        </p:tgtEl>
                                        <p:attrNameLst>
                                          <p:attrName>style.visibility</p:attrName>
                                        </p:attrNameLst>
                                      </p:cBhvr>
                                      <p:to>
                                        <p:strVal val="hidden"/>
                                      </p:to>
                                    </p:set>
                                  </p:childTnLst>
                                </p:cTn>
                              </p:par>
                              <p:par>
                                <p:cTn id="134" presetID="1" presetClass="exit" presetSubtype="0" fill="hold" grpId="1" nodeType="withEffect">
                                  <p:stCondLst>
                                    <p:cond delay="0"/>
                                  </p:stCondLst>
                                  <p:childTnLst>
                                    <p:set>
                                      <p:cBhvr>
                                        <p:cTn id="135" dur="1" fill="hold">
                                          <p:stCondLst>
                                            <p:cond delay="0"/>
                                          </p:stCondLst>
                                        </p:cTn>
                                        <p:tgtEl>
                                          <p:spTgt spid="58"/>
                                        </p:tgtEl>
                                        <p:attrNameLst>
                                          <p:attrName>style.visibility</p:attrName>
                                        </p:attrNameLst>
                                      </p:cBhvr>
                                      <p:to>
                                        <p:strVal val="hidden"/>
                                      </p:to>
                                    </p:set>
                                  </p:childTnLst>
                                </p:cTn>
                              </p:par>
                              <p:par>
                                <p:cTn id="136" presetID="1" presetClass="exit" presetSubtype="0" fill="hold" nodeType="withEffect">
                                  <p:stCondLst>
                                    <p:cond delay="0"/>
                                  </p:stCondLst>
                                  <p:childTnLst>
                                    <p:set>
                                      <p:cBhvr>
                                        <p:cTn id="137" dur="1" fill="hold">
                                          <p:stCondLst>
                                            <p:cond delay="0"/>
                                          </p:stCondLst>
                                        </p:cTn>
                                        <p:tgtEl>
                                          <p:spTgt spid="56"/>
                                        </p:tgtEl>
                                        <p:attrNameLst>
                                          <p:attrName>style.visibility</p:attrName>
                                        </p:attrNameLst>
                                      </p:cBhvr>
                                      <p:to>
                                        <p:strVal val="hidden"/>
                                      </p:to>
                                    </p:set>
                                  </p:childTnLst>
                                </p:cTn>
                              </p:par>
                              <p:par>
                                <p:cTn id="138" presetID="10" presetClass="entr" presetSubtype="0" fill="hold" nodeType="withEffect">
                                  <p:stCondLst>
                                    <p:cond delay="0"/>
                                  </p:stCondLst>
                                  <p:childTnLst>
                                    <p:set>
                                      <p:cBhvr>
                                        <p:cTn id="139" dur="1" fill="hold">
                                          <p:stCondLst>
                                            <p:cond delay="0"/>
                                          </p:stCondLst>
                                        </p:cTn>
                                        <p:tgtEl>
                                          <p:spTgt spid="15"/>
                                        </p:tgtEl>
                                        <p:attrNameLst>
                                          <p:attrName>style.visibility</p:attrName>
                                        </p:attrNameLst>
                                      </p:cBhvr>
                                      <p:to>
                                        <p:strVal val="visible"/>
                                      </p:to>
                                    </p:set>
                                    <p:animEffect transition="in" filter="fade">
                                      <p:cBhvr>
                                        <p:cTn id="140" dur="500"/>
                                        <p:tgtEl>
                                          <p:spTgt spid="15"/>
                                        </p:tgtEl>
                                      </p:cBhvr>
                                    </p:animEffect>
                                  </p:childTnLst>
                                </p:cTn>
                              </p:par>
                            </p:childTnLst>
                          </p:cTn>
                        </p:par>
                        <p:par>
                          <p:cTn id="141" fill="hold">
                            <p:stCondLst>
                              <p:cond delay="500"/>
                            </p:stCondLst>
                            <p:childTnLst>
                              <p:par>
                                <p:cTn id="142" presetID="10" presetClass="entr" presetSubtype="0" fill="hold" grpId="0" nodeType="afterEffect">
                                  <p:stCondLst>
                                    <p:cond delay="0"/>
                                  </p:stCondLst>
                                  <p:childTnLst>
                                    <p:set>
                                      <p:cBhvr>
                                        <p:cTn id="143" dur="1" fill="hold">
                                          <p:stCondLst>
                                            <p:cond delay="0"/>
                                          </p:stCondLst>
                                        </p:cTn>
                                        <p:tgtEl>
                                          <p:spTgt spid="86"/>
                                        </p:tgtEl>
                                        <p:attrNameLst>
                                          <p:attrName>style.visibility</p:attrName>
                                        </p:attrNameLst>
                                      </p:cBhvr>
                                      <p:to>
                                        <p:strVal val="visible"/>
                                      </p:to>
                                    </p:set>
                                    <p:animEffect transition="in" filter="fade">
                                      <p:cBhvr>
                                        <p:cTn id="144" dur="500"/>
                                        <p:tgtEl>
                                          <p:spTgt spid="86"/>
                                        </p:tgtEl>
                                      </p:cBhvr>
                                    </p:animEffect>
                                  </p:childTnLst>
                                </p:cTn>
                              </p:par>
                              <p:par>
                                <p:cTn id="145" presetID="10" presetClass="entr" presetSubtype="0" fill="hold" grpId="0" nodeType="withEffect">
                                  <p:stCondLst>
                                    <p:cond delay="0"/>
                                  </p:stCondLst>
                                  <p:childTnLst>
                                    <p:set>
                                      <p:cBhvr>
                                        <p:cTn id="146" dur="1" fill="hold">
                                          <p:stCondLst>
                                            <p:cond delay="0"/>
                                          </p:stCondLst>
                                        </p:cTn>
                                        <p:tgtEl>
                                          <p:spTgt spid="85"/>
                                        </p:tgtEl>
                                        <p:attrNameLst>
                                          <p:attrName>style.visibility</p:attrName>
                                        </p:attrNameLst>
                                      </p:cBhvr>
                                      <p:to>
                                        <p:strVal val="visible"/>
                                      </p:to>
                                    </p:set>
                                    <p:animEffect transition="in" filter="fade">
                                      <p:cBhvr>
                                        <p:cTn id="147" dur="500"/>
                                        <p:tgtEl>
                                          <p:spTgt spid="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 grpId="0" animBg="1"/>
      <p:bldP spid="57" grpId="0" animBg="1"/>
      <p:bldP spid="58" grpId="0" animBg="1"/>
      <p:bldP spid="58" grpId="1" animBg="1"/>
      <p:bldP spid="23" grpId="0"/>
      <p:bldP spid="26" grpId="0"/>
      <p:bldP spid="27" grpId="0"/>
      <p:bldP spid="28" grpId="0"/>
      <p:bldP spid="29" grpId="0"/>
      <p:bldP spid="38" grpId="0"/>
      <p:bldP spid="39" grpId="0"/>
      <p:bldP spid="68" grpId="0" animBg="1"/>
      <p:bldP spid="70" grpId="0" animBg="1"/>
      <p:bldP spid="71" grpId="0" animBg="1"/>
      <p:bldP spid="74" grpId="0" animBg="1"/>
      <p:bldP spid="75" grpId="0" animBg="1"/>
      <p:bldP spid="76" grpId="0" animBg="1"/>
      <p:bldP spid="77" grpId="0" animBg="1"/>
      <p:bldP spid="79" grpId="0" animBg="1"/>
      <p:bldP spid="80" grpId="0" animBg="1"/>
      <p:bldP spid="81" grpId="0" animBg="1"/>
      <p:bldP spid="69" grpId="0" animBg="1"/>
      <p:bldP spid="85" grpId="0"/>
      <p:bldP spid="86" grpId="0"/>
      <p:bldP spid="87" grpId="0" animBg="1"/>
      <p:bldP spid="60"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15" name="標題 1">
                <a:extLst>
                  <a:ext uri="{FF2B5EF4-FFF2-40B4-BE49-F238E27FC236}">
                    <a16:creationId xmlns:a16="http://schemas.microsoft.com/office/drawing/2014/main" id="{CD5F7260-C41C-4CED-8264-DA46C620C2F7}"/>
                  </a:ext>
                </a:extLst>
              </p:cNvPr>
              <p:cNvSpPr txBox="1">
                <a:spLocks/>
              </p:cNvSpPr>
              <p:nvPr/>
            </p:nvSpPr>
            <p:spPr>
              <a:xfrm>
                <a:off x="544428" y="1771665"/>
                <a:ext cx="6542792" cy="5833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14:m>
                  <m:oMathPara xmlns:m="http://schemas.openxmlformats.org/officeDocument/2006/math">
                    <m:oMathParaPr>
                      <m:jc m:val="left"/>
                    </m:oMathParaPr>
                    <m:oMath xmlns:m="http://schemas.openxmlformats.org/officeDocument/2006/math">
                      <m:r>
                        <a:rPr lang="en-US" altLang="zh-TW" sz="2800" b="0" i="1" smtClean="0">
                          <a:latin typeface="Cambria Math" panose="02040503050406030204" pitchFamily="18" charset="0"/>
                          <a:cs typeface="Times New Roman" panose="02020603050405020304" pitchFamily="18" charset="0"/>
                        </a:rPr>
                        <m:t>𝜏</m:t>
                      </m:r>
                      <m:r>
                        <a:rPr lang="en-US" altLang="zh-TW" sz="2800" b="0" i="1" smtClean="0">
                          <a:latin typeface="Cambria Math" panose="02040503050406030204" pitchFamily="18" charset="0"/>
                          <a:cs typeface="Times New Roman" panose="02020603050405020304" pitchFamily="18" charset="0"/>
                        </a:rPr>
                        <m:t>= &lt;2, </m:t>
                      </m:r>
                      <m:r>
                        <a:rPr lang="en-US" altLang="zh-TW" sz="2800" b="0" i="1" smtClean="0">
                          <a:latin typeface="Cambria Math" panose="02040503050406030204" pitchFamily="18" charset="0"/>
                          <a:cs typeface="Times New Roman" panose="02020603050405020304" pitchFamily="18" charset="0"/>
                        </a:rPr>
                        <m:t>6</m:t>
                      </m:r>
                      <m:r>
                        <a:rPr lang="en-US" altLang="zh-TW" sz="2800" b="0" i="1" smtClean="0">
                          <a:latin typeface="Cambria Math" panose="02040503050406030204" pitchFamily="18" charset="0"/>
                          <a:cs typeface="Times New Roman" panose="02020603050405020304" pitchFamily="18" charset="0"/>
                        </a:rPr>
                        <m:t>, 4, </m:t>
                      </m:r>
                      <m:r>
                        <a:rPr lang="en-US" altLang="zh-TW" sz="2800" b="0" i="1" smtClean="0">
                          <a:latin typeface="Cambria Math" panose="02040503050406030204" pitchFamily="18" charset="0"/>
                          <a:cs typeface="Times New Roman" panose="02020603050405020304" pitchFamily="18" charset="0"/>
                        </a:rPr>
                        <m:t>3, 7</m:t>
                      </m:r>
                      <m:r>
                        <a:rPr lang="en-US" altLang="zh-TW" sz="2800" b="0" i="1" smtClean="0">
                          <a:latin typeface="Cambria Math" panose="02040503050406030204" pitchFamily="18" charset="0"/>
                          <a:cs typeface="Times New Roman" panose="02020603050405020304" pitchFamily="18" charset="0"/>
                        </a:rPr>
                        <m:t>, 5, 1,</m:t>
                      </m:r>
                      <m:r>
                        <a:rPr lang="en-US" altLang="zh-TW" sz="2800" b="0" i="1" smtClean="0">
                          <a:latin typeface="Cambria Math" panose="02040503050406030204" pitchFamily="18" charset="0"/>
                          <a:cs typeface="Times New Roman" panose="02020603050405020304" pitchFamily="18" charset="0"/>
                        </a:rPr>
                        <m:t> 8, 9, 12</m:t>
                      </m:r>
                      <m:r>
                        <a:rPr lang="en-US" altLang="zh-TW" sz="2800" b="0" i="1" smtClean="0">
                          <a:latin typeface="Cambria Math" panose="02040503050406030204" pitchFamily="18" charset="0"/>
                          <a:cs typeface="Times New Roman" panose="02020603050405020304" pitchFamily="18" charset="0"/>
                        </a:rPr>
                        <m:t>, </m:t>
                      </m:r>
                      <m:r>
                        <a:rPr lang="en-US" altLang="zh-TW" sz="2800" b="0" i="1" smtClean="0">
                          <a:latin typeface="Cambria Math" panose="02040503050406030204" pitchFamily="18" charset="0"/>
                          <a:cs typeface="Times New Roman" panose="02020603050405020304" pitchFamily="18" charset="0"/>
                        </a:rPr>
                        <m:t>11</m:t>
                      </m:r>
                      <m:r>
                        <a:rPr lang="en-US" altLang="zh-TW" sz="2800" b="0" i="1" smtClean="0">
                          <a:latin typeface="Cambria Math" panose="02040503050406030204" pitchFamily="18" charset="0"/>
                          <a:cs typeface="Times New Roman" panose="02020603050405020304" pitchFamily="18" charset="0"/>
                        </a:rPr>
                        <m:t>, </m:t>
                      </m:r>
                      <m:r>
                        <a:rPr lang="en-US" altLang="zh-TW" sz="2800" b="0" i="1" smtClean="0">
                          <a:latin typeface="Cambria Math" panose="02040503050406030204" pitchFamily="18" charset="0"/>
                          <a:cs typeface="Times New Roman" panose="02020603050405020304" pitchFamily="18" charset="0"/>
                        </a:rPr>
                        <m:t>10</m:t>
                      </m:r>
                      <m:r>
                        <a:rPr lang="en-US" altLang="zh-TW" sz="2800" b="0" i="1" smtClean="0">
                          <a:latin typeface="Cambria Math" panose="02040503050406030204" pitchFamily="18" charset="0"/>
                          <a:cs typeface="Times New Roman" panose="02020603050405020304" pitchFamily="18" charset="0"/>
                        </a:rPr>
                        <m:t>&gt;</m:t>
                      </m:r>
                    </m:oMath>
                  </m:oMathPara>
                </a14:m>
                <a:endParaRPr lang="zh-TW" altLang="en-US" sz="2800" dirty="0">
                  <a:latin typeface="Times New Roman" panose="02020603050405020304" pitchFamily="18" charset="0"/>
                  <a:cs typeface="Times New Roman" panose="02020603050405020304" pitchFamily="18" charset="0"/>
                </a:endParaRPr>
              </a:p>
            </p:txBody>
          </p:sp>
        </mc:Choice>
        <mc:Fallback>
          <p:sp>
            <p:nvSpPr>
              <p:cNvPr id="15" name="標題 1">
                <a:extLst>
                  <a:ext uri="{FF2B5EF4-FFF2-40B4-BE49-F238E27FC236}">
                    <a16:creationId xmlns:a16="http://schemas.microsoft.com/office/drawing/2014/main" id="{CD5F7260-C41C-4CED-8264-DA46C620C2F7}"/>
                  </a:ext>
                </a:extLst>
              </p:cNvPr>
              <p:cNvSpPr txBox="1">
                <a:spLocks noRot="1" noChangeAspect="1" noMove="1" noResize="1" noEditPoints="1" noAdjustHandles="1" noChangeArrowheads="1" noChangeShapeType="1" noTextEdit="1"/>
              </p:cNvSpPr>
              <p:nvPr/>
            </p:nvSpPr>
            <p:spPr>
              <a:xfrm>
                <a:off x="544428" y="1771665"/>
                <a:ext cx="6542792" cy="583367"/>
              </a:xfrm>
              <a:prstGeom prst="rect">
                <a:avLst/>
              </a:prstGeom>
              <a:blipFill>
                <a:blip r:embed="rId2"/>
                <a:stretch>
                  <a:fillRect/>
                </a:stretch>
              </a:blipFill>
            </p:spPr>
            <p:txBody>
              <a:bodyPr/>
              <a:lstStyle/>
              <a:p>
                <a:r>
                  <a:rPr lang="zh-TW" altLang="en-US">
                    <a:noFill/>
                  </a:rPr>
                  <a:t> </a:t>
                </a:r>
              </a:p>
            </p:txBody>
          </p:sp>
        </mc:Fallback>
      </mc:AlternateContent>
      <p:sp>
        <p:nvSpPr>
          <p:cNvPr id="4" name="投影片編號版面配置區 3">
            <a:extLst>
              <a:ext uri="{FF2B5EF4-FFF2-40B4-BE49-F238E27FC236}">
                <a16:creationId xmlns:a16="http://schemas.microsoft.com/office/drawing/2014/main" id="{7F4D9D44-6606-42C2-BA3D-F1765E7EF123}"/>
              </a:ext>
            </a:extLst>
          </p:cNvPr>
          <p:cNvSpPr>
            <a:spLocks noGrp="1"/>
          </p:cNvSpPr>
          <p:nvPr>
            <p:ph type="sldNum" sz="quarter" idx="12"/>
          </p:nvPr>
        </p:nvSpPr>
        <p:spPr/>
        <p:txBody>
          <a:bodyPr/>
          <a:lstStyle/>
          <a:p>
            <a:fld id="{872633CA-77E0-4863-94F8-E28139DFB2B4}" type="slidenum">
              <a:rPr lang="zh-TW" altLang="en-US" smtClean="0"/>
              <a:t>15</a:t>
            </a:fld>
            <a:endParaRPr lang="zh-TW" altLang="en-US"/>
          </a:p>
        </p:txBody>
      </p:sp>
      <p:sp>
        <p:nvSpPr>
          <p:cNvPr id="5" name="標題 1">
            <a:extLst>
              <a:ext uri="{FF2B5EF4-FFF2-40B4-BE49-F238E27FC236}">
                <a16:creationId xmlns:a16="http://schemas.microsoft.com/office/drawing/2014/main" id="{5A46E66C-CC98-4C59-8C7A-FC35658B9B20}"/>
              </a:ext>
            </a:extLst>
          </p:cNvPr>
          <p:cNvSpPr txBox="1">
            <a:spLocks/>
          </p:cNvSpPr>
          <p:nvPr/>
        </p:nvSpPr>
        <p:spPr>
          <a:xfrm>
            <a:off x="471956" y="414725"/>
            <a:ext cx="7886700" cy="5833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3200" dirty="0">
                <a:latin typeface="Times New Roman" panose="02020603050405020304" pitchFamily="18" charset="0"/>
                <a:cs typeface="Times New Roman" panose="02020603050405020304" pitchFamily="18" charset="0"/>
              </a:rPr>
              <a:t>Example 2</a:t>
            </a:r>
            <a:endParaRPr lang="zh-TW" altLang="en-US" sz="3200" dirty="0">
              <a:latin typeface="Times New Roman" panose="02020603050405020304" pitchFamily="18" charset="0"/>
              <a:cs typeface="Times New Roman" panose="02020603050405020304" pitchFamily="18" charset="0"/>
            </a:endParaRPr>
          </a:p>
        </p:txBody>
      </p:sp>
      <p:sp>
        <p:nvSpPr>
          <p:cNvPr id="55" name="矩形 54">
            <a:extLst>
              <a:ext uri="{FF2B5EF4-FFF2-40B4-BE49-F238E27FC236}">
                <a16:creationId xmlns:a16="http://schemas.microsoft.com/office/drawing/2014/main" id="{34AA1821-7EFF-4FA8-9877-F43815AC6D70}"/>
              </a:ext>
            </a:extLst>
          </p:cNvPr>
          <p:cNvSpPr/>
          <p:nvPr/>
        </p:nvSpPr>
        <p:spPr>
          <a:xfrm>
            <a:off x="7446383" y="218855"/>
            <a:ext cx="1068967" cy="1628853"/>
          </a:xfrm>
          <a:prstGeom prst="rect">
            <a:avLst/>
          </a:pr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rgbClr val="FF0000"/>
              </a:solidFill>
            </a:endParaRPr>
          </a:p>
        </p:txBody>
      </p:sp>
      <mc:AlternateContent xmlns:mc="http://schemas.openxmlformats.org/markup-compatibility/2006">
        <mc:Choice xmlns:a14="http://schemas.microsoft.com/office/drawing/2010/main" Requires="a14">
          <p:sp>
            <p:nvSpPr>
              <p:cNvPr id="62" name="標題 1">
                <a:extLst>
                  <a:ext uri="{FF2B5EF4-FFF2-40B4-BE49-F238E27FC236}">
                    <a16:creationId xmlns:a16="http://schemas.microsoft.com/office/drawing/2014/main" id="{DF419FAE-45C5-4F8E-9413-22608F94BD44}"/>
                  </a:ext>
                </a:extLst>
              </p:cNvPr>
              <p:cNvSpPr txBox="1">
                <a:spLocks/>
              </p:cNvSpPr>
              <p:nvPr/>
            </p:nvSpPr>
            <p:spPr>
              <a:xfrm>
                <a:off x="544428" y="2545857"/>
                <a:ext cx="4573481" cy="5833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14:m>
                  <m:oMathPara xmlns:m="http://schemas.openxmlformats.org/officeDocument/2006/math">
                    <m:oMathParaPr>
                      <m:jc m:val="left"/>
                    </m:oMathParaPr>
                    <m:oMath xmlns:m="http://schemas.openxmlformats.org/officeDocument/2006/math">
                      <m:r>
                        <a:rPr lang="en-US" altLang="zh-TW" sz="2800" b="0" i="1" dirty="0" smtClean="0">
                          <a:latin typeface="Cambria Math" panose="02040503050406030204" pitchFamily="18" charset="0"/>
                          <a:cs typeface="Times New Roman" panose="02020603050405020304" pitchFamily="18" charset="0"/>
                        </a:rPr>
                        <m:t>𝐿𝐼𝑆</m:t>
                      </m:r>
                      <m:r>
                        <a:rPr lang="en-US" altLang="zh-TW" sz="2800" b="0" i="1" smtClean="0">
                          <a:latin typeface="Cambria Math" panose="02040503050406030204" pitchFamily="18" charset="0"/>
                          <a:cs typeface="Times New Roman" panose="02020603050405020304" pitchFamily="18" charset="0"/>
                        </a:rPr>
                        <m:t>= &lt;2, 4, 5, 8, 9, 10&gt;</m:t>
                      </m:r>
                    </m:oMath>
                  </m:oMathPara>
                </a14:m>
                <a:endParaRPr lang="zh-TW" altLang="en-US" sz="2800" dirty="0">
                  <a:latin typeface="Times New Roman" panose="02020603050405020304" pitchFamily="18" charset="0"/>
                  <a:cs typeface="Times New Roman" panose="02020603050405020304" pitchFamily="18" charset="0"/>
                </a:endParaRPr>
              </a:p>
            </p:txBody>
          </p:sp>
        </mc:Choice>
        <mc:Fallback>
          <p:sp>
            <p:nvSpPr>
              <p:cNvPr id="62" name="標題 1">
                <a:extLst>
                  <a:ext uri="{FF2B5EF4-FFF2-40B4-BE49-F238E27FC236}">
                    <a16:creationId xmlns:a16="http://schemas.microsoft.com/office/drawing/2014/main" id="{DF419FAE-45C5-4F8E-9413-22608F94BD44}"/>
                  </a:ext>
                </a:extLst>
              </p:cNvPr>
              <p:cNvSpPr txBox="1">
                <a:spLocks noRot="1" noChangeAspect="1" noMove="1" noResize="1" noEditPoints="1" noAdjustHandles="1" noChangeArrowheads="1" noChangeShapeType="1" noTextEdit="1"/>
              </p:cNvSpPr>
              <p:nvPr/>
            </p:nvSpPr>
            <p:spPr>
              <a:xfrm>
                <a:off x="544428" y="2545857"/>
                <a:ext cx="4573481" cy="583367"/>
              </a:xfrm>
              <a:prstGeom prst="rect">
                <a:avLst/>
              </a:prstGeom>
              <a:blipFill>
                <a:blip r:embed="rId3"/>
                <a:stretch>
                  <a:fillRect l="-666"/>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64" name="標題 1">
                <a:extLst>
                  <a:ext uri="{FF2B5EF4-FFF2-40B4-BE49-F238E27FC236}">
                    <a16:creationId xmlns:a16="http://schemas.microsoft.com/office/drawing/2014/main" id="{12C65C95-545D-488D-8033-AC39CB2EC224}"/>
                  </a:ext>
                </a:extLst>
              </p:cNvPr>
              <p:cNvSpPr txBox="1">
                <a:spLocks/>
              </p:cNvSpPr>
              <p:nvPr/>
            </p:nvSpPr>
            <p:spPr>
              <a:xfrm>
                <a:off x="544428" y="3320049"/>
                <a:ext cx="4573481" cy="5833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14:m>
                  <m:oMathPara xmlns:m="http://schemas.openxmlformats.org/officeDocument/2006/math">
                    <m:oMathParaPr>
                      <m:jc m:val="left"/>
                    </m:oMathParaPr>
                    <m:oMath xmlns:m="http://schemas.openxmlformats.org/officeDocument/2006/math">
                      <m:r>
                        <a:rPr lang="en-US" altLang="zh-TW" sz="2800" b="0" i="1" smtClean="0">
                          <a:latin typeface="Cambria Math" panose="02040503050406030204" pitchFamily="18" charset="0"/>
                          <a:cs typeface="Times New Roman" panose="02020603050405020304" pitchFamily="18" charset="0"/>
                        </a:rPr>
                        <m:t>𝑙𝑖𝑠</m:t>
                      </m:r>
                      <m:d>
                        <m:dPr>
                          <m:ctrlPr>
                            <a:rPr lang="en-US" altLang="zh-TW" sz="2800" b="0" i="1" smtClean="0">
                              <a:latin typeface="Cambria Math" panose="02040503050406030204" pitchFamily="18" charset="0"/>
                              <a:cs typeface="Times New Roman" panose="02020603050405020304" pitchFamily="18" charset="0"/>
                            </a:rPr>
                          </m:ctrlPr>
                        </m:dPr>
                        <m:e>
                          <m:r>
                            <a:rPr lang="en-US" altLang="zh-TW" sz="2800" b="0" i="1" smtClean="0">
                              <a:latin typeface="Cambria Math" panose="02040503050406030204" pitchFamily="18" charset="0"/>
                              <a:cs typeface="Times New Roman" panose="02020603050405020304" pitchFamily="18" charset="0"/>
                            </a:rPr>
                            <m:t>𝜏</m:t>
                          </m:r>
                        </m:e>
                      </m:d>
                      <m:r>
                        <a:rPr lang="en-US" altLang="zh-TW" sz="2800" b="0" i="1" smtClean="0">
                          <a:latin typeface="Cambria Math" panose="02040503050406030204" pitchFamily="18" charset="0"/>
                          <a:cs typeface="Times New Roman" panose="02020603050405020304" pitchFamily="18" charset="0"/>
                        </a:rPr>
                        <m:t>=6</m:t>
                      </m:r>
                    </m:oMath>
                  </m:oMathPara>
                </a14:m>
                <a:endParaRPr lang="zh-TW" altLang="en-US" sz="2800" dirty="0">
                  <a:latin typeface="Times New Roman" panose="02020603050405020304" pitchFamily="18" charset="0"/>
                  <a:cs typeface="Times New Roman" panose="02020603050405020304" pitchFamily="18" charset="0"/>
                </a:endParaRPr>
              </a:p>
            </p:txBody>
          </p:sp>
        </mc:Choice>
        <mc:Fallback>
          <p:sp>
            <p:nvSpPr>
              <p:cNvPr id="64" name="標題 1">
                <a:extLst>
                  <a:ext uri="{FF2B5EF4-FFF2-40B4-BE49-F238E27FC236}">
                    <a16:creationId xmlns:a16="http://schemas.microsoft.com/office/drawing/2014/main" id="{12C65C95-545D-488D-8033-AC39CB2EC224}"/>
                  </a:ext>
                </a:extLst>
              </p:cNvPr>
              <p:cNvSpPr txBox="1">
                <a:spLocks noRot="1" noChangeAspect="1" noMove="1" noResize="1" noEditPoints="1" noAdjustHandles="1" noChangeArrowheads="1" noChangeShapeType="1" noTextEdit="1"/>
              </p:cNvSpPr>
              <p:nvPr/>
            </p:nvSpPr>
            <p:spPr>
              <a:xfrm>
                <a:off x="544428" y="3320049"/>
                <a:ext cx="4573481" cy="583367"/>
              </a:xfrm>
              <a:prstGeom prst="rect">
                <a:avLst/>
              </a:prstGeom>
              <a:blipFill>
                <a:blip r:embed="rId4"/>
                <a:stretch>
                  <a:fillRect l="-799"/>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65" name="標題 1">
                <a:extLst>
                  <a:ext uri="{FF2B5EF4-FFF2-40B4-BE49-F238E27FC236}">
                    <a16:creationId xmlns:a16="http://schemas.microsoft.com/office/drawing/2014/main" id="{B3EF9C12-AC3D-4F64-B1CF-F33336F933FD}"/>
                  </a:ext>
                </a:extLst>
              </p:cNvPr>
              <p:cNvSpPr txBox="1">
                <a:spLocks/>
              </p:cNvSpPr>
              <p:nvPr/>
            </p:nvSpPr>
            <p:spPr>
              <a:xfrm>
                <a:off x="544428" y="4673081"/>
                <a:ext cx="4573481" cy="5833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14:m>
                  <m:oMathPara xmlns:m="http://schemas.openxmlformats.org/officeDocument/2006/math">
                    <m:oMathParaPr>
                      <m:jc m:val="left"/>
                    </m:oMathParaPr>
                    <m:oMath xmlns:m="http://schemas.openxmlformats.org/officeDocument/2006/math">
                      <m:sSub>
                        <m:sSubPr>
                          <m:ctrlPr>
                            <a:rPr lang="en-US" altLang="zh-TW" sz="2400" b="0" i="1" smtClean="0">
                              <a:latin typeface="Cambria Math" panose="02040503050406030204" pitchFamily="18" charset="0"/>
                              <a:cs typeface="Times New Roman" panose="02020603050405020304" pitchFamily="18" charset="0"/>
                            </a:rPr>
                          </m:ctrlPr>
                        </m:sSubPr>
                        <m:e>
                          <m:r>
                            <a:rPr lang="en-US" altLang="zh-TW" sz="2400" b="0" i="1" smtClean="0">
                              <a:latin typeface="Cambria Math" panose="02040503050406030204" pitchFamily="18" charset="0"/>
                              <a:cs typeface="Times New Roman" panose="02020603050405020304" pitchFamily="18" charset="0"/>
                            </a:rPr>
                            <m:t>𝑃</m:t>
                          </m:r>
                        </m:e>
                        <m:sub>
                          <m:r>
                            <a:rPr lang="en-US" altLang="zh-TW" sz="2400" b="0" i="1" smtClean="0">
                              <a:latin typeface="Cambria Math" panose="02040503050406030204" pitchFamily="18" charset="0"/>
                              <a:cs typeface="Times New Roman" panose="02020603050405020304" pitchFamily="18" charset="0"/>
                            </a:rPr>
                            <m:t>𝑖</m:t>
                          </m:r>
                        </m:sub>
                      </m:sSub>
                      <m:r>
                        <a:rPr lang="en-US" altLang="zh-TW" sz="2400" b="0" i="1" smtClean="0">
                          <a:latin typeface="Cambria Math" panose="02040503050406030204" pitchFamily="18" charset="0"/>
                          <a:cs typeface="Times New Roman" panose="02020603050405020304" pitchFamily="18" charset="0"/>
                        </a:rPr>
                        <m:t>=</m:t>
                      </m:r>
                      <m:sSub>
                        <m:sSubPr>
                          <m:ctrlPr>
                            <a:rPr lang="en-US" altLang="zh-TW" sz="2400" b="0" i="1" smtClean="0">
                              <a:latin typeface="Cambria Math" panose="02040503050406030204" pitchFamily="18" charset="0"/>
                              <a:cs typeface="Times New Roman" panose="02020603050405020304" pitchFamily="18" charset="0"/>
                            </a:rPr>
                          </m:ctrlPr>
                        </m:sSubPr>
                        <m:e>
                          <m:r>
                            <a:rPr lang="en-US" altLang="zh-TW" sz="2400" b="0" i="1" smtClean="0">
                              <a:latin typeface="Cambria Math" panose="02040503050406030204" pitchFamily="18" charset="0"/>
                              <a:cs typeface="Times New Roman" panose="02020603050405020304" pitchFamily="18" charset="0"/>
                            </a:rPr>
                            <m:t>𝑃</m:t>
                          </m:r>
                        </m:e>
                        <m:sub>
                          <m:r>
                            <a:rPr lang="en-US" altLang="zh-TW" sz="2400" b="0" i="1" smtClean="0">
                              <a:latin typeface="Cambria Math" panose="02040503050406030204" pitchFamily="18" charset="0"/>
                              <a:cs typeface="Times New Roman" panose="02020603050405020304" pitchFamily="18" charset="0"/>
                            </a:rPr>
                            <m:t>1</m:t>
                          </m:r>
                        </m:sub>
                      </m:sSub>
                      <m:r>
                        <a:rPr lang="en-US" altLang="zh-TW" sz="2400" b="0" i="1" smtClean="0">
                          <a:latin typeface="Cambria Math" panose="02040503050406030204" pitchFamily="18" charset="0"/>
                          <a:cs typeface="Times New Roman" panose="02020603050405020304" pitchFamily="18" charset="0"/>
                        </a:rPr>
                        <m:t>=(2, 1)</m:t>
                      </m:r>
                    </m:oMath>
                  </m:oMathPara>
                </a14:m>
                <a:endParaRPr lang="zh-TW" altLang="en-US" sz="2400" dirty="0">
                  <a:latin typeface="Times New Roman" panose="02020603050405020304" pitchFamily="18" charset="0"/>
                  <a:cs typeface="Times New Roman" panose="02020603050405020304" pitchFamily="18" charset="0"/>
                </a:endParaRPr>
              </a:p>
            </p:txBody>
          </p:sp>
        </mc:Choice>
        <mc:Fallback>
          <p:sp>
            <p:nvSpPr>
              <p:cNvPr id="65" name="標題 1">
                <a:extLst>
                  <a:ext uri="{FF2B5EF4-FFF2-40B4-BE49-F238E27FC236}">
                    <a16:creationId xmlns:a16="http://schemas.microsoft.com/office/drawing/2014/main" id="{B3EF9C12-AC3D-4F64-B1CF-F33336F933FD}"/>
                  </a:ext>
                </a:extLst>
              </p:cNvPr>
              <p:cNvSpPr txBox="1">
                <a:spLocks noRot="1" noChangeAspect="1" noMove="1" noResize="1" noEditPoints="1" noAdjustHandles="1" noChangeArrowheads="1" noChangeShapeType="1" noTextEdit="1"/>
              </p:cNvSpPr>
              <p:nvPr/>
            </p:nvSpPr>
            <p:spPr>
              <a:xfrm>
                <a:off x="544428" y="4673081"/>
                <a:ext cx="4573481" cy="583367"/>
              </a:xfrm>
              <a:prstGeom prst="rect">
                <a:avLst/>
              </a:prstGeom>
              <a:blipFill>
                <a:blip r:embed="rId5"/>
                <a:stretch>
                  <a:fillRect l="-266" b="-2105"/>
                </a:stretch>
              </a:blipFill>
            </p:spPr>
            <p:txBody>
              <a:bodyPr/>
              <a:lstStyle/>
              <a:p>
                <a:r>
                  <a:rPr lang="zh-TW" altLang="en-US">
                    <a:noFill/>
                  </a:rPr>
                  <a:t> </a:t>
                </a:r>
              </a:p>
            </p:txBody>
          </p:sp>
        </mc:Fallback>
      </mc:AlternateContent>
      <p:sp>
        <p:nvSpPr>
          <p:cNvPr id="21" name="矩形 20">
            <a:extLst>
              <a:ext uri="{FF2B5EF4-FFF2-40B4-BE49-F238E27FC236}">
                <a16:creationId xmlns:a16="http://schemas.microsoft.com/office/drawing/2014/main" id="{C504C448-BA12-4F23-9B0B-5AFD6DD2ABED}"/>
              </a:ext>
            </a:extLst>
          </p:cNvPr>
          <p:cNvSpPr/>
          <p:nvPr/>
        </p:nvSpPr>
        <p:spPr>
          <a:xfrm>
            <a:off x="544428" y="4192950"/>
            <a:ext cx="3381054" cy="480131"/>
          </a:xfrm>
          <a:prstGeom prst="rect">
            <a:avLst/>
          </a:prstGeom>
        </p:spPr>
        <p:txBody>
          <a:bodyPr vert="horz" lIns="91440" tIns="45720" rIns="91440" bIns="45720" rtlCol="0" anchor="ctr">
            <a:normAutofit/>
          </a:bodyPr>
          <a:lstStyle/>
          <a:p>
            <a:pPr defTabSz="914400">
              <a:lnSpc>
                <a:spcPct val="90000"/>
              </a:lnSpc>
              <a:spcBef>
                <a:spcPct val="0"/>
              </a:spcBef>
            </a:pPr>
            <a:r>
              <a:rPr lang="en-US" altLang="zh-TW" sz="2400" dirty="0">
                <a:latin typeface="Times New Roman" panose="02020603050405020304" pitchFamily="18" charset="0"/>
                <a:ea typeface="+mj-ea"/>
                <a:cs typeface="Times New Roman" panose="02020603050405020304" pitchFamily="18" charset="0"/>
              </a:rPr>
              <a:t>Let n = 12, </a:t>
            </a:r>
            <a:r>
              <a:rPr lang="en-US" altLang="zh-TW" sz="2400" dirty="0" err="1">
                <a:latin typeface="Times New Roman" panose="02020603050405020304" pitchFamily="18" charset="0"/>
                <a:ea typeface="+mj-ea"/>
                <a:cs typeface="Times New Roman" panose="02020603050405020304" pitchFamily="18" charset="0"/>
              </a:rPr>
              <a:t>i</a:t>
            </a:r>
            <a:r>
              <a:rPr lang="en-US" altLang="zh-TW" sz="2400" dirty="0">
                <a:latin typeface="Times New Roman" panose="02020603050405020304" pitchFamily="18" charset="0"/>
                <a:ea typeface="+mj-ea"/>
                <a:cs typeface="Times New Roman" panose="02020603050405020304" pitchFamily="18" charset="0"/>
              </a:rPr>
              <a:t> = 1, s = 2</a:t>
            </a:r>
            <a:endParaRPr lang="zh-TW" altLang="en-US" sz="2400" dirty="0">
              <a:latin typeface="Times New Roman" panose="02020603050405020304" pitchFamily="18" charset="0"/>
              <a:ea typeface="+mj-ea"/>
              <a:cs typeface="Times New Roman" panose="02020603050405020304" pitchFamily="18" charset="0"/>
            </a:endParaRPr>
          </a:p>
        </p:txBody>
      </p:sp>
      <p:pic>
        <p:nvPicPr>
          <p:cNvPr id="22" name="圖片 21">
            <a:extLst>
              <a:ext uri="{FF2B5EF4-FFF2-40B4-BE49-F238E27FC236}">
                <a16:creationId xmlns:a16="http://schemas.microsoft.com/office/drawing/2014/main" id="{BEBE6BE1-22C4-4BED-8296-BA4F307EDF8B}"/>
              </a:ext>
            </a:extLst>
          </p:cNvPr>
          <p:cNvPicPr>
            <a:picLocks noChangeAspect="1"/>
          </p:cNvPicPr>
          <p:nvPr/>
        </p:nvPicPr>
        <p:blipFill rotWithShape="1">
          <a:blip r:embed="rId6"/>
          <a:srcRect r="72599"/>
          <a:stretch/>
        </p:blipFill>
        <p:spPr>
          <a:xfrm>
            <a:off x="7184540" y="986416"/>
            <a:ext cx="400566" cy="1491488"/>
          </a:xfrm>
          <a:prstGeom prst="rect">
            <a:avLst/>
          </a:prstGeom>
        </p:spPr>
      </p:pic>
      <p:grpSp>
        <p:nvGrpSpPr>
          <p:cNvPr id="23" name="群組 22">
            <a:extLst>
              <a:ext uri="{FF2B5EF4-FFF2-40B4-BE49-F238E27FC236}">
                <a16:creationId xmlns:a16="http://schemas.microsoft.com/office/drawing/2014/main" id="{D2ED6E51-102D-470A-93CF-EE8A1D6F2A86}"/>
              </a:ext>
            </a:extLst>
          </p:cNvPr>
          <p:cNvGrpSpPr/>
          <p:nvPr/>
        </p:nvGrpSpPr>
        <p:grpSpPr>
          <a:xfrm>
            <a:off x="6387499" y="1587634"/>
            <a:ext cx="717905" cy="523220"/>
            <a:chOff x="6190895" y="991029"/>
            <a:chExt cx="717905" cy="523220"/>
          </a:xfrm>
        </p:grpSpPr>
        <p:cxnSp>
          <p:nvCxnSpPr>
            <p:cNvPr id="24" name="直線單箭頭接點 23">
              <a:extLst>
                <a:ext uri="{FF2B5EF4-FFF2-40B4-BE49-F238E27FC236}">
                  <a16:creationId xmlns:a16="http://schemas.microsoft.com/office/drawing/2014/main" id="{10FED770-3F73-4560-A5B1-3966A20584E7}"/>
                </a:ext>
              </a:extLst>
            </p:cNvPr>
            <p:cNvCxnSpPr>
              <a:cxnSpLocks/>
            </p:cNvCxnSpPr>
            <p:nvPr/>
          </p:nvCxnSpPr>
          <p:spPr>
            <a:xfrm>
              <a:off x="6565900" y="1306760"/>
              <a:ext cx="342900" cy="0"/>
            </a:xfrm>
            <a:prstGeom prst="straightConnector1">
              <a:avLst/>
            </a:prstGeom>
            <a:noFill/>
            <a:ln w="28575">
              <a:solidFill>
                <a:srgbClr val="FF0000"/>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cxnSp>
        <mc:AlternateContent xmlns:mc="http://schemas.openxmlformats.org/markup-compatibility/2006" xmlns:a14="http://schemas.microsoft.com/office/drawing/2010/main">
          <mc:Choice Requires="a14">
            <p:sp>
              <p:nvSpPr>
                <p:cNvPr id="25" name="矩形 24">
                  <a:extLst>
                    <a:ext uri="{FF2B5EF4-FFF2-40B4-BE49-F238E27FC236}">
                      <a16:creationId xmlns:a16="http://schemas.microsoft.com/office/drawing/2014/main" id="{4A6CE299-82E2-44F9-9945-971C6D628959}"/>
                    </a:ext>
                  </a:extLst>
                </p:cNvPr>
                <p:cNvSpPr/>
                <p:nvPr/>
              </p:nvSpPr>
              <p:spPr>
                <a:xfrm>
                  <a:off x="6190895" y="991029"/>
                  <a:ext cx="453842"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sz="2800" b="0" i="1" dirty="0" smtClean="0">
                            <a:solidFill>
                              <a:srgbClr val="FF0000"/>
                            </a:solidFill>
                            <a:latin typeface="Cambria Math" panose="02040503050406030204" pitchFamily="18" charset="0"/>
                            <a:cs typeface="Times New Roman" panose="02020603050405020304" pitchFamily="18" charset="0"/>
                          </a:rPr>
                          <m:t>𝑟</m:t>
                        </m:r>
                      </m:oMath>
                    </m:oMathPara>
                  </a14:m>
                  <a:endParaRPr lang="zh-TW" altLang="en-US" sz="2800" i="1" dirty="0">
                    <a:solidFill>
                      <a:srgbClr val="FF0000"/>
                    </a:solidFill>
                    <a:latin typeface="Times New Roman" panose="02020603050405020304" pitchFamily="18" charset="0"/>
                    <a:cs typeface="Times New Roman" panose="02020603050405020304" pitchFamily="18" charset="0"/>
                  </a:endParaRPr>
                </a:p>
              </p:txBody>
            </p:sp>
          </mc:Choice>
          <mc:Fallback xmlns="">
            <p:sp>
              <p:nvSpPr>
                <p:cNvPr id="14" name="矩形 13">
                  <a:extLst>
                    <a:ext uri="{FF2B5EF4-FFF2-40B4-BE49-F238E27FC236}">
                      <a16:creationId xmlns:a16="http://schemas.microsoft.com/office/drawing/2014/main" id="{F5C27E8C-E866-4B5F-B16C-FB8C4FA3AF87}"/>
                    </a:ext>
                  </a:extLst>
                </p:cNvPr>
                <p:cNvSpPr>
                  <a:spLocks noRot="1" noChangeAspect="1" noMove="1" noResize="1" noEditPoints="1" noAdjustHandles="1" noChangeArrowheads="1" noChangeShapeType="1" noTextEdit="1"/>
                </p:cNvSpPr>
                <p:nvPr/>
              </p:nvSpPr>
              <p:spPr>
                <a:xfrm>
                  <a:off x="6190895" y="991029"/>
                  <a:ext cx="453842" cy="523220"/>
                </a:xfrm>
                <a:prstGeom prst="rect">
                  <a:avLst/>
                </a:prstGeom>
                <a:blipFill>
                  <a:blip r:embed="rId14"/>
                  <a:stretch>
                    <a:fillRect/>
                  </a:stretch>
                </a:blipFill>
              </p:spPr>
              <p:txBody>
                <a:bodyPr/>
                <a:lstStyle/>
                <a:p>
                  <a:r>
                    <a:rPr lang="zh-TW" altLang="en-US">
                      <a:noFill/>
                    </a:rPr>
                    <a:t> </a:t>
                  </a:r>
                </a:p>
              </p:txBody>
            </p:sp>
          </mc:Fallback>
        </mc:AlternateContent>
      </p:grpSp>
      <p:sp>
        <p:nvSpPr>
          <p:cNvPr id="26" name="矩形 25">
            <a:extLst>
              <a:ext uri="{FF2B5EF4-FFF2-40B4-BE49-F238E27FC236}">
                <a16:creationId xmlns:a16="http://schemas.microsoft.com/office/drawing/2014/main" id="{192C5404-418A-4D39-97CF-3BDB10F4B6F7}"/>
              </a:ext>
            </a:extLst>
          </p:cNvPr>
          <p:cNvSpPr/>
          <p:nvPr/>
        </p:nvSpPr>
        <p:spPr>
          <a:xfrm>
            <a:off x="7569985" y="511525"/>
            <a:ext cx="1444047" cy="2265656"/>
          </a:xfrm>
          <a:prstGeom prst="rect">
            <a:avLst/>
          </a:pr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rgbClr val="FF0000"/>
              </a:solidFill>
            </a:endParaRPr>
          </a:p>
        </p:txBody>
      </p:sp>
      <p:sp>
        <p:nvSpPr>
          <p:cNvPr id="27" name="矩形: 圓角 26">
            <a:extLst>
              <a:ext uri="{FF2B5EF4-FFF2-40B4-BE49-F238E27FC236}">
                <a16:creationId xmlns:a16="http://schemas.microsoft.com/office/drawing/2014/main" id="{18DB9C0B-7F91-4DC0-91E4-206C59668084}"/>
              </a:ext>
            </a:extLst>
          </p:cNvPr>
          <p:cNvSpPr/>
          <p:nvPr/>
        </p:nvSpPr>
        <p:spPr>
          <a:xfrm>
            <a:off x="7205918" y="1234673"/>
            <a:ext cx="342900" cy="1229143"/>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rgbClr val="FF0000"/>
              </a:solidFill>
            </a:endParaRPr>
          </a:p>
        </p:txBody>
      </p:sp>
    </p:spTree>
    <p:extLst>
      <p:ext uri="{BB962C8B-B14F-4D97-AF65-F5344CB8AC3E}">
        <p14:creationId xmlns:p14="http://schemas.microsoft.com/office/powerpoint/2010/main" val="29373260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0" name="標題 1">
                <a:extLst>
                  <a:ext uri="{FF2B5EF4-FFF2-40B4-BE49-F238E27FC236}">
                    <a16:creationId xmlns:a16="http://schemas.microsoft.com/office/drawing/2014/main" id="{1687287B-8E67-4D7E-B41C-C5050E04C2F0}"/>
                  </a:ext>
                </a:extLst>
              </p:cNvPr>
              <p:cNvSpPr txBox="1">
                <a:spLocks/>
              </p:cNvSpPr>
              <p:nvPr/>
            </p:nvSpPr>
            <p:spPr>
              <a:xfrm>
                <a:off x="455591" y="2219677"/>
                <a:ext cx="6164120" cy="5833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14:m>
                  <m:oMathPara xmlns:m="http://schemas.openxmlformats.org/officeDocument/2006/math">
                    <m:oMathParaPr>
                      <m:jc m:val="left"/>
                    </m:oMathParaPr>
                    <m:oMath xmlns:m="http://schemas.openxmlformats.org/officeDocument/2006/math">
                      <m:sSub>
                        <m:sSubPr>
                          <m:ctrlPr>
                            <a:rPr lang="en-US" altLang="zh-TW" sz="2800" b="0" i="1" smtClean="0">
                              <a:latin typeface="Cambria Math" panose="02040503050406030204" pitchFamily="18" charset="0"/>
                              <a:cs typeface="Times New Roman" panose="02020603050405020304" pitchFamily="18" charset="0"/>
                            </a:rPr>
                          </m:ctrlPr>
                        </m:sSubPr>
                        <m:e>
                          <m:r>
                            <a:rPr lang="en-US" altLang="zh-TW" sz="2800" b="0" i="1" smtClean="0">
                              <a:latin typeface="Cambria Math" panose="02040503050406030204" pitchFamily="18" charset="0"/>
                              <a:cs typeface="Times New Roman" panose="02020603050405020304" pitchFamily="18" charset="0"/>
                            </a:rPr>
                            <m:t>𝜏</m:t>
                          </m:r>
                        </m:e>
                        <m:sub>
                          <m:r>
                            <a:rPr lang="en-US" altLang="zh-TW" sz="2800" b="0" i="1" smtClean="0">
                              <a:latin typeface="Cambria Math" panose="02040503050406030204" pitchFamily="18" charset="0"/>
                              <a:cs typeface="Times New Roman" panose="02020603050405020304" pitchFamily="18" charset="0"/>
                            </a:rPr>
                            <m:t>2</m:t>
                          </m:r>
                        </m:sub>
                      </m:sSub>
                      <m:r>
                        <a:rPr lang="en-US" altLang="zh-TW" sz="2800" b="0" i="1" smtClean="0">
                          <a:latin typeface="Cambria Math" panose="02040503050406030204" pitchFamily="18" charset="0"/>
                          <a:cs typeface="Times New Roman" panose="02020603050405020304" pitchFamily="18" charset="0"/>
                        </a:rPr>
                        <m:t>= &lt;</m:t>
                      </m:r>
                      <m:r>
                        <a:rPr lang="zh-TW" altLang="en-US" sz="2800" i="1" smtClean="0">
                          <a:latin typeface="Cambria Math" panose="02040503050406030204" pitchFamily="18" charset="0"/>
                          <a:cs typeface="Times New Roman" panose="02020603050405020304" pitchFamily="18" charset="0"/>
                        </a:rPr>
                        <m:t>　</m:t>
                      </m:r>
                      <m:r>
                        <a:rPr lang="zh-TW" altLang="en-US" sz="2800" i="1">
                          <a:latin typeface="Cambria Math" panose="02040503050406030204" pitchFamily="18" charset="0"/>
                          <a:cs typeface="Times New Roman" panose="02020603050405020304" pitchFamily="18" charset="0"/>
                        </a:rPr>
                        <m:t>　</m:t>
                      </m:r>
                      <m:r>
                        <a:rPr lang="zh-TW" altLang="en-US" sz="2800" i="1" smtClean="0">
                          <a:latin typeface="Cambria Math" panose="02040503050406030204" pitchFamily="18" charset="0"/>
                          <a:cs typeface="Times New Roman" panose="02020603050405020304" pitchFamily="18" charset="0"/>
                        </a:rPr>
                        <m:t>　</m:t>
                      </m:r>
                      <m:r>
                        <a:rPr lang="zh-TW" altLang="en-US" sz="2800" i="1">
                          <a:latin typeface="Cambria Math" panose="02040503050406030204" pitchFamily="18" charset="0"/>
                          <a:cs typeface="Times New Roman" panose="02020603050405020304" pitchFamily="18" charset="0"/>
                        </a:rPr>
                        <m:t>　</m:t>
                      </m:r>
                      <m:r>
                        <a:rPr lang="zh-TW" altLang="en-US" sz="2800" i="1" smtClean="0">
                          <a:latin typeface="Cambria Math" panose="02040503050406030204" pitchFamily="18" charset="0"/>
                          <a:cs typeface="Times New Roman" panose="02020603050405020304" pitchFamily="18" charset="0"/>
                        </a:rPr>
                        <m:t>　</m:t>
                      </m:r>
                      <m:r>
                        <a:rPr lang="zh-TW" altLang="en-US" sz="2800" i="1" smtClean="0">
                          <a:latin typeface="Cambria Math" panose="02040503050406030204" pitchFamily="18" charset="0"/>
                          <a:cs typeface="Times New Roman" panose="02020603050405020304" pitchFamily="18" charset="0"/>
                        </a:rPr>
                        <m:t>　</m:t>
                      </m:r>
                      <m:r>
                        <a:rPr lang="zh-TW" altLang="en-US" sz="2800" i="1">
                          <a:latin typeface="Cambria Math" panose="02040503050406030204" pitchFamily="18" charset="0"/>
                          <a:cs typeface="Times New Roman" panose="02020603050405020304" pitchFamily="18" charset="0"/>
                        </a:rPr>
                        <m:t>　</m:t>
                      </m:r>
                      <m:r>
                        <a:rPr lang="zh-TW" altLang="en-US" sz="2800" i="1" smtClean="0">
                          <a:latin typeface="Cambria Math" panose="02040503050406030204" pitchFamily="18" charset="0"/>
                          <a:cs typeface="Times New Roman" panose="02020603050405020304" pitchFamily="18" charset="0"/>
                        </a:rPr>
                        <m:t>　</m:t>
                      </m:r>
                      <m:r>
                        <a:rPr lang="zh-TW" altLang="en-US" sz="2800" i="1">
                          <a:latin typeface="Cambria Math" panose="02040503050406030204" pitchFamily="18" charset="0"/>
                          <a:cs typeface="Times New Roman" panose="02020603050405020304" pitchFamily="18" charset="0"/>
                        </a:rPr>
                        <m:t>　</m:t>
                      </m:r>
                      <m:r>
                        <a:rPr lang="zh-TW" altLang="en-US" sz="2800" i="1" smtClean="0">
                          <a:latin typeface="Cambria Math" panose="02040503050406030204" pitchFamily="18" charset="0"/>
                          <a:cs typeface="Times New Roman" panose="02020603050405020304" pitchFamily="18" charset="0"/>
                        </a:rPr>
                        <m:t>　</m:t>
                      </m:r>
                      <m:r>
                        <a:rPr lang="zh-TW" altLang="en-US" sz="2800" i="1">
                          <a:latin typeface="Cambria Math" panose="02040503050406030204" pitchFamily="18" charset="0"/>
                          <a:cs typeface="Times New Roman" panose="02020603050405020304" pitchFamily="18" charset="0"/>
                        </a:rPr>
                        <m:t>　</m:t>
                      </m:r>
                      <m:r>
                        <a:rPr lang="en-US" altLang="zh-TW" sz="2800" b="0" i="1" smtClean="0">
                          <a:latin typeface="Cambria Math" panose="02040503050406030204" pitchFamily="18" charset="0"/>
                          <a:cs typeface="Times New Roman" panose="02020603050405020304" pitchFamily="18" charset="0"/>
                        </a:rPr>
                        <m:t>      </m:t>
                      </m:r>
                      <m:r>
                        <a:rPr lang="en-US" altLang="zh-TW" sz="2800" b="0" i="1" smtClean="0">
                          <a:latin typeface="Cambria Math" panose="02040503050406030204" pitchFamily="18" charset="0"/>
                          <a:cs typeface="Times New Roman" panose="02020603050405020304" pitchFamily="18" charset="0"/>
                        </a:rPr>
                        <m:t>&gt;</m:t>
                      </m:r>
                    </m:oMath>
                  </m:oMathPara>
                </a14:m>
                <a:endParaRPr lang="zh-TW" altLang="en-US" sz="2800" dirty="0">
                  <a:latin typeface="Times New Roman" panose="02020603050405020304" pitchFamily="18" charset="0"/>
                  <a:cs typeface="Times New Roman" panose="02020603050405020304" pitchFamily="18" charset="0"/>
                </a:endParaRPr>
              </a:p>
            </p:txBody>
          </p:sp>
        </mc:Choice>
        <mc:Fallback>
          <p:sp>
            <p:nvSpPr>
              <p:cNvPr id="20" name="標題 1">
                <a:extLst>
                  <a:ext uri="{FF2B5EF4-FFF2-40B4-BE49-F238E27FC236}">
                    <a16:creationId xmlns:a16="http://schemas.microsoft.com/office/drawing/2014/main" id="{1687287B-8E67-4D7E-B41C-C5050E04C2F0}"/>
                  </a:ext>
                </a:extLst>
              </p:cNvPr>
              <p:cNvSpPr txBox="1">
                <a:spLocks noRot="1" noChangeAspect="1" noMove="1" noResize="1" noEditPoints="1" noAdjustHandles="1" noChangeArrowheads="1" noChangeShapeType="1" noTextEdit="1"/>
              </p:cNvSpPr>
              <p:nvPr/>
            </p:nvSpPr>
            <p:spPr>
              <a:xfrm>
                <a:off x="455591" y="2219677"/>
                <a:ext cx="6164120" cy="583367"/>
              </a:xfrm>
              <a:prstGeom prst="rect">
                <a:avLst/>
              </a:prstGeom>
              <a:blipFill>
                <a:blip r:embed="rId2"/>
                <a:stretch>
                  <a:fillRect/>
                </a:stretch>
              </a:blipFill>
            </p:spPr>
            <p:txBody>
              <a:bodyPr/>
              <a:lstStyle/>
              <a:p>
                <a:r>
                  <a:rPr lang="zh-TW" altLang="en-US">
                    <a:noFill/>
                  </a:rPr>
                  <a:t> </a:t>
                </a:r>
              </a:p>
            </p:txBody>
          </p:sp>
        </mc:Fallback>
      </mc:AlternateContent>
      <p:sp>
        <p:nvSpPr>
          <p:cNvPr id="4" name="投影片編號版面配置區 3">
            <a:extLst>
              <a:ext uri="{FF2B5EF4-FFF2-40B4-BE49-F238E27FC236}">
                <a16:creationId xmlns:a16="http://schemas.microsoft.com/office/drawing/2014/main" id="{7F4D9D44-6606-42C2-BA3D-F1765E7EF123}"/>
              </a:ext>
            </a:extLst>
          </p:cNvPr>
          <p:cNvSpPr>
            <a:spLocks noGrp="1"/>
          </p:cNvSpPr>
          <p:nvPr>
            <p:ph type="sldNum" sz="quarter" idx="12"/>
          </p:nvPr>
        </p:nvSpPr>
        <p:spPr/>
        <p:txBody>
          <a:bodyPr/>
          <a:lstStyle/>
          <a:p>
            <a:fld id="{872633CA-77E0-4863-94F8-E28139DFB2B4}" type="slidenum">
              <a:rPr lang="zh-TW" altLang="en-US" smtClean="0"/>
              <a:t>16</a:t>
            </a:fld>
            <a:endParaRPr lang="zh-TW" altLang="en-US"/>
          </a:p>
        </p:txBody>
      </p:sp>
      <p:sp>
        <p:nvSpPr>
          <p:cNvPr id="5" name="標題 1">
            <a:extLst>
              <a:ext uri="{FF2B5EF4-FFF2-40B4-BE49-F238E27FC236}">
                <a16:creationId xmlns:a16="http://schemas.microsoft.com/office/drawing/2014/main" id="{5A46E66C-CC98-4C59-8C7A-FC35658B9B20}"/>
              </a:ext>
            </a:extLst>
          </p:cNvPr>
          <p:cNvSpPr txBox="1">
            <a:spLocks/>
          </p:cNvSpPr>
          <p:nvPr/>
        </p:nvSpPr>
        <p:spPr>
          <a:xfrm>
            <a:off x="471956" y="414725"/>
            <a:ext cx="7886700" cy="5833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3200" dirty="0">
                <a:latin typeface="Times New Roman" panose="02020603050405020304" pitchFamily="18" charset="0"/>
                <a:cs typeface="Times New Roman" panose="02020603050405020304" pitchFamily="18" charset="0"/>
              </a:rPr>
              <a:t>Step by step (Iteration 1)</a:t>
            </a:r>
            <a:endParaRPr lang="zh-TW" altLang="en-US" sz="3200" dirty="0">
              <a:latin typeface="Times New Roman" panose="02020603050405020304" pitchFamily="18" charset="0"/>
              <a:cs typeface="Times New Roman" panose="02020603050405020304" pitchFamily="18" charset="0"/>
            </a:endParaRPr>
          </a:p>
        </p:txBody>
      </p:sp>
      <p:pic>
        <p:nvPicPr>
          <p:cNvPr id="2" name="圖片 1">
            <a:extLst>
              <a:ext uri="{FF2B5EF4-FFF2-40B4-BE49-F238E27FC236}">
                <a16:creationId xmlns:a16="http://schemas.microsoft.com/office/drawing/2014/main" id="{10941936-47F8-4B33-9F4A-0929A1113553}"/>
              </a:ext>
            </a:extLst>
          </p:cNvPr>
          <p:cNvPicPr>
            <a:picLocks noChangeAspect="1"/>
          </p:cNvPicPr>
          <p:nvPr/>
        </p:nvPicPr>
        <p:blipFill>
          <a:blip r:embed="rId3"/>
          <a:stretch>
            <a:fillRect/>
          </a:stretch>
        </p:blipFill>
        <p:spPr>
          <a:xfrm>
            <a:off x="463658" y="3045469"/>
            <a:ext cx="7287744" cy="3526867"/>
          </a:xfrm>
          <a:prstGeom prst="rect">
            <a:avLst/>
          </a:prstGeom>
        </p:spPr>
      </p:pic>
      <p:pic>
        <p:nvPicPr>
          <p:cNvPr id="8" name="圖片 7">
            <a:extLst>
              <a:ext uri="{FF2B5EF4-FFF2-40B4-BE49-F238E27FC236}">
                <a16:creationId xmlns:a16="http://schemas.microsoft.com/office/drawing/2014/main" id="{9B78B21A-CAA3-41A6-B615-2A8D21838C14}"/>
              </a:ext>
            </a:extLst>
          </p:cNvPr>
          <p:cNvPicPr>
            <a:picLocks noChangeAspect="1"/>
          </p:cNvPicPr>
          <p:nvPr/>
        </p:nvPicPr>
        <p:blipFill rotWithShape="1">
          <a:blip r:embed="rId4"/>
          <a:srcRect r="72599"/>
          <a:stretch/>
        </p:blipFill>
        <p:spPr>
          <a:xfrm>
            <a:off x="7184540" y="986416"/>
            <a:ext cx="400566" cy="1491488"/>
          </a:xfrm>
          <a:prstGeom prst="rect">
            <a:avLst/>
          </a:prstGeom>
        </p:spPr>
      </p:pic>
      <p:sp>
        <p:nvSpPr>
          <p:cNvPr id="9" name="矩形: 圓角 8">
            <a:extLst>
              <a:ext uri="{FF2B5EF4-FFF2-40B4-BE49-F238E27FC236}">
                <a16:creationId xmlns:a16="http://schemas.microsoft.com/office/drawing/2014/main" id="{DCE01D28-1BC6-4FB2-B0E3-7A047ACD49DE}"/>
              </a:ext>
            </a:extLst>
          </p:cNvPr>
          <p:cNvSpPr/>
          <p:nvPr/>
        </p:nvSpPr>
        <p:spPr>
          <a:xfrm>
            <a:off x="7205918" y="1234673"/>
            <a:ext cx="342900" cy="1229143"/>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rgbClr val="FF0000"/>
              </a:solidFill>
            </a:endParaRPr>
          </a:p>
        </p:txBody>
      </p:sp>
      <mc:AlternateContent xmlns:mc="http://schemas.openxmlformats.org/markup-compatibility/2006">
        <mc:Choice xmlns:a14="http://schemas.microsoft.com/office/drawing/2010/main" Requires="a14">
          <p:sp>
            <p:nvSpPr>
              <p:cNvPr id="13" name="標題 1">
                <a:extLst>
                  <a:ext uri="{FF2B5EF4-FFF2-40B4-BE49-F238E27FC236}">
                    <a16:creationId xmlns:a16="http://schemas.microsoft.com/office/drawing/2014/main" id="{CF480C55-80E1-4321-832C-4E4BBBE39C18}"/>
                  </a:ext>
                </a:extLst>
              </p:cNvPr>
              <p:cNvSpPr txBox="1">
                <a:spLocks/>
              </p:cNvSpPr>
              <p:nvPr/>
            </p:nvSpPr>
            <p:spPr>
              <a:xfrm>
                <a:off x="455590" y="1492535"/>
                <a:ext cx="6542792" cy="5833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14:m>
                  <m:oMathPara xmlns:m="http://schemas.openxmlformats.org/officeDocument/2006/math">
                    <m:oMathParaPr>
                      <m:jc m:val="left"/>
                    </m:oMathParaPr>
                    <m:oMath xmlns:m="http://schemas.openxmlformats.org/officeDocument/2006/math">
                      <m:sSub>
                        <m:sSubPr>
                          <m:ctrlPr>
                            <a:rPr lang="en-US" altLang="zh-TW" sz="2800" b="0" i="1" smtClean="0">
                              <a:latin typeface="Cambria Math" panose="02040503050406030204" pitchFamily="18" charset="0"/>
                              <a:cs typeface="Times New Roman" panose="02020603050405020304" pitchFamily="18" charset="0"/>
                            </a:rPr>
                          </m:ctrlPr>
                        </m:sSubPr>
                        <m:e>
                          <m:r>
                            <a:rPr lang="en-US" altLang="zh-TW" sz="2800" b="0" i="1" smtClean="0">
                              <a:latin typeface="Cambria Math" panose="02040503050406030204" pitchFamily="18" charset="0"/>
                              <a:cs typeface="Times New Roman" panose="02020603050405020304" pitchFamily="18" charset="0"/>
                            </a:rPr>
                            <m:t>𝜏</m:t>
                          </m:r>
                        </m:e>
                        <m:sub>
                          <m:r>
                            <a:rPr lang="en-US" altLang="zh-TW" sz="2800" b="0" i="1" smtClean="0">
                              <a:latin typeface="Cambria Math" panose="02040503050406030204" pitchFamily="18" charset="0"/>
                              <a:cs typeface="Times New Roman" panose="02020603050405020304" pitchFamily="18" charset="0"/>
                            </a:rPr>
                            <m:t>1</m:t>
                          </m:r>
                        </m:sub>
                      </m:sSub>
                      <m:r>
                        <a:rPr lang="en-US" altLang="zh-TW" sz="2800" b="0" i="1" smtClean="0">
                          <a:latin typeface="Cambria Math" panose="02040503050406030204" pitchFamily="18" charset="0"/>
                          <a:cs typeface="Times New Roman" panose="02020603050405020304" pitchFamily="18" charset="0"/>
                        </a:rPr>
                        <m:t>= &lt;2, </m:t>
                      </m:r>
                      <m:r>
                        <a:rPr lang="en-US" altLang="zh-TW" sz="2800" b="0" i="1" smtClean="0">
                          <a:latin typeface="Cambria Math" panose="02040503050406030204" pitchFamily="18" charset="0"/>
                          <a:cs typeface="Times New Roman" panose="02020603050405020304" pitchFamily="18" charset="0"/>
                        </a:rPr>
                        <m:t>6</m:t>
                      </m:r>
                      <m:r>
                        <a:rPr lang="en-US" altLang="zh-TW" sz="2800" b="0" i="1" smtClean="0">
                          <a:latin typeface="Cambria Math" panose="02040503050406030204" pitchFamily="18" charset="0"/>
                          <a:cs typeface="Times New Roman" panose="02020603050405020304" pitchFamily="18" charset="0"/>
                        </a:rPr>
                        <m:t>, 4, </m:t>
                      </m:r>
                      <m:r>
                        <a:rPr lang="en-US" altLang="zh-TW" sz="2800" b="0" i="1" smtClean="0">
                          <a:latin typeface="Cambria Math" panose="02040503050406030204" pitchFamily="18" charset="0"/>
                          <a:cs typeface="Times New Roman" panose="02020603050405020304" pitchFamily="18" charset="0"/>
                        </a:rPr>
                        <m:t>3, 7</m:t>
                      </m:r>
                      <m:r>
                        <a:rPr lang="en-US" altLang="zh-TW" sz="2800" b="0" i="1" smtClean="0">
                          <a:latin typeface="Cambria Math" panose="02040503050406030204" pitchFamily="18" charset="0"/>
                          <a:cs typeface="Times New Roman" panose="02020603050405020304" pitchFamily="18" charset="0"/>
                        </a:rPr>
                        <m:t>, 5, 1,</m:t>
                      </m:r>
                      <m:r>
                        <a:rPr lang="en-US" altLang="zh-TW" sz="2800" b="0" i="1" smtClean="0">
                          <a:latin typeface="Cambria Math" panose="02040503050406030204" pitchFamily="18" charset="0"/>
                          <a:cs typeface="Times New Roman" panose="02020603050405020304" pitchFamily="18" charset="0"/>
                        </a:rPr>
                        <m:t> 8, 9, 12</m:t>
                      </m:r>
                      <m:r>
                        <a:rPr lang="en-US" altLang="zh-TW" sz="2800" b="0" i="1" smtClean="0">
                          <a:latin typeface="Cambria Math" panose="02040503050406030204" pitchFamily="18" charset="0"/>
                          <a:cs typeface="Times New Roman" panose="02020603050405020304" pitchFamily="18" charset="0"/>
                        </a:rPr>
                        <m:t>, </m:t>
                      </m:r>
                      <m:r>
                        <a:rPr lang="en-US" altLang="zh-TW" sz="2800" b="0" i="1" smtClean="0">
                          <a:latin typeface="Cambria Math" panose="02040503050406030204" pitchFamily="18" charset="0"/>
                          <a:cs typeface="Times New Roman" panose="02020603050405020304" pitchFamily="18" charset="0"/>
                        </a:rPr>
                        <m:t>11</m:t>
                      </m:r>
                      <m:r>
                        <a:rPr lang="en-US" altLang="zh-TW" sz="2800" b="0" i="1" smtClean="0">
                          <a:latin typeface="Cambria Math" panose="02040503050406030204" pitchFamily="18" charset="0"/>
                          <a:cs typeface="Times New Roman" panose="02020603050405020304" pitchFamily="18" charset="0"/>
                        </a:rPr>
                        <m:t>, </m:t>
                      </m:r>
                      <m:r>
                        <a:rPr lang="en-US" altLang="zh-TW" sz="2800" b="0" i="1" smtClean="0">
                          <a:latin typeface="Cambria Math" panose="02040503050406030204" pitchFamily="18" charset="0"/>
                          <a:cs typeface="Times New Roman" panose="02020603050405020304" pitchFamily="18" charset="0"/>
                        </a:rPr>
                        <m:t>10</m:t>
                      </m:r>
                      <m:r>
                        <a:rPr lang="en-US" altLang="zh-TW" sz="2800" b="0" i="1" smtClean="0">
                          <a:latin typeface="Cambria Math" panose="02040503050406030204" pitchFamily="18" charset="0"/>
                          <a:cs typeface="Times New Roman" panose="02020603050405020304" pitchFamily="18" charset="0"/>
                        </a:rPr>
                        <m:t>&gt;</m:t>
                      </m:r>
                    </m:oMath>
                  </m:oMathPara>
                </a14:m>
                <a:endParaRPr lang="zh-TW" altLang="en-US" sz="2800" dirty="0">
                  <a:latin typeface="Times New Roman" panose="02020603050405020304" pitchFamily="18" charset="0"/>
                  <a:cs typeface="Times New Roman" panose="02020603050405020304" pitchFamily="18" charset="0"/>
                </a:endParaRPr>
              </a:p>
            </p:txBody>
          </p:sp>
        </mc:Choice>
        <mc:Fallback>
          <p:sp>
            <p:nvSpPr>
              <p:cNvPr id="13" name="標題 1">
                <a:extLst>
                  <a:ext uri="{FF2B5EF4-FFF2-40B4-BE49-F238E27FC236}">
                    <a16:creationId xmlns:a16="http://schemas.microsoft.com/office/drawing/2014/main" id="{CF480C55-80E1-4321-832C-4E4BBBE39C18}"/>
                  </a:ext>
                </a:extLst>
              </p:cNvPr>
              <p:cNvSpPr txBox="1">
                <a:spLocks noRot="1" noChangeAspect="1" noMove="1" noResize="1" noEditPoints="1" noAdjustHandles="1" noChangeArrowheads="1" noChangeShapeType="1" noTextEdit="1"/>
              </p:cNvSpPr>
              <p:nvPr/>
            </p:nvSpPr>
            <p:spPr>
              <a:xfrm>
                <a:off x="455590" y="1492535"/>
                <a:ext cx="6542792" cy="583367"/>
              </a:xfrm>
              <a:prstGeom prst="rect">
                <a:avLst/>
              </a:prstGeom>
              <a:blipFill>
                <a:blip r:embed="rId5"/>
                <a:stretch>
                  <a:fillRect/>
                </a:stretch>
              </a:blipFill>
            </p:spPr>
            <p:txBody>
              <a:bodyPr/>
              <a:lstStyle/>
              <a:p>
                <a:r>
                  <a:rPr lang="zh-TW" altLang="en-US">
                    <a:noFill/>
                  </a:rPr>
                  <a:t> </a:t>
                </a:r>
              </a:p>
            </p:txBody>
          </p:sp>
        </mc:Fallback>
      </mc:AlternateContent>
      <p:grpSp>
        <p:nvGrpSpPr>
          <p:cNvPr id="31" name="群組 30">
            <a:extLst>
              <a:ext uri="{FF2B5EF4-FFF2-40B4-BE49-F238E27FC236}">
                <a16:creationId xmlns:a16="http://schemas.microsoft.com/office/drawing/2014/main" id="{99D3FE43-588B-40FA-9A8C-0FEBFFAFD0F1}"/>
              </a:ext>
            </a:extLst>
          </p:cNvPr>
          <p:cNvGrpSpPr/>
          <p:nvPr/>
        </p:nvGrpSpPr>
        <p:grpSpPr>
          <a:xfrm>
            <a:off x="6387499" y="1587634"/>
            <a:ext cx="717905" cy="523220"/>
            <a:chOff x="6190895" y="991029"/>
            <a:chExt cx="717905" cy="523220"/>
          </a:xfrm>
        </p:grpSpPr>
        <p:cxnSp>
          <p:nvCxnSpPr>
            <p:cNvPr id="10" name="直線單箭頭接點 9">
              <a:extLst>
                <a:ext uri="{FF2B5EF4-FFF2-40B4-BE49-F238E27FC236}">
                  <a16:creationId xmlns:a16="http://schemas.microsoft.com/office/drawing/2014/main" id="{E9E9704E-5414-4B07-A814-9EDD884A73FE}"/>
                </a:ext>
              </a:extLst>
            </p:cNvPr>
            <p:cNvCxnSpPr>
              <a:cxnSpLocks/>
            </p:cNvCxnSpPr>
            <p:nvPr/>
          </p:nvCxnSpPr>
          <p:spPr>
            <a:xfrm>
              <a:off x="6565900" y="1306760"/>
              <a:ext cx="342900" cy="0"/>
            </a:xfrm>
            <a:prstGeom prst="straightConnector1">
              <a:avLst/>
            </a:prstGeom>
            <a:noFill/>
            <a:ln w="28575">
              <a:solidFill>
                <a:srgbClr val="FF0000"/>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cxnSp>
        <mc:AlternateContent xmlns:mc="http://schemas.openxmlformats.org/markup-compatibility/2006" xmlns:a14="http://schemas.microsoft.com/office/drawing/2010/main">
          <mc:Choice Requires="a14">
            <p:sp>
              <p:nvSpPr>
                <p:cNvPr id="14" name="矩形 13">
                  <a:extLst>
                    <a:ext uri="{FF2B5EF4-FFF2-40B4-BE49-F238E27FC236}">
                      <a16:creationId xmlns:a16="http://schemas.microsoft.com/office/drawing/2014/main" id="{F5C27E8C-E866-4B5F-B16C-FB8C4FA3AF87}"/>
                    </a:ext>
                  </a:extLst>
                </p:cNvPr>
                <p:cNvSpPr/>
                <p:nvPr/>
              </p:nvSpPr>
              <p:spPr>
                <a:xfrm>
                  <a:off x="6190895" y="991029"/>
                  <a:ext cx="453842"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sz="2800" b="0" i="1" dirty="0" smtClean="0">
                            <a:solidFill>
                              <a:srgbClr val="FF0000"/>
                            </a:solidFill>
                            <a:latin typeface="Cambria Math" panose="02040503050406030204" pitchFamily="18" charset="0"/>
                            <a:cs typeface="Times New Roman" panose="02020603050405020304" pitchFamily="18" charset="0"/>
                          </a:rPr>
                          <m:t>𝑟</m:t>
                        </m:r>
                      </m:oMath>
                    </m:oMathPara>
                  </a14:m>
                  <a:endParaRPr lang="zh-TW" altLang="en-US" sz="2800" i="1" dirty="0">
                    <a:solidFill>
                      <a:srgbClr val="FF0000"/>
                    </a:solidFill>
                    <a:latin typeface="Times New Roman" panose="02020603050405020304" pitchFamily="18" charset="0"/>
                    <a:cs typeface="Times New Roman" panose="02020603050405020304" pitchFamily="18" charset="0"/>
                  </a:endParaRPr>
                </a:p>
              </p:txBody>
            </p:sp>
          </mc:Choice>
          <mc:Fallback xmlns="">
            <p:sp>
              <p:nvSpPr>
                <p:cNvPr id="14" name="矩形 13">
                  <a:extLst>
                    <a:ext uri="{FF2B5EF4-FFF2-40B4-BE49-F238E27FC236}">
                      <a16:creationId xmlns:a16="http://schemas.microsoft.com/office/drawing/2014/main" id="{F5C27E8C-E866-4B5F-B16C-FB8C4FA3AF87}"/>
                    </a:ext>
                  </a:extLst>
                </p:cNvPr>
                <p:cNvSpPr>
                  <a:spLocks noRot="1" noChangeAspect="1" noMove="1" noResize="1" noEditPoints="1" noAdjustHandles="1" noChangeArrowheads="1" noChangeShapeType="1" noTextEdit="1"/>
                </p:cNvSpPr>
                <p:nvPr/>
              </p:nvSpPr>
              <p:spPr>
                <a:xfrm>
                  <a:off x="6190895" y="991029"/>
                  <a:ext cx="453842" cy="523220"/>
                </a:xfrm>
                <a:prstGeom prst="rect">
                  <a:avLst/>
                </a:prstGeom>
                <a:blipFill>
                  <a:blip r:embed="rId14"/>
                  <a:stretch>
                    <a:fillRect/>
                  </a:stretch>
                </a:blipFill>
              </p:spPr>
              <p:txBody>
                <a:bodyPr/>
                <a:lstStyle/>
                <a:p>
                  <a:r>
                    <a:rPr lang="zh-TW" altLang="en-US">
                      <a:noFill/>
                    </a:rPr>
                    <a:t> </a:t>
                  </a:r>
                </a:p>
              </p:txBody>
            </p:sp>
          </mc:Fallback>
        </mc:AlternateContent>
      </p:grpSp>
      <p:cxnSp>
        <p:nvCxnSpPr>
          <p:cNvPr id="16" name="直線單箭頭接點 15">
            <a:extLst>
              <a:ext uri="{FF2B5EF4-FFF2-40B4-BE49-F238E27FC236}">
                <a16:creationId xmlns:a16="http://schemas.microsoft.com/office/drawing/2014/main" id="{13803DD1-CD9D-490C-9461-2A48F4A598FC}"/>
              </a:ext>
            </a:extLst>
          </p:cNvPr>
          <p:cNvCxnSpPr>
            <a:cxnSpLocks/>
          </p:cNvCxnSpPr>
          <p:nvPr/>
        </p:nvCxnSpPr>
        <p:spPr>
          <a:xfrm flipV="1">
            <a:off x="1604972" y="1593934"/>
            <a:ext cx="317500" cy="324052"/>
          </a:xfrm>
          <a:prstGeom prst="straightConnector1">
            <a:avLst/>
          </a:prstGeom>
          <a:noFill/>
          <a:ln w="28575">
            <a:solidFill>
              <a:srgbClr val="FF0000"/>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cxnSp>
      <p:cxnSp>
        <p:nvCxnSpPr>
          <p:cNvPr id="21" name="直線單箭頭接點 20">
            <a:extLst>
              <a:ext uri="{FF2B5EF4-FFF2-40B4-BE49-F238E27FC236}">
                <a16:creationId xmlns:a16="http://schemas.microsoft.com/office/drawing/2014/main" id="{58A39743-37E3-49D9-81C4-353819BBD59F}"/>
              </a:ext>
            </a:extLst>
          </p:cNvPr>
          <p:cNvCxnSpPr>
            <a:cxnSpLocks/>
          </p:cNvCxnSpPr>
          <p:nvPr/>
        </p:nvCxnSpPr>
        <p:spPr>
          <a:xfrm flipV="1">
            <a:off x="1951733" y="1593934"/>
            <a:ext cx="317500" cy="324052"/>
          </a:xfrm>
          <a:prstGeom prst="straightConnector1">
            <a:avLst/>
          </a:prstGeom>
          <a:noFill/>
          <a:ln w="28575">
            <a:solidFill>
              <a:srgbClr val="FF0000"/>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cxnSp>
      <mc:AlternateContent xmlns:mc="http://schemas.openxmlformats.org/markup-compatibility/2006">
        <mc:Choice xmlns:a14="http://schemas.microsoft.com/office/drawing/2010/main" Requires="a14">
          <p:sp>
            <p:nvSpPr>
              <p:cNvPr id="23" name="矩形 22">
                <a:extLst>
                  <a:ext uri="{FF2B5EF4-FFF2-40B4-BE49-F238E27FC236}">
                    <a16:creationId xmlns:a16="http://schemas.microsoft.com/office/drawing/2014/main" id="{C9422B26-86F6-425D-8E11-0105FB5143AA}"/>
                  </a:ext>
                </a:extLst>
              </p:cNvPr>
              <p:cNvSpPr/>
              <p:nvPr/>
            </p:nvSpPr>
            <p:spPr>
              <a:xfrm>
                <a:off x="1874542" y="2288634"/>
                <a:ext cx="465191"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sz="2800" b="0" i="1" smtClean="0">
                          <a:latin typeface="Cambria Math" panose="02040503050406030204" pitchFamily="18" charset="0"/>
                          <a:cs typeface="Times New Roman" panose="02020603050405020304" pitchFamily="18" charset="0"/>
                        </a:rPr>
                        <m:t>6</m:t>
                      </m:r>
                    </m:oMath>
                  </m:oMathPara>
                </a14:m>
                <a:endParaRPr lang="zh-TW" altLang="en-US" sz="2800" dirty="0"/>
              </a:p>
            </p:txBody>
          </p:sp>
        </mc:Choice>
        <mc:Fallback>
          <p:sp>
            <p:nvSpPr>
              <p:cNvPr id="23" name="矩形 22">
                <a:extLst>
                  <a:ext uri="{FF2B5EF4-FFF2-40B4-BE49-F238E27FC236}">
                    <a16:creationId xmlns:a16="http://schemas.microsoft.com/office/drawing/2014/main" id="{C9422B26-86F6-425D-8E11-0105FB5143AA}"/>
                  </a:ext>
                </a:extLst>
              </p:cNvPr>
              <p:cNvSpPr>
                <a:spLocks noRot="1" noChangeAspect="1" noMove="1" noResize="1" noEditPoints="1" noAdjustHandles="1" noChangeArrowheads="1" noChangeShapeType="1" noTextEdit="1"/>
              </p:cNvSpPr>
              <p:nvPr/>
            </p:nvSpPr>
            <p:spPr>
              <a:xfrm>
                <a:off x="1874542" y="2288634"/>
                <a:ext cx="465191" cy="523220"/>
              </a:xfrm>
              <a:prstGeom prst="rect">
                <a:avLst/>
              </a:prstGeom>
              <a:blipFill>
                <a:blip r:embed="rId15"/>
                <a:stretch>
                  <a:fillRect/>
                </a:stretch>
              </a:blipFill>
            </p:spPr>
            <p:txBody>
              <a:bodyPr/>
              <a:lstStyle/>
              <a:p>
                <a:r>
                  <a:rPr lang="zh-TW" altLang="en-US">
                    <a:noFill/>
                  </a:rPr>
                  <a:t> </a:t>
                </a:r>
              </a:p>
            </p:txBody>
          </p:sp>
        </mc:Fallback>
      </mc:AlternateContent>
      <p:cxnSp>
        <p:nvCxnSpPr>
          <p:cNvPr id="25" name="直線單箭頭接點 24">
            <a:extLst>
              <a:ext uri="{FF2B5EF4-FFF2-40B4-BE49-F238E27FC236}">
                <a16:creationId xmlns:a16="http://schemas.microsoft.com/office/drawing/2014/main" id="{D44E427D-7132-4CDD-B164-614E1EFA5E90}"/>
              </a:ext>
            </a:extLst>
          </p:cNvPr>
          <p:cNvCxnSpPr>
            <a:cxnSpLocks/>
          </p:cNvCxnSpPr>
          <p:nvPr/>
        </p:nvCxnSpPr>
        <p:spPr>
          <a:xfrm flipV="1">
            <a:off x="2293947" y="1593934"/>
            <a:ext cx="317500" cy="324052"/>
          </a:xfrm>
          <a:prstGeom prst="straightConnector1">
            <a:avLst/>
          </a:prstGeom>
          <a:noFill/>
          <a:ln w="28575">
            <a:solidFill>
              <a:srgbClr val="FF0000"/>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cxnSp>
      <mc:AlternateContent xmlns:mc="http://schemas.openxmlformats.org/markup-compatibility/2006">
        <mc:Choice xmlns:a14="http://schemas.microsoft.com/office/drawing/2010/main" Requires="a14">
          <p:sp>
            <p:nvSpPr>
              <p:cNvPr id="26" name="矩形 25">
                <a:extLst>
                  <a:ext uri="{FF2B5EF4-FFF2-40B4-BE49-F238E27FC236}">
                    <a16:creationId xmlns:a16="http://schemas.microsoft.com/office/drawing/2014/main" id="{7B91D267-5D93-4E0C-A633-7A81F983C32A}"/>
                  </a:ext>
                </a:extLst>
              </p:cNvPr>
              <p:cNvSpPr/>
              <p:nvPr/>
            </p:nvSpPr>
            <p:spPr>
              <a:xfrm>
                <a:off x="2870832" y="2288634"/>
                <a:ext cx="465192"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sz="2800" b="0" i="1" smtClean="0">
                          <a:latin typeface="Cambria Math" panose="02040503050406030204" pitchFamily="18" charset="0"/>
                        </a:rPr>
                        <m:t>7</m:t>
                      </m:r>
                    </m:oMath>
                  </m:oMathPara>
                </a14:m>
                <a:endParaRPr lang="zh-TW" altLang="en-US" sz="2800" dirty="0"/>
              </a:p>
            </p:txBody>
          </p:sp>
        </mc:Choice>
        <mc:Fallback>
          <p:sp>
            <p:nvSpPr>
              <p:cNvPr id="26" name="矩形 25">
                <a:extLst>
                  <a:ext uri="{FF2B5EF4-FFF2-40B4-BE49-F238E27FC236}">
                    <a16:creationId xmlns:a16="http://schemas.microsoft.com/office/drawing/2014/main" id="{7B91D267-5D93-4E0C-A633-7A81F983C32A}"/>
                  </a:ext>
                </a:extLst>
              </p:cNvPr>
              <p:cNvSpPr>
                <a:spLocks noRot="1" noChangeAspect="1" noMove="1" noResize="1" noEditPoints="1" noAdjustHandles="1" noChangeArrowheads="1" noChangeShapeType="1" noTextEdit="1"/>
              </p:cNvSpPr>
              <p:nvPr/>
            </p:nvSpPr>
            <p:spPr>
              <a:xfrm>
                <a:off x="2870832" y="2288634"/>
                <a:ext cx="465192" cy="523220"/>
              </a:xfrm>
              <a:prstGeom prst="rect">
                <a:avLst/>
              </a:prstGeom>
              <a:blipFill>
                <a:blip r:embed="rId16"/>
                <a:stretch>
                  <a:fillRect/>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27" name="矩形 26">
                <a:extLst>
                  <a:ext uri="{FF2B5EF4-FFF2-40B4-BE49-F238E27FC236}">
                    <a16:creationId xmlns:a16="http://schemas.microsoft.com/office/drawing/2014/main" id="{5681FA50-0903-4367-A3BC-A92F1B8BC279}"/>
                  </a:ext>
                </a:extLst>
              </p:cNvPr>
              <p:cNvSpPr/>
              <p:nvPr/>
            </p:nvSpPr>
            <p:spPr>
              <a:xfrm>
                <a:off x="4511655" y="2288634"/>
                <a:ext cx="663964"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sz="2800" b="0" i="1" smtClean="0">
                          <a:latin typeface="Cambria Math" panose="02040503050406030204" pitchFamily="18" charset="0"/>
                          <a:cs typeface="Times New Roman" panose="02020603050405020304" pitchFamily="18" charset="0"/>
                        </a:rPr>
                        <m:t>12</m:t>
                      </m:r>
                    </m:oMath>
                  </m:oMathPara>
                </a14:m>
                <a:endParaRPr lang="zh-TW" altLang="en-US" sz="2800" dirty="0"/>
              </a:p>
            </p:txBody>
          </p:sp>
        </mc:Choice>
        <mc:Fallback>
          <p:sp>
            <p:nvSpPr>
              <p:cNvPr id="27" name="矩形 26">
                <a:extLst>
                  <a:ext uri="{FF2B5EF4-FFF2-40B4-BE49-F238E27FC236}">
                    <a16:creationId xmlns:a16="http://schemas.microsoft.com/office/drawing/2014/main" id="{5681FA50-0903-4367-A3BC-A92F1B8BC279}"/>
                  </a:ext>
                </a:extLst>
              </p:cNvPr>
              <p:cNvSpPr>
                <a:spLocks noRot="1" noChangeAspect="1" noMove="1" noResize="1" noEditPoints="1" noAdjustHandles="1" noChangeArrowheads="1" noChangeShapeType="1" noTextEdit="1"/>
              </p:cNvSpPr>
              <p:nvPr/>
            </p:nvSpPr>
            <p:spPr>
              <a:xfrm>
                <a:off x="4511655" y="2288634"/>
                <a:ext cx="663964" cy="523220"/>
              </a:xfrm>
              <a:prstGeom prst="rect">
                <a:avLst/>
              </a:prstGeom>
              <a:blipFill>
                <a:blip r:embed="rId17"/>
                <a:stretch>
                  <a:fillRect/>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28" name="矩形 27">
                <a:extLst>
                  <a:ext uri="{FF2B5EF4-FFF2-40B4-BE49-F238E27FC236}">
                    <a16:creationId xmlns:a16="http://schemas.microsoft.com/office/drawing/2014/main" id="{7D503331-34D9-4347-84EB-209EAACB2BAB}"/>
                  </a:ext>
                </a:extLst>
              </p:cNvPr>
              <p:cNvSpPr/>
              <p:nvPr/>
            </p:nvSpPr>
            <p:spPr>
              <a:xfrm>
                <a:off x="5028853" y="2288634"/>
                <a:ext cx="663964"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sz="2800" b="0" i="1" smtClean="0">
                          <a:latin typeface="Cambria Math" panose="02040503050406030204" pitchFamily="18" charset="0"/>
                          <a:cs typeface="Times New Roman" panose="02020603050405020304" pitchFamily="18" charset="0"/>
                        </a:rPr>
                        <m:t>11</m:t>
                      </m:r>
                    </m:oMath>
                  </m:oMathPara>
                </a14:m>
                <a:endParaRPr lang="zh-TW" altLang="en-US" sz="2800" dirty="0"/>
              </a:p>
            </p:txBody>
          </p:sp>
        </mc:Choice>
        <mc:Fallback>
          <p:sp>
            <p:nvSpPr>
              <p:cNvPr id="28" name="矩形 27">
                <a:extLst>
                  <a:ext uri="{FF2B5EF4-FFF2-40B4-BE49-F238E27FC236}">
                    <a16:creationId xmlns:a16="http://schemas.microsoft.com/office/drawing/2014/main" id="{7D503331-34D9-4347-84EB-209EAACB2BAB}"/>
                  </a:ext>
                </a:extLst>
              </p:cNvPr>
              <p:cNvSpPr>
                <a:spLocks noRot="1" noChangeAspect="1" noMove="1" noResize="1" noEditPoints="1" noAdjustHandles="1" noChangeArrowheads="1" noChangeShapeType="1" noTextEdit="1"/>
              </p:cNvSpPr>
              <p:nvPr/>
            </p:nvSpPr>
            <p:spPr>
              <a:xfrm>
                <a:off x="5028853" y="2288634"/>
                <a:ext cx="663964" cy="523220"/>
              </a:xfrm>
              <a:prstGeom prst="rect">
                <a:avLst/>
              </a:prstGeom>
              <a:blipFill>
                <a:blip r:embed="rId18"/>
                <a:stretch>
                  <a:fillRect/>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29" name="矩形 28">
                <a:extLst>
                  <a:ext uri="{FF2B5EF4-FFF2-40B4-BE49-F238E27FC236}">
                    <a16:creationId xmlns:a16="http://schemas.microsoft.com/office/drawing/2014/main" id="{C8A1AFE3-AA5C-471E-B9B6-5C0DC7A9F1B6}"/>
                  </a:ext>
                </a:extLst>
              </p:cNvPr>
              <p:cNvSpPr/>
              <p:nvPr/>
            </p:nvSpPr>
            <p:spPr>
              <a:xfrm>
                <a:off x="5513424" y="2288634"/>
                <a:ext cx="663964"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sz="2800" b="0" i="1" smtClean="0">
                          <a:latin typeface="Cambria Math" panose="02040503050406030204" pitchFamily="18" charset="0"/>
                          <a:cs typeface="Times New Roman" panose="02020603050405020304" pitchFamily="18" charset="0"/>
                        </a:rPr>
                        <m:t>10</m:t>
                      </m:r>
                    </m:oMath>
                  </m:oMathPara>
                </a14:m>
                <a:endParaRPr lang="zh-TW" altLang="en-US" sz="2800" dirty="0"/>
              </a:p>
            </p:txBody>
          </p:sp>
        </mc:Choice>
        <mc:Fallback>
          <p:sp>
            <p:nvSpPr>
              <p:cNvPr id="29" name="矩形 28">
                <a:extLst>
                  <a:ext uri="{FF2B5EF4-FFF2-40B4-BE49-F238E27FC236}">
                    <a16:creationId xmlns:a16="http://schemas.microsoft.com/office/drawing/2014/main" id="{C8A1AFE3-AA5C-471E-B9B6-5C0DC7A9F1B6}"/>
                  </a:ext>
                </a:extLst>
              </p:cNvPr>
              <p:cNvSpPr>
                <a:spLocks noRot="1" noChangeAspect="1" noMove="1" noResize="1" noEditPoints="1" noAdjustHandles="1" noChangeArrowheads="1" noChangeShapeType="1" noTextEdit="1"/>
              </p:cNvSpPr>
              <p:nvPr/>
            </p:nvSpPr>
            <p:spPr>
              <a:xfrm>
                <a:off x="5513424" y="2288634"/>
                <a:ext cx="663964" cy="523220"/>
              </a:xfrm>
              <a:prstGeom prst="rect">
                <a:avLst/>
              </a:prstGeom>
              <a:blipFill>
                <a:blip r:embed="rId19"/>
                <a:stretch>
                  <a:fillRect/>
                </a:stretch>
              </a:blipFill>
            </p:spPr>
            <p:txBody>
              <a:bodyPr/>
              <a:lstStyle/>
              <a:p>
                <a:r>
                  <a:rPr lang="zh-TW" altLang="en-US">
                    <a:noFill/>
                  </a:rPr>
                  <a:t> </a:t>
                </a:r>
              </a:p>
            </p:txBody>
          </p:sp>
        </mc:Fallback>
      </mc:AlternateContent>
      <p:cxnSp>
        <p:nvCxnSpPr>
          <p:cNvPr id="32" name="直線單箭頭接點 31">
            <a:extLst>
              <a:ext uri="{FF2B5EF4-FFF2-40B4-BE49-F238E27FC236}">
                <a16:creationId xmlns:a16="http://schemas.microsoft.com/office/drawing/2014/main" id="{D01A1DDC-1B38-431E-B7DF-77CA0446CD38}"/>
              </a:ext>
            </a:extLst>
          </p:cNvPr>
          <p:cNvCxnSpPr>
            <a:cxnSpLocks/>
          </p:cNvCxnSpPr>
          <p:nvPr/>
        </p:nvCxnSpPr>
        <p:spPr>
          <a:xfrm flipV="1">
            <a:off x="2953357" y="1593934"/>
            <a:ext cx="317500" cy="324052"/>
          </a:xfrm>
          <a:prstGeom prst="straightConnector1">
            <a:avLst/>
          </a:prstGeom>
          <a:noFill/>
          <a:ln w="28575">
            <a:solidFill>
              <a:srgbClr val="FF0000"/>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cxnSp>
      <p:cxnSp>
        <p:nvCxnSpPr>
          <p:cNvPr id="33" name="直線單箭頭接點 32">
            <a:extLst>
              <a:ext uri="{FF2B5EF4-FFF2-40B4-BE49-F238E27FC236}">
                <a16:creationId xmlns:a16="http://schemas.microsoft.com/office/drawing/2014/main" id="{0BCC3FE7-E271-4880-BD16-CF537CED5EA2}"/>
              </a:ext>
            </a:extLst>
          </p:cNvPr>
          <p:cNvCxnSpPr>
            <a:cxnSpLocks/>
          </p:cNvCxnSpPr>
          <p:nvPr/>
        </p:nvCxnSpPr>
        <p:spPr>
          <a:xfrm flipV="1">
            <a:off x="3263262" y="1593934"/>
            <a:ext cx="317500" cy="324052"/>
          </a:xfrm>
          <a:prstGeom prst="straightConnector1">
            <a:avLst/>
          </a:prstGeom>
          <a:noFill/>
          <a:ln w="28575">
            <a:solidFill>
              <a:srgbClr val="FF0000"/>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cxnSp>
      <p:cxnSp>
        <p:nvCxnSpPr>
          <p:cNvPr id="34" name="直線單箭頭接點 33">
            <a:extLst>
              <a:ext uri="{FF2B5EF4-FFF2-40B4-BE49-F238E27FC236}">
                <a16:creationId xmlns:a16="http://schemas.microsoft.com/office/drawing/2014/main" id="{E8F2A432-E5FF-48A2-AC37-4C17F1F02428}"/>
              </a:ext>
            </a:extLst>
          </p:cNvPr>
          <p:cNvCxnSpPr>
            <a:cxnSpLocks/>
          </p:cNvCxnSpPr>
          <p:nvPr/>
        </p:nvCxnSpPr>
        <p:spPr>
          <a:xfrm flipV="1">
            <a:off x="3580762" y="1593934"/>
            <a:ext cx="317500" cy="324052"/>
          </a:xfrm>
          <a:prstGeom prst="straightConnector1">
            <a:avLst/>
          </a:prstGeom>
          <a:noFill/>
          <a:ln w="28575">
            <a:solidFill>
              <a:srgbClr val="FF0000"/>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cxnSp>
      <p:cxnSp>
        <p:nvCxnSpPr>
          <p:cNvPr id="35" name="直線單箭頭接點 34">
            <a:extLst>
              <a:ext uri="{FF2B5EF4-FFF2-40B4-BE49-F238E27FC236}">
                <a16:creationId xmlns:a16="http://schemas.microsoft.com/office/drawing/2014/main" id="{4F2F8EB5-9766-488B-BE27-6A3032D658BF}"/>
              </a:ext>
            </a:extLst>
          </p:cNvPr>
          <p:cNvCxnSpPr>
            <a:cxnSpLocks/>
          </p:cNvCxnSpPr>
          <p:nvPr/>
        </p:nvCxnSpPr>
        <p:spPr>
          <a:xfrm flipV="1">
            <a:off x="3944689" y="1593934"/>
            <a:ext cx="317500" cy="324052"/>
          </a:xfrm>
          <a:prstGeom prst="straightConnector1">
            <a:avLst/>
          </a:prstGeom>
          <a:noFill/>
          <a:ln w="28575">
            <a:solidFill>
              <a:srgbClr val="FF0000"/>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cxnSp>
      <p:cxnSp>
        <p:nvCxnSpPr>
          <p:cNvPr id="36" name="直線單箭頭接點 35">
            <a:extLst>
              <a:ext uri="{FF2B5EF4-FFF2-40B4-BE49-F238E27FC236}">
                <a16:creationId xmlns:a16="http://schemas.microsoft.com/office/drawing/2014/main" id="{9BDEC0F8-95C9-4B8C-A761-E2DE600A8DF8}"/>
              </a:ext>
            </a:extLst>
          </p:cNvPr>
          <p:cNvCxnSpPr>
            <a:cxnSpLocks/>
          </p:cNvCxnSpPr>
          <p:nvPr/>
        </p:nvCxnSpPr>
        <p:spPr>
          <a:xfrm flipV="1">
            <a:off x="4291854" y="1593934"/>
            <a:ext cx="317500" cy="324052"/>
          </a:xfrm>
          <a:prstGeom prst="straightConnector1">
            <a:avLst/>
          </a:prstGeom>
          <a:noFill/>
          <a:ln w="28575">
            <a:solidFill>
              <a:srgbClr val="FF0000"/>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cxnSp>
      <p:cxnSp>
        <p:nvCxnSpPr>
          <p:cNvPr id="37" name="直線單箭頭接點 36">
            <a:extLst>
              <a:ext uri="{FF2B5EF4-FFF2-40B4-BE49-F238E27FC236}">
                <a16:creationId xmlns:a16="http://schemas.microsoft.com/office/drawing/2014/main" id="{14A5EB32-F172-4433-A954-1FC158EA56E2}"/>
              </a:ext>
            </a:extLst>
          </p:cNvPr>
          <p:cNvCxnSpPr>
            <a:cxnSpLocks/>
          </p:cNvCxnSpPr>
          <p:nvPr/>
        </p:nvCxnSpPr>
        <p:spPr>
          <a:xfrm flipV="1">
            <a:off x="4736757" y="1576730"/>
            <a:ext cx="317500" cy="324052"/>
          </a:xfrm>
          <a:prstGeom prst="straightConnector1">
            <a:avLst/>
          </a:prstGeom>
          <a:noFill/>
          <a:ln w="28575">
            <a:solidFill>
              <a:srgbClr val="FF0000"/>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cxnSp>
      <mc:AlternateContent xmlns:mc="http://schemas.openxmlformats.org/markup-compatibility/2006">
        <mc:Choice xmlns:a14="http://schemas.microsoft.com/office/drawing/2010/main" Requires="a14">
          <p:sp>
            <p:nvSpPr>
              <p:cNvPr id="38" name="矩形 37">
                <a:extLst>
                  <a:ext uri="{FF2B5EF4-FFF2-40B4-BE49-F238E27FC236}">
                    <a16:creationId xmlns:a16="http://schemas.microsoft.com/office/drawing/2014/main" id="{C497113A-A4C7-4B98-9269-1A5C19F57BA1}"/>
                  </a:ext>
                </a:extLst>
              </p:cNvPr>
              <p:cNvSpPr/>
              <p:nvPr/>
            </p:nvSpPr>
            <p:spPr>
              <a:xfrm>
                <a:off x="3833344" y="2288634"/>
                <a:ext cx="465191" cy="523220"/>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TW" sz="2800" b="0" i="1" smtClean="0">
                          <a:latin typeface="Cambria Math" panose="02040503050406030204" pitchFamily="18" charset="0"/>
                          <a:cs typeface="Times New Roman" panose="02020603050405020304" pitchFamily="18" charset="0"/>
                        </a:rPr>
                        <m:t>8</m:t>
                      </m:r>
                    </m:oMath>
                  </m:oMathPara>
                </a14:m>
                <a:endParaRPr lang="zh-TW" altLang="en-US" sz="2800" dirty="0"/>
              </a:p>
            </p:txBody>
          </p:sp>
        </mc:Choice>
        <mc:Fallback>
          <p:sp>
            <p:nvSpPr>
              <p:cNvPr id="38" name="矩形 37">
                <a:extLst>
                  <a:ext uri="{FF2B5EF4-FFF2-40B4-BE49-F238E27FC236}">
                    <a16:creationId xmlns:a16="http://schemas.microsoft.com/office/drawing/2014/main" id="{C497113A-A4C7-4B98-9269-1A5C19F57BA1}"/>
                  </a:ext>
                </a:extLst>
              </p:cNvPr>
              <p:cNvSpPr>
                <a:spLocks noRot="1" noChangeAspect="1" noMove="1" noResize="1" noEditPoints="1" noAdjustHandles="1" noChangeArrowheads="1" noChangeShapeType="1" noTextEdit="1"/>
              </p:cNvSpPr>
              <p:nvPr/>
            </p:nvSpPr>
            <p:spPr>
              <a:xfrm>
                <a:off x="3833344" y="2288634"/>
                <a:ext cx="465191" cy="523220"/>
              </a:xfrm>
              <a:prstGeom prst="rect">
                <a:avLst/>
              </a:prstGeom>
              <a:blipFill>
                <a:blip r:embed="rId20"/>
                <a:stretch>
                  <a:fillRect/>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39" name="矩形 38">
                <a:extLst>
                  <a:ext uri="{FF2B5EF4-FFF2-40B4-BE49-F238E27FC236}">
                    <a16:creationId xmlns:a16="http://schemas.microsoft.com/office/drawing/2014/main" id="{349E12F3-CD71-46CE-BD93-CBD3E40F71AF}"/>
                  </a:ext>
                </a:extLst>
              </p:cNvPr>
              <p:cNvSpPr/>
              <p:nvPr/>
            </p:nvSpPr>
            <p:spPr>
              <a:xfrm>
                <a:off x="2220101" y="2288634"/>
                <a:ext cx="465191" cy="523220"/>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TW" sz="2800" i="1">
                          <a:latin typeface="Cambria Math" panose="02040503050406030204" pitchFamily="18" charset="0"/>
                          <a:cs typeface="Times New Roman" panose="02020603050405020304" pitchFamily="18" charset="0"/>
                        </a:rPr>
                        <m:t>4</m:t>
                      </m:r>
                    </m:oMath>
                  </m:oMathPara>
                </a14:m>
                <a:endParaRPr lang="zh-TW" altLang="en-US" sz="2800" dirty="0"/>
              </a:p>
            </p:txBody>
          </p:sp>
        </mc:Choice>
        <mc:Fallback>
          <p:sp>
            <p:nvSpPr>
              <p:cNvPr id="39" name="矩形 38">
                <a:extLst>
                  <a:ext uri="{FF2B5EF4-FFF2-40B4-BE49-F238E27FC236}">
                    <a16:creationId xmlns:a16="http://schemas.microsoft.com/office/drawing/2014/main" id="{349E12F3-CD71-46CE-BD93-CBD3E40F71AF}"/>
                  </a:ext>
                </a:extLst>
              </p:cNvPr>
              <p:cNvSpPr>
                <a:spLocks noRot="1" noChangeAspect="1" noMove="1" noResize="1" noEditPoints="1" noAdjustHandles="1" noChangeArrowheads="1" noChangeShapeType="1" noTextEdit="1"/>
              </p:cNvSpPr>
              <p:nvPr/>
            </p:nvSpPr>
            <p:spPr>
              <a:xfrm>
                <a:off x="2220101" y="2288634"/>
                <a:ext cx="465191" cy="523220"/>
              </a:xfrm>
              <a:prstGeom prst="rect">
                <a:avLst/>
              </a:prstGeom>
              <a:blipFill>
                <a:blip r:embed="rId21"/>
                <a:stretch>
                  <a:fillRect/>
                </a:stretch>
              </a:blipFill>
            </p:spPr>
            <p:txBody>
              <a:bodyPr/>
              <a:lstStyle/>
              <a:p>
                <a:r>
                  <a:rPr lang="zh-TW" altLang="en-US">
                    <a:noFill/>
                  </a:rPr>
                  <a:t> </a:t>
                </a:r>
              </a:p>
            </p:txBody>
          </p:sp>
        </mc:Fallback>
      </mc:AlternateContent>
      <p:grpSp>
        <p:nvGrpSpPr>
          <p:cNvPr id="48" name="群組 47">
            <a:extLst>
              <a:ext uri="{FF2B5EF4-FFF2-40B4-BE49-F238E27FC236}">
                <a16:creationId xmlns:a16="http://schemas.microsoft.com/office/drawing/2014/main" id="{E1D94E85-523B-40D4-AF8A-B7C6209D74B5}"/>
              </a:ext>
            </a:extLst>
          </p:cNvPr>
          <p:cNvGrpSpPr/>
          <p:nvPr/>
        </p:nvGrpSpPr>
        <p:grpSpPr>
          <a:xfrm>
            <a:off x="5363813" y="4744272"/>
            <a:ext cx="2004054" cy="1408217"/>
            <a:chOff x="5161045" y="2788208"/>
            <a:chExt cx="2004054" cy="1408217"/>
          </a:xfrm>
        </p:grpSpPr>
        <p:grpSp>
          <p:nvGrpSpPr>
            <p:cNvPr id="50" name="群組 49">
              <a:extLst>
                <a:ext uri="{FF2B5EF4-FFF2-40B4-BE49-F238E27FC236}">
                  <a16:creationId xmlns:a16="http://schemas.microsoft.com/office/drawing/2014/main" id="{31D67B87-E431-4AE2-B9CB-D52C60D23BAC}"/>
                </a:ext>
              </a:extLst>
            </p:cNvPr>
            <p:cNvGrpSpPr/>
            <p:nvPr/>
          </p:nvGrpSpPr>
          <p:grpSpPr>
            <a:xfrm>
              <a:off x="5161045" y="2788208"/>
              <a:ext cx="2004054" cy="1408217"/>
              <a:chOff x="884728" y="357428"/>
              <a:chExt cx="2004054" cy="1408217"/>
            </a:xfrm>
          </p:grpSpPr>
          <mc:AlternateContent xmlns:mc="http://schemas.openxmlformats.org/markup-compatibility/2006" xmlns:a14="http://schemas.microsoft.com/office/drawing/2010/main">
            <mc:Choice Requires="a14">
              <p:sp>
                <p:nvSpPr>
                  <p:cNvPr id="52" name="文字方塊 51">
                    <a:extLst>
                      <a:ext uri="{FF2B5EF4-FFF2-40B4-BE49-F238E27FC236}">
                        <a16:creationId xmlns:a16="http://schemas.microsoft.com/office/drawing/2014/main" id="{D7FBC545-6133-45DD-8462-92C0DFCCA1FF}"/>
                      </a:ext>
                    </a:extLst>
                  </p:cNvPr>
                  <p:cNvSpPr txBox="1"/>
                  <p:nvPr/>
                </p:nvSpPr>
                <p:spPr>
                  <a:xfrm>
                    <a:off x="1229360" y="1303980"/>
                    <a:ext cx="1358449"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400" i="1" smtClean="0">
                                  <a:solidFill>
                                    <a:schemeClr val="tx1"/>
                                  </a:solidFill>
                                  <a:latin typeface="Cambria Math" panose="02040503050406030204" pitchFamily="18" charset="0"/>
                                  <a:cs typeface="Times New Roman" panose="02020603050405020304" pitchFamily="18" charset="0"/>
                                </a:rPr>
                              </m:ctrlPr>
                            </m:sSubPr>
                            <m:e>
                              <m:r>
                                <m:rPr>
                                  <m:sty m:val="p"/>
                                </m:rPr>
                                <a:rPr lang="en-US" altLang="zh-TW" sz="2400" b="0" i="0" smtClean="0">
                                  <a:solidFill>
                                    <a:schemeClr val="tx1"/>
                                  </a:solidFill>
                                  <a:latin typeface="Cambria Math" panose="02040503050406030204" pitchFamily="18" charset="0"/>
                                  <a:cs typeface="Times New Roman" panose="02020603050405020304" pitchFamily="18" charset="0"/>
                                </a:rPr>
                                <m:t>P</m:t>
                              </m:r>
                            </m:e>
                            <m:sub>
                              <m:r>
                                <a:rPr lang="en-US" altLang="zh-TW" sz="2400" b="0" i="0">
                                  <a:solidFill>
                                    <a:schemeClr val="tx1"/>
                                  </a:solidFill>
                                  <a:latin typeface="Cambria Math" panose="02040503050406030204" pitchFamily="18" charset="0"/>
                                  <a:cs typeface="Times New Roman" panose="02020603050405020304" pitchFamily="18" charset="0"/>
                                </a:rPr>
                                <m:t>2</m:t>
                              </m:r>
                            </m:sub>
                          </m:sSub>
                          <m:sSub>
                            <m:sSubPr>
                              <m:ctrlPr>
                                <a:rPr lang="en-US" altLang="zh-TW" sz="2400" i="1" smtClean="0">
                                  <a:solidFill>
                                    <a:schemeClr val="tx1"/>
                                  </a:solidFill>
                                  <a:latin typeface="Cambria Math" panose="02040503050406030204" pitchFamily="18" charset="0"/>
                                  <a:cs typeface="Times New Roman" panose="02020603050405020304" pitchFamily="18" charset="0"/>
                                </a:rPr>
                              </m:ctrlPr>
                            </m:sSubPr>
                            <m:e>
                              <m:r>
                                <a:rPr lang="zh-TW" altLang="en-US" sz="2400" b="0" i="0">
                                  <a:solidFill>
                                    <a:schemeClr val="tx1"/>
                                  </a:solidFill>
                                  <a:latin typeface="Cambria Math" panose="02040503050406030204" pitchFamily="18" charset="0"/>
                                  <a:cs typeface="Times New Roman" panose="02020603050405020304" pitchFamily="18" charset="0"/>
                                </a:rPr>
                                <m:t>  </m:t>
                              </m:r>
                              <m:r>
                                <m:rPr>
                                  <m:sty m:val="p"/>
                                </m:rPr>
                                <a:rPr lang="en-US" altLang="zh-TW" sz="2400" b="0" i="0" smtClean="0">
                                  <a:solidFill>
                                    <a:schemeClr val="tx1"/>
                                  </a:solidFill>
                                  <a:latin typeface="Cambria Math" panose="02040503050406030204" pitchFamily="18" charset="0"/>
                                  <a:cs typeface="Times New Roman" panose="02020603050405020304" pitchFamily="18" charset="0"/>
                                </a:rPr>
                                <m:t>P</m:t>
                              </m:r>
                            </m:e>
                            <m:sub>
                              <m:r>
                                <a:rPr lang="en-US" altLang="zh-TW" sz="2400" b="0" i="0">
                                  <a:solidFill>
                                    <a:schemeClr val="tx1"/>
                                  </a:solidFill>
                                  <a:latin typeface="Cambria Math" panose="02040503050406030204" pitchFamily="18" charset="0"/>
                                  <a:cs typeface="Times New Roman" panose="02020603050405020304" pitchFamily="18" charset="0"/>
                                </a:rPr>
                                <m:t>3</m:t>
                              </m:r>
                            </m:sub>
                          </m:sSub>
                          <m:sSub>
                            <m:sSubPr>
                              <m:ctrlPr>
                                <a:rPr lang="en-US" altLang="zh-TW" sz="2400" i="1" smtClean="0">
                                  <a:solidFill>
                                    <a:schemeClr val="tx1"/>
                                  </a:solidFill>
                                  <a:latin typeface="Cambria Math" panose="02040503050406030204" pitchFamily="18" charset="0"/>
                                  <a:cs typeface="Times New Roman" panose="02020603050405020304" pitchFamily="18" charset="0"/>
                                </a:rPr>
                              </m:ctrlPr>
                            </m:sSubPr>
                            <m:e>
                              <m:r>
                                <a:rPr lang="zh-TW" altLang="en-US" sz="2400" b="0" i="0">
                                  <a:solidFill>
                                    <a:schemeClr val="tx1"/>
                                  </a:solidFill>
                                  <a:latin typeface="Cambria Math" panose="02040503050406030204" pitchFamily="18" charset="0"/>
                                  <a:cs typeface="Times New Roman" panose="02020603050405020304" pitchFamily="18" charset="0"/>
                                </a:rPr>
                                <m:t>  </m:t>
                              </m:r>
                              <m:r>
                                <m:rPr>
                                  <m:sty m:val="p"/>
                                </m:rPr>
                                <a:rPr lang="en-US" altLang="zh-TW" sz="2400" b="0" i="0" smtClean="0">
                                  <a:solidFill>
                                    <a:schemeClr val="tx1"/>
                                  </a:solidFill>
                                  <a:latin typeface="Cambria Math" panose="02040503050406030204" pitchFamily="18" charset="0"/>
                                  <a:cs typeface="Times New Roman" panose="02020603050405020304" pitchFamily="18" charset="0"/>
                                </a:rPr>
                                <m:t>P</m:t>
                              </m:r>
                            </m:e>
                            <m:sub>
                              <m:r>
                                <a:rPr lang="en-US" altLang="zh-TW" sz="2400" b="0" i="0">
                                  <a:solidFill>
                                    <a:schemeClr val="tx1"/>
                                  </a:solidFill>
                                  <a:latin typeface="Cambria Math" panose="02040503050406030204" pitchFamily="18" charset="0"/>
                                  <a:cs typeface="Times New Roman" panose="02020603050405020304" pitchFamily="18" charset="0"/>
                                </a:rPr>
                                <m:t>4</m:t>
                              </m:r>
                            </m:sub>
                          </m:sSub>
                        </m:oMath>
                      </m:oMathPara>
                    </a14:m>
                    <a:endParaRPr lang="zh-TW" altLang="en-US" sz="2400" dirty="0">
                      <a:solidFill>
                        <a:schemeClr val="tx1"/>
                      </a:solidFill>
                      <a:latin typeface="Times New Roman" panose="02020603050405020304" pitchFamily="18" charset="0"/>
                      <a:cs typeface="Times New Roman" panose="02020603050405020304" pitchFamily="18" charset="0"/>
                    </a:endParaRPr>
                  </a:p>
                </p:txBody>
              </p:sp>
            </mc:Choice>
            <mc:Fallback xmlns="">
              <p:sp>
                <p:nvSpPr>
                  <p:cNvPr id="52" name="文字方塊 51">
                    <a:extLst>
                      <a:ext uri="{FF2B5EF4-FFF2-40B4-BE49-F238E27FC236}">
                        <a16:creationId xmlns:a16="http://schemas.microsoft.com/office/drawing/2014/main" id="{D7FBC545-6133-45DD-8462-92C0DFCCA1FF}"/>
                      </a:ext>
                    </a:extLst>
                  </p:cNvPr>
                  <p:cNvSpPr txBox="1">
                    <a:spLocks noRot="1" noChangeAspect="1" noMove="1" noResize="1" noEditPoints="1" noAdjustHandles="1" noChangeArrowheads="1" noChangeShapeType="1" noTextEdit="1"/>
                  </p:cNvSpPr>
                  <p:nvPr/>
                </p:nvSpPr>
                <p:spPr>
                  <a:xfrm>
                    <a:off x="1229360" y="1303980"/>
                    <a:ext cx="1358449" cy="461665"/>
                  </a:xfrm>
                  <a:prstGeom prst="rect">
                    <a:avLst/>
                  </a:prstGeom>
                  <a:blipFill>
                    <a:blip r:embed="rId29"/>
                    <a:stretch>
                      <a:fillRect b="-2667"/>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54" name="文字方塊 53">
                    <a:extLst>
                      <a:ext uri="{FF2B5EF4-FFF2-40B4-BE49-F238E27FC236}">
                        <a16:creationId xmlns:a16="http://schemas.microsoft.com/office/drawing/2014/main" id="{09952611-6359-40AB-B920-1B779CB92BA0}"/>
                      </a:ext>
                    </a:extLst>
                  </p:cNvPr>
                  <p:cNvSpPr txBox="1"/>
                  <p:nvPr/>
                </p:nvSpPr>
                <p:spPr>
                  <a:xfrm>
                    <a:off x="1316256" y="833327"/>
                    <a:ext cx="431528" cy="461665"/>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altLang="zh-TW" sz="2400" b="0" i="1" smtClean="0">
                              <a:solidFill>
                                <a:schemeClr val="tx1"/>
                              </a:solidFill>
                              <a:latin typeface="Cambria Math" panose="02040503050406030204" pitchFamily="18" charset="0"/>
                              <a:cs typeface="Times New Roman" panose="02020603050405020304" pitchFamily="18" charset="0"/>
                            </a:rPr>
                            <m:t>3</m:t>
                          </m:r>
                        </m:oMath>
                      </m:oMathPara>
                    </a14:m>
                    <a:endParaRPr lang="zh-TW" altLang="en-US" sz="2400" dirty="0">
                      <a:solidFill>
                        <a:schemeClr val="tx1"/>
                      </a:solidFill>
                      <a:latin typeface="Times New Roman" panose="02020603050405020304" pitchFamily="18" charset="0"/>
                      <a:cs typeface="Times New Roman" panose="02020603050405020304" pitchFamily="18" charset="0"/>
                    </a:endParaRPr>
                  </a:p>
                </p:txBody>
              </p:sp>
            </mc:Choice>
            <mc:Fallback>
              <p:sp>
                <p:nvSpPr>
                  <p:cNvPr id="54" name="文字方塊 53">
                    <a:extLst>
                      <a:ext uri="{FF2B5EF4-FFF2-40B4-BE49-F238E27FC236}">
                        <a16:creationId xmlns:a16="http://schemas.microsoft.com/office/drawing/2014/main" id="{09952611-6359-40AB-B920-1B779CB92BA0}"/>
                      </a:ext>
                    </a:extLst>
                  </p:cNvPr>
                  <p:cNvSpPr txBox="1">
                    <a:spLocks noRot="1" noChangeAspect="1" noMove="1" noResize="1" noEditPoints="1" noAdjustHandles="1" noChangeArrowheads="1" noChangeShapeType="1" noTextEdit="1"/>
                  </p:cNvSpPr>
                  <p:nvPr/>
                </p:nvSpPr>
                <p:spPr>
                  <a:xfrm>
                    <a:off x="1316256" y="833327"/>
                    <a:ext cx="431528" cy="461665"/>
                  </a:xfrm>
                  <a:prstGeom prst="rect">
                    <a:avLst/>
                  </a:prstGeom>
                  <a:blipFill>
                    <a:blip r:embed="rId30"/>
                    <a:stretch>
                      <a:fillRect/>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41" name="文字方塊 40">
                    <a:extLst>
                      <a:ext uri="{FF2B5EF4-FFF2-40B4-BE49-F238E27FC236}">
                        <a16:creationId xmlns:a16="http://schemas.microsoft.com/office/drawing/2014/main" id="{34B91213-F40E-45AE-80FC-220BD501707B}"/>
                      </a:ext>
                    </a:extLst>
                  </p:cNvPr>
                  <p:cNvSpPr txBox="1"/>
                  <p:nvPr/>
                </p:nvSpPr>
                <p:spPr>
                  <a:xfrm>
                    <a:off x="1316256" y="373611"/>
                    <a:ext cx="431528" cy="461665"/>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altLang="zh-TW" sz="2400" b="0" i="1" smtClean="0">
                              <a:solidFill>
                                <a:schemeClr val="tx1"/>
                              </a:solidFill>
                              <a:latin typeface="Cambria Math" panose="02040503050406030204" pitchFamily="18" charset="0"/>
                              <a:cs typeface="Times New Roman" panose="02020603050405020304" pitchFamily="18" charset="0"/>
                            </a:rPr>
                            <m:t>3</m:t>
                          </m:r>
                        </m:oMath>
                      </m:oMathPara>
                    </a14:m>
                    <a:endParaRPr lang="zh-TW" altLang="en-US" sz="2400" dirty="0">
                      <a:solidFill>
                        <a:schemeClr val="tx1"/>
                      </a:solidFill>
                      <a:latin typeface="Times New Roman" panose="02020603050405020304" pitchFamily="18" charset="0"/>
                      <a:cs typeface="Times New Roman" panose="02020603050405020304" pitchFamily="18" charset="0"/>
                    </a:endParaRPr>
                  </a:p>
                </p:txBody>
              </p:sp>
            </mc:Choice>
            <mc:Fallback>
              <p:sp>
                <p:nvSpPr>
                  <p:cNvPr id="41" name="文字方塊 40">
                    <a:extLst>
                      <a:ext uri="{FF2B5EF4-FFF2-40B4-BE49-F238E27FC236}">
                        <a16:creationId xmlns:a16="http://schemas.microsoft.com/office/drawing/2014/main" id="{34B91213-F40E-45AE-80FC-220BD501707B}"/>
                      </a:ext>
                    </a:extLst>
                  </p:cNvPr>
                  <p:cNvSpPr txBox="1">
                    <a:spLocks noRot="1" noChangeAspect="1" noMove="1" noResize="1" noEditPoints="1" noAdjustHandles="1" noChangeArrowheads="1" noChangeShapeType="1" noTextEdit="1"/>
                  </p:cNvSpPr>
                  <p:nvPr/>
                </p:nvSpPr>
                <p:spPr>
                  <a:xfrm>
                    <a:off x="1316256" y="373611"/>
                    <a:ext cx="431528" cy="461665"/>
                  </a:xfrm>
                  <a:prstGeom prst="rect">
                    <a:avLst/>
                  </a:prstGeom>
                  <a:blipFill>
                    <a:blip r:embed="rId31"/>
                    <a:stretch>
                      <a:fillRect/>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42" name="文字方塊 41">
                    <a:extLst>
                      <a:ext uri="{FF2B5EF4-FFF2-40B4-BE49-F238E27FC236}">
                        <a16:creationId xmlns:a16="http://schemas.microsoft.com/office/drawing/2014/main" id="{25A3DBA2-9C33-44DA-A075-0FBAC2652920}"/>
                      </a:ext>
                    </a:extLst>
                  </p:cNvPr>
                  <p:cNvSpPr txBox="1"/>
                  <p:nvPr/>
                </p:nvSpPr>
                <p:spPr>
                  <a:xfrm>
                    <a:off x="884728" y="357428"/>
                    <a:ext cx="412421" cy="461665"/>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altLang="zh-TW" sz="2400" b="0" i="1" smtClean="0">
                              <a:solidFill>
                                <a:schemeClr val="tx1"/>
                              </a:solidFill>
                              <a:latin typeface="Cambria Math" panose="02040503050406030204" pitchFamily="18" charset="0"/>
                              <a:cs typeface="Times New Roman" panose="02020603050405020304" pitchFamily="18" charset="0"/>
                            </a:rPr>
                            <m:t>𝑐</m:t>
                          </m:r>
                        </m:oMath>
                      </m:oMathPara>
                    </a14:m>
                    <a:endParaRPr lang="zh-TW" altLang="en-US" sz="2400" dirty="0">
                      <a:solidFill>
                        <a:schemeClr val="tx1"/>
                      </a:solidFill>
                      <a:latin typeface="Times New Roman" panose="02020603050405020304" pitchFamily="18" charset="0"/>
                      <a:cs typeface="Times New Roman" panose="02020603050405020304" pitchFamily="18" charset="0"/>
                    </a:endParaRPr>
                  </a:p>
                </p:txBody>
              </p:sp>
            </mc:Choice>
            <mc:Fallback>
              <p:sp>
                <p:nvSpPr>
                  <p:cNvPr id="42" name="文字方塊 41">
                    <a:extLst>
                      <a:ext uri="{FF2B5EF4-FFF2-40B4-BE49-F238E27FC236}">
                        <a16:creationId xmlns:a16="http://schemas.microsoft.com/office/drawing/2014/main" id="{25A3DBA2-9C33-44DA-A075-0FBAC2652920}"/>
                      </a:ext>
                    </a:extLst>
                  </p:cNvPr>
                  <p:cNvSpPr txBox="1">
                    <a:spLocks noRot="1" noChangeAspect="1" noMove="1" noResize="1" noEditPoints="1" noAdjustHandles="1" noChangeArrowheads="1" noChangeShapeType="1" noTextEdit="1"/>
                  </p:cNvSpPr>
                  <p:nvPr/>
                </p:nvSpPr>
                <p:spPr>
                  <a:xfrm>
                    <a:off x="884728" y="357428"/>
                    <a:ext cx="412421" cy="461665"/>
                  </a:xfrm>
                  <a:prstGeom prst="rect">
                    <a:avLst/>
                  </a:prstGeom>
                  <a:blipFill>
                    <a:blip r:embed="rId32"/>
                    <a:stretch>
                      <a:fillRect/>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43" name="文字方塊 42">
                    <a:extLst>
                      <a:ext uri="{FF2B5EF4-FFF2-40B4-BE49-F238E27FC236}">
                        <a16:creationId xmlns:a16="http://schemas.microsoft.com/office/drawing/2014/main" id="{00E00DE1-B467-4123-B0A6-1CB71ABD45F0}"/>
                      </a:ext>
                    </a:extLst>
                  </p:cNvPr>
                  <p:cNvSpPr txBox="1"/>
                  <p:nvPr/>
                </p:nvSpPr>
                <p:spPr>
                  <a:xfrm>
                    <a:off x="884728" y="790366"/>
                    <a:ext cx="436914" cy="461665"/>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altLang="zh-TW" sz="2400" b="0" i="1" smtClean="0">
                              <a:solidFill>
                                <a:schemeClr val="tx1"/>
                              </a:solidFill>
                              <a:latin typeface="Cambria Math" panose="02040503050406030204" pitchFamily="18" charset="0"/>
                              <a:cs typeface="Times New Roman" panose="02020603050405020304" pitchFamily="18" charset="0"/>
                            </a:rPr>
                            <m:t>𝑝</m:t>
                          </m:r>
                        </m:oMath>
                      </m:oMathPara>
                    </a14:m>
                    <a:endParaRPr lang="zh-TW" altLang="en-US" sz="2400" dirty="0">
                      <a:solidFill>
                        <a:schemeClr val="tx1"/>
                      </a:solidFill>
                      <a:latin typeface="Times New Roman" panose="02020603050405020304" pitchFamily="18" charset="0"/>
                      <a:cs typeface="Times New Roman" panose="02020603050405020304" pitchFamily="18" charset="0"/>
                    </a:endParaRPr>
                  </a:p>
                </p:txBody>
              </p:sp>
            </mc:Choice>
            <mc:Fallback>
              <p:sp>
                <p:nvSpPr>
                  <p:cNvPr id="43" name="文字方塊 42">
                    <a:extLst>
                      <a:ext uri="{FF2B5EF4-FFF2-40B4-BE49-F238E27FC236}">
                        <a16:creationId xmlns:a16="http://schemas.microsoft.com/office/drawing/2014/main" id="{00E00DE1-B467-4123-B0A6-1CB71ABD45F0}"/>
                      </a:ext>
                    </a:extLst>
                  </p:cNvPr>
                  <p:cNvSpPr txBox="1">
                    <a:spLocks noRot="1" noChangeAspect="1" noMove="1" noResize="1" noEditPoints="1" noAdjustHandles="1" noChangeArrowheads="1" noChangeShapeType="1" noTextEdit="1"/>
                  </p:cNvSpPr>
                  <p:nvPr/>
                </p:nvSpPr>
                <p:spPr>
                  <a:xfrm>
                    <a:off x="884728" y="790366"/>
                    <a:ext cx="436914" cy="461665"/>
                  </a:xfrm>
                  <a:prstGeom prst="rect">
                    <a:avLst/>
                  </a:prstGeom>
                  <a:blipFill>
                    <a:blip r:embed="rId33"/>
                    <a:stretch>
                      <a:fillRect b="-11842"/>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44" name="文字方塊 43">
                    <a:extLst>
                      <a:ext uri="{FF2B5EF4-FFF2-40B4-BE49-F238E27FC236}">
                        <a16:creationId xmlns:a16="http://schemas.microsoft.com/office/drawing/2014/main" id="{06B7FD09-0678-414E-842E-CD47E9F770C4}"/>
                      </a:ext>
                    </a:extLst>
                  </p:cNvPr>
                  <p:cNvSpPr txBox="1"/>
                  <p:nvPr/>
                </p:nvSpPr>
                <p:spPr>
                  <a:xfrm>
                    <a:off x="1692820" y="373881"/>
                    <a:ext cx="431528" cy="461665"/>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r>
                            <a:rPr lang="en-US" altLang="zh-TW" sz="2400" b="0" i="1" smtClean="0">
                              <a:solidFill>
                                <a:schemeClr val="tx1"/>
                              </a:solidFill>
                              <a:latin typeface="Cambria Math" panose="02040503050406030204" pitchFamily="18" charset="0"/>
                              <a:cs typeface="Times New Roman" panose="02020603050405020304" pitchFamily="18" charset="0"/>
                            </a:rPr>
                            <m:t>2</m:t>
                          </m:r>
                        </m:oMath>
                      </m:oMathPara>
                    </a14:m>
                    <a:endParaRPr lang="zh-TW" altLang="en-US" sz="2400" dirty="0">
                      <a:solidFill>
                        <a:schemeClr val="tx1"/>
                      </a:solidFill>
                      <a:latin typeface="Times New Roman" panose="02020603050405020304" pitchFamily="18" charset="0"/>
                      <a:cs typeface="Times New Roman" panose="02020603050405020304" pitchFamily="18" charset="0"/>
                    </a:endParaRPr>
                  </a:p>
                </p:txBody>
              </p:sp>
            </mc:Choice>
            <mc:Fallback>
              <p:sp>
                <p:nvSpPr>
                  <p:cNvPr id="44" name="文字方塊 43">
                    <a:extLst>
                      <a:ext uri="{FF2B5EF4-FFF2-40B4-BE49-F238E27FC236}">
                        <a16:creationId xmlns:a16="http://schemas.microsoft.com/office/drawing/2014/main" id="{06B7FD09-0678-414E-842E-CD47E9F770C4}"/>
                      </a:ext>
                    </a:extLst>
                  </p:cNvPr>
                  <p:cNvSpPr txBox="1">
                    <a:spLocks noRot="1" noChangeAspect="1" noMove="1" noResize="1" noEditPoints="1" noAdjustHandles="1" noChangeArrowheads="1" noChangeShapeType="1" noTextEdit="1"/>
                  </p:cNvSpPr>
                  <p:nvPr/>
                </p:nvSpPr>
                <p:spPr>
                  <a:xfrm>
                    <a:off x="1692820" y="373881"/>
                    <a:ext cx="431528" cy="461665"/>
                  </a:xfrm>
                  <a:prstGeom prst="rect">
                    <a:avLst/>
                  </a:prstGeom>
                  <a:blipFill>
                    <a:blip r:embed="rId34"/>
                    <a:stretch>
                      <a:fillRect/>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45" name="文字方塊 44">
                    <a:extLst>
                      <a:ext uri="{FF2B5EF4-FFF2-40B4-BE49-F238E27FC236}">
                        <a16:creationId xmlns:a16="http://schemas.microsoft.com/office/drawing/2014/main" id="{639CB93A-629D-4801-B4FA-AB9C7B61418F}"/>
                      </a:ext>
                    </a:extLst>
                  </p:cNvPr>
                  <p:cNvSpPr txBox="1"/>
                  <p:nvPr/>
                </p:nvSpPr>
                <p:spPr>
                  <a:xfrm>
                    <a:off x="2087769" y="373881"/>
                    <a:ext cx="431528" cy="461665"/>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r>
                            <a:rPr lang="en-US" altLang="zh-TW" sz="2400" b="0" i="1" smtClean="0">
                              <a:solidFill>
                                <a:schemeClr val="tx1"/>
                              </a:solidFill>
                              <a:latin typeface="Cambria Math" panose="02040503050406030204" pitchFamily="18" charset="0"/>
                              <a:cs typeface="Times New Roman" panose="02020603050405020304" pitchFamily="18" charset="0"/>
                            </a:rPr>
                            <m:t>1</m:t>
                          </m:r>
                        </m:oMath>
                      </m:oMathPara>
                    </a14:m>
                    <a:endParaRPr lang="zh-TW" altLang="en-US" sz="2400" dirty="0">
                      <a:solidFill>
                        <a:schemeClr val="tx1"/>
                      </a:solidFill>
                      <a:latin typeface="Times New Roman" panose="02020603050405020304" pitchFamily="18" charset="0"/>
                      <a:cs typeface="Times New Roman" panose="02020603050405020304" pitchFamily="18" charset="0"/>
                    </a:endParaRPr>
                  </a:p>
                </p:txBody>
              </p:sp>
            </mc:Choice>
            <mc:Fallback>
              <p:sp>
                <p:nvSpPr>
                  <p:cNvPr id="45" name="文字方塊 44">
                    <a:extLst>
                      <a:ext uri="{FF2B5EF4-FFF2-40B4-BE49-F238E27FC236}">
                        <a16:creationId xmlns:a16="http://schemas.microsoft.com/office/drawing/2014/main" id="{639CB93A-629D-4801-B4FA-AB9C7B61418F}"/>
                      </a:ext>
                    </a:extLst>
                  </p:cNvPr>
                  <p:cNvSpPr txBox="1">
                    <a:spLocks noRot="1" noChangeAspect="1" noMove="1" noResize="1" noEditPoints="1" noAdjustHandles="1" noChangeArrowheads="1" noChangeShapeType="1" noTextEdit="1"/>
                  </p:cNvSpPr>
                  <p:nvPr/>
                </p:nvSpPr>
                <p:spPr>
                  <a:xfrm>
                    <a:off x="2087769" y="373881"/>
                    <a:ext cx="431528" cy="461665"/>
                  </a:xfrm>
                  <a:prstGeom prst="rect">
                    <a:avLst/>
                  </a:prstGeom>
                  <a:blipFill>
                    <a:blip r:embed="rId35"/>
                    <a:stretch>
                      <a:fillRect/>
                    </a:stretch>
                  </a:blipFill>
                </p:spPr>
                <p:txBody>
                  <a:bodyPr/>
                  <a:lstStyle/>
                  <a:p>
                    <a:r>
                      <a:rPr lang="zh-TW" altLang="en-US">
                        <a:noFill/>
                      </a:rPr>
                      <a:t> </a:t>
                    </a:r>
                  </a:p>
                </p:txBody>
              </p:sp>
            </mc:Fallback>
          </mc:AlternateContent>
          <p:sp>
            <p:nvSpPr>
              <p:cNvPr id="47" name="文字方塊 46">
                <a:extLst>
                  <a:ext uri="{FF2B5EF4-FFF2-40B4-BE49-F238E27FC236}">
                    <a16:creationId xmlns:a16="http://schemas.microsoft.com/office/drawing/2014/main" id="{F09F7A7B-CE7D-4648-82F3-792F681A65E8}"/>
                  </a:ext>
                </a:extLst>
              </p:cNvPr>
              <p:cNvSpPr txBox="1"/>
              <p:nvPr/>
            </p:nvSpPr>
            <p:spPr>
              <a:xfrm>
                <a:off x="1747784" y="833327"/>
                <a:ext cx="431528" cy="461665"/>
              </a:xfrm>
              <a:prstGeom prst="rect">
                <a:avLst/>
              </a:prstGeom>
              <a:noFill/>
            </p:spPr>
            <p:txBody>
              <a:bodyPr wrap="square" rtlCol="0">
                <a:spAutoFit/>
              </a:bodyPr>
              <a:lstStyle/>
              <a:p>
                <a:r>
                  <a:rPr lang="en-US" altLang="zh-TW" sz="2400" b="0" dirty="0">
                    <a:solidFill>
                      <a:schemeClr val="tx1"/>
                    </a:solidFill>
                    <a:cs typeface="Times New Roman" panose="02020603050405020304" pitchFamily="18" charset="0"/>
                  </a:rPr>
                  <a:t>5</a:t>
                </a:r>
                <a:endParaRPr lang="zh-TW" altLang="en-US" sz="2400" dirty="0">
                  <a:solidFill>
                    <a:schemeClr val="tx1"/>
                  </a:solidFill>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49" name="文字方塊 48">
                    <a:extLst>
                      <a:ext uri="{FF2B5EF4-FFF2-40B4-BE49-F238E27FC236}">
                        <a16:creationId xmlns:a16="http://schemas.microsoft.com/office/drawing/2014/main" id="{CF31DB96-9111-4199-91C0-47548116506B}"/>
                      </a:ext>
                    </a:extLst>
                  </p:cNvPr>
                  <p:cNvSpPr txBox="1"/>
                  <p:nvPr/>
                </p:nvSpPr>
                <p:spPr>
                  <a:xfrm>
                    <a:off x="2087769" y="826349"/>
                    <a:ext cx="431528" cy="461665"/>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r>
                            <a:rPr lang="en-US" altLang="zh-TW" sz="2400" b="0" i="1" smtClean="0">
                              <a:solidFill>
                                <a:schemeClr val="tx1"/>
                              </a:solidFill>
                              <a:latin typeface="Cambria Math" panose="02040503050406030204" pitchFamily="18" charset="0"/>
                              <a:cs typeface="Times New Roman" panose="02020603050405020304" pitchFamily="18" charset="0"/>
                            </a:rPr>
                            <m:t>8</m:t>
                          </m:r>
                        </m:oMath>
                      </m:oMathPara>
                    </a14:m>
                    <a:endParaRPr lang="zh-TW" altLang="en-US" sz="2400" dirty="0">
                      <a:solidFill>
                        <a:schemeClr val="tx1"/>
                      </a:solidFill>
                      <a:latin typeface="Times New Roman" panose="02020603050405020304" pitchFamily="18" charset="0"/>
                      <a:cs typeface="Times New Roman" panose="02020603050405020304" pitchFamily="18" charset="0"/>
                    </a:endParaRPr>
                  </a:p>
                </p:txBody>
              </p:sp>
            </mc:Choice>
            <mc:Fallback>
              <p:sp>
                <p:nvSpPr>
                  <p:cNvPr id="49" name="文字方塊 48">
                    <a:extLst>
                      <a:ext uri="{FF2B5EF4-FFF2-40B4-BE49-F238E27FC236}">
                        <a16:creationId xmlns:a16="http://schemas.microsoft.com/office/drawing/2014/main" id="{CF31DB96-9111-4199-91C0-47548116506B}"/>
                      </a:ext>
                    </a:extLst>
                  </p:cNvPr>
                  <p:cNvSpPr txBox="1">
                    <a:spLocks noRot="1" noChangeAspect="1" noMove="1" noResize="1" noEditPoints="1" noAdjustHandles="1" noChangeArrowheads="1" noChangeShapeType="1" noTextEdit="1"/>
                  </p:cNvSpPr>
                  <p:nvPr/>
                </p:nvSpPr>
                <p:spPr>
                  <a:xfrm>
                    <a:off x="2087769" y="826349"/>
                    <a:ext cx="431528" cy="461665"/>
                  </a:xfrm>
                  <a:prstGeom prst="rect">
                    <a:avLst/>
                  </a:prstGeom>
                  <a:blipFill>
                    <a:blip r:embed="rId36"/>
                    <a:stretch>
                      <a:fillRect/>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66" name="文字方塊 65">
                    <a:extLst>
                      <a:ext uri="{FF2B5EF4-FFF2-40B4-BE49-F238E27FC236}">
                        <a16:creationId xmlns:a16="http://schemas.microsoft.com/office/drawing/2014/main" id="{CC820B2C-B291-4482-9970-FAFE78D71877}"/>
                      </a:ext>
                    </a:extLst>
                  </p:cNvPr>
                  <p:cNvSpPr txBox="1"/>
                  <p:nvPr/>
                </p:nvSpPr>
                <p:spPr>
                  <a:xfrm>
                    <a:off x="2444111" y="826349"/>
                    <a:ext cx="431528" cy="461665"/>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r>
                            <a:rPr lang="en-US" altLang="zh-TW" sz="2400" b="0" i="1" smtClean="0">
                              <a:solidFill>
                                <a:schemeClr val="tx1"/>
                              </a:solidFill>
                              <a:latin typeface="Cambria Math" panose="02040503050406030204" pitchFamily="18" charset="0"/>
                              <a:cs typeface="Times New Roman" panose="02020603050405020304" pitchFamily="18" charset="0"/>
                            </a:rPr>
                            <m:t>9</m:t>
                          </m:r>
                        </m:oMath>
                      </m:oMathPara>
                    </a14:m>
                    <a:endParaRPr lang="zh-TW" altLang="en-US" sz="2400" dirty="0">
                      <a:solidFill>
                        <a:schemeClr val="tx1"/>
                      </a:solidFill>
                      <a:latin typeface="Times New Roman" panose="02020603050405020304" pitchFamily="18" charset="0"/>
                      <a:cs typeface="Times New Roman" panose="02020603050405020304" pitchFamily="18" charset="0"/>
                    </a:endParaRPr>
                  </a:p>
                </p:txBody>
              </p:sp>
            </mc:Choice>
            <mc:Fallback>
              <p:sp>
                <p:nvSpPr>
                  <p:cNvPr id="66" name="文字方塊 65">
                    <a:extLst>
                      <a:ext uri="{FF2B5EF4-FFF2-40B4-BE49-F238E27FC236}">
                        <a16:creationId xmlns:a16="http://schemas.microsoft.com/office/drawing/2014/main" id="{CC820B2C-B291-4482-9970-FAFE78D71877}"/>
                      </a:ext>
                    </a:extLst>
                  </p:cNvPr>
                  <p:cNvSpPr txBox="1">
                    <a:spLocks noRot="1" noChangeAspect="1" noMove="1" noResize="1" noEditPoints="1" noAdjustHandles="1" noChangeArrowheads="1" noChangeShapeType="1" noTextEdit="1"/>
                  </p:cNvSpPr>
                  <p:nvPr/>
                </p:nvSpPr>
                <p:spPr>
                  <a:xfrm>
                    <a:off x="2444111" y="826349"/>
                    <a:ext cx="431528" cy="461665"/>
                  </a:xfrm>
                  <a:prstGeom prst="rect">
                    <a:avLst/>
                  </a:prstGeom>
                  <a:blipFill>
                    <a:blip r:embed="rId37"/>
                    <a:stretch>
                      <a:fillRect/>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67" name="文字方塊 66">
                    <a:extLst>
                      <a:ext uri="{FF2B5EF4-FFF2-40B4-BE49-F238E27FC236}">
                        <a16:creationId xmlns:a16="http://schemas.microsoft.com/office/drawing/2014/main" id="{5E26DC0F-C16A-4A59-9AF8-2D0F14ECC39A}"/>
                      </a:ext>
                    </a:extLst>
                  </p:cNvPr>
                  <p:cNvSpPr txBox="1"/>
                  <p:nvPr/>
                </p:nvSpPr>
                <p:spPr>
                  <a:xfrm>
                    <a:off x="2457254" y="373881"/>
                    <a:ext cx="431528" cy="461665"/>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r>
                            <a:rPr lang="en-US" altLang="zh-TW" sz="2400" b="0" i="1" smtClean="0">
                              <a:solidFill>
                                <a:schemeClr val="tx1"/>
                              </a:solidFill>
                              <a:latin typeface="Cambria Math" panose="02040503050406030204" pitchFamily="18" charset="0"/>
                              <a:cs typeface="Times New Roman" panose="02020603050405020304" pitchFamily="18" charset="0"/>
                            </a:rPr>
                            <m:t>1</m:t>
                          </m:r>
                        </m:oMath>
                      </m:oMathPara>
                    </a14:m>
                    <a:endParaRPr lang="zh-TW" altLang="en-US" sz="2400" dirty="0">
                      <a:solidFill>
                        <a:schemeClr val="tx1"/>
                      </a:solidFill>
                      <a:latin typeface="Times New Roman" panose="02020603050405020304" pitchFamily="18" charset="0"/>
                      <a:cs typeface="Times New Roman" panose="02020603050405020304" pitchFamily="18" charset="0"/>
                    </a:endParaRPr>
                  </a:p>
                </p:txBody>
              </p:sp>
            </mc:Choice>
            <mc:Fallback>
              <p:sp>
                <p:nvSpPr>
                  <p:cNvPr id="67" name="文字方塊 66">
                    <a:extLst>
                      <a:ext uri="{FF2B5EF4-FFF2-40B4-BE49-F238E27FC236}">
                        <a16:creationId xmlns:a16="http://schemas.microsoft.com/office/drawing/2014/main" id="{5E26DC0F-C16A-4A59-9AF8-2D0F14ECC39A}"/>
                      </a:ext>
                    </a:extLst>
                  </p:cNvPr>
                  <p:cNvSpPr txBox="1">
                    <a:spLocks noRot="1" noChangeAspect="1" noMove="1" noResize="1" noEditPoints="1" noAdjustHandles="1" noChangeArrowheads="1" noChangeShapeType="1" noTextEdit="1"/>
                  </p:cNvSpPr>
                  <p:nvPr/>
                </p:nvSpPr>
                <p:spPr>
                  <a:xfrm>
                    <a:off x="2457254" y="373881"/>
                    <a:ext cx="431528" cy="461665"/>
                  </a:xfrm>
                  <a:prstGeom prst="rect">
                    <a:avLst/>
                  </a:prstGeom>
                  <a:blipFill>
                    <a:blip r:embed="rId38"/>
                    <a:stretch>
                      <a:fillRect/>
                    </a:stretch>
                  </a:blipFill>
                </p:spPr>
                <p:txBody>
                  <a:bodyPr/>
                  <a:lstStyle/>
                  <a:p>
                    <a:r>
                      <a:rPr lang="zh-TW" altLang="en-US">
                        <a:noFill/>
                      </a:rPr>
                      <a:t> </a:t>
                    </a:r>
                  </a:p>
                </p:txBody>
              </p:sp>
            </mc:Fallback>
          </mc:AlternateContent>
        </p:grpSp>
        <p:cxnSp>
          <p:nvCxnSpPr>
            <p:cNvPr id="51" name="直線接點 50">
              <a:extLst>
                <a:ext uri="{FF2B5EF4-FFF2-40B4-BE49-F238E27FC236}">
                  <a16:creationId xmlns:a16="http://schemas.microsoft.com/office/drawing/2014/main" id="{17857939-397C-4201-84A9-97DC4CC92ADE}"/>
                </a:ext>
              </a:extLst>
            </p:cNvPr>
            <p:cNvCxnSpPr>
              <a:cxnSpLocks/>
            </p:cNvCxnSpPr>
            <p:nvPr/>
          </p:nvCxnSpPr>
          <p:spPr>
            <a:xfrm>
              <a:off x="5522454" y="3763227"/>
              <a:ext cx="164264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55" name="直線單箭頭接點 54">
            <a:extLst>
              <a:ext uri="{FF2B5EF4-FFF2-40B4-BE49-F238E27FC236}">
                <a16:creationId xmlns:a16="http://schemas.microsoft.com/office/drawing/2014/main" id="{74B2E552-33B5-4948-BA12-E5DFAD7A7F71}"/>
              </a:ext>
            </a:extLst>
          </p:cNvPr>
          <p:cNvCxnSpPr>
            <a:cxnSpLocks/>
          </p:cNvCxnSpPr>
          <p:nvPr/>
        </p:nvCxnSpPr>
        <p:spPr>
          <a:xfrm flipV="1">
            <a:off x="5220716" y="1576730"/>
            <a:ext cx="317500" cy="324052"/>
          </a:xfrm>
          <a:prstGeom prst="straightConnector1">
            <a:avLst/>
          </a:prstGeom>
          <a:noFill/>
          <a:ln w="28575">
            <a:solidFill>
              <a:srgbClr val="FF0000"/>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cxnSp>
      <p:cxnSp>
        <p:nvCxnSpPr>
          <p:cNvPr id="56" name="直線單箭頭接點 55">
            <a:extLst>
              <a:ext uri="{FF2B5EF4-FFF2-40B4-BE49-F238E27FC236}">
                <a16:creationId xmlns:a16="http://schemas.microsoft.com/office/drawing/2014/main" id="{8EA20F5D-22D3-4F89-94B9-A64B426BCC54}"/>
              </a:ext>
            </a:extLst>
          </p:cNvPr>
          <p:cNvCxnSpPr>
            <a:cxnSpLocks/>
          </p:cNvCxnSpPr>
          <p:nvPr/>
        </p:nvCxnSpPr>
        <p:spPr>
          <a:xfrm flipV="1">
            <a:off x="5864517" y="1576730"/>
            <a:ext cx="317500" cy="324052"/>
          </a:xfrm>
          <a:prstGeom prst="straightConnector1">
            <a:avLst/>
          </a:prstGeom>
          <a:noFill/>
          <a:ln w="28575">
            <a:solidFill>
              <a:srgbClr val="FF0000"/>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cxnSp>
      <mc:AlternateContent xmlns:mc="http://schemas.openxmlformats.org/markup-compatibility/2006">
        <mc:Choice xmlns:a14="http://schemas.microsoft.com/office/drawing/2010/main" Requires="a14">
          <p:sp>
            <p:nvSpPr>
              <p:cNvPr id="57" name="矩形 56">
                <a:extLst>
                  <a:ext uri="{FF2B5EF4-FFF2-40B4-BE49-F238E27FC236}">
                    <a16:creationId xmlns:a16="http://schemas.microsoft.com/office/drawing/2014/main" id="{D0DAB2DE-8060-4309-B547-01B06E2BCCB1}"/>
                  </a:ext>
                </a:extLst>
              </p:cNvPr>
              <p:cNvSpPr/>
              <p:nvPr/>
            </p:nvSpPr>
            <p:spPr>
              <a:xfrm>
                <a:off x="3168656" y="2288634"/>
                <a:ext cx="465191"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sz="2800" i="1">
                          <a:latin typeface="Cambria Math" panose="02040503050406030204" pitchFamily="18" charset="0"/>
                          <a:cs typeface="Times New Roman" panose="02020603050405020304" pitchFamily="18" charset="0"/>
                        </a:rPr>
                        <m:t>5</m:t>
                      </m:r>
                    </m:oMath>
                  </m:oMathPara>
                </a14:m>
                <a:endParaRPr lang="zh-TW" altLang="en-US" sz="2800" dirty="0"/>
              </a:p>
            </p:txBody>
          </p:sp>
        </mc:Choice>
        <mc:Fallback>
          <p:sp>
            <p:nvSpPr>
              <p:cNvPr id="57" name="矩形 56">
                <a:extLst>
                  <a:ext uri="{FF2B5EF4-FFF2-40B4-BE49-F238E27FC236}">
                    <a16:creationId xmlns:a16="http://schemas.microsoft.com/office/drawing/2014/main" id="{D0DAB2DE-8060-4309-B547-01B06E2BCCB1}"/>
                  </a:ext>
                </a:extLst>
              </p:cNvPr>
              <p:cNvSpPr>
                <a:spLocks noRot="1" noChangeAspect="1" noMove="1" noResize="1" noEditPoints="1" noAdjustHandles="1" noChangeArrowheads="1" noChangeShapeType="1" noTextEdit="1"/>
              </p:cNvSpPr>
              <p:nvPr/>
            </p:nvSpPr>
            <p:spPr>
              <a:xfrm>
                <a:off x="3168656" y="2288634"/>
                <a:ext cx="465191" cy="523220"/>
              </a:xfrm>
              <a:prstGeom prst="rect">
                <a:avLst/>
              </a:prstGeom>
              <a:blipFill>
                <a:blip r:embed="rId39"/>
                <a:stretch>
                  <a:fillRect/>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59" name="矩形 58">
                <a:extLst>
                  <a:ext uri="{FF2B5EF4-FFF2-40B4-BE49-F238E27FC236}">
                    <a16:creationId xmlns:a16="http://schemas.microsoft.com/office/drawing/2014/main" id="{4C33A594-E329-4556-B95F-05BDF4F82041}"/>
                  </a:ext>
                </a:extLst>
              </p:cNvPr>
              <p:cNvSpPr/>
              <p:nvPr/>
            </p:nvSpPr>
            <p:spPr>
              <a:xfrm>
                <a:off x="4202052" y="2288634"/>
                <a:ext cx="465191" cy="523220"/>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TW" sz="2800" b="0" i="1" smtClean="0">
                          <a:latin typeface="Cambria Math" panose="02040503050406030204" pitchFamily="18" charset="0"/>
                          <a:cs typeface="Times New Roman" panose="02020603050405020304" pitchFamily="18" charset="0"/>
                        </a:rPr>
                        <m:t>9</m:t>
                      </m:r>
                    </m:oMath>
                  </m:oMathPara>
                </a14:m>
                <a:endParaRPr lang="zh-TW" altLang="en-US" sz="2800" dirty="0"/>
              </a:p>
            </p:txBody>
          </p:sp>
        </mc:Choice>
        <mc:Fallback>
          <p:sp>
            <p:nvSpPr>
              <p:cNvPr id="59" name="矩形 58">
                <a:extLst>
                  <a:ext uri="{FF2B5EF4-FFF2-40B4-BE49-F238E27FC236}">
                    <a16:creationId xmlns:a16="http://schemas.microsoft.com/office/drawing/2014/main" id="{4C33A594-E329-4556-B95F-05BDF4F82041}"/>
                  </a:ext>
                </a:extLst>
              </p:cNvPr>
              <p:cNvSpPr>
                <a:spLocks noRot="1" noChangeAspect="1" noMove="1" noResize="1" noEditPoints="1" noAdjustHandles="1" noChangeArrowheads="1" noChangeShapeType="1" noTextEdit="1"/>
              </p:cNvSpPr>
              <p:nvPr/>
            </p:nvSpPr>
            <p:spPr>
              <a:xfrm>
                <a:off x="4202052" y="2288634"/>
                <a:ext cx="465191" cy="523220"/>
              </a:xfrm>
              <a:prstGeom prst="rect">
                <a:avLst/>
              </a:prstGeom>
              <a:blipFill>
                <a:blip r:embed="rId40"/>
                <a:stretch>
                  <a:fillRect/>
                </a:stretch>
              </a:blipFill>
            </p:spPr>
            <p:txBody>
              <a:bodyPr/>
              <a:lstStyle/>
              <a:p>
                <a:r>
                  <a:rPr lang="zh-TW" altLang="en-US">
                    <a:noFill/>
                  </a:rPr>
                  <a:t> </a:t>
                </a:r>
              </a:p>
            </p:txBody>
          </p:sp>
        </mc:Fallback>
      </mc:AlternateContent>
      <p:grpSp>
        <p:nvGrpSpPr>
          <p:cNvPr id="19" name="群組 18">
            <a:extLst>
              <a:ext uri="{FF2B5EF4-FFF2-40B4-BE49-F238E27FC236}">
                <a16:creationId xmlns:a16="http://schemas.microsoft.com/office/drawing/2014/main" id="{DFB0EAE6-9BD8-4BE0-83A1-952EDAE338E3}"/>
              </a:ext>
            </a:extLst>
          </p:cNvPr>
          <p:cNvGrpSpPr/>
          <p:nvPr/>
        </p:nvGrpSpPr>
        <p:grpSpPr>
          <a:xfrm>
            <a:off x="7507131" y="976513"/>
            <a:ext cx="1584913" cy="1501391"/>
            <a:chOff x="7599566" y="976513"/>
            <a:chExt cx="1584913" cy="1501391"/>
          </a:xfrm>
        </p:grpSpPr>
        <mc:AlternateContent xmlns:mc="http://schemas.openxmlformats.org/markup-compatibility/2006">
          <mc:Choice xmlns:a14="http://schemas.microsoft.com/office/drawing/2010/main" Requires="a14">
            <p:sp>
              <p:nvSpPr>
                <p:cNvPr id="82" name="矩形 81">
                  <a:extLst>
                    <a:ext uri="{FF2B5EF4-FFF2-40B4-BE49-F238E27FC236}">
                      <a16:creationId xmlns:a16="http://schemas.microsoft.com/office/drawing/2014/main" id="{72D5E768-10F2-477C-B075-2095AF54DCD1}"/>
                    </a:ext>
                  </a:extLst>
                </p:cNvPr>
                <p:cNvSpPr/>
                <p:nvPr/>
              </p:nvSpPr>
              <p:spPr>
                <a:xfrm>
                  <a:off x="8739229" y="2106046"/>
                  <a:ext cx="445250" cy="369332"/>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sSub>
                          <m:sSubPr>
                            <m:ctrlPr>
                              <a:rPr lang="en-US" altLang="zh-TW" i="1" smtClean="0">
                                <a:solidFill>
                                  <a:schemeClr val="bg1"/>
                                </a:solidFill>
                                <a:latin typeface="Cambria Math" panose="02040503050406030204" pitchFamily="18" charset="0"/>
                                <a:cs typeface="Times New Roman" panose="02020603050405020304" pitchFamily="18" charset="0"/>
                              </a:rPr>
                            </m:ctrlPr>
                          </m:sSubPr>
                          <m:e>
                            <m:r>
                              <m:rPr>
                                <m:sty m:val="p"/>
                              </m:rPr>
                              <a:rPr lang="en-US" altLang="zh-TW">
                                <a:solidFill>
                                  <a:schemeClr val="bg1"/>
                                </a:solidFill>
                                <a:latin typeface="Cambria Math" panose="02040503050406030204" pitchFamily="18" charset="0"/>
                                <a:cs typeface="Times New Roman" panose="02020603050405020304" pitchFamily="18" charset="0"/>
                              </a:rPr>
                              <m:t>P</m:t>
                            </m:r>
                          </m:e>
                          <m:sub>
                            <m:r>
                              <a:rPr lang="en-US" altLang="zh-TW" b="0" i="0" smtClean="0">
                                <a:solidFill>
                                  <a:schemeClr val="bg1"/>
                                </a:solidFill>
                                <a:latin typeface="Cambria Math" panose="02040503050406030204" pitchFamily="18" charset="0"/>
                                <a:cs typeface="Times New Roman" panose="02020603050405020304" pitchFamily="18" charset="0"/>
                              </a:rPr>
                              <m:t>6</m:t>
                            </m:r>
                          </m:sub>
                        </m:sSub>
                      </m:oMath>
                    </m:oMathPara>
                  </a14:m>
                  <a:endParaRPr lang="zh-TW" altLang="en-US" dirty="0">
                    <a:solidFill>
                      <a:schemeClr val="bg1"/>
                    </a:solidFill>
                  </a:endParaRPr>
                </a:p>
              </p:txBody>
            </p:sp>
          </mc:Choice>
          <mc:Fallback>
            <p:sp>
              <p:nvSpPr>
                <p:cNvPr id="82" name="矩形 81">
                  <a:extLst>
                    <a:ext uri="{FF2B5EF4-FFF2-40B4-BE49-F238E27FC236}">
                      <a16:creationId xmlns:a16="http://schemas.microsoft.com/office/drawing/2014/main" id="{72D5E768-10F2-477C-B075-2095AF54DCD1}"/>
                    </a:ext>
                  </a:extLst>
                </p:cNvPr>
                <p:cNvSpPr>
                  <a:spLocks noRot="1" noChangeAspect="1" noMove="1" noResize="1" noEditPoints="1" noAdjustHandles="1" noChangeArrowheads="1" noChangeShapeType="1" noTextEdit="1"/>
                </p:cNvSpPr>
                <p:nvPr/>
              </p:nvSpPr>
              <p:spPr>
                <a:xfrm>
                  <a:off x="8739229" y="2106046"/>
                  <a:ext cx="445250" cy="369332"/>
                </a:xfrm>
                <a:prstGeom prst="rect">
                  <a:avLst/>
                </a:prstGeom>
                <a:blipFill>
                  <a:blip r:embed="rId41"/>
                  <a:stretch>
                    <a:fillRect/>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6" name="矩形 5">
                  <a:extLst>
                    <a:ext uri="{FF2B5EF4-FFF2-40B4-BE49-F238E27FC236}">
                      <a16:creationId xmlns:a16="http://schemas.microsoft.com/office/drawing/2014/main" id="{D50011C9-281A-4F8F-A4A7-C16D6E227512}"/>
                    </a:ext>
                  </a:extLst>
                </p:cNvPr>
                <p:cNvSpPr/>
                <p:nvPr/>
              </p:nvSpPr>
              <p:spPr>
                <a:xfrm>
                  <a:off x="8464947" y="2106046"/>
                  <a:ext cx="445250" cy="369332"/>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cs typeface="Times New Roman" panose="02020603050405020304" pitchFamily="18" charset="0"/>
                              </a:rPr>
                            </m:ctrlPr>
                          </m:sSubPr>
                          <m:e>
                            <m:r>
                              <m:rPr>
                                <m:sty m:val="p"/>
                              </m:rPr>
                              <a:rPr lang="en-US" altLang="zh-TW">
                                <a:latin typeface="Cambria Math" panose="02040503050406030204" pitchFamily="18" charset="0"/>
                                <a:cs typeface="Times New Roman" panose="02020603050405020304" pitchFamily="18" charset="0"/>
                              </a:rPr>
                              <m:t>P</m:t>
                            </m:r>
                          </m:e>
                          <m:sub>
                            <m:r>
                              <a:rPr lang="en-US" altLang="zh-TW" b="0" i="0" smtClean="0">
                                <a:latin typeface="Cambria Math" panose="02040503050406030204" pitchFamily="18" charset="0"/>
                                <a:cs typeface="Times New Roman" panose="02020603050405020304" pitchFamily="18" charset="0"/>
                              </a:rPr>
                              <m:t>5</m:t>
                            </m:r>
                          </m:sub>
                        </m:sSub>
                      </m:oMath>
                    </m:oMathPara>
                  </a14:m>
                  <a:endParaRPr lang="zh-TW" altLang="en-US" dirty="0"/>
                </a:p>
              </p:txBody>
            </p:sp>
          </mc:Choice>
          <mc:Fallback>
            <p:sp>
              <p:nvSpPr>
                <p:cNvPr id="6" name="矩形 5">
                  <a:extLst>
                    <a:ext uri="{FF2B5EF4-FFF2-40B4-BE49-F238E27FC236}">
                      <a16:creationId xmlns:a16="http://schemas.microsoft.com/office/drawing/2014/main" id="{D50011C9-281A-4F8F-A4A7-C16D6E227512}"/>
                    </a:ext>
                  </a:extLst>
                </p:cNvPr>
                <p:cNvSpPr>
                  <a:spLocks noRot="1" noChangeAspect="1" noMove="1" noResize="1" noEditPoints="1" noAdjustHandles="1" noChangeArrowheads="1" noChangeShapeType="1" noTextEdit="1"/>
                </p:cNvSpPr>
                <p:nvPr/>
              </p:nvSpPr>
              <p:spPr>
                <a:xfrm>
                  <a:off x="8464947" y="2106046"/>
                  <a:ext cx="445250" cy="369332"/>
                </a:xfrm>
                <a:prstGeom prst="rect">
                  <a:avLst/>
                </a:prstGeom>
                <a:blipFill>
                  <a:blip r:embed="rId42"/>
                  <a:stretch>
                    <a:fillRect/>
                  </a:stretch>
                </a:blipFill>
              </p:spPr>
              <p:txBody>
                <a:bodyPr/>
                <a:lstStyle/>
                <a:p>
                  <a:r>
                    <a:rPr lang="zh-TW" altLang="en-US">
                      <a:noFill/>
                    </a:rPr>
                    <a:t> </a:t>
                  </a:r>
                </a:p>
              </p:txBody>
            </p:sp>
          </mc:Fallback>
        </mc:AlternateContent>
        <p:grpSp>
          <p:nvGrpSpPr>
            <p:cNvPr id="60" name="群組 59">
              <a:extLst>
                <a:ext uri="{FF2B5EF4-FFF2-40B4-BE49-F238E27FC236}">
                  <a16:creationId xmlns:a16="http://schemas.microsoft.com/office/drawing/2014/main" id="{CB59C572-BBB7-4F91-B73B-346BC9A57A4A}"/>
                </a:ext>
              </a:extLst>
            </p:cNvPr>
            <p:cNvGrpSpPr/>
            <p:nvPr/>
          </p:nvGrpSpPr>
          <p:grpSpPr>
            <a:xfrm>
              <a:off x="7599566" y="976513"/>
              <a:ext cx="1558404" cy="1501391"/>
              <a:chOff x="5498759" y="2652292"/>
              <a:chExt cx="1558404" cy="1501391"/>
            </a:xfrm>
          </p:grpSpPr>
          <p:grpSp>
            <p:nvGrpSpPr>
              <p:cNvPr id="61" name="群組 60">
                <a:extLst>
                  <a:ext uri="{FF2B5EF4-FFF2-40B4-BE49-F238E27FC236}">
                    <a16:creationId xmlns:a16="http://schemas.microsoft.com/office/drawing/2014/main" id="{FE715A22-C688-4C34-9C07-B80EBAC1BA16}"/>
                  </a:ext>
                </a:extLst>
              </p:cNvPr>
              <p:cNvGrpSpPr/>
              <p:nvPr/>
            </p:nvGrpSpPr>
            <p:grpSpPr>
              <a:xfrm>
                <a:off x="5498759" y="2652292"/>
                <a:ext cx="1558404" cy="1501391"/>
                <a:chOff x="1222442" y="221512"/>
                <a:chExt cx="1558404" cy="1501391"/>
              </a:xfrm>
            </p:grpSpPr>
            <mc:AlternateContent xmlns:mc="http://schemas.openxmlformats.org/markup-compatibility/2006">
              <mc:Choice xmlns:a14="http://schemas.microsoft.com/office/drawing/2010/main" Requires="a14">
                <p:sp>
                  <p:nvSpPr>
                    <p:cNvPr id="63" name="文字方塊 62">
                      <a:extLst>
                        <a:ext uri="{FF2B5EF4-FFF2-40B4-BE49-F238E27FC236}">
                          <a16:creationId xmlns:a16="http://schemas.microsoft.com/office/drawing/2014/main" id="{C22FB5C4-5875-4392-B1B8-D19065A7C792}"/>
                        </a:ext>
                      </a:extLst>
                    </p:cNvPr>
                    <p:cNvSpPr txBox="1"/>
                    <p:nvPr/>
                  </p:nvSpPr>
                  <p:spPr>
                    <a:xfrm>
                      <a:off x="1229360" y="1322793"/>
                      <a:ext cx="1053878"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000" i="1" smtClean="0">
                                    <a:solidFill>
                                      <a:schemeClr val="tx1"/>
                                    </a:solidFill>
                                    <a:latin typeface="Cambria Math" panose="02040503050406030204" pitchFamily="18" charset="0"/>
                                    <a:cs typeface="Times New Roman" panose="02020603050405020304" pitchFamily="18" charset="0"/>
                                  </a:rPr>
                                </m:ctrlPr>
                              </m:sSubPr>
                              <m:e>
                                <m:r>
                                  <m:rPr>
                                    <m:sty m:val="p"/>
                                  </m:rPr>
                                  <a:rPr lang="en-US" altLang="zh-TW" sz="2000" b="0" i="0" smtClean="0">
                                    <a:solidFill>
                                      <a:schemeClr val="tx1"/>
                                    </a:solidFill>
                                    <a:latin typeface="Cambria Math" panose="02040503050406030204" pitchFamily="18" charset="0"/>
                                    <a:cs typeface="Times New Roman" panose="02020603050405020304" pitchFamily="18" charset="0"/>
                                  </a:rPr>
                                  <m:t>P</m:t>
                                </m:r>
                              </m:e>
                              <m:sub>
                                <m:r>
                                  <a:rPr lang="en-US" altLang="zh-TW" sz="2000" b="0" i="0">
                                    <a:solidFill>
                                      <a:schemeClr val="tx1"/>
                                    </a:solidFill>
                                    <a:latin typeface="Cambria Math" panose="02040503050406030204" pitchFamily="18" charset="0"/>
                                    <a:cs typeface="Times New Roman" panose="02020603050405020304" pitchFamily="18" charset="0"/>
                                  </a:rPr>
                                  <m:t>2</m:t>
                                </m:r>
                              </m:sub>
                            </m:sSub>
                            <m:sSub>
                              <m:sSubPr>
                                <m:ctrlPr>
                                  <a:rPr lang="en-US" altLang="zh-TW" sz="2000" i="1" smtClean="0">
                                    <a:solidFill>
                                      <a:schemeClr val="tx1"/>
                                    </a:solidFill>
                                    <a:latin typeface="Cambria Math" panose="02040503050406030204" pitchFamily="18" charset="0"/>
                                    <a:cs typeface="Times New Roman" panose="02020603050405020304" pitchFamily="18" charset="0"/>
                                  </a:rPr>
                                </m:ctrlPr>
                              </m:sSubPr>
                              <m:e>
                                <m:r>
                                  <a:rPr lang="zh-TW" altLang="en-US" sz="2000" b="0" i="0">
                                    <a:solidFill>
                                      <a:schemeClr val="tx1"/>
                                    </a:solidFill>
                                    <a:latin typeface="Cambria Math" panose="02040503050406030204" pitchFamily="18" charset="0"/>
                                    <a:cs typeface="Times New Roman" panose="02020603050405020304" pitchFamily="18" charset="0"/>
                                  </a:rPr>
                                  <m:t> </m:t>
                                </m:r>
                                <m:r>
                                  <m:rPr>
                                    <m:sty m:val="p"/>
                                  </m:rPr>
                                  <a:rPr lang="en-US" altLang="zh-TW" sz="2000" b="0" i="0" smtClean="0">
                                    <a:solidFill>
                                      <a:schemeClr val="tx1"/>
                                    </a:solidFill>
                                    <a:latin typeface="Cambria Math" panose="02040503050406030204" pitchFamily="18" charset="0"/>
                                    <a:cs typeface="Times New Roman" panose="02020603050405020304" pitchFamily="18" charset="0"/>
                                  </a:rPr>
                                  <m:t>P</m:t>
                                </m:r>
                              </m:e>
                              <m:sub>
                                <m:r>
                                  <a:rPr lang="en-US" altLang="zh-TW" sz="2000" b="0" i="0">
                                    <a:solidFill>
                                      <a:schemeClr val="tx1"/>
                                    </a:solidFill>
                                    <a:latin typeface="Cambria Math" panose="02040503050406030204" pitchFamily="18" charset="0"/>
                                    <a:cs typeface="Times New Roman" panose="02020603050405020304" pitchFamily="18" charset="0"/>
                                  </a:rPr>
                                  <m:t>3</m:t>
                                </m:r>
                              </m:sub>
                            </m:sSub>
                            <m:sSub>
                              <m:sSubPr>
                                <m:ctrlPr>
                                  <a:rPr lang="en-US" altLang="zh-TW" sz="2000" i="1" smtClean="0">
                                    <a:solidFill>
                                      <a:schemeClr val="tx1"/>
                                    </a:solidFill>
                                    <a:latin typeface="Cambria Math" panose="02040503050406030204" pitchFamily="18" charset="0"/>
                                    <a:cs typeface="Times New Roman" panose="02020603050405020304" pitchFamily="18" charset="0"/>
                                  </a:rPr>
                                </m:ctrlPr>
                              </m:sSubPr>
                              <m:e>
                                <m:r>
                                  <a:rPr lang="zh-TW" altLang="en-US" sz="2000" b="0" i="0">
                                    <a:solidFill>
                                      <a:schemeClr val="tx1"/>
                                    </a:solidFill>
                                    <a:latin typeface="Cambria Math" panose="02040503050406030204" pitchFamily="18" charset="0"/>
                                    <a:cs typeface="Times New Roman" panose="02020603050405020304" pitchFamily="18" charset="0"/>
                                  </a:rPr>
                                  <m:t> </m:t>
                                </m:r>
                                <m:r>
                                  <m:rPr>
                                    <m:sty m:val="p"/>
                                  </m:rPr>
                                  <a:rPr lang="en-US" altLang="zh-TW" sz="2000" b="0" i="0" smtClean="0">
                                    <a:solidFill>
                                      <a:schemeClr val="tx1"/>
                                    </a:solidFill>
                                    <a:latin typeface="Cambria Math" panose="02040503050406030204" pitchFamily="18" charset="0"/>
                                    <a:cs typeface="Times New Roman" panose="02020603050405020304" pitchFamily="18" charset="0"/>
                                  </a:rPr>
                                  <m:t>P</m:t>
                                </m:r>
                              </m:e>
                              <m:sub>
                                <m:r>
                                  <a:rPr lang="en-US" altLang="zh-TW" sz="2000" b="0" i="0">
                                    <a:solidFill>
                                      <a:schemeClr val="tx1"/>
                                    </a:solidFill>
                                    <a:latin typeface="Cambria Math" panose="02040503050406030204" pitchFamily="18" charset="0"/>
                                    <a:cs typeface="Times New Roman" panose="02020603050405020304" pitchFamily="18" charset="0"/>
                                  </a:rPr>
                                  <m:t>4</m:t>
                                </m:r>
                              </m:sub>
                            </m:sSub>
                          </m:oMath>
                        </m:oMathPara>
                      </a14:m>
                      <a:endParaRPr lang="zh-TW" altLang="en-US" sz="2000" dirty="0">
                        <a:solidFill>
                          <a:schemeClr val="tx1"/>
                        </a:solidFill>
                        <a:latin typeface="Times New Roman" panose="02020603050405020304" pitchFamily="18" charset="0"/>
                        <a:cs typeface="Times New Roman" panose="02020603050405020304" pitchFamily="18" charset="0"/>
                      </a:endParaRPr>
                    </a:p>
                  </p:txBody>
                </p:sp>
              </mc:Choice>
              <mc:Fallback>
                <p:sp>
                  <p:nvSpPr>
                    <p:cNvPr id="63" name="文字方塊 62">
                      <a:extLst>
                        <a:ext uri="{FF2B5EF4-FFF2-40B4-BE49-F238E27FC236}">
                          <a16:creationId xmlns:a16="http://schemas.microsoft.com/office/drawing/2014/main" id="{C22FB5C4-5875-4392-B1B8-D19065A7C792}"/>
                        </a:ext>
                      </a:extLst>
                    </p:cNvPr>
                    <p:cNvSpPr txBox="1">
                      <a:spLocks noRot="1" noChangeAspect="1" noMove="1" noResize="1" noEditPoints="1" noAdjustHandles="1" noChangeArrowheads="1" noChangeShapeType="1" noTextEdit="1"/>
                    </p:cNvSpPr>
                    <p:nvPr/>
                  </p:nvSpPr>
                  <p:spPr>
                    <a:xfrm>
                      <a:off x="1229360" y="1322793"/>
                      <a:ext cx="1053878" cy="400110"/>
                    </a:xfrm>
                    <a:prstGeom prst="rect">
                      <a:avLst/>
                    </a:prstGeom>
                    <a:blipFill>
                      <a:blip r:embed="rId43"/>
                      <a:stretch>
                        <a:fillRect b="-3077"/>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64" name="文字方塊 63">
                      <a:extLst>
                        <a:ext uri="{FF2B5EF4-FFF2-40B4-BE49-F238E27FC236}">
                          <a16:creationId xmlns:a16="http://schemas.microsoft.com/office/drawing/2014/main" id="{54E67118-C5B5-41B2-A9A6-A728F56C1E07}"/>
                        </a:ext>
                      </a:extLst>
                    </p:cNvPr>
                    <p:cNvSpPr txBox="1"/>
                    <p:nvPr/>
                  </p:nvSpPr>
                  <p:spPr>
                    <a:xfrm>
                      <a:off x="1231464" y="909422"/>
                      <a:ext cx="391453" cy="400110"/>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altLang="zh-TW" sz="2000" b="0" i="1" smtClean="0">
                                <a:solidFill>
                                  <a:schemeClr val="tx1"/>
                                </a:solidFill>
                                <a:latin typeface="Cambria Math" panose="02040503050406030204" pitchFamily="18" charset="0"/>
                                <a:cs typeface="Times New Roman" panose="02020603050405020304" pitchFamily="18" charset="0"/>
                              </a:rPr>
                              <m:t>6</m:t>
                            </m:r>
                          </m:oMath>
                        </m:oMathPara>
                      </a14:m>
                      <a:endParaRPr lang="zh-TW" altLang="en-US" sz="2000" dirty="0">
                        <a:solidFill>
                          <a:schemeClr val="tx1"/>
                        </a:solidFill>
                        <a:latin typeface="Times New Roman" panose="02020603050405020304" pitchFamily="18" charset="0"/>
                        <a:cs typeface="Times New Roman" panose="02020603050405020304" pitchFamily="18" charset="0"/>
                      </a:endParaRPr>
                    </a:p>
                  </p:txBody>
                </p:sp>
              </mc:Choice>
              <mc:Fallback>
                <p:sp>
                  <p:nvSpPr>
                    <p:cNvPr id="64" name="文字方塊 63">
                      <a:extLst>
                        <a:ext uri="{FF2B5EF4-FFF2-40B4-BE49-F238E27FC236}">
                          <a16:creationId xmlns:a16="http://schemas.microsoft.com/office/drawing/2014/main" id="{54E67118-C5B5-41B2-A9A6-A728F56C1E07}"/>
                        </a:ext>
                      </a:extLst>
                    </p:cNvPr>
                    <p:cNvSpPr txBox="1">
                      <a:spLocks noRot="1" noChangeAspect="1" noMove="1" noResize="1" noEditPoints="1" noAdjustHandles="1" noChangeArrowheads="1" noChangeShapeType="1" noTextEdit="1"/>
                    </p:cNvSpPr>
                    <p:nvPr/>
                  </p:nvSpPr>
                  <p:spPr>
                    <a:xfrm>
                      <a:off x="1231464" y="909422"/>
                      <a:ext cx="391453" cy="400110"/>
                    </a:xfrm>
                    <a:prstGeom prst="rect">
                      <a:avLst/>
                    </a:prstGeom>
                    <a:blipFill>
                      <a:blip r:embed="rId44"/>
                      <a:stretch>
                        <a:fillRect/>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65" name="文字方塊 64">
                      <a:extLst>
                        <a:ext uri="{FF2B5EF4-FFF2-40B4-BE49-F238E27FC236}">
                          <a16:creationId xmlns:a16="http://schemas.microsoft.com/office/drawing/2014/main" id="{503E65B5-FBF7-43EF-9E42-E915A87C96D2}"/>
                        </a:ext>
                      </a:extLst>
                    </p:cNvPr>
                    <p:cNvSpPr txBox="1"/>
                    <p:nvPr/>
                  </p:nvSpPr>
                  <p:spPr>
                    <a:xfrm>
                      <a:off x="1222442" y="547338"/>
                      <a:ext cx="391453" cy="400110"/>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altLang="zh-TW" sz="2000" b="0" i="1" smtClean="0">
                                <a:solidFill>
                                  <a:schemeClr val="tx1"/>
                                </a:solidFill>
                                <a:latin typeface="Cambria Math" panose="02040503050406030204" pitchFamily="18" charset="0"/>
                                <a:cs typeface="Times New Roman" panose="02020603050405020304" pitchFamily="18" charset="0"/>
                              </a:rPr>
                              <m:t>4</m:t>
                            </m:r>
                          </m:oMath>
                        </m:oMathPara>
                      </a14:m>
                      <a:endParaRPr lang="zh-TW" altLang="en-US" sz="2000" dirty="0">
                        <a:solidFill>
                          <a:schemeClr val="tx1"/>
                        </a:solidFill>
                        <a:latin typeface="Times New Roman" panose="02020603050405020304" pitchFamily="18" charset="0"/>
                        <a:cs typeface="Times New Roman" panose="02020603050405020304" pitchFamily="18" charset="0"/>
                      </a:endParaRPr>
                    </a:p>
                  </p:txBody>
                </p:sp>
              </mc:Choice>
              <mc:Fallback>
                <p:sp>
                  <p:nvSpPr>
                    <p:cNvPr id="65" name="文字方塊 64">
                      <a:extLst>
                        <a:ext uri="{FF2B5EF4-FFF2-40B4-BE49-F238E27FC236}">
                          <a16:creationId xmlns:a16="http://schemas.microsoft.com/office/drawing/2014/main" id="{503E65B5-FBF7-43EF-9E42-E915A87C96D2}"/>
                        </a:ext>
                      </a:extLst>
                    </p:cNvPr>
                    <p:cNvSpPr txBox="1">
                      <a:spLocks noRot="1" noChangeAspect="1" noMove="1" noResize="1" noEditPoints="1" noAdjustHandles="1" noChangeArrowheads="1" noChangeShapeType="1" noTextEdit="1"/>
                    </p:cNvSpPr>
                    <p:nvPr/>
                  </p:nvSpPr>
                  <p:spPr>
                    <a:xfrm>
                      <a:off x="1222442" y="547338"/>
                      <a:ext cx="391453" cy="400110"/>
                    </a:xfrm>
                    <a:prstGeom prst="rect">
                      <a:avLst/>
                    </a:prstGeom>
                    <a:blipFill>
                      <a:blip r:embed="rId45"/>
                      <a:stretch>
                        <a:fillRect/>
                      </a:stretch>
                    </a:blipFill>
                  </p:spPr>
                  <p:txBody>
                    <a:bodyPr/>
                    <a:lstStyle/>
                    <a:p>
                      <a:r>
                        <a:rPr lang="zh-TW" altLang="en-US">
                          <a:noFill/>
                        </a:rPr>
                        <a:t> </a:t>
                      </a:r>
                    </a:p>
                  </p:txBody>
                </p:sp>
              </mc:Fallback>
            </mc:AlternateContent>
            <p:sp>
              <p:nvSpPr>
                <p:cNvPr id="68" name="文字方塊 67">
                  <a:extLst>
                    <a:ext uri="{FF2B5EF4-FFF2-40B4-BE49-F238E27FC236}">
                      <a16:creationId xmlns:a16="http://schemas.microsoft.com/office/drawing/2014/main" id="{C8D98951-FCE7-4743-9246-C5919D4DA015}"/>
                    </a:ext>
                  </a:extLst>
                </p:cNvPr>
                <p:cNvSpPr txBox="1"/>
                <p:nvPr/>
              </p:nvSpPr>
              <p:spPr>
                <a:xfrm>
                  <a:off x="1545660" y="556699"/>
                  <a:ext cx="285028" cy="400110"/>
                </a:xfrm>
                <a:prstGeom prst="rect">
                  <a:avLst/>
                </a:prstGeom>
                <a:noFill/>
              </p:spPr>
              <p:txBody>
                <a:bodyPr wrap="square" rtlCol="0">
                  <a:spAutoFit/>
                </a:bodyPr>
                <a:lstStyle/>
                <a:p>
                  <a:r>
                    <a:rPr lang="en-US" altLang="zh-TW" sz="2000" b="0" dirty="0">
                      <a:solidFill>
                        <a:schemeClr val="tx1"/>
                      </a:solidFill>
                      <a:cs typeface="Times New Roman" panose="02020603050405020304" pitchFamily="18" charset="0"/>
                    </a:rPr>
                    <a:t>5</a:t>
                  </a:r>
                  <a:endParaRPr lang="zh-TW" altLang="en-US" sz="2000" dirty="0">
                    <a:solidFill>
                      <a:schemeClr val="tx1"/>
                    </a:solidFill>
                    <a:latin typeface="Times New Roman" panose="02020603050405020304" pitchFamily="18" charset="0"/>
                    <a:cs typeface="Times New Roman" panose="02020603050405020304" pitchFamily="18" charset="0"/>
                  </a:endParaRPr>
                </a:p>
              </p:txBody>
            </p:sp>
            <p:sp>
              <p:nvSpPr>
                <p:cNvPr id="70" name="文字方塊 69">
                  <a:extLst>
                    <a:ext uri="{FF2B5EF4-FFF2-40B4-BE49-F238E27FC236}">
                      <a16:creationId xmlns:a16="http://schemas.microsoft.com/office/drawing/2014/main" id="{3130B023-B4DA-4031-8290-E3F582E900A4}"/>
                    </a:ext>
                  </a:extLst>
                </p:cNvPr>
                <p:cNvSpPr txBox="1"/>
                <p:nvPr/>
              </p:nvSpPr>
              <p:spPr>
                <a:xfrm>
                  <a:off x="1545312" y="924442"/>
                  <a:ext cx="340816" cy="400110"/>
                </a:xfrm>
                <a:prstGeom prst="rect">
                  <a:avLst/>
                </a:prstGeom>
                <a:noFill/>
              </p:spPr>
              <p:txBody>
                <a:bodyPr wrap="square" rtlCol="0">
                  <a:spAutoFit/>
                </a:bodyPr>
                <a:lstStyle/>
                <a:p>
                  <a:r>
                    <a:rPr lang="en-US" altLang="zh-TW" sz="2000" b="0" dirty="0">
                      <a:solidFill>
                        <a:schemeClr val="tx1"/>
                      </a:solidFill>
                      <a:cs typeface="Times New Roman" panose="02020603050405020304" pitchFamily="18" charset="0"/>
                    </a:rPr>
                    <a:t>7</a:t>
                  </a:r>
                  <a:endParaRPr lang="zh-TW" altLang="en-US" sz="2000" dirty="0">
                    <a:solidFill>
                      <a:schemeClr val="tx1"/>
                    </a:solidFill>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71" name="文字方塊 70">
                      <a:extLst>
                        <a:ext uri="{FF2B5EF4-FFF2-40B4-BE49-F238E27FC236}">
                          <a16:creationId xmlns:a16="http://schemas.microsoft.com/office/drawing/2014/main" id="{64C1FB34-473D-47FF-A16D-0B93773448F9}"/>
                        </a:ext>
                      </a:extLst>
                    </p:cNvPr>
                    <p:cNvSpPr txBox="1"/>
                    <p:nvPr/>
                  </p:nvSpPr>
                  <p:spPr>
                    <a:xfrm>
                      <a:off x="1780354" y="920791"/>
                      <a:ext cx="431528" cy="400110"/>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r>
                              <a:rPr lang="en-US" altLang="zh-TW" sz="2000" b="0" i="1" smtClean="0">
                                <a:solidFill>
                                  <a:schemeClr val="tx1"/>
                                </a:solidFill>
                                <a:latin typeface="Cambria Math" panose="02040503050406030204" pitchFamily="18" charset="0"/>
                                <a:cs typeface="Times New Roman" panose="02020603050405020304" pitchFamily="18" charset="0"/>
                              </a:rPr>
                              <m:t>8</m:t>
                            </m:r>
                          </m:oMath>
                        </m:oMathPara>
                      </a14:m>
                      <a:endParaRPr lang="zh-TW" altLang="en-US" sz="2000" dirty="0">
                        <a:solidFill>
                          <a:schemeClr val="tx1"/>
                        </a:solidFill>
                        <a:latin typeface="Times New Roman" panose="02020603050405020304" pitchFamily="18" charset="0"/>
                        <a:cs typeface="Times New Roman" panose="02020603050405020304" pitchFamily="18" charset="0"/>
                      </a:endParaRPr>
                    </a:p>
                  </p:txBody>
                </p:sp>
              </mc:Choice>
              <mc:Fallback>
                <p:sp>
                  <p:nvSpPr>
                    <p:cNvPr id="71" name="文字方塊 70">
                      <a:extLst>
                        <a:ext uri="{FF2B5EF4-FFF2-40B4-BE49-F238E27FC236}">
                          <a16:creationId xmlns:a16="http://schemas.microsoft.com/office/drawing/2014/main" id="{64C1FB34-473D-47FF-A16D-0B93773448F9}"/>
                        </a:ext>
                      </a:extLst>
                    </p:cNvPr>
                    <p:cNvSpPr txBox="1">
                      <a:spLocks noRot="1" noChangeAspect="1" noMove="1" noResize="1" noEditPoints="1" noAdjustHandles="1" noChangeArrowheads="1" noChangeShapeType="1" noTextEdit="1"/>
                    </p:cNvSpPr>
                    <p:nvPr/>
                  </p:nvSpPr>
                  <p:spPr>
                    <a:xfrm>
                      <a:off x="1780354" y="920791"/>
                      <a:ext cx="431528" cy="400110"/>
                    </a:xfrm>
                    <a:prstGeom prst="rect">
                      <a:avLst/>
                    </a:prstGeom>
                    <a:blipFill>
                      <a:blip r:embed="rId46"/>
                      <a:stretch>
                        <a:fillRect/>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74" name="文字方塊 73">
                      <a:extLst>
                        <a:ext uri="{FF2B5EF4-FFF2-40B4-BE49-F238E27FC236}">
                          <a16:creationId xmlns:a16="http://schemas.microsoft.com/office/drawing/2014/main" id="{60244A6C-A5CF-4F05-A4E0-F4B2805C7BAA}"/>
                        </a:ext>
                      </a:extLst>
                    </p:cNvPr>
                    <p:cNvSpPr txBox="1"/>
                    <p:nvPr/>
                  </p:nvSpPr>
                  <p:spPr>
                    <a:xfrm>
                      <a:off x="2076496" y="929518"/>
                      <a:ext cx="431528" cy="400110"/>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r>
                              <a:rPr lang="en-US" altLang="zh-TW" sz="2000" b="0" i="1" smtClean="0">
                                <a:solidFill>
                                  <a:schemeClr val="tx1"/>
                                </a:solidFill>
                                <a:latin typeface="Cambria Math" panose="02040503050406030204" pitchFamily="18" charset="0"/>
                                <a:cs typeface="Times New Roman" panose="02020603050405020304" pitchFamily="18" charset="0"/>
                              </a:rPr>
                              <m:t>9</m:t>
                            </m:r>
                          </m:oMath>
                        </m:oMathPara>
                      </a14:m>
                      <a:endParaRPr lang="zh-TW" altLang="en-US" sz="2000" dirty="0">
                        <a:solidFill>
                          <a:schemeClr val="tx1"/>
                        </a:solidFill>
                        <a:latin typeface="Times New Roman" panose="02020603050405020304" pitchFamily="18" charset="0"/>
                        <a:cs typeface="Times New Roman" panose="02020603050405020304" pitchFamily="18" charset="0"/>
                      </a:endParaRPr>
                    </a:p>
                  </p:txBody>
                </p:sp>
              </mc:Choice>
              <mc:Fallback>
                <p:sp>
                  <p:nvSpPr>
                    <p:cNvPr id="74" name="文字方塊 73">
                      <a:extLst>
                        <a:ext uri="{FF2B5EF4-FFF2-40B4-BE49-F238E27FC236}">
                          <a16:creationId xmlns:a16="http://schemas.microsoft.com/office/drawing/2014/main" id="{60244A6C-A5CF-4F05-A4E0-F4B2805C7BAA}"/>
                        </a:ext>
                      </a:extLst>
                    </p:cNvPr>
                    <p:cNvSpPr txBox="1">
                      <a:spLocks noRot="1" noChangeAspect="1" noMove="1" noResize="1" noEditPoints="1" noAdjustHandles="1" noChangeArrowheads="1" noChangeShapeType="1" noTextEdit="1"/>
                    </p:cNvSpPr>
                    <p:nvPr/>
                  </p:nvSpPr>
                  <p:spPr>
                    <a:xfrm>
                      <a:off x="2076496" y="929518"/>
                      <a:ext cx="431528" cy="400110"/>
                    </a:xfrm>
                    <a:prstGeom prst="rect">
                      <a:avLst/>
                    </a:prstGeom>
                    <a:blipFill>
                      <a:blip r:embed="rId47"/>
                      <a:stretch>
                        <a:fillRect/>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77" name="文字方塊 76">
                      <a:extLst>
                        <a:ext uri="{FF2B5EF4-FFF2-40B4-BE49-F238E27FC236}">
                          <a16:creationId xmlns:a16="http://schemas.microsoft.com/office/drawing/2014/main" id="{49DE9FEF-FD2F-4F54-97B4-28DC98BFF17D}"/>
                        </a:ext>
                      </a:extLst>
                    </p:cNvPr>
                    <p:cNvSpPr txBox="1"/>
                    <p:nvPr/>
                  </p:nvSpPr>
                  <p:spPr>
                    <a:xfrm>
                      <a:off x="1230542" y="221512"/>
                      <a:ext cx="391453" cy="400110"/>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altLang="zh-TW" sz="2000" b="0" i="1" smtClean="0">
                                <a:solidFill>
                                  <a:schemeClr val="tx1"/>
                                </a:solidFill>
                                <a:latin typeface="Cambria Math" panose="02040503050406030204" pitchFamily="18" charset="0"/>
                                <a:cs typeface="Times New Roman" panose="02020603050405020304" pitchFamily="18" charset="0"/>
                              </a:rPr>
                              <m:t>3</m:t>
                            </m:r>
                          </m:oMath>
                        </m:oMathPara>
                      </a14:m>
                      <a:endParaRPr lang="zh-TW" altLang="en-US" sz="2000" dirty="0">
                        <a:solidFill>
                          <a:schemeClr val="tx1"/>
                        </a:solidFill>
                        <a:latin typeface="Times New Roman" panose="02020603050405020304" pitchFamily="18" charset="0"/>
                        <a:cs typeface="Times New Roman" panose="02020603050405020304" pitchFamily="18" charset="0"/>
                      </a:endParaRPr>
                    </a:p>
                  </p:txBody>
                </p:sp>
              </mc:Choice>
              <mc:Fallback>
                <p:sp>
                  <p:nvSpPr>
                    <p:cNvPr id="77" name="文字方塊 76">
                      <a:extLst>
                        <a:ext uri="{FF2B5EF4-FFF2-40B4-BE49-F238E27FC236}">
                          <a16:creationId xmlns:a16="http://schemas.microsoft.com/office/drawing/2014/main" id="{49DE9FEF-FD2F-4F54-97B4-28DC98BFF17D}"/>
                        </a:ext>
                      </a:extLst>
                    </p:cNvPr>
                    <p:cNvSpPr txBox="1">
                      <a:spLocks noRot="1" noChangeAspect="1" noMove="1" noResize="1" noEditPoints="1" noAdjustHandles="1" noChangeArrowheads="1" noChangeShapeType="1" noTextEdit="1"/>
                    </p:cNvSpPr>
                    <p:nvPr/>
                  </p:nvSpPr>
                  <p:spPr>
                    <a:xfrm>
                      <a:off x="1230542" y="221512"/>
                      <a:ext cx="391453" cy="400110"/>
                    </a:xfrm>
                    <a:prstGeom prst="rect">
                      <a:avLst/>
                    </a:prstGeom>
                    <a:blipFill>
                      <a:blip r:embed="rId48"/>
                      <a:stretch>
                        <a:fillRect/>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78" name="文字方塊 77">
                      <a:extLst>
                        <a:ext uri="{FF2B5EF4-FFF2-40B4-BE49-F238E27FC236}">
                          <a16:creationId xmlns:a16="http://schemas.microsoft.com/office/drawing/2014/main" id="{6636CE25-7484-4666-8B9B-59A3F9A47036}"/>
                        </a:ext>
                      </a:extLst>
                    </p:cNvPr>
                    <p:cNvSpPr txBox="1"/>
                    <p:nvPr/>
                  </p:nvSpPr>
                  <p:spPr>
                    <a:xfrm>
                      <a:off x="2349318" y="929518"/>
                      <a:ext cx="431528" cy="400110"/>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r>
                              <a:rPr lang="en-US" altLang="zh-TW" sz="2000" b="0" i="1" smtClean="0">
                                <a:solidFill>
                                  <a:schemeClr val="bg1"/>
                                </a:solidFill>
                                <a:latin typeface="Cambria Math" panose="02040503050406030204" pitchFamily="18" charset="0"/>
                                <a:cs typeface="Times New Roman" panose="02020603050405020304" pitchFamily="18" charset="0"/>
                              </a:rPr>
                              <m:t>12</m:t>
                            </m:r>
                          </m:oMath>
                        </m:oMathPara>
                      </a14:m>
                      <a:endParaRPr lang="zh-TW" altLang="en-US" sz="2000" dirty="0">
                        <a:solidFill>
                          <a:schemeClr val="bg1"/>
                        </a:solidFill>
                        <a:latin typeface="Times New Roman" panose="02020603050405020304" pitchFamily="18" charset="0"/>
                        <a:cs typeface="Times New Roman" panose="02020603050405020304" pitchFamily="18" charset="0"/>
                      </a:endParaRPr>
                    </a:p>
                  </p:txBody>
                </p:sp>
              </mc:Choice>
              <mc:Fallback>
                <p:sp>
                  <p:nvSpPr>
                    <p:cNvPr id="78" name="文字方塊 77">
                      <a:extLst>
                        <a:ext uri="{FF2B5EF4-FFF2-40B4-BE49-F238E27FC236}">
                          <a16:creationId xmlns:a16="http://schemas.microsoft.com/office/drawing/2014/main" id="{6636CE25-7484-4666-8B9B-59A3F9A47036}"/>
                        </a:ext>
                      </a:extLst>
                    </p:cNvPr>
                    <p:cNvSpPr txBox="1">
                      <a:spLocks noRot="1" noChangeAspect="1" noMove="1" noResize="1" noEditPoints="1" noAdjustHandles="1" noChangeArrowheads="1" noChangeShapeType="1" noTextEdit="1"/>
                    </p:cNvSpPr>
                    <p:nvPr/>
                  </p:nvSpPr>
                  <p:spPr>
                    <a:xfrm>
                      <a:off x="2349318" y="929518"/>
                      <a:ext cx="431528" cy="400110"/>
                    </a:xfrm>
                    <a:prstGeom prst="rect">
                      <a:avLst/>
                    </a:prstGeom>
                    <a:blipFill>
                      <a:blip r:embed="rId49"/>
                      <a:stretch>
                        <a:fillRect r="-7042"/>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80" name="文字方塊 79">
                      <a:extLst>
                        <a:ext uri="{FF2B5EF4-FFF2-40B4-BE49-F238E27FC236}">
                          <a16:creationId xmlns:a16="http://schemas.microsoft.com/office/drawing/2014/main" id="{2DFA26BA-E97E-4137-82A2-6E3A417C12B0}"/>
                        </a:ext>
                      </a:extLst>
                    </p:cNvPr>
                    <p:cNvSpPr txBox="1"/>
                    <p:nvPr/>
                  </p:nvSpPr>
                  <p:spPr>
                    <a:xfrm>
                      <a:off x="2349318" y="565935"/>
                      <a:ext cx="431528" cy="400110"/>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r>
                              <a:rPr lang="en-US" altLang="zh-TW" sz="2000" b="0" i="1" smtClean="0">
                                <a:solidFill>
                                  <a:schemeClr val="bg1"/>
                                </a:solidFill>
                                <a:latin typeface="Cambria Math" panose="02040503050406030204" pitchFamily="18" charset="0"/>
                                <a:cs typeface="Times New Roman" panose="02020603050405020304" pitchFamily="18" charset="0"/>
                              </a:rPr>
                              <m:t>11</m:t>
                            </m:r>
                          </m:oMath>
                        </m:oMathPara>
                      </a14:m>
                      <a:endParaRPr lang="zh-TW" altLang="en-US" sz="2000" dirty="0">
                        <a:solidFill>
                          <a:schemeClr val="bg1"/>
                        </a:solidFill>
                        <a:latin typeface="Times New Roman" panose="02020603050405020304" pitchFamily="18" charset="0"/>
                        <a:cs typeface="Times New Roman" panose="02020603050405020304" pitchFamily="18" charset="0"/>
                      </a:endParaRPr>
                    </a:p>
                  </p:txBody>
                </p:sp>
              </mc:Choice>
              <mc:Fallback>
                <p:sp>
                  <p:nvSpPr>
                    <p:cNvPr id="80" name="文字方塊 79">
                      <a:extLst>
                        <a:ext uri="{FF2B5EF4-FFF2-40B4-BE49-F238E27FC236}">
                          <a16:creationId xmlns:a16="http://schemas.microsoft.com/office/drawing/2014/main" id="{2DFA26BA-E97E-4137-82A2-6E3A417C12B0}"/>
                        </a:ext>
                      </a:extLst>
                    </p:cNvPr>
                    <p:cNvSpPr txBox="1">
                      <a:spLocks noRot="1" noChangeAspect="1" noMove="1" noResize="1" noEditPoints="1" noAdjustHandles="1" noChangeArrowheads="1" noChangeShapeType="1" noTextEdit="1"/>
                    </p:cNvSpPr>
                    <p:nvPr/>
                  </p:nvSpPr>
                  <p:spPr>
                    <a:xfrm>
                      <a:off x="2349318" y="565935"/>
                      <a:ext cx="431528" cy="400110"/>
                    </a:xfrm>
                    <a:prstGeom prst="rect">
                      <a:avLst/>
                    </a:prstGeom>
                    <a:blipFill>
                      <a:blip r:embed="rId50"/>
                      <a:stretch>
                        <a:fillRect r="-7042"/>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81" name="文字方塊 80">
                      <a:extLst>
                        <a:ext uri="{FF2B5EF4-FFF2-40B4-BE49-F238E27FC236}">
                          <a16:creationId xmlns:a16="http://schemas.microsoft.com/office/drawing/2014/main" id="{CC264111-6ED5-4E3A-8F8B-43448C76F4F2}"/>
                        </a:ext>
                      </a:extLst>
                    </p:cNvPr>
                    <p:cNvSpPr txBox="1"/>
                    <p:nvPr/>
                  </p:nvSpPr>
                  <p:spPr>
                    <a:xfrm>
                      <a:off x="2349318" y="221512"/>
                      <a:ext cx="431528" cy="400110"/>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r>
                              <a:rPr lang="en-US" altLang="zh-TW" sz="2000" b="0" i="1" smtClean="0">
                                <a:solidFill>
                                  <a:schemeClr val="bg1"/>
                                </a:solidFill>
                                <a:latin typeface="Cambria Math" panose="02040503050406030204" pitchFamily="18" charset="0"/>
                                <a:cs typeface="Times New Roman" panose="02020603050405020304" pitchFamily="18" charset="0"/>
                              </a:rPr>
                              <m:t>10</m:t>
                            </m:r>
                          </m:oMath>
                        </m:oMathPara>
                      </a14:m>
                      <a:endParaRPr lang="zh-TW" altLang="en-US" sz="2000" dirty="0">
                        <a:solidFill>
                          <a:schemeClr val="bg1"/>
                        </a:solidFill>
                        <a:latin typeface="Times New Roman" panose="02020603050405020304" pitchFamily="18" charset="0"/>
                        <a:cs typeface="Times New Roman" panose="02020603050405020304" pitchFamily="18" charset="0"/>
                      </a:endParaRPr>
                    </a:p>
                  </p:txBody>
                </p:sp>
              </mc:Choice>
              <mc:Fallback>
                <p:sp>
                  <p:nvSpPr>
                    <p:cNvPr id="81" name="文字方塊 80">
                      <a:extLst>
                        <a:ext uri="{FF2B5EF4-FFF2-40B4-BE49-F238E27FC236}">
                          <a16:creationId xmlns:a16="http://schemas.microsoft.com/office/drawing/2014/main" id="{CC264111-6ED5-4E3A-8F8B-43448C76F4F2}"/>
                        </a:ext>
                      </a:extLst>
                    </p:cNvPr>
                    <p:cNvSpPr txBox="1">
                      <a:spLocks noRot="1" noChangeAspect="1" noMove="1" noResize="1" noEditPoints="1" noAdjustHandles="1" noChangeArrowheads="1" noChangeShapeType="1" noTextEdit="1"/>
                    </p:cNvSpPr>
                    <p:nvPr/>
                  </p:nvSpPr>
                  <p:spPr>
                    <a:xfrm>
                      <a:off x="2349318" y="221512"/>
                      <a:ext cx="431528" cy="400110"/>
                    </a:xfrm>
                    <a:prstGeom prst="rect">
                      <a:avLst/>
                    </a:prstGeom>
                    <a:blipFill>
                      <a:blip r:embed="rId51"/>
                      <a:stretch>
                        <a:fillRect r="-7042"/>
                      </a:stretch>
                    </a:blipFill>
                  </p:spPr>
                  <p:txBody>
                    <a:bodyPr/>
                    <a:lstStyle/>
                    <a:p>
                      <a:r>
                        <a:rPr lang="zh-TW" altLang="en-US">
                          <a:noFill/>
                        </a:rPr>
                        <a:t> </a:t>
                      </a:r>
                    </a:p>
                  </p:txBody>
                </p:sp>
              </mc:Fallback>
            </mc:AlternateContent>
          </p:grpSp>
          <p:cxnSp>
            <p:nvCxnSpPr>
              <p:cNvPr id="62" name="直線接點 61">
                <a:extLst>
                  <a:ext uri="{FF2B5EF4-FFF2-40B4-BE49-F238E27FC236}">
                    <a16:creationId xmlns:a16="http://schemas.microsoft.com/office/drawing/2014/main" id="{F54C6259-0EFE-404C-B178-5C28878B0C69}"/>
                  </a:ext>
                </a:extLst>
              </p:cNvPr>
              <p:cNvCxnSpPr>
                <a:cxnSpLocks/>
              </p:cNvCxnSpPr>
              <p:nvPr/>
            </p:nvCxnSpPr>
            <p:spPr>
              <a:xfrm>
                <a:off x="5561613" y="3763228"/>
                <a:ext cx="1460561"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sp>
        <p:nvSpPr>
          <p:cNvPr id="53" name="矩形 52">
            <a:extLst>
              <a:ext uri="{FF2B5EF4-FFF2-40B4-BE49-F238E27FC236}">
                <a16:creationId xmlns:a16="http://schemas.microsoft.com/office/drawing/2014/main" id="{5ACB602B-0A6C-4AF5-8EE1-FB78AB8797C7}"/>
              </a:ext>
            </a:extLst>
          </p:cNvPr>
          <p:cNvSpPr/>
          <p:nvPr/>
        </p:nvSpPr>
        <p:spPr>
          <a:xfrm>
            <a:off x="7569985" y="511525"/>
            <a:ext cx="1444047" cy="2265656"/>
          </a:xfrm>
          <a:prstGeom prst="rect">
            <a:avLst/>
          </a:pr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rgbClr val="FF0000"/>
              </a:solidFill>
            </a:endParaRPr>
          </a:p>
        </p:txBody>
      </p:sp>
      <p:cxnSp>
        <p:nvCxnSpPr>
          <p:cNvPr id="75" name="直線單箭頭接點 74">
            <a:extLst>
              <a:ext uri="{FF2B5EF4-FFF2-40B4-BE49-F238E27FC236}">
                <a16:creationId xmlns:a16="http://schemas.microsoft.com/office/drawing/2014/main" id="{BD2C2265-BC2E-47D1-8660-A88245ACD092}"/>
              </a:ext>
            </a:extLst>
          </p:cNvPr>
          <p:cNvCxnSpPr>
            <a:cxnSpLocks/>
          </p:cNvCxnSpPr>
          <p:nvPr/>
        </p:nvCxnSpPr>
        <p:spPr>
          <a:xfrm flipV="1">
            <a:off x="2602079" y="1593934"/>
            <a:ext cx="317500" cy="324052"/>
          </a:xfrm>
          <a:prstGeom prst="straightConnector1">
            <a:avLst/>
          </a:prstGeom>
          <a:noFill/>
          <a:ln w="28575">
            <a:solidFill>
              <a:srgbClr val="FF0000"/>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cxnSp>
      <mc:AlternateContent xmlns:mc="http://schemas.openxmlformats.org/markup-compatibility/2006">
        <mc:Choice xmlns:a14="http://schemas.microsoft.com/office/drawing/2010/main" Requires="a14">
          <p:sp>
            <p:nvSpPr>
              <p:cNvPr id="76" name="矩形 75">
                <a:extLst>
                  <a:ext uri="{FF2B5EF4-FFF2-40B4-BE49-F238E27FC236}">
                    <a16:creationId xmlns:a16="http://schemas.microsoft.com/office/drawing/2014/main" id="{5214168B-40FF-4429-9BD0-FBB921429563}"/>
                  </a:ext>
                </a:extLst>
              </p:cNvPr>
              <p:cNvSpPr/>
              <p:nvPr/>
            </p:nvSpPr>
            <p:spPr>
              <a:xfrm>
                <a:off x="2560289" y="2288634"/>
                <a:ext cx="465192"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sz="2800" b="0" i="1" smtClean="0">
                          <a:latin typeface="Cambria Math" panose="02040503050406030204" pitchFamily="18" charset="0"/>
                        </a:rPr>
                        <m:t>3</m:t>
                      </m:r>
                    </m:oMath>
                  </m:oMathPara>
                </a14:m>
                <a:endParaRPr lang="zh-TW" altLang="en-US" sz="2800" dirty="0"/>
              </a:p>
            </p:txBody>
          </p:sp>
        </mc:Choice>
        <mc:Fallback>
          <p:sp>
            <p:nvSpPr>
              <p:cNvPr id="76" name="矩形 75">
                <a:extLst>
                  <a:ext uri="{FF2B5EF4-FFF2-40B4-BE49-F238E27FC236}">
                    <a16:creationId xmlns:a16="http://schemas.microsoft.com/office/drawing/2014/main" id="{5214168B-40FF-4429-9BD0-FBB921429563}"/>
                  </a:ext>
                </a:extLst>
              </p:cNvPr>
              <p:cNvSpPr>
                <a:spLocks noRot="1" noChangeAspect="1" noMove="1" noResize="1" noEditPoints="1" noAdjustHandles="1" noChangeArrowheads="1" noChangeShapeType="1" noTextEdit="1"/>
              </p:cNvSpPr>
              <p:nvPr/>
            </p:nvSpPr>
            <p:spPr>
              <a:xfrm>
                <a:off x="2560289" y="2288634"/>
                <a:ext cx="465192" cy="523220"/>
              </a:xfrm>
              <a:prstGeom prst="rect">
                <a:avLst/>
              </a:prstGeom>
              <a:blipFill>
                <a:blip r:embed="rId52"/>
                <a:stretch>
                  <a:fillRect/>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3" name="矩形 2">
                <a:extLst>
                  <a:ext uri="{FF2B5EF4-FFF2-40B4-BE49-F238E27FC236}">
                    <a16:creationId xmlns:a16="http://schemas.microsoft.com/office/drawing/2014/main" id="{82E1C847-1CA5-401C-9276-D1BD8C812577}"/>
                  </a:ext>
                </a:extLst>
              </p:cNvPr>
              <p:cNvSpPr/>
              <p:nvPr/>
            </p:nvSpPr>
            <p:spPr>
              <a:xfrm>
                <a:off x="6892589" y="5693313"/>
                <a:ext cx="534250" cy="461665"/>
              </a:xfrm>
              <a:prstGeom prst="rect">
                <a:avLst/>
              </a:prstGeom>
            </p:spPr>
            <p:txBody>
              <a:bodyPr wrap="square">
                <a:spAutoFit/>
              </a:bodyPr>
              <a:lstStyle/>
              <a:p>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cs typeface="Times New Roman" panose="02020603050405020304" pitchFamily="18" charset="0"/>
                            </a:rPr>
                          </m:ctrlPr>
                        </m:sSubPr>
                        <m:e>
                          <m:r>
                            <m:rPr>
                              <m:sty m:val="p"/>
                            </m:rPr>
                            <a:rPr lang="en-US" altLang="zh-TW" sz="2400">
                              <a:latin typeface="Cambria Math" panose="02040503050406030204" pitchFamily="18" charset="0"/>
                              <a:cs typeface="Times New Roman" panose="02020603050405020304" pitchFamily="18" charset="0"/>
                            </a:rPr>
                            <m:t>P</m:t>
                          </m:r>
                        </m:e>
                        <m:sub>
                          <m:r>
                            <a:rPr lang="en-US" altLang="zh-TW" sz="2400" b="0" i="0" smtClean="0">
                              <a:latin typeface="Cambria Math" panose="02040503050406030204" pitchFamily="18" charset="0"/>
                              <a:cs typeface="Times New Roman" panose="02020603050405020304" pitchFamily="18" charset="0"/>
                            </a:rPr>
                            <m:t>5</m:t>
                          </m:r>
                        </m:sub>
                      </m:sSub>
                    </m:oMath>
                  </m:oMathPara>
                </a14:m>
                <a:endParaRPr lang="zh-TW" altLang="en-US" sz="2400" dirty="0"/>
              </a:p>
            </p:txBody>
          </p:sp>
        </mc:Choice>
        <mc:Fallback>
          <p:sp>
            <p:nvSpPr>
              <p:cNvPr id="3" name="矩形 2">
                <a:extLst>
                  <a:ext uri="{FF2B5EF4-FFF2-40B4-BE49-F238E27FC236}">
                    <a16:creationId xmlns:a16="http://schemas.microsoft.com/office/drawing/2014/main" id="{82E1C847-1CA5-401C-9276-D1BD8C812577}"/>
                  </a:ext>
                </a:extLst>
              </p:cNvPr>
              <p:cNvSpPr>
                <a:spLocks noRot="1" noChangeAspect="1" noMove="1" noResize="1" noEditPoints="1" noAdjustHandles="1" noChangeArrowheads="1" noChangeShapeType="1" noTextEdit="1"/>
              </p:cNvSpPr>
              <p:nvPr/>
            </p:nvSpPr>
            <p:spPr>
              <a:xfrm>
                <a:off x="6892589" y="5693313"/>
                <a:ext cx="534250" cy="461665"/>
              </a:xfrm>
              <a:prstGeom prst="rect">
                <a:avLst/>
              </a:prstGeom>
              <a:blipFill>
                <a:blip r:embed="rId53"/>
                <a:stretch>
                  <a:fillRect b="-1316"/>
                </a:stretch>
              </a:blipFill>
            </p:spPr>
            <p:txBody>
              <a:bodyPr/>
              <a:lstStyle/>
              <a:p>
                <a:r>
                  <a:rPr lang="zh-TW" altLang="en-US">
                    <a:noFill/>
                  </a:rPr>
                  <a:t> </a:t>
                </a:r>
              </a:p>
            </p:txBody>
          </p:sp>
        </mc:Fallback>
      </mc:AlternateContent>
      <p:sp>
        <p:nvSpPr>
          <p:cNvPr id="100" name="矩形 99">
            <a:extLst>
              <a:ext uri="{FF2B5EF4-FFF2-40B4-BE49-F238E27FC236}">
                <a16:creationId xmlns:a16="http://schemas.microsoft.com/office/drawing/2014/main" id="{71C9DA3D-3E6A-498B-92A5-01F5847C1D43}"/>
              </a:ext>
            </a:extLst>
          </p:cNvPr>
          <p:cNvSpPr/>
          <p:nvPr/>
        </p:nvSpPr>
        <p:spPr>
          <a:xfrm>
            <a:off x="6215237" y="315252"/>
            <a:ext cx="1882247" cy="369332"/>
          </a:xfrm>
          <a:prstGeom prst="rect">
            <a:avLst/>
          </a:prstGeom>
        </p:spPr>
        <p:txBody>
          <a:bodyPr wrap="none">
            <a:spAutoFit/>
          </a:bodyPr>
          <a:lstStyle/>
          <a:p>
            <a:r>
              <a:rPr lang="en-US" altLang="zh-TW" dirty="0">
                <a:solidFill>
                  <a:srgbClr val="0070C0"/>
                </a:solidFill>
                <a:latin typeface="Yu Gothic UI Semibold" panose="020B0700000000000000" pitchFamily="34" charset="-128"/>
                <a:ea typeface="Yu Gothic UI Semibold" panose="020B0700000000000000" pitchFamily="34" charset="-128"/>
                <a:cs typeface="Times New Roman" panose="02020603050405020304" pitchFamily="18" charset="0"/>
              </a:rPr>
              <a:t>n = 12, </a:t>
            </a:r>
            <a:r>
              <a:rPr lang="en-US" altLang="zh-TW" dirty="0" err="1">
                <a:solidFill>
                  <a:srgbClr val="0070C0"/>
                </a:solidFill>
                <a:latin typeface="Yu Gothic UI Semibold" panose="020B0700000000000000" pitchFamily="34" charset="-128"/>
                <a:ea typeface="Yu Gothic UI Semibold" panose="020B0700000000000000" pitchFamily="34" charset="-128"/>
                <a:cs typeface="Times New Roman" panose="02020603050405020304" pitchFamily="18" charset="0"/>
              </a:rPr>
              <a:t>i</a:t>
            </a:r>
            <a:r>
              <a:rPr lang="en-US" altLang="zh-TW" dirty="0">
                <a:solidFill>
                  <a:srgbClr val="0070C0"/>
                </a:solidFill>
                <a:latin typeface="Yu Gothic UI Semibold" panose="020B0700000000000000" pitchFamily="34" charset="-128"/>
                <a:ea typeface="Yu Gothic UI Semibold" panose="020B0700000000000000" pitchFamily="34" charset="-128"/>
                <a:cs typeface="Times New Roman" panose="02020603050405020304" pitchFamily="18" charset="0"/>
              </a:rPr>
              <a:t> = 1, s = 2</a:t>
            </a:r>
            <a:endParaRPr lang="zh-TW" altLang="en-US" dirty="0">
              <a:solidFill>
                <a:srgbClr val="0070C0"/>
              </a:solidFill>
              <a:latin typeface="Yu Gothic UI Semibold" panose="020B0700000000000000" pitchFamily="34" charset="-128"/>
              <a:ea typeface="Yu Gothic UI Semibold" panose="020B0700000000000000" pitchFamily="34" charset="-128"/>
              <a:cs typeface="Times New Roman" panose="02020603050405020304" pitchFamily="18" charset="0"/>
            </a:endParaRPr>
          </a:p>
        </p:txBody>
      </p:sp>
      <p:pic>
        <p:nvPicPr>
          <p:cNvPr id="101" name="圖片 100">
            <a:extLst>
              <a:ext uri="{FF2B5EF4-FFF2-40B4-BE49-F238E27FC236}">
                <a16:creationId xmlns:a16="http://schemas.microsoft.com/office/drawing/2014/main" id="{20FA3C1B-4FB1-474D-91BD-861D8F1792CC}"/>
              </a:ext>
            </a:extLst>
          </p:cNvPr>
          <p:cNvPicPr>
            <a:picLocks noChangeAspect="1"/>
          </p:cNvPicPr>
          <p:nvPr/>
        </p:nvPicPr>
        <p:blipFill>
          <a:blip r:embed="rId54"/>
          <a:stretch>
            <a:fillRect/>
          </a:stretch>
        </p:blipFill>
        <p:spPr>
          <a:xfrm>
            <a:off x="544428" y="1051780"/>
            <a:ext cx="5337106" cy="321711"/>
          </a:xfrm>
          <a:prstGeom prst="rect">
            <a:avLst/>
          </a:prstGeom>
        </p:spPr>
      </p:pic>
      <p:sp>
        <p:nvSpPr>
          <p:cNvPr id="103" name="矩形 102">
            <a:extLst>
              <a:ext uri="{FF2B5EF4-FFF2-40B4-BE49-F238E27FC236}">
                <a16:creationId xmlns:a16="http://schemas.microsoft.com/office/drawing/2014/main" id="{51D90683-C682-44CC-A3AB-CA4CF51EF106}"/>
              </a:ext>
            </a:extLst>
          </p:cNvPr>
          <p:cNvSpPr/>
          <p:nvPr/>
        </p:nvSpPr>
        <p:spPr>
          <a:xfrm>
            <a:off x="420601" y="1421031"/>
            <a:ext cx="6031951" cy="752881"/>
          </a:xfrm>
          <a:prstGeom prst="rect">
            <a:avLst/>
          </a:pr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rgbClr val="FF0000"/>
              </a:solidFill>
            </a:endParaRPr>
          </a:p>
        </p:txBody>
      </p:sp>
      <p:pic>
        <p:nvPicPr>
          <p:cNvPr id="104" name="圖片 103">
            <a:extLst>
              <a:ext uri="{FF2B5EF4-FFF2-40B4-BE49-F238E27FC236}">
                <a16:creationId xmlns:a16="http://schemas.microsoft.com/office/drawing/2014/main" id="{98E76903-C727-4ECA-9FD6-4F18866249A0}"/>
              </a:ext>
            </a:extLst>
          </p:cNvPr>
          <p:cNvPicPr>
            <a:picLocks noChangeAspect="1"/>
          </p:cNvPicPr>
          <p:nvPr/>
        </p:nvPicPr>
        <p:blipFill>
          <a:blip r:embed="rId55"/>
          <a:stretch>
            <a:fillRect/>
          </a:stretch>
        </p:blipFill>
        <p:spPr>
          <a:xfrm>
            <a:off x="511798" y="998092"/>
            <a:ext cx="4010025" cy="628650"/>
          </a:xfrm>
          <a:prstGeom prst="rect">
            <a:avLst/>
          </a:prstGeom>
        </p:spPr>
      </p:pic>
      <p:sp>
        <p:nvSpPr>
          <p:cNvPr id="105" name="矩形 104">
            <a:extLst>
              <a:ext uri="{FF2B5EF4-FFF2-40B4-BE49-F238E27FC236}">
                <a16:creationId xmlns:a16="http://schemas.microsoft.com/office/drawing/2014/main" id="{60B03623-5F07-482A-B30E-350224692D89}"/>
              </a:ext>
            </a:extLst>
          </p:cNvPr>
          <p:cNvSpPr/>
          <p:nvPr/>
        </p:nvSpPr>
        <p:spPr>
          <a:xfrm>
            <a:off x="4870661" y="891073"/>
            <a:ext cx="1059906" cy="369332"/>
          </a:xfrm>
          <a:prstGeom prst="rect">
            <a:avLst/>
          </a:prstGeom>
        </p:spPr>
        <p:txBody>
          <a:bodyPr wrap="none">
            <a:spAutoFit/>
          </a:bodyPr>
          <a:lstStyle/>
          <a:p>
            <a:r>
              <a:rPr lang="en-US" altLang="zh-TW" dirty="0" err="1">
                <a:solidFill>
                  <a:srgbClr val="0070C0"/>
                </a:solidFill>
                <a:latin typeface="Times New Roman" panose="02020603050405020304" pitchFamily="18" charset="0"/>
                <a:cs typeface="Times New Roman" panose="02020603050405020304" pitchFamily="18" charset="0"/>
              </a:rPr>
              <a:t>i</a:t>
            </a:r>
            <a:r>
              <a:rPr lang="en-US" altLang="zh-TW" dirty="0">
                <a:solidFill>
                  <a:srgbClr val="0070C0"/>
                </a:solidFill>
                <a:latin typeface="Times New Roman" panose="02020603050405020304" pitchFamily="18" charset="0"/>
                <a:cs typeface="Times New Roman" panose="02020603050405020304" pitchFamily="18" charset="0"/>
              </a:rPr>
              <a:t> + 2s = 5</a:t>
            </a:r>
            <a:endParaRPr lang="zh-TW" altLang="en-US" dirty="0"/>
          </a:p>
        </p:txBody>
      </p:sp>
      <mc:AlternateContent xmlns:mc="http://schemas.openxmlformats.org/markup-compatibility/2006">
        <mc:Choice xmlns:a14="http://schemas.microsoft.com/office/drawing/2010/main" Requires="a14">
          <p:sp>
            <p:nvSpPr>
              <p:cNvPr id="106" name="矩形 105">
                <a:extLst>
                  <a:ext uri="{FF2B5EF4-FFF2-40B4-BE49-F238E27FC236}">
                    <a16:creationId xmlns:a16="http://schemas.microsoft.com/office/drawing/2014/main" id="{ECE0FF9B-8059-4E84-A75C-9A70F3B91AF5}"/>
                  </a:ext>
                </a:extLst>
              </p:cNvPr>
              <p:cNvSpPr/>
              <p:nvPr/>
            </p:nvSpPr>
            <p:spPr>
              <a:xfrm>
                <a:off x="4870661" y="1243549"/>
                <a:ext cx="1106457" cy="369332"/>
              </a:xfrm>
              <a:prstGeom prst="rect">
                <a:avLst/>
              </a:prstGeom>
            </p:spPr>
            <p:txBody>
              <a:bodyPr wrap="none">
                <a:spAutoFit/>
              </a:bodyPr>
              <a:lstStyle/>
              <a:p>
                <a14:m>
                  <m:oMath xmlns:m="http://schemas.openxmlformats.org/officeDocument/2006/math">
                    <m:r>
                      <a:rPr lang="en-US" altLang="zh-TW" i="1" dirty="0" smtClean="0">
                        <a:solidFill>
                          <a:srgbClr val="0070C0"/>
                        </a:solidFill>
                        <a:latin typeface="Cambria Math" panose="02040503050406030204" pitchFamily="18" charset="0"/>
                        <a:cs typeface="Times New Roman" panose="02020603050405020304" pitchFamily="18" charset="0"/>
                      </a:rPr>
                      <m:t>𝑙𝑖𝑠</m:t>
                    </m:r>
                    <m:r>
                      <a:rPr lang="en-US" altLang="zh-TW" b="0" i="1" dirty="0" smtClean="0">
                        <a:solidFill>
                          <a:srgbClr val="0070C0"/>
                        </a:solidFill>
                        <a:latin typeface="Cambria Math" panose="02040503050406030204" pitchFamily="18" charset="0"/>
                        <a:cs typeface="Times New Roman" panose="02020603050405020304" pitchFamily="18" charset="0"/>
                      </a:rPr>
                      <m:t>(</m:t>
                    </m:r>
                    <m:r>
                      <a:rPr lang="en-US" altLang="zh-TW" b="0" i="1" dirty="0" smtClean="0">
                        <a:solidFill>
                          <a:srgbClr val="0070C0"/>
                        </a:solidFill>
                        <a:latin typeface="Cambria Math" panose="02040503050406030204" pitchFamily="18" charset="0"/>
                        <a:cs typeface="Times New Roman" panose="02020603050405020304" pitchFamily="18" charset="0"/>
                      </a:rPr>
                      <m:t>𝜏</m:t>
                    </m:r>
                    <m:r>
                      <a:rPr lang="en-US" altLang="zh-TW" b="0" i="1" dirty="0" smtClean="0">
                        <a:solidFill>
                          <a:srgbClr val="0070C0"/>
                        </a:solidFill>
                        <a:latin typeface="Cambria Math" panose="02040503050406030204" pitchFamily="18" charset="0"/>
                        <a:cs typeface="Times New Roman" panose="02020603050405020304" pitchFamily="18" charset="0"/>
                      </a:rPr>
                      <m:t>)</m:t>
                    </m:r>
                  </m:oMath>
                </a14:m>
                <a:r>
                  <a:rPr lang="en-US" altLang="zh-TW" dirty="0">
                    <a:solidFill>
                      <a:srgbClr val="0070C0"/>
                    </a:solidFill>
                    <a:latin typeface="Times New Roman" panose="02020603050405020304" pitchFamily="18" charset="0"/>
                    <a:cs typeface="Times New Roman" panose="02020603050405020304" pitchFamily="18" charset="0"/>
                  </a:rPr>
                  <a:t> = 5</a:t>
                </a:r>
                <a:endParaRPr lang="zh-TW" altLang="en-US" dirty="0"/>
              </a:p>
            </p:txBody>
          </p:sp>
        </mc:Choice>
        <mc:Fallback>
          <p:sp>
            <p:nvSpPr>
              <p:cNvPr id="106" name="矩形 105">
                <a:extLst>
                  <a:ext uri="{FF2B5EF4-FFF2-40B4-BE49-F238E27FC236}">
                    <a16:creationId xmlns:a16="http://schemas.microsoft.com/office/drawing/2014/main" id="{ECE0FF9B-8059-4E84-A75C-9A70F3B91AF5}"/>
                  </a:ext>
                </a:extLst>
              </p:cNvPr>
              <p:cNvSpPr>
                <a:spLocks noRot="1" noChangeAspect="1" noMove="1" noResize="1" noEditPoints="1" noAdjustHandles="1" noChangeArrowheads="1" noChangeShapeType="1" noTextEdit="1"/>
              </p:cNvSpPr>
              <p:nvPr/>
            </p:nvSpPr>
            <p:spPr>
              <a:xfrm>
                <a:off x="4870661" y="1243549"/>
                <a:ext cx="1106457" cy="369332"/>
              </a:xfrm>
              <a:prstGeom prst="rect">
                <a:avLst/>
              </a:prstGeom>
              <a:blipFill>
                <a:blip r:embed="rId56"/>
                <a:stretch>
                  <a:fillRect t="-11475" r="-3867" b="-22951"/>
                </a:stretch>
              </a:blipFill>
            </p:spPr>
            <p:txBody>
              <a:bodyPr/>
              <a:lstStyle/>
              <a:p>
                <a:r>
                  <a:rPr lang="zh-TW" altLang="en-US">
                    <a:noFill/>
                  </a:rPr>
                  <a:t> </a:t>
                </a:r>
              </a:p>
            </p:txBody>
          </p:sp>
        </mc:Fallback>
      </mc:AlternateContent>
      <p:pic>
        <p:nvPicPr>
          <p:cNvPr id="30" name="圖片 29">
            <a:extLst>
              <a:ext uri="{FF2B5EF4-FFF2-40B4-BE49-F238E27FC236}">
                <a16:creationId xmlns:a16="http://schemas.microsoft.com/office/drawing/2014/main" id="{29038D87-C5FE-42AF-9603-E92B37BF0759}"/>
              </a:ext>
            </a:extLst>
          </p:cNvPr>
          <p:cNvPicPr>
            <a:picLocks noChangeAspect="1"/>
          </p:cNvPicPr>
          <p:nvPr/>
        </p:nvPicPr>
        <p:blipFill>
          <a:blip r:embed="rId57"/>
          <a:stretch>
            <a:fillRect/>
          </a:stretch>
        </p:blipFill>
        <p:spPr>
          <a:xfrm>
            <a:off x="514087" y="975283"/>
            <a:ext cx="5095875" cy="628650"/>
          </a:xfrm>
          <a:prstGeom prst="rect">
            <a:avLst/>
          </a:prstGeom>
        </p:spPr>
      </p:pic>
      <p:sp>
        <p:nvSpPr>
          <p:cNvPr id="107" name="橢圓 106">
            <a:extLst>
              <a:ext uri="{FF2B5EF4-FFF2-40B4-BE49-F238E27FC236}">
                <a16:creationId xmlns:a16="http://schemas.microsoft.com/office/drawing/2014/main" id="{CBC9BAF8-EA99-4CA0-81EC-BCE7B8DC069E}"/>
              </a:ext>
            </a:extLst>
          </p:cNvPr>
          <p:cNvSpPr/>
          <p:nvPr/>
        </p:nvSpPr>
        <p:spPr>
          <a:xfrm>
            <a:off x="6960415" y="4800694"/>
            <a:ext cx="342900" cy="408005"/>
          </a:xfrm>
          <a:prstGeom prst="ellipse">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rgbClr val="FF0000"/>
              </a:solidFill>
            </a:endParaRPr>
          </a:p>
        </p:txBody>
      </p:sp>
      <mc:AlternateContent xmlns:mc="http://schemas.openxmlformats.org/markup-compatibility/2006">
        <mc:Choice xmlns:a14="http://schemas.microsoft.com/office/drawing/2010/main" Requires="a14">
          <p:sp>
            <p:nvSpPr>
              <p:cNvPr id="108" name="矩形 107">
                <a:extLst>
                  <a:ext uri="{FF2B5EF4-FFF2-40B4-BE49-F238E27FC236}">
                    <a16:creationId xmlns:a16="http://schemas.microsoft.com/office/drawing/2014/main" id="{737A230E-E835-439F-915E-959C1D2855BE}"/>
                  </a:ext>
                </a:extLst>
              </p:cNvPr>
              <p:cNvSpPr/>
              <p:nvPr/>
            </p:nvSpPr>
            <p:spPr>
              <a:xfrm>
                <a:off x="5880066" y="6076490"/>
                <a:ext cx="1275414" cy="338554"/>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sSub>
                        <m:sSubPr>
                          <m:ctrlPr>
                            <a:rPr lang="en-US" altLang="zh-TW" sz="1600" b="0" i="1" smtClean="0">
                              <a:solidFill>
                                <a:srgbClr val="0070C0"/>
                              </a:solidFill>
                              <a:latin typeface="Cambria Math" panose="02040503050406030204" pitchFamily="18" charset="0"/>
                            </a:rPr>
                          </m:ctrlPr>
                        </m:sSubPr>
                        <m:e>
                          <m:r>
                            <a:rPr lang="en-US" altLang="zh-TW" sz="1600" b="0" i="1" smtClean="0">
                              <a:solidFill>
                                <a:srgbClr val="0070C0"/>
                              </a:solidFill>
                              <a:latin typeface="Cambria Math" panose="02040503050406030204" pitchFamily="18" charset="0"/>
                            </a:rPr>
                            <m:t>𝑃</m:t>
                          </m:r>
                        </m:e>
                        <m:sub>
                          <m:r>
                            <a:rPr lang="en-US" altLang="zh-TW" sz="1600" b="0" i="1" smtClean="0">
                              <a:solidFill>
                                <a:srgbClr val="0070C0"/>
                              </a:solidFill>
                              <a:latin typeface="Cambria Math" panose="02040503050406030204" pitchFamily="18" charset="0"/>
                            </a:rPr>
                            <m:t>𝑖</m:t>
                          </m:r>
                          <m:r>
                            <a:rPr lang="en-US" altLang="zh-TW" sz="1600" b="0" i="1" smtClean="0">
                              <a:solidFill>
                                <a:srgbClr val="0070C0"/>
                              </a:solidFill>
                              <a:latin typeface="Cambria Math" panose="02040503050406030204" pitchFamily="18" charset="0"/>
                            </a:rPr>
                            <m:t>+1</m:t>
                          </m:r>
                        </m:sub>
                      </m:sSub>
                      <m:r>
                        <a:rPr lang="en-US" altLang="zh-TW" sz="1600" b="0" i="1" smtClean="0">
                          <a:solidFill>
                            <a:srgbClr val="0070C0"/>
                          </a:solidFill>
                          <a:latin typeface="Cambria Math" panose="02040503050406030204" pitchFamily="18" charset="0"/>
                        </a:rPr>
                        <m:t> ~ </m:t>
                      </m:r>
                      <m:sSub>
                        <m:sSubPr>
                          <m:ctrlPr>
                            <a:rPr lang="en-US" altLang="zh-TW" sz="1600" b="0" i="1" smtClean="0">
                              <a:solidFill>
                                <a:srgbClr val="0070C0"/>
                              </a:solidFill>
                              <a:latin typeface="Cambria Math" panose="02040503050406030204" pitchFamily="18" charset="0"/>
                            </a:rPr>
                          </m:ctrlPr>
                        </m:sSubPr>
                        <m:e>
                          <m:r>
                            <a:rPr lang="en-US" altLang="zh-TW" sz="1600" b="0" i="1" smtClean="0">
                              <a:solidFill>
                                <a:srgbClr val="0070C0"/>
                              </a:solidFill>
                              <a:latin typeface="Cambria Math" panose="02040503050406030204" pitchFamily="18" charset="0"/>
                            </a:rPr>
                            <m:t>𝑃</m:t>
                          </m:r>
                        </m:e>
                        <m:sub>
                          <m:r>
                            <a:rPr lang="en-US" altLang="zh-TW" sz="1600" b="0" i="1" smtClean="0">
                              <a:solidFill>
                                <a:srgbClr val="0070C0"/>
                              </a:solidFill>
                              <a:latin typeface="Cambria Math" panose="02040503050406030204" pitchFamily="18" charset="0"/>
                            </a:rPr>
                            <m:t>𝑖</m:t>
                          </m:r>
                          <m:r>
                            <a:rPr lang="en-US" altLang="zh-TW" sz="1600" b="0" i="1" smtClean="0">
                              <a:solidFill>
                                <a:srgbClr val="0070C0"/>
                              </a:solidFill>
                              <a:latin typeface="Cambria Math" panose="02040503050406030204" pitchFamily="18" charset="0"/>
                            </a:rPr>
                            <m:t>+2</m:t>
                          </m:r>
                          <m:r>
                            <a:rPr lang="en-US" altLang="zh-TW" sz="1600" b="0" i="1" smtClean="0">
                              <a:solidFill>
                                <a:srgbClr val="0070C0"/>
                              </a:solidFill>
                              <a:latin typeface="Cambria Math" panose="02040503050406030204" pitchFamily="18" charset="0"/>
                            </a:rPr>
                            <m:t>𝑠</m:t>
                          </m:r>
                        </m:sub>
                      </m:sSub>
                    </m:oMath>
                  </m:oMathPara>
                </a14:m>
                <a:endParaRPr lang="zh-TW" altLang="en-US" sz="1600" dirty="0">
                  <a:solidFill>
                    <a:srgbClr val="0070C0"/>
                  </a:solidFill>
                </a:endParaRPr>
              </a:p>
            </p:txBody>
          </p:sp>
        </mc:Choice>
        <mc:Fallback>
          <p:sp>
            <p:nvSpPr>
              <p:cNvPr id="108" name="矩形 107">
                <a:extLst>
                  <a:ext uri="{FF2B5EF4-FFF2-40B4-BE49-F238E27FC236}">
                    <a16:creationId xmlns:a16="http://schemas.microsoft.com/office/drawing/2014/main" id="{737A230E-E835-439F-915E-959C1D2855BE}"/>
                  </a:ext>
                </a:extLst>
              </p:cNvPr>
              <p:cNvSpPr>
                <a:spLocks noRot="1" noChangeAspect="1" noMove="1" noResize="1" noEditPoints="1" noAdjustHandles="1" noChangeArrowheads="1" noChangeShapeType="1" noTextEdit="1"/>
              </p:cNvSpPr>
              <p:nvPr/>
            </p:nvSpPr>
            <p:spPr>
              <a:xfrm>
                <a:off x="5880066" y="6076490"/>
                <a:ext cx="1275414" cy="338554"/>
              </a:xfrm>
              <a:prstGeom prst="rect">
                <a:avLst/>
              </a:prstGeom>
              <a:blipFill>
                <a:blip r:embed="rId58"/>
                <a:stretch>
                  <a:fillRect/>
                </a:stretch>
              </a:blipFill>
            </p:spPr>
            <p:txBody>
              <a:bodyPr/>
              <a:lstStyle/>
              <a:p>
                <a:r>
                  <a:rPr lang="zh-TW" altLang="en-US">
                    <a:noFill/>
                  </a:rPr>
                  <a:t> </a:t>
                </a:r>
              </a:p>
            </p:txBody>
          </p:sp>
        </mc:Fallback>
      </mc:AlternateContent>
      <p:sp>
        <p:nvSpPr>
          <p:cNvPr id="102" name="矩形 101">
            <a:extLst>
              <a:ext uri="{FF2B5EF4-FFF2-40B4-BE49-F238E27FC236}">
                <a16:creationId xmlns:a16="http://schemas.microsoft.com/office/drawing/2014/main" id="{EDFC08C1-C0CE-44FA-8487-5D1D773F7D32}"/>
              </a:ext>
            </a:extLst>
          </p:cNvPr>
          <p:cNvSpPr/>
          <p:nvPr/>
        </p:nvSpPr>
        <p:spPr>
          <a:xfrm>
            <a:off x="5146415" y="4668687"/>
            <a:ext cx="2706048" cy="1755225"/>
          </a:xfrm>
          <a:prstGeom prst="rect">
            <a:avLst/>
          </a:pr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rgbClr val="FF0000"/>
              </a:solidFill>
            </a:endParaRPr>
          </a:p>
        </p:txBody>
      </p:sp>
      <mc:AlternateContent xmlns:mc="http://schemas.openxmlformats.org/markup-compatibility/2006">
        <mc:Choice xmlns:a14="http://schemas.microsoft.com/office/drawing/2010/main" Requires="a14">
          <p:sp>
            <p:nvSpPr>
              <p:cNvPr id="109" name="矩形 108">
                <a:extLst>
                  <a:ext uri="{FF2B5EF4-FFF2-40B4-BE49-F238E27FC236}">
                    <a16:creationId xmlns:a16="http://schemas.microsoft.com/office/drawing/2014/main" id="{9ED2CA74-76A5-4821-926B-E6FE23BE20A5}"/>
                  </a:ext>
                </a:extLst>
              </p:cNvPr>
              <p:cNvSpPr/>
              <p:nvPr/>
            </p:nvSpPr>
            <p:spPr>
              <a:xfrm>
                <a:off x="7099443" y="4425412"/>
                <a:ext cx="1266821" cy="369332"/>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r>
                        <a:rPr lang="en-US" altLang="zh-TW" b="0" i="1" smtClean="0">
                          <a:solidFill>
                            <a:schemeClr val="tx1"/>
                          </a:solidFill>
                          <a:latin typeface="Cambria Math" panose="02040503050406030204" pitchFamily="18" charset="0"/>
                        </a:rPr>
                        <m:t>𝑛𝑒𝑥𝑡</m:t>
                      </m:r>
                      <m:r>
                        <a:rPr lang="en-US" altLang="zh-TW" b="0" i="1" smtClean="0">
                          <a:solidFill>
                            <a:srgbClr val="FF0000"/>
                          </a:solidFill>
                          <a:latin typeface="Cambria Math" panose="02040503050406030204" pitchFamily="18" charset="0"/>
                        </a:rPr>
                        <m:t> </m:t>
                      </m:r>
                      <m:r>
                        <a:rPr lang="en-US" altLang="zh-TW" b="0" i="1" smtClean="0">
                          <a:solidFill>
                            <a:schemeClr val="tx1"/>
                          </a:solidFill>
                          <a:latin typeface="Cambria Math" panose="02040503050406030204" pitchFamily="18" charset="0"/>
                        </a:rPr>
                        <m:t>𝑖</m:t>
                      </m:r>
                      <m:r>
                        <a:rPr lang="en-US" altLang="zh-TW" b="0" i="1" smtClean="0">
                          <a:solidFill>
                            <a:schemeClr val="tx1"/>
                          </a:solidFill>
                          <a:latin typeface="Cambria Math" panose="02040503050406030204" pitchFamily="18" charset="0"/>
                        </a:rPr>
                        <m:t>=5</m:t>
                      </m:r>
                    </m:oMath>
                  </m:oMathPara>
                </a14:m>
                <a:endParaRPr lang="zh-TW" altLang="en-US" dirty="0">
                  <a:solidFill>
                    <a:srgbClr val="FF0000"/>
                  </a:solidFill>
                </a:endParaRPr>
              </a:p>
            </p:txBody>
          </p:sp>
        </mc:Choice>
        <mc:Fallback>
          <p:sp>
            <p:nvSpPr>
              <p:cNvPr id="109" name="矩形 108">
                <a:extLst>
                  <a:ext uri="{FF2B5EF4-FFF2-40B4-BE49-F238E27FC236}">
                    <a16:creationId xmlns:a16="http://schemas.microsoft.com/office/drawing/2014/main" id="{9ED2CA74-76A5-4821-926B-E6FE23BE20A5}"/>
                  </a:ext>
                </a:extLst>
              </p:cNvPr>
              <p:cNvSpPr>
                <a:spLocks noRot="1" noChangeAspect="1" noMove="1" noResize="1" noEditPoints="1" noAdjustHandles="1" noChangeArrowheads="1" noChangeShapeType="1" noTextEdit="1"/>
              </p:cNvSpPr>
              <p:nvPr/>
            </p:nvSpPr>
            <p:spPr>
              <a:xfrm>
                <a:off x="7099443" y="4425412"/>
                <a:ext cx="1266821" cy="369332"/>
              </a:xfrm>
              <a:prstGeom prst="rect">
                <a:avLst/>
              </a:prstGeom>
              <a:blipFill>
                <a:blip r:embed="rId59"/>
                <a:stretch>
                  <a:fillRect/>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39583745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1"/>
                                        </p:tgtEl>
                                        <p:attrNameLst>
                                          <p:attrName>style.visibility</p:attrName>
                                        </p:attrNameLst>
                                      </p:cBhvr>
                                      <p:to>
                                        <p:strVal val="visible"/>
                                      </p:to>
                                    </p:set>
                                    <p:animEffect transition="in" filter="fade">
                                      <p:cBhvr>
                                        <p:cTn id="7" dur="500"/>
                                        <p:tgtEl>
                                          <p:spTgt spid="10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fade">
                                      <p:cBhvr>
                                        <p:cTn id="12" dur="500"/>
                                        <p:tgtEl>
                                          <p:spTgt spid="16"/>
                                        </p:tgtEl>
                                      </p:cBhvr>
                                    </p:animEffect>
                                  </p:childTnLst>
                                </p:cTn>
                              </p:par>
                            </p:childTnLst>
                          </p:cTn>
                        </p:par>
                        <p:par>
                          <p:cTn id="13" fill="hold">
                            <p:stCondLst>
                              <p:cond delay="500"/>
                            </p:stCondLst>
                            <p:childTnLst>
                              <p:par>
                                <p:cTn id="14" presetID="10" presetClass="entr" presetSubtype="0" fill="hold" nodeType="afterEffect">
                                  <p:stCondLst>
                                    <p:cond delay="0"/>
                                  </p:stCondLst>
                                  <p:childTnLst>
                                    <p:set>
                                      <p:cBhvr>
                                        <p:cTn id="15" dur="1" fill="hold">
                                          <p:stCondLst>
                                            <p:cond delay="0"/>
                                          </p:stCondLst>
                                        </p:cTn>
                                        <p:tgtEl>
                                          <p:spTgt spid="21"/>
                                        </p:tgtEl>
                                        <p:attrNameLst>
                                          <p:attrName>style.visibility</p:attrName>
                                        </p:attrNameLst>
                                      </p:cBhvr>
                                      <p:to>
                                        <p:strVal val="visible"/>
                                      </p:to>
                                    </p:set>
                                    <p:animEffect transition="in" filter="fade">
                                      <p:cBhvr>
                                        <p:cTn id="16" dur="500"/>
                                        <p:tgtEl>
                                          <p:spTgt spid="21"/>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3"/>
                                        </p:tgtEl>
                                        <p:attrNameLst>
                                          <p:attrName>style.visibility</p:attrName>
                                        </p:attrNameLst>
                                      </p:cBhvr>
                                      <p:to>
                                        <p:strVal val="visible"/>
                                      </p:to>
                                    </p:set>
                                    <p:animEffect transition="in" filter="fade">
                                      <p:cBhvr>
                                        <p:cTn id="19" dur="500"/>
                                        <p:tgtEl>
                                          <p:spTgt spid="23"/>
                                        </p:tgtEl>
                                      </p:cBhvr>
                                    </p:animEffect>
                                  </p:childTnLst>
                                </p:cTn>
                              </p:par>
                            </p:childTnLst>
                          </p:cTn>
                        </p:par>
                        <p:par>
                          <p:cTn id="20" fill="hold">
                            <p:stCondLst>
                              <p:cond delay="1000"/>
                            </p:stCondLst>
                            <p:childTnLst>
                              <p:par>
                                <p:cTn id="21" presetID="10" presetClass="entr" presetSubtype="0" fill="hold" nodeType="afterEffect">
                                  <p:stCondLst>
                                    <p:cond delay="0"/>
                                  </p:stCondLst>
                                  <p:childTnLst>
                                    <p:set>
                                      <p:cBhvr>
                                        <p:cTn id="22" dur="1" fill="hold">
                                          <p:stCondLst>
                                            <p:cond delay="0"/>
                                          </p:stCondLst>
                                        </p:cTn>
                                        <p:tgtEl>
                                          <p:spTgt spid="25"/>
                                        </p:tgtEl>
                                        <p:attrNameLst>
                                          <p:attrName>style.visibility</p:attrName>
                                        </p:attrNameLst>
                                      </p:cBhvr>
                                      <p:to>
                                        <p:strVal val="visible"/>
                                      </p:to>
                                    </p:set>
                                    <p:animEffect transition="in" filter="fade">
                                      <p:cBhvr>
                                        <p:cTn id="23" dur="500"/>
                                        <p:tgtEl>
                                          <p:spTgt spid="25"/>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39"/>
                                        </p:tgtEl>
                                        <p:attrNameLst>
                                          <p:attrName>style.visibility</p:attrName>
                                        </p:attrNameLst>
                                      </p:cBhvr>
                                      <p:to>
                                        <p:strVal val="visible"/>
                                      </p:to>
                                    </p:set>
                                    <p:animEffect transition="in" filter="fade">
                                      <p:cBhvr>
                                        <p:cTn id="26" dur="500"/>
                                        <p:tgtEl>
                                          <p:spTgt spid="39"/>
                                        </p:tgtEl>
                                      </p:cBhvr>
                                    </p:animEffect>
                                  </p:childTnLst>
                                </p:cTn>
                              </p:par>
                            </p:childTnLst>
                          </p:cTn>
                        </p:par>
                        <p:par>
                          <p:cTn id="27" fill="hold">
                            <p:stCondLst>
                              <p:cond delay="1500"/>
                            </p:stCondLst>
                            <p:childTnLst>
                              <p:par>
                                <p:cTn id="28" presetID="10" presetClass="entr" presetSubtype="0" fill="hold" nodeType="afterEffect">
                                  <p:stCondLst>
                                    <p:cond delay="0"/>
                                  </p:stCondLst>
                                  <p:childTnLst>
                                    <p:set>
                                      <p:cBhvr>
                                        <p:cTn id="29" dur="1" fill="hold">
                                          <p:stCondLst>
                                            <p:cond delay="0"/>
                                          </p:stCondLst>
                                        </p:cTn>
                                        <p:tgtEl>
                                          <p:spTgt spid="75"/>
                                        </p:tgtEl>
                                        <p:attrNameLst>
                                          <p:attrName>style.visibility</p:attrName>
                                        </p:attrNameLst>
                                      </p:cBhvr>
                                      <p:to>
                                        <p:strVal val="visible"/>
                                      </p:to>
                                    </p:set>
                                    <p:animEffect transition="in" filter="fade">
                                      <p:cBhvr>
                                        <p:cTn id="30" dur="500"/>
                                        <p:tgtEl>
                                          <p:spTgt spid="75"/>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76"/>
                                        </p:tgtEl>
                                        <p:attrNameLst>
                                          <p:attrName>style.visibility</p:attrName>
                                        </p:attrNameLst>
                                      </p:cBhvr>
                                      <p:to>
                                        <p:strVal val="visible"/>
                                      </p:to>
                                    </p:set>
                                    <p:animEffect transition="in" filter="fade">
                                      <p:cBhvr>
                                        <p:cTn id="33" dur="500"/>
                                        <p:tgtEl>
                                          <p:spTgt spid="76"/>
                                        </p:tgtEl>
                                      </p:cBhvr>
                                    </p:animEffect>
                                  </p:childTnLst>
                                </p:cTn>
                              </p:par>
                            </p:childTnLst>
                          </p:cTn>
                        </p:par>
                        <p:par>
                          <p:cTn id="34" fill="hold">
                            <p:stCondLst>
                              <p:cond delay="2000"/>
                            </p:stCondLst>
                            <p:childTnLst>
                              <p:par>
                                <p:cTn id="35" presetID="10" presetClass="entr" presetSubtype="0" fill="hold" nodeType="afterEffect">
                                  <p:stCondLst>
                                    <p:cond delay="0"/>
                                  </p:stCondLst>
                                  <p:childTnLst>
                                    <p:set>
                                      <p:cBhvr>
                                        <p:cTn id="36" dur="1" fill="hold">
                                          <p:stCondLst>
                                            <p:cond delay="0"/>
                                          </p:stCondLst>
                                        </p:cTn>
                                        <p:tgtEl>
                                          <p:spTgt spid="32"/>
                                        </p:tgtEl>
                                        <p:attrNameLst>
                                          <p:attrName>style.visibility</p:attrName>
                                        </p:attrNameLst>
                                      </p:cBhvr>
                                      <p:to>
                                        <p:strVal val="visible"/>
                                      </p:to>
                                    </p:set>
                                    <p:animEffect transition="in" filter="fade">
                                      <p:cBhvr>
                                        <p:cTn id="37" dur="500"/>
                                        <p:tgtEl>
                                          <p:spTgt spid="32"/>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6"/>
                                        </p:tgtEl>
                                        <p:attrNameLst>
                                          <p:attrName>style.visibility</p:attrName>
                                        </p:attrNameLst>
                                      </p:cBhvr>
                                      <p:to>
                                        <p:strVal val="visible"/>
                                      </p:to>
                                    </p:set>
                                    <p:animEffect transition="in" filter="fade">
                                      <p:cBhvr>
                                        <p:cTn id="40" dur="500"/>
                                        <p:tgtEl>
                                          <p:spTgt spid="26"/>
                                        </p:tgtEl>
                                      </p:cBhvr>
                                    </p:animEffect>
                                  </p:childTnLst>
                                </p:cTn>
                              </p:par>
                            </p:childTnLst>
                          </p:cTn>
                        </p:par>
                        <p:par>
                          <p:cTn id="41" fill="hold">
                            <p:stCondLst>
                              <p:cond delay="2500"/>
                            </p:stCondLst>
                            <p:childTnLst>
                              <p:par>
                                <p:cTn id="42" presetID="10" presetClass="entr" presetSubtype="0" fill="hold" nodeType="afterEffect">
                                  <p:stCondLst>
                                    <p:cond delay="0"/>
                                  </p:stCondLst>
                                  <p:childTnLst>
                                    <p:set>
                                      <p:cBhvr>
                                        <p:cTn id="43" dur="1" fill="hold">
                                          <p:stCondLst>
                                            <p:cond delay="0"/>
                                          </p:stCondLst>
                                        </p:cTn>
                                        <p:tgtEl>
                                          <p:spTgt spid="33"/>
                                        </p:tgtEl>
                                        <p:attrNameLst>
                                          <p:attrName>style.visibility</p:attrName>
                                        </p:attrNameLst>
                                      </p:cBhvr>
                                      <p:to>
                                        <p:strVal val="visible"/>
                                      </p:to>
                                    </p:set>
                                    <p:animEffect transition="in" filter="fade">
                                      <p:cBhvr>
                                        <p:cTn id="44" dur="500"/>
                                        <p:tgtEl>
                                          <p:spTgt spid="33"/>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57"/>
                                        </p:tgtEl>
                                        <p:attrNameLst>
                                          <p:attrName>style.visibility</p:attrName>
                                        </p:attrNameLst>
                                      </p:cBhvr>
                                      <p:to>
                                        <p:strVal val="visible"/>
                                      </p:to>
                                    </p:set>
                                    <p:animEffect transition="in" filter="fade">
                                      <p:cBhvr>
                                        <p:cTn id="47" dur="500"/>
                                        <p:tgtEl>
                                          <p:spTgt spid="57"/>
                                        </p:tgtEl>
                                      </p:cBhvr>
                                    </p:animEffect>
                                  </p:childTnLst>
                                </p:cTn>
                              </p:par>
                            </p:childTnLst>
                          </p:cTn>
                        </p:par>
                        <p:par>
                          <p:cTn id="48" fill="hold">
                            <p:stCondLst>
                              <p:cond delay="3000"/>
                            </p:stCondLst>
                            <p:childTnLst>
                              <p:par>
                                <p:cTn id="49" presetID="10" presetClass="entr" presetSubtype="0" fill="hold" nodeType="afterEffect">
                                  <p:stCondLst>
                                    <p:cond delay="0"/>
                                  </p:stCondLst>
                                  <p:childTnLst>
                                    <p:set>
                                      <p:cBhvr>
                                        <p:cTn id="50" dur="1" fill="hold">
                                          <p:stCondLst>
                                            <p:cond delay="0"/>
                                          </p:stCondLst>
                                        </p:cTn>
                                        <p:tgtEl>
                                          <p:spTgt spid="34"/>
                                        </p:tgtEl>
                                        <p:attrNameLst>
                                          <p:attrName>style.visibility</p:attrName>
                                        </p:attrNameLst>
                                      </p:cBhvr>
                                      <p:to>
                                        <p:strVal val="visible"/>
                                      </p:to>
                                    </p:set>
                                    <p:animEffect transition="in" filter="fade">
                                      <p:cBhvr>
                                        <p:cTn id="51" dur="500"/>
                                        <p:tgtEl>
                                          <p:spTgt spid="34"/>
                                        </p:tgtEl>
                                      </p:cBhvr>
                                    </p:animEffect>
                                  </p:childTnLst>
                                </p:cTn>
                              </p:par>
                            </p:childTnLst>
                          </p:cTn>
                        </p:par>
                        <p:par>
                          <p:cTn id="52" fill="hold">
                            <p:stCondLst>
                              <p:cond delay="3500"/>
                            </p:stCondLst>
                            <p:childTnLst>
                              <p:par>
                                <p:cTn id="53" presetID="42" presetClass="path" presetSubtype="0" fill="hold" nodeType="afterEffect">
                                  <p:stCondLst>
                                    <p:cond delay="0"/>
                                  </p:stCondLst>
                                  <p:childTnLst>
                                    <p:animMotion origin="layout" path="M 2.77778E-6 4.07407E-6 L -0.00052 -0.05996 " pathEditMode="relative" rAng="0" ptsTypes="AA">
                                      <p:cBhvr>
                                        <p:cTn id="54" dur="500" fill="hold"/>
                                        <p:tgtEl>
                                          <p:spTgt spid="31"/>
                                        </p:tgtEl>
                                        <p:attrNameLst>
                                          <p:attrName>ppt_x</p:attrName>
                                          <p:attrName>ppt_y</p:attrName>
                                        </p:attrNameLst>
                                      </p:cBhvr>
                                      <p:rCtr x="-35" y="-3009"/>
                                    </p:animMotion>
                                  </p:childTnLst>
                                </p:cTn>
                              </p:par>
                            </p:childTnLst>
                          </p:cTn>
                        </p:par>
                        <p:par>
                          <p:cTn id="55" fill="hold">
                            <p:stCondLst>
                              <p:cond delay="4000"/>
                            </p:stCondLst>
                            <p:childTnLst>
                              <p:par>
                                <p:cTn id="56" presetID="10" presetClass="entr" presetSubtype="0" fill="hold" nodeType="afterEffect">
                                  <p:stCondLst>
                                    <p:cond delay="0"/>
                                  </p:stCondLst>
                                  <p:childTnLst>
                                    <p:set>
                                      <p:cBhvr>
                                        <p:cTn id="57" dur="1" fill="hold">
                                          <p:stCondLst>
                                            <p:cond delay="0"/>
                                          </p:stCondLst>
                                        </p:cTn>
                                        <p:tgtEl>
                                          <p:spTgt spid="35"/>
                                        </p:tgtEl>
                                        <p:attrNameLst>
                                          <p:attrName>style.visibility</p:attrName>
                                        </p:attrNameLst>
                                      </p:cBhvr>
                                      <p:to>
                                        <p:strVal val="visible"/>
                                      </p:to>
                                    </p:set>
                                    <p:animEffect transition="in" filter="fade">
                                      <p:cBhvr>
                                        <p:cTn id="58" dur="500"/>
                                        <p:tgtEl>
                                          <p:spTgt spid="35"/>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38"/>
                                        </p:tgtEl>
                                        <p:attrNameLst>
                                          <p:attrName>style.visibility</p:attrName>
                                        </p:attrNameLst>
                                      </p:cBhvr>
                                      <p:to>
                                        <p:strVal val="visible"/>
                                      </p:to>
                                    </p:set>
                                    <p:animEffect transition="in" filter="fade">
                                      <p:cBhvr>
                                        <p:cTn id="61" dur="500"/>
                                        <p:tgtEl>
                                          <p:spTgt spid="38"/>
                                        </p:tgtEl>
                                      </p:cBhvr>
                                    </p:animEffect>
                                  </p:childTnLst>
                                </p:cTn>
                              </p:par>
                            </p:childTnLst>
                          </p:cTn>
                        </p:par>
                        <p:par>
                          <p:cTn id="62" fill="hold">
                            <p:stCondLst>
                              <p:cond delay="4500"/>
                            </p:stCondLst>
                            <p:childTnLst>
                              <p:par>
                                <p:cTn id="63" presetID="10" presetClass="entr" presetSubtype="0" fill="hold" nodeType="afterEffect">
                                  <p:stCondLst>
                                    <p:cond delay="0"/>
                                  </p:stCondLst>
                                  <p:childTnLst>
                                    <p:set>
                                      <p:cBhvr>
                                        <p:cTn id="64" dur="1" fill="hold">
                                          <p:stCondLst>
                                            <p:cond delay="0"/>
                                          </p:stCondLst>
                                        </p:cTn>
                                        <p:tgtEl>
                                          <p:spTgt spid="36"/>
                                        </p:tgtEl>
                                        <p:attrNameLst>
                                          <p:attrName>style.visibility</p:attrName>
                                        </p:attrNameLst>
                                      </p:cBhvr>
                                      <p:to>
                                        <p:strVal val="visible"/>
                                      </p:to>
                                    </p:set>
                                    <p:animEffect transition="in" filter="fade">
                                      <p:cBhvr>
                                        <p:cTn id="65" dur="500"/>
                                        <p:tgtEl>
                                          <p:spTgt spid="36"/>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59"/>
                                        </p:tgtEl>
                                        <p:attrNameLst>
                                          <p:attrName>style.visibility</p:attrName>
                                        </p:attrNameLst>
                                      </p:cBhvr>
                                      <p:to>
                                        <p:strVal val="visible"/>
                                      </p:to>
                                    </p:set>
                                    <p:animEffect transition="in" filter="fade">
                                      <p:cBhvr>
                                        <p:cTn id="68" dur="500"/>
                                        <p:tgtEl>
                                          <p:spTgt spid="59"/>
                                        </p:tgtEl>
                                      </p:cBhvr>
                                    </p:animEffect>
                                  </p:childTnLst>
                                </p:cTn>
                              </p:par>
                            </p:childTnLst>
                          </p:cTn>
                        </p:par>
                        <p:par>
                          <p:cTn id="69" fill="hold">
                            <p:stCondLst>
                              <p:cond delay="5000"/>
                            </p:stCondLst>
                            <p:childTnLst>
                              <p:par>
                                <p:cTn id="70" presetID="10" presetClass="entr" presetSubtype="0" fill="hold" nodeType="afterEffect">
                                  <p:stCondLst>
                                    <p:cond delay="0"/>
                                  </p:stCondLst>
                                  <p:childTnLst>
                                    <p:set>
                                      <p:cBhvr>
                                        <p:cTn id="71" dur="1" fill="hold">
                                          <p:stCondLst>
                                            <p:cond delay="0"/>
                                          </p:stCondLst>
                                        </p:cTn>
                                        <p:tgtEl>
                                          <p:spTgt spid="37"/>
                                        </p:tgtEl>
                                        <p:attrNameLst>
                                          <p:attrName>style.visibility</p:attrName>
                                        </p:attrNameLst>
                                      </p:cBhvr>
                                      <p:to>
                                        <p:strVal val="visible"/>
                                      </p:to>
                                    </p:set>
                                    <p:animEffect transition="in" filter="fade">
                                      <p:cBhvr>
                                        <p:cTn id="72" dur="500"/>
                                        <p:tgtEl>
                                          <p:spTgt spid="37"/>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27"/>
                                        </p:tgtEl>
                                        <p:attrNameLst>
                                          <p:attrName>style.visibility</p:attrName>
                                        </p:attrNameLst>
                                      </p:cBhvr>
                                      <p:to>
                                        <p:strVal val="visible"/>
                                      </p:to>
                                    </p:set>
                                    <p:animEffect transition="in" filter="fade">
                                      <p:cBhvr>
                                        <p:cTn id="75" dur="500"/>
                                        <p:tgtEl>
                                          <p:spTgt spid="27"/>
                                        </p:tgtEl>
                                      </p:cBhvr>
                                    </p:animEffect>
                                  </p:childTnLst>
                                </p:cTn>
                              </p:par>
                            </p:childTnLst>
                          </p:cTn>
                        </p:par>
                        <p:par>
                          <p:cTn id="76" fill="hold">
                            <p:stCondLst>
                              <p:cond delay="5500"/>
                            </p:stCondLst>
                            <p:childTnLst>
                              <p:par>
                                <p:cTn id="77" presetID="10" presetClass="entr" presetSubtype="0" fill="hold" nodeType="afterEffect">
                                  <p:stCondLst>
                                    <p:cond delay="0"/>
                                  </p:stCondLst>
                                  <p:childTnLst>
                                    <p:set>
                                      <p:cBhvr>
                                        <p:cTn id="78" dur="1" fill="hold">
                                          <p:stCondLst>
                                            <p:cond delay="0"/>
                                          </p:stCondLst>
                                        </p:cTn>
                                        <p:tgtEl>
                                          <p:spTgt spid="55"/>
                                        </p:tgtEl>
                                        <p:attrNameLst>
                                          <p:attrName>style.visibility</p:attrName>
                                        </p:attrNameLst>
                                      </p:cBhvr>
                                      <p:to>
                                        <p:strVal val="visible"/>
                                      </p:to>
                                    </p:set>
                                    <p:animEffect transition="in" filter="fade">
                                      <p:cBhvr>
                                        <p:cTn id="79" dur="500"/>
                                        <p:tgtEl>
                                          <p:spTgt spid="55"/>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28"/>
                                        </p:tgtEl>
                                        <p:attrNameLst>
                                          <p:attrName>style.visibility</p:attrName>
                                        </p:attrNameLst>
                                      </p:cBhvr>
                                      <p:to>
                                        <p:strVal val="visible"/>
                                      </p:to>
                                    </p:set>
                                    <p:animEffect transition="in" filter="fade">
                                      <p:cBhvr>
                                        <p:cTn id="82" dur="500"/>
                                        <p:tgtEl>
                                          <p:spTgt spid="28"/>
                                        </p:tgtEl>
                                      </p:cBhvr>
                                    </p:animEffect>
                                  </p:childTnLst>
                                </p:cTn>
                              </p:par>
                            </p:childTnLst>
                          </p:cTn>
                        </p:par>
                        <p:par>
                          <p:cTn id="83" fill="hold">
                            <p:stCondLst>
                              <p:cond delay="6000"/>
                            </p:stCondLst>
                            <p:childTnLst>
                              <p:par>
                                <p:cTn id="84" presetID="10" presetClass="entr" presetSubtype="0" fill="hold" nodeType="afterEffect">
                                  <p:stCondLst>
                                    <p:cond delay="0"/>
                                  </p:stCondLst>
                                  <p:childTnLst>
                                    <p:set>
                                      <p:cBhvr>
                                        <p:cTn id="85" dur="1" fill="hold">
                                          <p:stCondLst>
                                            <p:cond delay="0"/>
                                          </p:stCondLst>
                                        </p:cTn>
                                        <p:tgtEl>
                                          <p:spTgt spid="56"/>
                                        </p:tgtEl>
                                        <p:attrNameLst>
                                          <p:attrName>style.visibility</p:attrName>
                                        </p:attrNameLst>
                                      </p:cBhvr>
                                      <p:to>
                                        <p:strVal val="visible"/>
                                      </p:to>
                                    </p:set>
                                    <p:animEffect transition="in" filter="fade">
                                      <p:cBhvr>
                                        <p:cTn id="86" dur="500"/>
                                        <p:tgtEl>
                                          <p:spTgt spid="56"/>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29"/>
                                        </p:tgtEl>
                                        <p:attrNameLst>
                                          <p:attrName>style.visibility</p:attrName>
                                        </p:attrNameLst>
                                      </p:cBhvr>
                                      <p:to>
                                        <p:strVal val="visible"/>
                                      </p:to>
                                    </p:set>
                                    <p:animEffect transition="in" filter="fade">
                                      <p:cBhvr>
                                        <p:cTn id="89" dur="500"/>
                                        <p:tgtEl>
                                          <p:spTgt spid="29"/>
                                        </p:tgtEl>
                                      </p:cBhvr>
                                    </p:animEffect>
                                  </p:childTnLst>
                                </p:cTn>
                              </p:par>
                            </p:childTnLst>
                          </p:cTn>
                        </p:par>
                      </p:childTnLst>
                    </p:cTn>
                  </p:par>
                  <p:par>
                    <p:cTn id="90" fill="hold">
                      <p:stCondLst>
                        <p:cond delay="indefinite"/>
                      </p:stCondLst>
                      <p:childTnLst>
                        <p:par>
                          <p:cTn id="91" fill="hold">
                            <p:stCondLst>
                              <p:cond delay="0"/>
                            </p:stCondLst>
                            <p:childTnLst>
                              <p:par>
                                <p:cTn id="92" presetID="10" presetClass="exit" presetSubtype="0" fill="hold" grpId="0" nodeType="clickEffect">
                                  <p:stCondLst>
                                    <p:cond delay="0"/>
                                  </p:stCondLst>
                                  <p:childTnLst>
                                    <p:animEffect transition="out" filter="fade">
                                      <p:cBhvr>
                                        <p:cTn id="93" dur="500"/>
                                        <p:tgtEl>
                                          <p:spTgt spid="102"/>
                                        </p:tgtEl>
                                      </p:cBhvr>
                                    </p:animEffect>
                                    <p:set>
                                      <p:cBhvr>
                                        <p:cTn id="94" dur="1" fill="hold">
                                          <p:stCondLst>
                                            <p:cond delay="499"/>
                                          </p:stCondLst>
                                        </p:cTn>
                                        <p:tgtEl>
                                          <p:spTgt spid="102"/>
                                        </p:tgtEl>
                                        <p:attrNameLst>
                                          <p:attrName>style.visibility</p:attrName>
                                        </p:attrNameLst>
                                      </p:cBhvr>
                                      <p:to>
                                        <p:strVal val="hidden"/>
                                      </p:to>
                                    </p:set>
                                  </p:childTnLst>
                                </p:cTn>
                              </p:par>
                              <p:par>
                                <p:cTn id="95" presetID="1" presetClass="entr" presetSubtype="0" fill="hold" grpId="0" nodeType="withEffect">
                                  <p:stCondLst>
                                    <p:cond delay="0"/>
                                  </p:stCondLst>
                                  <p:childTnLst>
                                    <p:set>
                                      <p:cBhvr>
                                        <p:cTn id="96" dur="1" fill="hold">
                                          <p:stCondLst>
                                            <p:cond delay="0"/>
                                          </p:stCondLst>
                                        </p:cTn>
                                        <p:tgtEl>
                                          <p:spTgt spid="103"/>
                                        </p:tgtEl>
                                        <p:attrNameLst>
                                          <p:attrName>style.visibility</p:attrName>
                                        </p:attrNameLst>
                                      </p:cBhvr>
                                      <p:to>
                                        <p:strVal val="visible"/>
                                      </p:to>
                                    </p:set>
                                  </p:childTnLst>
                                </p:cTn>
                              </p:par>
                            </p:childTnLst>
                          </p:cTn>
                        </p:par>
                        <p:par>
                          <p:cTn id="97" fill="hold">
                            <p:stCondLst>
                              <p:cond delay="500"/>
                            </p:stCondLst>
                            <p:childTnLst>
                              <p:par>
                                <p:cTn id="98" presetID="10" presetClass="exit" presetSubtype="0" fill="hold" grpId="0" nodeType="afterEffect">
                                  <p:stCondLst>
                                    <p:cond delay="0"/>
                                  </p:stCondLst>
                                  <p:childTnLst>
                                    <p:animEffect transition="out" filter="fade">
                                      <p:cBhvr>
                                        <p:cTn id="99" dur="500"/>
                                        <p:tgtEl>
                                          <p:spTgt spid="53"/>
                                        </p:tgtEl>
                                      </p:cBhvr>
                                    </p:animEffect>
                                    <p:set>
                                      <p:cBhvr>
                                        <p:cTn id="100" dur="1" fill="hold">
                                          <p:stCondLst>
                                            <p:cond delay="499"/>
                                          </p:stCondLst>
                                        </p:cTn>
                                        <p:tgtEl>
                                          <p:spTgt spid="53"/>
                                        </p:tgtEl>
                                        <p:attrNameLst>
                                          <p:attrName>style.visibility</p:attrName>
                                        </p:attrNameLst>
                                      </p:cBhvr>
                                      <p:to>
                                        <p:strVal val="hidden"/>
                                      </p:to>
                                    </p:set>
                                  </p:childTnLst>
                                </p:cTn>
                              </p:par>
                            </p:childTnLst>
                          </p:cTn>
                        </p:par>
                      </p:childTnLst>
                    </p:cTn>
                  </p:par>
                  <p:par>
                    <p:cTn id="101" fill="hold">
                      <p:stCondLst>
                        <p:cond delay="indefinite"/>
                      </p:stCondLst>
                      <p:childTnLst>
                        <p:par>
                          <p:cTn id="102" fill="hold">
                            <p:stCondLst>
                              <p:cond delay="0"/>
                            </p:stCondLst>
                            <p:childTnLst>
                              <p:par>
                                <p:cTn id="103" presetID="1" presetClass="exit" presetSubtype="0" fill="hold" nodeType="clickEffect">
                                  <p:stCondLst>
                                    <p:cond delay="0"/>
                                  </p:stCondLst>
                                  <p:childTnLst>
                                    <p:set>
                                      <p:cBhvr>
                                        <p:cTn id="104" dur="1" fill="hold">
                                          <p:stCondLst>
                                            <p:cond delay="0"/>
                                          </p:stCondLst>
                                        </p:cTn>
                                        <p:tgtEl>
                                          <p:spTgt spid="101"/>
                                        </p:tgtEl>
                                        <p:attrNameLst>
                                          <p:attrName>style.visibility</p:attrName>
                                        </p:attrNameLst>
                                      </p:cBhvr>
                                      <p:to>
                                        <p:strVal val="hidden"/>
                                      </p:to>
                                    </p:set>
                                  </p:childTnLst>
                                </p:cTn>
                              </p:par>
                              <p:par>
                                <p:cTn id="105" presetID="1" presetClass="exit" presetSubtype="0" fill="hold" nodeType="withEffect">
                                  <p:stCondLst>
                                    <p:cond delay="0"/>
                                  </p:stCondLst>
                                  <p:childTnLst>
                                    <p:set>
                                      <p:cBhvr>
                                        <p:cTn id="106" dur="1" fill="hold">
                                          <p:stCondLst>
                                            <p:cond delay="0"/>
                                          </p:stCondLst>
                                        </p:cTn>
                                        <p:tgtEl>
                                          <p:spTgt spid="2"/>
                                        </p:tgtEl>
                                        <p:attrNameLst>
                                          <p:attrName>style.visibility</p:attrName>
                                        </p:attrNameLst>
                                      </p:cBhvr>
                                      <p:to>
                                        <p:strVal val="hidden"/>
                                      </p:to>
                                    </p:set>
                                  </p:childTnLst>
                                </p:cTn>
                              </p:par>
                              <p:par>
                                <p:cTn id="107" presetID="10" presetClass="entr" presetSubtype="0" fill="hold" nodeType="withEffect">
                                  <p:stCondLst>
                                    <p:cond delay="0"/>
                                  </p:stCondLst>
                                  <p:childTnLst>
                                    <p:set>
                                      <p:cBhvr>
                                        <p:cTn id="108" dur="1" fill="hold">
                                          <p:stCondLst>
                                            <p:cond delay="0"/>
                                          </p:stCondLst>
                                        </p:cTn>
                                        <p:tgtEl>
                                          <p:spTgt spid="104"/>
                                        </p:tgtEl>
                                        <p:attrNameLst>
                                          <p:attrName>style.visibility</p:attrName>
                                        </p:attrNameLst>
                                      </p:cBhvr>
                                      <p:to>
                                        <p:strVal val="visible"/>
                                      </p:to>
                                    </p:set>
                                    <p:animEffect transition="in" filter="fade">
                                      <p:cBhvr>
                                        <p:cTn id="109" dur="500"/>
                                        <p:tgtEl>
                                          <p:spTgt spid="104"/>
                                        </p:tgtEl>
                                      </p:cBhvr>
                                    </p:animEffect>
                                  </p:childTnLst>
                                </p:cTn>
                              </p:par>
                            </p:childTnLst>
                          </p:cTn>
                        </p:par>
                        <p:par>
                          <p:cTn id="110" fill="hold">
                            <p:stCondLst>
                              <p:cond delay="500"/>
                            </p:stCondLst>
                            <p:childTnLst>
                              <p:par>
                                <p:cTn id="111" presetID="10" presetClass="entr" presetSubtype="0" fill="hold" grpId="0" nodeType="afterEffect">
                                  <p:stCondLst>
                                    <p:cond delay="0"/>
                                  </p:stCondLst>
                                  <p:childTnLst>
                                    <p:set>
                                      <p:cBhvr>
                                        <p:cTn id="112" dur="1" fill="hold">
                                          <p:stCondLst>
                                            <p:cond delay="0"/>
                                          </p:stCondLst>
                                        </p:cTn>
                                        <p:tgtEl>
                                          <p:spTgt spid="106"/>
                                        </p:tgtEl>
                                        <p:attrNameLst>
                                          <p:attrName>style.visibility</p:attrName>
                                        </p:attrNameLst>
                                      </p:cBhvr>
                                      <p:to>
                                        <p:strVal val="visible"/>
                                      </p:to>
                                    </p:set>
                                    <p:animEffect transition="in" filter="fade">
                                      <p:cBhvr>
                                        <p:cTn id="113" dur="500"/>
                                        <p:tgtEl>
                                          <p:spTgt spid="106"/>
                                        </p:tgtEl>
                                      </p:cBhvr>
                                    </p:animEffect>
                                  </p:childTnLst>
                                </p:cTn>
                              </p:par>
                              <p:par>
                                <p:cTn id="114" presetID="10" presetClass="entr" presetSubtype="0" fill="hold" grpId="0" nodeType="withEffect">
                                  <p:stCondLst>
                                    <p:cond delay="0"/>
                                  </p:stCondLst>
                                  <p:childTnLst>
                                    <p:set>
                                      <p:cBhvr>
                                        <p:cTn id="115" dur="1" fill="hold">
                                          <p:stCondLst>
                                            <p:cond delay="0"/>
                                          </p:stCondLst>
                                        </p:cTn>
                                        <p:tgtEl>
                                          <p:spTgt spid="105"/>
                                        </p:tgtEl>
                                        <p:attrNameLst>
                                          <p:attrName>style.visibility</p:attrName>
                                        </p:attrNameLst>
                                      </p:cBhvr>
                                      <p:to>
                                        <p:strVal val="visible"/>
                                      </p:to>
                                    </p:set>
                                    <p:animEffect transition="in" filter="fade">
                                      <p:cBhvr>
                                        <p:cTn id="116" dur="500"/>
                                        <p:tgtEl>
                                          <p:spTgt spid="105"/>
                                        </p:tgtEl>
                                      </p:cBhvr>
                                    </p:animEffect>
                                  </p:childTnLst>
                                </p:cTn>
                              </p:par>
                            </p:childTnLst>
                          </p:cTn>
                        </p:par>
                      </p:childTnLst>
                    </p:cTn>
                  </p:par>
                  <p:par>
                    <p:cTn id="117" fill="hold">
                      <p:stCondLst>
                        <p:cond delay="indefinite"/>
                      </p:stCondLst>
                      <p:childTnLst>
                        <p:par>
                          <p:cTn id="118" fill="hold">
                            <p:stCondLst>
                              <p:cond delay="0"/>
                            </p:stCondLst>
                            <p:childTnLst>
                              <p:par>
                                <p:cTn id="119" presetID="1" presetClass="exit" presetSubtype="0" fill="hold" nodeType="clickEffect">
                                  <p:stCondLst>
                                    <p:cond delay="0"/>
                                  </p:stCondLst>
                                  <p:childTnLst>
                                    <p:set>
                                      <p:cBhvr>
                                        <p:cTn id="120" dur="1" fill="hold">
                                          <p:stCondLst>
                                            <p:cond delay="0"/>
                                          </p:stCondLst>
                                        </p:cTn>
                                        <p:tgtEl>
                                          <p:spTgt spid="104"/>
                                        </p:tgtEl>
                                        <p:attrNameLst>
                                          <p:attrName>style.visibility</p:attrName>
                                        </p:attrNameLst>
                                      </p:cBhvr>
                                      <p:to>
                                        <p:strVal val="hidden"/>
                                      </p:to>
                                    </p:set>
                                  </p:childTnLst>
                                </p:cTn>
                              </p:par>
                              <p:par>
                                <p:cTn id="121" presetID="1" presetClass="exit" presetSubtype="0" fill="hold" grpId="1" nodeType="withEffect">
                                  <p:stCondLst>
                                    <p:cond delay="0"/>
                                  </p:stCondLst>
                                  <p:childTnLst>
                                    <p:set>
                                      <p:cBhvr>
                                        <p:cTn id="122" dur="1" fill="hold">
                                          <p:stCondLst>
                                            <p:cond delay="0"/>
                                          </p:stCondLst>
                                        </p:cTn>
                                        <p:tgtEl>
                                          <p:spTgt spid="106"/>
                                        </p:tgtEl>
                                        <p:attrNameLst>
                                          <p:attrName>style.visibility</p:attrName>
                                        </p:attrNameLst>
                                      </p:cBhvr>
                                      <p:to>
                                        <p:strVal val="hidden"/>
                                      </p:to>
                                    </p:set>
                                  </p:childTnLst>
                                </p:cTn>
                              </p:par>
                              <p:par>
                                <p:cTn id="123" presetID="1" presetClass="exit" presetSubtype="0" fill="hold" grpId="1" nodeType="withEffect">
                                  <p:stCondLst>
                                    <p:cond delay="0"/>
                                  </p:stCondLst>
                                  <p:childTnLst>
                                    <p:set>
                                      <p:cBhvr>
                                        <p:cTn id="124" dur="1" fill="hold">
                                          <p:stCondLst>
                                            <p:cond delay="0"/>
                                          </p:stCondLst>
                                        </p:cTn>
                                        <p:tgtEl>
                                          <p:spTgt spid="105"/>
                                        </p:tgtEl>
                                        <p:attrNameLst>
                                          <p:attrName>style.visibility</p:attrName>
                                        </p:attrNameLst>
                                      </p:cBhvr>
                                      <p:to>
                                        <p:strVal val="hidden"/>
                                      </p:to>
                                    </p:set>
                                  </p:childTnLst>
                                </p:cTn>
                              </p:par>
                              <p:par>
                                <p:cTn id="125" presetID="10" presetClass="entr" presetSubtype="0" fill="hold" nodeType="withEffect">
                                  <p:stCondLst>
                                    <p:cond delay="0"/>
                                  </p:stCondLst>
                                  <p:childTnLst>
                                    <p:set>
                                      <p:cBhvr>
                                        <p:cTn id="126" dur="1" fill="hold">
                                          <p:stCondLst>
                                            <p:cond delay="0"/>
                                          </p:stCondLst>
                                        </p:cTn>
                                        <p:tgtEl>
                                          <p:spTgt spid="30"/>
                                        </p:tgtEl>
                                        <p:attrNameLst>
                                          <p:attrName>style.visibility</p:attrName>
                                        </p:attrNameLst>
                                      </p:cBhvr>
                                      <p:to>
                                        <p:strVal val="visible"/>
                                      </p:to>
                                    </p:set>
                                    <p:animEffect transition="in" filter="fade">
                                      <p:cBhvr>
                                        <p:cTn id="127" dur="500"/>
                                        <p:tgtEl>
                                          <p:spTgt spid="30"/>
                                        </p:tgtEl>
                                      </p:cBhvr>
                                    </p:animEffect>
                                  </p:childTnLst>
                                </p:cTn>
                              </p:par>
                            </p:childTnLst>
                          </p:cTn>
                        </p:par>
                      </p:childTnLst>
                    </p:cTn>
                  </p:par>
                  <p:par>
                    <p:cTn id="128" fill="hold">
                      <p:stCondLst>
                        <p:cond delay="indefinite"/>
                      </p:stCondLst>
                      <p:childTnLst>
                        <p:par>
                          <p:cTn id="129" fill="hold">
                            <p:stCondLst>
                              <p:cond delay="0"/>
                            </p:stCondLst>
                            <p:childTnLst>
                              <p:par>
                                <p:cTn id="130" presetID="10" presetClass="entr" presetSubtype="0" fill="hold" grpId="0" nodeType="clickEffect">
                                  <p:stCondLst>
                                    <p:cond delay="0"/>
                                  </p:stCondLst>
                                  <p:childTnLst>
                                    <p:set>
                                      <p:cBhvr>
                                        <p:cTn id="131" dur="1" fill="hold">
                                          <p:stCondLst>
                                            <p:cond delay="0"/>
                                          </p:stCondLst>
                                        </p:cTn>
                                        <p:tgtEl>
                                          <p:spTgt spid="107"/>
                                        </p:tgtEl>
                                        <p:attrNameLst>
                                          <p:attrName>style.visibility</p:attrName>
                                        </p:attrNameLst>
                                      </p:cBhvr>
                                      <p:to>
                                        <p:strVal val="visible"/>
                                      </p:to>
                                    </p:set>
                                    <p:animEffect transition="in" filter="fade">
                                      <p:cBhvr>
                                        <p:cTn id="132" dur="500"/>
                                        <p:tgtEl>
                                          <p:spTgt spid="107"/>
                                        </p:tgtEl>
                                      </p:cBhvr>
                                    </p:animEffect>
                                  </p:childTnLst>
                                </p:cTn>
                              </p:par>
                            </p:childTnLst>
                          </p:cTn>
                        </p:par>
                        <p:par>
                          <p:cTn id="133" fill="hold">
                            <p:stCondLst>
                              <p:cond delay="500"/>
                            </p:stCondLst>
                            <p:childTnLst>
                              <p:par>
                                <p:cTn id="134" presetID="10" presetClass="entr" presetSubtype="0" fill="hold" grpId="0" nodeType="afterEffect">
                                  <p:stCondLst>
                                    <p:cond delay="0"/>
                                  </p:stCondLst>
                                  <p:childTnLst>
                                    <p:set>
                                      <p:cBhvr>
                                        <p:cTn id="135" dur="1" fill="hold">
                                          <p:stCondLst>
                                            <p:cond delay="0"/>
                                          </p:stCondLst>
                                        </p:cTn>
                                        <p:tgtEl>
                                          <p:spTgt spid="109"/>
                                        </p:tgtEl>
                                        <p:attrNameLst>
                                          <p:attrName>style.visibility</p:attrName>
                                        </p:attrNameLst>
                                      </p:cBhvr>
                                      <p:to>
                                        <p:strVal val="visible"/>
                                      </p:to>
                                    </p:set>
                                    <p:animEffect transition="in" filter="fade">
                                      <p:cBhvr>
                                        <p:cTn id="136" dur="500"/>
                                        <p:tgtEl>
                                          <p:spTgt spid="1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26" grpId="0"/>
      <p:bldP spid="27" grpId="0"/>
      <p:bldP spid="28" grpId="0"/>
      <p:bldP spid="29" grpId="0"/>
      <p:bldP spid="38" grpId="0"/>
      <p:bldP spid="39" grpId="0"/>
      <p:bldP spid="57" grpId="0"/>
      <p:bldP spid="59" grpId="0"/>
      <p:bldP spid="53" grpId="0" animBg="1"/>
      <p:bldP spid="76" grpId="0"/>
      <p:bldP spid="103" grpId="0" animBg="1"/>
      <p:bldP spid="105" grpId="0"/>
      <p:bldP spid="105" grpId="1"/>
      <p:bldP spid="106" grpId="0"/>
      <p:bldP spid="106" grpId="1"/>
      <p:bldP spid="107" grpId="0" animBg="1"/>
      <p:bldP spid="102" grpId="0" animBg="1"/>
      <p:bldP spid="109"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 name="文字方塊 84">
            <a:extLst>
              <a:ext uri="{FF2B5EF4-FFF2-40B4-BE49-F238E27FC236}">
                <a16:creationId xmlns:a16="http://schemas.microsoft.com/office/drawing/2014/main" id="{C611F9A4-B448-4477-8F79-CF976C736319}"/>
              </a:ext>
            </a:extLst>
          </p:cNvPr>
          <p:cNvSpPr txBox="1"/>
          <p:nvPr/>
        </p:nvSpPr>
        <p:spPr>
          <a:xfrm>
            <a:off x="7244811" y="1681675"/>
            <a:ext cx="409509" cy="400110"/>
          </a:xfrm>
          <a:prstGeom prst="rect">
            <a:avLst/>
          </a:prstGeom>
          <a:noFill/>
        </p:spPr>
        <p:txBody>
          <a:bodyPr wrap="square" rtlCol="0">
            <a:spAutoFit/>
          </a:bodyPr>
          <a:lstStyle/>
          <a:p>
            <a:r>
              <a:rPr lang="en-US" altLang="zh-TW" sz="2000" b="0" dirty="0">
                <a:solidFill>
                  <a:schemeClr val="tx1"/>
                </a:solidFill>
                <a:cs typeface="Times New Roman" panose="02020603050405020304" pitchFamily="18" charset="0"/>
              </a:rPr>
              <a:t>9</a:t>
            </a:r>
            <a:endParaRPr lang="zh-TW" altLang="en-US" sz="2000" dirty="0">
              <a:solidFill>
                <a:schemeClr val="tx1"/>
              </a:solidFill>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20" name="標題 1">
                <a:extLst>
                  <a:ext uri="{FF2B5EF4-FFF2-40B4-BE49-F238E27FC236}">
                    <a16:creationId xmlns:a16="http://schemas.microsoft.com/office/drawing/2014/main" id="{1687287B-8E67-4D7E-B41C-C5050E04C2F0}"/>
                  </a:ext>
                </a:extLst>
              </p:cNvPr>
              <p:cNvSpPr txBox="1">
                <a:spLocks/>
              </p:cNvSpPr>
              <p:nvPr/>
            </p:nvSpPr>
            <p:spPr>
              <a:xfrm>
                <a:off x="455591" y="2220957"/>
                <a:ext cx="6164120" cy="5833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14:m>
                  <m:oMathPara xmlns:m="http://schemas.openxmlformats.org/officeDocument/2006/math">
                    <m:oMathParaPr>
                      <m:jc m:val="left"/>
                    </m:oMathParaPr>
                    <m:oMath xmlns:m="http://schemas.openxmlformats.org/officeDocument/2006/math">
                      <m:sSub>
                        <m:sSubPr>
                          <m:ctrlPr>
                            <a:rPr lang="en-US" altLang="zh-TW" sz="2800" b="0" i="1" smtClean="0">
                              <a:latin typeface="Cambria Math" panose="02040503050406030204" pitchFamily="18" charset="0"/>
                              <a:cs typeface="Times New Roman" panose="02020603050405020304" pitchFamily="18" charset="0"/>
                            </a:rPr>
                          </m:ctrlPr>
                        </m:sSubPr>
                        <m:e>
                          <m:r>
                            <a:rPr lang="en-US" altLang="zh-TW" sz="2800" b="0" i="1" smtClean="0">
                              <a:latin typeface="Cambria Math" panose="02040503050406030204" pitchFamily="18" charset="0"/>
                              <a:cs typeface="Times New Roman" panose="02020603050405020304" pitchFamily="18" charset="0"/>
                            </a:rPr>
                            <m:t>𝜏</m:t>
                          </m:r>
                        </m:e>
                        <m:sub>
                          <m:r>
                            <a:rPr lang="en-US" altLang="zh-TW" sz="2800" b="0" i="1" smtClean="0">
                              <a:latin typeface="Cambria Math" panose="02040503050406030204" pitchFamily="18" charset="0"/>
                              <a:cs typeface="Times New Roman" panose="02020603050405020304" pitchFamily="18" charset="0"/>
                            </a:rPr>
                            <m:t>3</m:t>
                          </m:r>
                        </m:sub>
                      </m:sSub>
                      <m:r>
                        <a:rPr lang="en-US" altLang="zh-TW" sz="2800" b="0" i="1" smtClean="0">
                          <a:latin typeface="Cambria Math" panose="02040503050406030204" pitchFamily="18" charset="0"/>
                          <a:cs typeface="Times New Roman" panose="02020603050405020304" pitchFamily="18" charset="0"/>
                        </a:rPr>
                        <m:t>= &lt;</m:t>
                      </m:r>
                      <m:r>
                        <a:rPr lang="zh-TW" altLang="en-US" sz="2800" i="1" smtClean="0">
                          <a:latin typeface="Cambria Math" panose="02040503050406030204" pitchFamily="18" charset="0"/>
                          <a:cs typeface="Times New Roman" panose="02020603050405020304" pitchFamily="18" charset="0"/>
                        </a:rPr>
                        <m:t>　</m:t>
                      </m:r>
                      <m:r>
                        <a:rPr lang="zh-TW" altLang="en-US" sz="2800" i="1">
                          <a:latin typeface="Cambria Math" panose="02040503050406030204" pitchFamily="18" charset="0"/>
                          <a:cs typeface="Times New Roman" panose="02020603050405020304" pitchFamily="18" charset="0"/>
                        </a:rPr>
                        <m:t>　</m:t>
                      </m:r>
                      <m:r>
                        <a:rPr lang="zh-TW" altLang="en-US" sz="2800" i="1" smtClean="0">
                          <a:latin typeface="Cambria Math" panose="02040503050406030204" pitchFamily="18" charset="0"/>
                          <a:cs typeface="Times New Roman" panose="02020603050405020304" pitchFamily="18" charset="0"/>
                        </a:rPr>
                        <m:t>　</m:t>
                      </m:r>
                      <m:r>
                        <a:rPr lang="zh-TW" altLang="en-US" sz="2800" i="1">
                          <a:latin typeface="Cambria Math" panose="02040503050406030204" pitchFamily="18" charset="0"/>
                          <a:cs typeface="Times New Roman" panose="02020603050405020304" pitchFamily="18" charset="0"/>
                        </a:rPr>
                        <m:t>　</m:t>
                      </m:r>
                      <m:r>
                        <a:rPr lang="zh-TW" altLang="en-US" sz="2800" i="1" smtClean="0">
                          <a:latin typeface="Cambria Math" panose="02040503050406030204" pitchFamily="18" charset="0"/>
                          <a:cs typeface="Times New Roman" panose="02020603050405020304" pitchFamily="18" charset="0"/>
                        </a:rPr>
                        <m:t>　</m:t>
                      </m:r>
                      <m:r>
                        <a:rPr lang="zh-TW" altLang="en-US" sz="2800" i="1" smtClean="0">
                          <a:latin typeface="Cambria Math" panose="02040503050406030204" pitchFamily="18" charset="0"/>
                          <a:cs typeface="Times New Roman" panose="02020603050405020304" pitchFamily="18" charset="0"/>
                        </a:rPr>
                        <m:t>　</m:t>
                      </m:r>
                      <m:r>
                        <a:rPr lang="zh-TW" altLang="en-US" sz="2800" i="1">
                          <a:latin typeface="Cambria Math" panose="02040503050406030204" pitchFamily="18" charset="0"/>
                          <a:cs typeface="Times New Roman" panose="02020603050405020304" pitchFamily="18" charset="0"/>
                        </a:rPr>
                        <m:t>　</m:t>
                      </m:r>
                      <m:r>
                        <a:rPr lang="zh-TW" altLang="en-US" sz="2800" i="1" smtClean="0">
                          <a:latin typeface="Cambria Math" panose="02040503050406030204" pitchFamily="18" charset="0"/>
                          <a:cs typeface="Times New Roman" panose="02020603050405020304" pitchFamily="18" charset="0"/>
                        </a:rPr>
                        <m:t>　</m:t>
                      </m:r>
                      <m:r>
                        <a:rPr lang="zh-TW" altLang="en-US" sz="2800" i="1">
                          <a:latin typeface="Cambria Math" panose="02040503050406030204" pitchFamily="18" charset="0"/>
                          <a:cs typeface="Times New Roman" panose="02020603050405020304" pitchFamily="18" charset="0"/>
                        </a:rPr>
                        <m:t>　</m:t>
                      </m:r>
                      <m:r>
                        <a:rPr lang="zh-TW" altLang="en-US" sz="2800" i="1" smtClean="0">
                          <a:latin typeface="Cambria Math" panose="02040503050406030204" pitchFamily="18" charset="0"/>
                          <a:cs typeface="Times New Roman" panose="02020603050405020304" pitchFamily="18" charset="0"/>
                        </a:rPr>
                        <m:t>　</m:t>
                      </m:r>
                      <m:r>
                        <a:rPr lang="en-US" altLang="zh-TW" sz="2800" b="0" i="1" smtClean="0">
                          <a:latin typeface="Cambria Math" panose="02040503050406030204" pitchFamily="18" charset="0"/>
                          <a:cs typeface="Times New Roman" panose="02020603050405020304" pitchFamily="18" charset="0"/>
                        </a:rPr>
                        <m:t>   </m:t>
                      </m:r>
                      <m:r>
                        <a:rPr lang="en-US" altLang="zh-TW" sz="2800" b="0" i="1" smtClean="0">
                          <a:latin typeface="Cambria Math" panose="02040503050406030204" pitchFamily="18" charset="0"/>
                          <a:cs typeface="Times New Roman" panose="02020603050405020304" pitchFamily="18" charset="0"/>
                        </a:rPr>
                        <m:t>&gt;</m:t>
                      </m:r>
                    </m:oMath>
                  </m:oMathPara>
                </a14:m>
                <a:endParaRPr lang="zh-TW" altLang="en-US" sz="2800" dirty="0">
                  <a:latin typeface="Times New Roman" panose="02020603050405020304" pitchFamily="18" charset="0"/>
                  <a:cs typeface="Times New Roman" panose="02020603050405020304" pitchFamily="18" charset="0"/>
                </a:endParaRPr>
              </a:p>
            </p:txBody>
          </p:sp>
        </mc:Choice>
        <mc:Fallback>
          <p:sp>
            <p:nvSpPr>
              <p:cNvPr id="20" name="標題 1">
                <a:extLst>
                  <a:ext uri="{FF2B5EF4-FFF2-40B4-BE49-F238E27FC236}">
                    <a16:creationId xmlns:a16="http://schemas.microsoft.com/office/drawing/2014/main" id="{1687287B-8E67-4D7E-B41C-C5050E04C2F0}"/>
                  </a:ext>
                </a:extLst>
              </p:cNvPr>
              <p:cNvSpPr txBox="1">
                <a:spLocks noRot="1" noChangeAspect="1" noMove="1" noResize="1" noEditPoints="1" noAdjustHandles="1" noChangeArrowheads="1" noChangeShapeType="1" noTextEdit="1"/>
              </p:cNvSpPr>
              <p:nvPr/>
            </p:nvSpPr>
            <p:spPr>
              <a:xfrm>
                <a:off x="455591" y="2220957"/>
                <a:ext cx="6164120" cy="583367"/>
              </a:xfrm>
              <a:prstGeom prst="rect">
                <a:avLst/>
              </a:prstGeom>
              <a:blipFill>
                <a:blip r:embed="rId2"/>
                <a:stretch>
                  <a:fillRect/>
                </a:stretch>
              </a:blipFill>
            </p:spPr>
            <p:txBody>
              <a:bodyPr/>
              <a:lstStyle/>
              <a:p>
                <a:r>
                  <a:rPr lang="zh-TW" altLang="en-US">
                    <a:noFill/>
                  </a:rPr>
                  <a:t> </a:t>
                </a:r>
              </a:p>
            </p:txBody>
          </p:sp>
        </mc:Fallback>
      </mc:AlternateContent>
      <p:sp>
        <p:nvSpPr>
          <p:cNvPr id="4" name="投影片編號版面配置區 3">
            <a:extLst>
              <a:ext uri="{FF2B5EF4-FFF2-40B4-BE49-F238E27FC236}">
                <a16:creationId xmlns:a16="http://schemas.microsoft.com/office/drawing/2014/main" id="{7F4D9D44-6606-42C2-BA3D-F1765E7EF123}"/>
              </a:ext>
            </a:extLst>
          </p:cNvPr>
          <p:cNvSpPr>
            <a:spLocks noGrp="1"/>
          </p:cNvSpPr>
          <p:nvPr>
            <p:ph type="sldNum" sz="quarter" idx="12"/>
          </p:nvPr>
        </p:nvSpPr>
        <p:spPr/>
        <p:txBody>
          <a:bodyPr/>
          <a:lstStyle/>
          <a:p>
            <a:fld id="{872633CA-77E0-4863-94F8-E28139DFB2B4}" type="slidenum">
              <a:rPr lang="zh-TW" altLang="en-US" smtClean="0"/>
              <a:t>17</a:t>
            </a:fld>
            <a:endParaRPr lang="zh-TW" altLang="en-US"/>
          </a:p>
        </p:txBody>
      </p:sp>
      <p:sp>
        <p:nvSpPr>
          <p:cNvPr id="5" name="標題 1">
            <a:extLst>
              <a:ext uri="{FF2B5EF4-FFF2-40B4-BE49-F238E27FC236}">
                <a16:creationId xmlns:a16="http://schemas.microsoft.com/office/drawing/2014/main" id="{5A46E66C-CC98-4C59-8C7A-FC35658B9B20}"/>
              </a:ext>
            </a:extLst>
          </p:cNvPr>
          <p:cNvSpPr txBox="1">
            <a:spLocks/>
          </p:cNvSpPr>
          <p:nvPr/>
        </p:nvSpPr>
        <p:spPr>
          <a:xfrm>
            <a:off x="471956" y="414725"/>
            <a:ext cx="7886700" cy="5833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3200" dirty="0">
                <a:latin typeface="Times New Roman" panose="02020603050405020304" pitchFamily="18" charset="0"/>
                <a:cs typeface="Times New Roman" panose="02020603050405020304" pitchFamily="18" charset="0"/>
              </a:rPr>
              <a:t>Step by step (Iteration 2)</a:t>
            </a:r>
            <a:endParaRPr lang="zh-TW" altLang="en-US" sz="3200" dirty="0">
              <a:latin typeface="Times New Roman" panose="02020603050405020304" pitchFamily="18" charset="0"/>
              <a:cs typeface="Times New Roman" panose="02020603050405020304" pitchFamily="18" charset="0"/>
            </a:endParaRPr>
          </a:p>
        </p:txBody>
      </p:sp>
      <p:pic>
        <p:nvPicPr>
          <p:cNvPr id="2" name="圖片 1">
            <a:extLst>
              <a:ext uri="{FF2B5EF4-FFF2-40B4-BE49-F238E27FC236}">
                <a16:creationId xmlns:a16="http://schemas.microsoft.com/office/drawing/2014/main" id="{10941936-47F8-4B33-9F4A-0929A1113553}"/>
              </a:ext>
            </a:extLst>
          </p:cNvPr>
          <p:cNvPicPr>
            <a:picLocks noChangeAspect="1"/>
          </p:cNvPicPr>
          <p:nvPr/>
        </p:nvPicPr>
        <p:blipFill>
          <a:blip r:embed="rId3"/>
          <a:stretch>
            <a:fillRect/>
          </a:stretch>
        </p:blipFill>
        <p:spPr>
          <a:xfrm>
            <a:off x="463658" y="3045469"/>
            <a:ext cx="7287744" cy="3526867"/>
          </a:xfrm>
          <a:prstGeom prst="rect">
            <a:avLst/>
          </a:prstGeom>
        </p:spPr>
      </p:pic>
      <p:sp>
        <p:nvSpPr>
          <p:cNvPr id="9" name="矩形: 圓角 8">
            <a:extLst>
              <a:ext uri="{FF2B5EF4-FFF2-40B4-BE49-F238E27FC236}">
                <a16:creationId xmlns:a16="http://schemas.microsoft.com/office/drawing/2014/main" id="{DCE01D28-1BC6-4FB2-B0E3-7A047ACD49DE}"/>
              </a:ext>
            </a:extLst>
          </p:cNvPr>
          <p:cNvSpPr/>
          <p:nvPr/>
        </p:nvSpPr>
        <p:spPr>
          <a:xfrm>
            <a:off x="7205918" y="1599575"/>
            <a:ext cx="342900" cy="864241"/>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rgbClr val="FF0000"/>
              </a:solidFill>
            </a:endParaRPr>
          </a:p>
        </p:txBody>
      </p:sp>
      <mc:AlternateContent xmlns:mc="http://schemas.openxmlformats.org/markup-compatibility/2006">
        <mc:Choice xmlns:a14="http://schemas.microsoft.com/office/drawing/2010/main" Requires="a14">
          <p:sp>
            <p:nvSpPr>
              <p:cNvPr id="13" name="標題 1">
                <a:extLst>
                  <a:ext uri="{FF2B5EF4-FFF2-40B4-BE49-F238E27FC236}">
                    <a16:creationId xmlns:a16="http://schemas.microsoft.com/office/drawing/2014/main" id="{CF480C55-80E1-4321-832C-4E4BBBE39C18}"/>
                  </a:ext>
                </a:extLst>
              </p:cNvPr>
              <p:cNvSpPr txBox="1">
                <a:spLocks/>
              </p:cNvSpPr>
              <p:nvPr/>
            </p:nvSpPr>
            <p:spPr>
              <a:xfrm>
                <a:off x="455590" y="1493815"/>
                <a:ext cx="6247159" cy="5833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14:m>
                  <m:oMathPara xmlns:m="http://schemas.openxmlformats.org/officeDocument/2006/math">
                    <m:oMathParaPr>
                      <m:jc m:val="left"/>
                    </m:oMathParaPr>
                    <m:oMath xmlns:m="http://schemas.openxmlformats.org/officeDocument/2006/math">
                      <m:sSub>
                        <m:sSubPr>
                          <m:ctrlPr>
                            <a:rPr lang="en-US" altLang="zh-TW" sz="2800" b="0" i="1" smtClean="0">
                              <a:latin typeface="Cambria Math" panose="02040503050406030204" pitchFamily="18" charset="0"/>
                              <a:cs typeface="Times New Roman" panose="02020603050405020304" pitchFamily="18" charset="0"/>
                            </a:rPr>
                          </m:ctrlPr>
                        </m:sSubPr>
                        <m:e>
                          <m:r>
                            <a:rPr lang="en-US" altLang="zh-TW" sz="2800" b="0" i="1" smtClean="0">
                              <a:latin typeface="Cambria Math" panose="02040503050406030204" pitchFamily="18" charset="0"/>
                              <a:cs typeface="Times New Roman" panose="02020603050405020304" pitchFamily="18" charset="0"/>
                            </a:rPr>
                            <m:t>𝜏</m:t>
                          </m:r>
                        </m:e>
                        <m:sub>
                          <m:r>
                            <a:rPr lang="en-US" altLang="zh-TW" sz="2800" b="0" i="1" smtClean="0">
                              <a:latin typeface="Cambria Math" panose="02040503050406030204" pitchFamily="18" charset="0"/>
                              <a:cs typeface="Times New Roman" panose="02020603050405020304" pitchFamily="18" charset="0"/>
                            </a:rPr>
                            <m:t>2</m:t>
                          </m:r>
                        </m:sub>
                      </m:sSub>
                      <m:r>
                        <a:rPr lang="en-US" altLang="zh-TW" sz="2800" b="0" i="1" smtClean="0">
                          <a:latin typeface="Cambria Math" panose="02040503050406030204" pitchFamily="18" charset="0"/>
                          <a:cs typeface="Times New Roman" panose="02020603050405020304" pitchFamily="18" charset="0"/>
                        </a:rPr>
                        <m:t>= &lt;</m:t>
                      </m:r>
                      <m:r>
                        <a:rPr lang="en-US" altLang="zh-TW" sz="2800" b="0" i="1" smtClean="0">
                          <a:latin typeface="Cambria Math" panose="02040503050406030204" pitchFamily="18" charset="0"/>
                          <a:cs typeface="Times New Roman" panose="02020603050405020304" pitchFamily="18" charset="0"/>
                        </a:rPr>
                        <m:t>6</m:t>
                      </m:r>
                      <m:r>
                        <a:rPr lang="en-US" altLang="zh-TW" sz="2800" b="0" i="1" smtClean="0">
                          <a:latin typeface="Cambria Math" panose="02040503050406030204" pitchFamily="18" charset="0"/>
                          <a:cs typeface="Times New Roman" panose="02020603050405020304" pitchFamily="18" charset="0"/>
                        </a:rPr>
                        <m:t>, 4, </m:t>
                      </m:r>
                      <m:r>
                        <a:rPr lang="en-US" altLang="zh-TW" sz="2800" b="0" i="1" smtClean="0">
                          <a:latin typeface="Cambria Math" panose="02040503050406030204" pitchFamily="18" charset="0"/>
                          <a:cs typeface="Times New Roman" panose="02020603050405020304" pitchFamily="18" charset="0"/>
                        </a:rPr>
                        <m:t>3, 7</m:t>
                      </m:r>
                      <m:r>
                        <a:rPr lang="en-US" altLang="zh-TW" sz="2800" b="0" i="1" smtClean="0">
                          <a:latin typeface="Cambria Math" panose="02040503050406030204" pitchFamily="18" charset="0"/>
                          <a:cs typeface="Times New Roman" panose="02020603050405020304" pitchFamily="18" charset="0"/>
                        </a:rPr>
                        <m:t>, 5, </m:t>
                      </m:r>
                      <m:r>
                        <a:rPr lang="en-US" altLang="zh-TW" sz="2800" b="0" i="1" smtClean="0">
                          <a:latin typeface="Cambria Math" panose="02040503050406030204" pitchFamily="18" charset="0"/>
                          <a:cs typeface="Times New Roman" panose="02020603050405020304" pitchFamily="18" charset="0"/>
                        </a:rPr>
                        <m:t>8, 9, 12</m:t>
                      </m:r>
                      <m:r>
                        <a:rPr lang="en-US" altLang="zh-TW" sz="2800" b="0" i="1" smtClean="0">
                          <a:latin typeface="Cambria Math" panose="02040503050406030204" pitchFamily="18" charset="0"/>
                          <a:cs typeface="Times New Roman" panose="02020603050405020304" pitchFamily="18" charset="0"/>
                        </a:rPr>
                        <m:t>, </m:t>
                      </m:r>
                      <m:r>
                        <a:rPr lang="en-US" altLang="zh-TW" sz="2800" b="0" i="1" smtClean="0">
                          <a:latin typeface="Cambria Math" panose="02040503050406030204" pitchFamily="18" charset="0"/>
                          <a:cs typeface="Times New Roman" panose="02020603050405020304" pitchFamily="18" charset="0"/>
                        </a:rPr>
                        <m:t>11</m:t>
                      </m:r>
                      <m:r>
                        <a:rPr lang="en-US" altLang="zh-TW" sz="2800" b="0" i="1" smtClean="0">
                          <a:latin typeface="Cambria Math" panose="02040503050406030204" pitchFamily="18" charset="0"/>
                          <a:cs typeface="Times New Roman" panose="02020603050405020304" pitchFamily="18" charset="0"/>
                        </a:rPr>
                        <m:t>, </m:t>
                      </m:r>
                      <m:r>
                        <a:rPr lang="en-US" altLang="zh-TW" sz="2800" b="0" i="1" smtClean="0">
                          <a:latin typeface="Cambria Math" panose="02040503050406030204" pitchFamily="18" charset="0"/>
                          <a:cs typeface="Times New Roman" panose="02020603050405020304" pitchFamily="18" charset="0"/>
                        </a:rPr>
                        <m:t>10</m:t>
                      </m:r>
                      <m:r>
                        <a:rPr lang="en-US" altLang="zh-TW" sz="2800" b="0" i="1" smtClean="0">
                          <a:latin typeface="Cambria Math" panose="02040503050406030204" pitchFamily="18" charset="0"/>
                          <a:cs typeface="Times New Roman" panose="02020603050405020304" pitchFamily="18" charset="0"/>
                        </a:rPr>
                        <m:t>&gt;</m:t>
                      </m:r>
                    </m:oMath>
                  </m:oMathPara>
                </a14:m>
                <a:endParaRPr lang="zh-TW" altLang="en-US" sz="2800" dirty="0">
                  <a:latin typeface="Times New Roman" panose="02020603050405020304" pitchFamily="18" charset="0"/>
                  <a:cs typeface="Times New Roman" panose="02020603050405020304" pitchFamily="18" charset="0"/>
                </a:endParaRPr>
              </a:p>
            </p:txBody>
          </p:sp>
        </mc:Choice>
        <mc:Fallback>
          <p:sp>
            <p:nvSpPr>
              <p:cNvPr id="13" name="標題 1">
                <a:extLst>
                  <a:ext uri="{FF2B5EF4-FFF2-40B4-BE49-F238E27FC236}">
                    <a16:creationId xmlns:a16="http://schemas.microsoft.com/office/drawing/2014/main" id="{CF480C55-80E1-4321-832C-4E4BBBE39C18}"/>
                  </a:ext>
                </a:extLst>
              </p:cNvPr>
              <p:cNvSpPr txBox="1">
                <a:spLocks noRot="1" noChangeAspect="1" noMove="1" noResize="1" noEditPoints="1" noAdjustHandles="1" noChangeArrowheads="1" noChangeShapeType="1" noTextEdit="1"/>
              </p:cNvSpPr>
              <p:nvPr/>
            </p:nvSpPr>
            <p:spPr>
              <a:xfrm>
                <a:off x="455590" y="1493815"/>
                <a:ext cx="6247159" cy="583367"/>
              </a:xfrm>
              <a:prstGeom prst="rect">
                <a:avLst/>
              </a:prstGeom>
              <a:blipFill>
                <a:blip r:embed="rId4"/>
                <a:stretch>
                  <a:fillRect/>
                </a:stretch>
              </a:blipFill>
            </p:spPr>
            <p:txBody>
              <a:bodyPr/>
              <a:lstStyle/>
              <a:p>
                <a:r>
                  <a:rPr lang="zh-TW" altLang="en-US">
                    <a:noFill/>
                  </a:rPr>
                  <a:t> </a:t>
                </a:r>
              </a:p>
            </p:txBody>
          </p:sp>
        </mc:Fallback>
      </mc:AlternateContent>
      <p:grpSp>
        <p:nvGrpSpPr>
          <p:cNvPr id="31" name="群組 30">
            <a:extLst>
              <a:ext uri="{FF2B5EF4-FFF2-40B4-BE49-F238E27FC236}">
                <a16:creationId xmlns:a16="http://schemas.microsoft.com/office/drawing/2014/main" id="{99D3FE43-588B-40FA-9A8C-0FEBFFAFD0F1}"/>
              </a:ext>
            </a:extLst>
          </p:cNvPr>
          <p:cNvGrpSpPr/>
          <p:nvPr/>
        </p:nvGrpSpPr>
        <p:grpSpPr>
          <a:xfrm>
            <a:off x="6387499" y="1587634"/>
            <a:ext cx="717905" cy="523220"/>
            <a:chOff x="6190895" y="991029"/>
            <a:chExt cx="717905" cy="523220"/>
          </a:xfrm>
        </p:grpSpPr>
        <p:cxnSp>
          <p:nvCxnSpPr>
            <p:cNvPr id="10" name="直線單箭頭接點 9">
              <a:extLst>
                <a:ext uri="{FF2B5EF4-FFF2-40B4-BE49-F238E27FC236}">
                  <a16:creationId xmlns:a16="http://schemas.microsoft.com/office/drawing/2014/main" id="{E9E9704E-5414-4B07-A814-9EDD884A73FE}"/>
                </a:ext>
              </a:extLst>
            </p:cNvPr>
            <p:cNvCxnSpPr>
              <a:cxnSpLocks/>
            </p:cNvCxnSpPr>
            <p:nvPr/>
          </p:nvCxnSpPr>
          <p:spPr>
            <a:xfrm>
              <a:off x="6565900" y="1306760"/>
              <a:ext cx="342900" cy="0"/>
            </a:xfrm>
            <a:prstGeom prst="straightConnector1">
              <a:avLst/>
            </a:prstGeom>
            <a:noFill/>
            <a:ln w="28575">
              <a:solidFill>
                <a:srgbClr val="FF0000"/>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cxnSp>
        <mc:AlternateContent xmlns:mc="http://schemas.openxmlformats.org/markup-compatibility/2006" xmlns:a14="http://schemas.microsoft.com/office/drawing/2010/main">
          <mc:Choice Requires="a14">
            <p:sp>
              <p:nvSpPr>
                <p:cNvPr id="14" name="矩形 13">
                  <a:extLst>
                    <a:ext uri="{FF2B5EF4-FFF2-40B4-BE49-F238E27FC236}">
                      <a16:creationId xmlns:a16="http://schemas.microsoft.com/office/drawing/2014/main" id="{F5C27E8C-E866-4B5F-B16C-FB8C4FA3AF87}"/>
                    </a:ext>
                  </a:extLst>
                </p:cNvPr>
                <p:cNvSpPr/>
                <p:nvPr/>
              </p:nvSpPr>
              <p:spPr>
                <a:xfrm>
                  <a:off x="6190895" y="991029"/>
                  <a:ext cx="453842"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sz="2800" b="0" i="1" dirty="0" smtClean="0">
                            <a:solidFill>
                              <a:srgbClr val="FF0000"/>
                            </a:solidFill>
                            <a:latin typeface="Cambria Math" panose="02040503050406030204" pitchFamily="18" charset="0"/>
                            <a:cs typeface="Times New Roman" panose="02020603050405020304" pitchFamily="18" charset="0"/>
                          </a:rPr>
                          <m:t>𝑟</m:t>
                        </m:r>
                      </m:oMath>
                    </m:oMathPara>
                  </a14:m>
                  <a:endParaRPr lang="zh-TW" altLang="en-US" sz="2800" i="1" dirty="0">
                    <a:solidFill>
                      <a:srgbClr val="FF0000"/>
                    </a:solidFill>
                    <a:latin typeface="Times New Roman" panose="02020603050405020304" pitchFamily="18" charset="0"/>
                    <a:cs typeface="Times New Roman" panose="02020603050405020304" pitchFamily="18" charset="0"/>
                  </a:endParaRPr>
                </a:p>
              </p:txBody>
            </p:sp>
          </mc:Choice>
          <mc:Fallback xmlns="">
            <p:sp>
              <p:nvSpPr>
                <p:cNvPr id="14" name="矩形 13">
                  <a:extLst>
                    <a:ext uri="{FF2B5EF4-FFF2-40B4-BE49-F238E27FC236}">
                      <a16:creationId xmlns:a16="http://schemas.microsoft.com/office/drawing/2014/main" id="{F5C27E8C-E866-4B5F-B16C-FB8C4FA3AF87}"/>
                    </a:ext>
                  </a:extLst>
                </p:cNvPr>
                <p:cNvSpPr>
                  <a:spLocks noRot="1" noChangeAspect="1" noMove="1" noResize="1" noEditPoints="1" noAdjustHandles="1" noChangeArrowheads="1" noChangeShapeType="1" noTextEdit="1"/>
                </p:cNvSpPr>
                <p:nvPr/>
              </p:nvSpPr>
              <p:spPr>
                <a:xfrm>
                  <a:off x="6190895" y="991029"/>
                  <a:ext cx="453842" cy="523220"/>
                </a:xfrm>
                <a:prstGeom prst="rect">
                  <a:avLst/>
                </a:prstGeom>
                <a:blipFill>
                  <a:blip r:embed="rId14"/>
                  <a:stretch>
                    <a:fillRect/>
                  </a:stretch>
                </a:blipFill>
              </p:spPr>
              <p:txBody>
                <a:bodyPr/>
                <a:lstStyle/>
                <a:p>
                  <a:r>
                    <a:rPr lang="zh-TW" altLang="en-US">
                      <a:noFill/>
                    </a:rPr>
                    <a:t> </a:t>
                  </a:r>
                </a:p>
              </p:txBody>
            </p:sp>
          </mc:Fallback>
        </mc:AlternateContent>
      </p:grpSp>
      <p:cxnSp>
        <p:nvCxnSpPr>
          <p:cNvPr id="16" name="直線單箭頭接點 15">
            <a:extLst>
              <a:ext uri="{FF2B5EF4-FFF2-40B4-BE49-F238E27FC236}">
                <a16:creationId xmlns:a16="http://schemas.microsoft.com/office/drawing/2014/main" id="{13803DD1-CD9D-490C-9461-2A48F4A598FC}"/>
              </a:ext>
            </a:extLst>
          </p:cNvPr>
          <p:cNvCxnSpPr>
            <a:cxnSpLocks/>
          </p:cNvCxnSpPr>
          <p:nvPr/>
        </p:nvCxnSpPr>
        <p:spPr>
          <a:xfrm flipV="1">
            <a:off x="1643995" y="1603983"/>
            <a:ext cx="317500" cy="324052"/>
          </a:xfrm>
          <a:prstGeom prst="straightConnector1">
            <a:avLst/>
          </a:prstGeom>
          <a:noFill/>
          <a:ln w="28575">
            <a:solidFill>
              <a:srgbClr val="FF0000"/>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cxnSp>
      <p:cxnSp>
        <p:nvCxnSpPr>
          <p:cNvPr id="21" name="直線單箭頭接點 20">
            <a:extLst>
              <a:ext uri="{FF2B5EF4-FFF2-40B4-BE49-F238E27FC236}">
                <a16:creationId xmlns:a16="http://schemas.microsoft.com/office/drawing/2014/main" id="{58A39743-37E3-49D9-81C4-353819BBD59F}"/>
              </a:ext>
            </a:extLst>
          </p:cNvPr>
          <p:cNvCxnSpPr>
            <a:cxnSpLocks/>
          </p:cNvCxnSpPr>
          <p:nvPr/>
        </p:nvCxnSpPr>
        <p:spPr>
          <a:xfrm flipV="1">
            <a:off x="1990756" y="1603983"/>
            <a:ext cx="317500" cy="324052"/>
          </a:xfrm>
          <a:prstGeom prst="straightConnector1">
            <a:avLst/>
          </a:prstGeom>
          <a:noFill/>
          <a:ln w="28575">
            <a:solidFill>
              <a:srgbClr val="FF0000"/>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cxnSp>
      <p:cxnSp>
        <p:nvCxnSpPr>
          <p:cNvPr id="25" name="直線單箭頭接點 24">
            <a:extLst>
              <a:ext uri="{FF2B5EF4-FFF2-40B4-BE49-F238E27FC236}">
                <a16:creationId xmlns:a16="http://schemas.microsoft.com/office/drawing/2014/main" id="{D44E427D-7132-4CDD-B164-614E1EFA5E90}"/>
              </a:ext>
            </a:extLst>
          </p:cNvPr>
          <p:cNvCxnSpPr>
            <a:cxnSpLocks/>
          </p:cNvCxnSpPr>
          <p:nvPr/>
        </p:nvCxnSpPr>
        <p:spPr>
          <a:xfrm flipV="1">
            <a:off x="2332970" y="1603983"/>
            <a:ext cx="317500" cy="324052"/>
          </a:xfrm>
          <a:prstGeom prst="straightConnector1">
            <a:avLst/>
          </a:prstGeom>
          <a:noFill/>
          <a:ln w="28575">
            <a:solidFill>
              <a:srgbClr val="FF0000"/>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cxnSp>
      <mc:AlternateContent xmlns:mc="http://schemas.openxmlformats.org/markup-compatibility/2006">
        <mc:Choice xmlns:a14="http://schemas.microsoft.com/office/drawing/2010/main" Requires="a14">
          <p:sp>
            <p:nvSpPr>
              <p:cNvPr id="27" name="矩形 26">
                <a:extLst>
                  <a:ext uri="{FF2B5EF4-FFF2-40B4-BE49-F238E27FC236}">
                    <a16:creationId xmlns:a16="http://schemas.microsoft.com/office/drawing/2014/main" id="{5681FA50-0903-4367-A3BC-A92F1B8BC279}"/>
                  </a:ext>
                </a:extLst>
              </p:cNvPr>
              <p:cNvSpPr/>
              <p:nvPr/>
            </p:nvSpPr>
            <p:spPr>
              <a:xfrm>
                <a:off x="3916982" y="2289914"/>
                <a:ext cx="663964"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sz="2800" b="0" i="1" smtClean="0">
                          <a:latin typeface="Cambria Math" panose="02040503050406030204" pitchFamily="18" charset="0"/>
                          <a:cs typeface="Times New Roman" panose="02020603050405020304" pitchFamily="18" charset="0"/>
                        </a:rPr>
                        <m:t>12</m:t>
                      </m:r>
                    </m:oMath>
                  </m:oMathPara>
                </a14:m>
                <a:endParaRPr lang="zh-TW" altLang="en-US" sz="2800" dirty="0"/>
              </a:p>
            </p:txBody>
          </p:sp>
        </mc:Choice>
        <mc:Fallback>
          <p:sp>
            <p:nvSpPr>
              <p:cNvPr id="27" name="矩形 26">
                <a:extLst>
                  <a:ext uri="{FF2B5EF4-FFF2-40B4-BE49-F238E27FC236}">
                    <a16:creationId xmlns:a16="http://schemas.microsoft.com/office/drawing/2014/main" id="{5681FA50-0903-4367-A3BC-A92F1B8BC279}"/>
                  </a:ext>
                </a:extLst>
              </p:cNvPr>
              <p:cNvSpPr>
                <a:spLocks noRot="1" noChangeAspect="1" noMove="1" noResize="1" noEditPoints="1" noAdjustHandles="1" noChangeArrowheads="1" noChangeShapeType="1" noTextEdit="1"/>
              </p:cNvSpPr>
              <p:nvPr/>
            </p:nvSpPr>
            <p:spPr>
              <a:xfrm>
                <a:off x="3916982" y="2289914"/>
                <a:ext cx="663964" cy="523220"/>
              </a:xfrm>
              <a:prstGeom prst="rect">
                <a:avLst/>
              </a:prstGeom>
              <a:blipFill>
                <a:blip r:embed="rId15"/>
                <a:stretch>
                  <a:fillRect/>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28" name="矩形 27">
                <a:extLst>
                  <a:ext uri="{FF2B5EF4-FFF2-40B4-BE49-F238E27FC236}">
                    <a16:creationId xmlns:a16="http://schemas.microsoft.com/office/drawing/2014/main" id="{7D503331-34D9-4347-84EB-209EAACB2BAB}"/>
                  </a:ext>
                </a:extLst>
              </p:cNvPr>
              <p:cNvSpPr/>
              <p:nvPr/>
            </p:nvSpPr>
            <p:spPr>
              <a:xfrm>
                <a:off x="4433206" y="2289914"/>
                <a:ext cx="663964"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sz="2800" b="0" i="1" smtClean="0">
                          <a:latin typeface="Cambria Math" panose="02040503050406030204" pitchFamily="18" charset="0"/>
                          <a:cs typeface="Times New Roman" panose="02020603050405020304" pitchFamily="18" charset="0"/>
                        </a:rPr>
                        <m:t>11</m:t>
                      </m:r>
                    </m:oMath>
                  </m:oMathPara>
                </a14:m>
                <a:endParaRPr lang="zh-TW" altLang="en-US" sz="2800" dirty="0"/>
              </a:p>
            </p:txBody>
          </p:sp>
        </mc:Choice>
        <mc:Fallback>
          <p:sp>
            <p:nvSpPr>
              <p:cNvPr id="28" name="矩形 27">
                <a:extLst>
                  <a:ext uri="{FF2B5EF4-FFF2-40B4-BE49-F238E27FC236}">
                    <a16:creationId xmlns:a16="http://schemas.microsoft.com/office/drawing/2014/main" id="{7D503331-34D9-4347-84EB-209EAACB2BAB}"/>
                  </a:ext>
                </a:extLst>
              </p:cNvPr>
              <p:cNvSpPr>
                <a:spLocks noRot="1" noChangeAspect="1" noMove="1" noResize="1" noEditPoints="1" noAdjustHandles="1" noChangeArrowheads="1" noChangeShapeType="1" noTextEdit="1"/>
              </p:cNvSpPr>
              <p:nvPr/>
            </p:nvSpPr>
            <p:spPr>
              <a:xfrm>
                <a:off x="4433206" y="2289914"/>
                <a:ext cx="663964" cy="523220"/>
              </a:xfrm>
              <a:prstGeom prst="rect">
                <a:avLst/>
              </a:prstGeom>
              <a:blipFill>
                <a:blip r:embed="rId16"/>
                <a:stretch>
                  <a:fillRect/>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29" name="矩形 28">
                <a:extLst>
                  <a:ext uri="{FF2B5EF4-FFF2-40B4-BE49-F238E27FC236}">
                    <a16:creationId xmlns:a16="http://schemas.microsoft.com/office/drawing/2014/main" id="{C8A1AFE3-AA5C-471E-B9B6-5C0DC7A9F1B6}"/>
                  </a:ext>
                </a:extLst>
              </p:cNvPr>
              <p:cNvSpPr/>
              <p:nvPr/>
            </p:nvSpPr>
            <p:spPr>
              <a:xfrm>
                <a:off x="4917777" y="2289914"/>
                <a:ext cx="663964"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sz="2800" b="0" i="1" smtClean="0">
                          <a:latin typeface="Cambria Math" panose="02040503050406030204" pitchFamily="18" charset="0"/>
                          <a:cs typeface="Times New Roman" panose="02020603050405020304" pitchFamily="18" charset="0"/>
                        </a:rPr>
                        <m:t>10</m:t>
                      </m:r>
                    </m:oMath>
                  </m:oMathPara>
                </a14:m>
                <a:endParaRPr lang="zh-TW" altLang="en-US" sz="2800" dirty="0"/>
              </a:p>
            </p:txBody>
          </p:sp>
        </mc:Choice>
        <mc:Fallback>
          <p:sp>
            <p:nvSpPr>
              <p:cNvPr id="29" name="矩形 28">
                <a:extLst>
                  <a:ext uri="{FF2B5EF4-FFF2-40B4-BE49-F238E27FC236}">
                    <a16:creationId xmlns:a16="http://schemas.microsoft.com/office/drawing/2014/main" id="{C8A1AFE3-AA5C-471E-B9B6-5C0DC7A9F1B6}"/>
                  </a:ext>
                </a:extLst>
              </p:cNvPr>
              <p:cNvSpPr>
                <a:spLocks noRot="1" noChangeAspect="1" noMove="1" noResize="1" noEditPoints="1" noAdjustHandles="1" noChangeArrowheads="1" noChangeShapeType="1" noTextEdit="1"/>
              </p:cNvSpPr>
              <p:nvPr/>
            </p:nvSpPr>
            <p:spPr>
              <a:xfrm>
                <a:off x="4917777" y="2289914"/>
                <a:ext cx="663964" cy="523220"/>
              </a:xfrm>
              <a:prstGeom prst="rect">
                <a:avLst/>
              </a:prstGeom>
              <a:blipFill>
                <a:blip r:embed="rId17"/>
                <a:stretch>
                  <a:fillRect/>
                </a:stretch>
              </a:blipFill>
            </p:spPr>
            <p:txBody>
              <a:bodyPr/>
              <a:lstStyle/>
              <a:p>
                <a:r>
                  <a:rPr lang="zh-TW" altLang="en-US">
                    <a:noFill/>
                  </a:rPr>
                  <a:t> </a:t>
                </a:r>
              </a:p>
            </p:txBody>
          </p:sp>
        </mc:Fallback>
      </mc:AlternateContent>
      <p:cxnSp>
        <p:nvCxnSpPr>
          <p:cNvPr id="32" name="直線單箭頭接點 31">
            <a:extLst>
              <a:ext uri="{FF2B5EF4-FFF2-40B4-BE49-F238E27FC236}">
                <a16:creationId xmlns:a16="http://schemas.microsoft.com/office/drawing/2014/main" id="{D01A1DDC-1B38-431E-B7DF-77CA0446CD38}"/>
              </a:ext>
            </a:extLst>
          </p:cNvPr>
          <p:cNvCxnSpPr>
            <a:cxnSpLocks/>
          </p:cNvCxnSpPr>
          <p:nvPr/>
        </p:nvCxnSpPr>
        <p:spPr>
          <a:xfrm flipV="1">
            <a:off x="2992380" y="1603983"/>
            <a:ext cx="317500" cy="324052"/>
          </a:xfrm>
          <a:prstGeom prst="straightConnector1">
            <a:avLst/>
          </a:prstGeom>
          <a:noFill/>
          <a:ln w="28575">
            <a:solidFill>
              <a:srgbClr val="FF0000"/>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cxnSp>
      <p:cxnSp>
        <p:nvCxnSpPr>
          <p:cNvPr id="33" name="直線單箭頭接點 32">
            <a:extLst>
              <a:ext uri="{FF2B5EF4-FFF2-40B4-BE49-F238E27FC236}">
                <a16:creationId xmlns:a16="http://schemas.microsoft.com/office/drawing/2014/main" id="{0BCC3FE7-E271-4880-BD16-CF537CED5EA2}"/>
              </a:ext>
            </a:extLst>
          </p:cNvPr>
          <p:cNvCxnSpPr>
            <a:cxnSpLocks/>
          </p:cNvCxnSpPr>
          <p:nvPr/>
        </p:nvCxnSpPr>
        <p:spPr>
          <a:xfrm flipV="1">
            <a:off x="3283162" y="1603983"/>
            <a:ext cx="317500" cy="324052"/>
          </a:xfrm>
          <a:prstGeom prst="straightConnector1">
            <a:avLst/>
          </a:prstGeom>
          <a:noFill/>
          <a:ln w="28575">
            <a:solidFill>
              <a:srgbClr val="FF0000"/>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cxnSp>
      <p:cxnSp>
        <p:nvCxnSpPr>
          <p:cNvPr id="34" name="直線單箭頭接點 33">
            <a:extLst>
              <a:ext uri="{FF2B5EF4-FFF2-40B4-BE49-F238E27FC236}">
                <a16:creationId xmlns:a16="http://schemas.microsoft.com/office/drawing/2014/main" id="{E8F2A432-E5FF-48A2-AC37-4C17F1F02428}"/>
              </a:ext>
            </a:extLst>
          </p:cNvPr>
          <p:cNvCxnSpPr>
            <a:cxnSpLocks/>
          </p:cNvCxnSpPr>
          <p:nvPr/>
        </p:nvCxnSpPr>
        <p:spPr>
          <a:xfrm flipV="1">
            <a:off x="3668329" y="1603983"/>
            <a:ext cx="317500" cy="324052"/>
          </a:xfrm>
          <a:prstGeom prst="straightConnector1">
            <a:avLst/>
          </a:prstGeom>
          <a:noFill/>
          <a:ln w="28575">
            <a:solidFill>
              <a:srgbClr val="FF0000"/>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cxnSp>
      <p:cxnSp>
        <p:nvCxnSpPr>
          <p:cNvPr id="35" name="直線單箭頭接點 34">
            <a:extLst>
              <a:ext uri="{FF2B5EF4-FFF2-40B4-BE49-F238E27FC236}">
                <a16:creationId xmlns:a16="http://schemas.microsoft.com/office/drawing/2014/main" id="{4F2F8EB5-9766-488B-BE27-6A3032D658BF}"/>
              </a:ext>
            </a:extLst>
          </p:cNvPr>
          <p:cNvCxnSpPr>
            <a:cxnSpLocks/>
          </p:cNvCxnSpPr>
          <p:nvPr/>
        </p:nvCxnSpPr>
        <p:spPr>
          <a:xfrm flipV="1">
            <a:off x="4081965" y="1603983"/>
            <a:ext cx="317500" cy="324052"/>
          </a:xfrm>
          <a:prstGeom prst="straightConnector1">
            <a:avLst/>
          </a:prstGeom>
          <a:noFill/>
          <a:ln w="28575">
            <a:solidFill>
              <a:srgbClr val="FF0000"/>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cxnSp>
      <p:cxnSp>
        <p:nvCxnSpPr>
          <p:cNvPr id="36" name="直線單箭頭接點 35">
            <a:extLst>
              <a:ext uri="{FF2B5EF4-FFF2-40B4-BE49-F238E27FC236}">
                <a16:creationId xmlns:a16="http://schemas.microsoft.com/office/drawing/2014/main" id="{9BDEC0F8-95C9-4B8C-A761-E2DE600A8DF8}"/>
              </a:ext>
            </a:extLst>
          </p:cNvPr>
          <p:cNvCxnSpPr>
            <a:cxnSpLocks/>
          </p:cNvCxnSpPr>
          <p:nvPr/>
        </p:nvCxnSpPr>
        <p:spPr>
          <a:xfrm flipV="1">
            <a:off x="4543176" y="1603983"/>
            <a:ext cx="317500" cy="324052"/>
          </a:xfrm>
          <a:prstGeom prst="straightConnector1">
            <a:avLst/>
          </a:prstGeom>
          <a:noFill/>
          <a:ln w="28575">
            <a:solidFill>
              <a:srgbClr val="FF0000"/>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cxnSp>
      <p:cxnSp>
        <p:nvCxnSpPr>
          <p:cNvPr id="37" name="直線單箭頭接點 36">
            <a:extLst>
              <a:ext uri="{FF2B5EF4-FFF2-40B4-BE49-F238E27FC236}">
                <a16:creationId xmlns:a16="http://schemas.microsoft.com/office/drawing/2014/main" id="{14A5EB32-F172-4433-A954-1FC158EA56E2}"/>
              </a:ext>
            </a:extLst>
          </p:cNvPr>
          <p:cNvCxnSpPr>
            <a:cxnSpLocks/>
          </p:cNvCxnSpPr>
          <p:nvPr/>
        </p:nvCxnSpPr>
        <p:spPr>
          <a:xfrm flipV="1">
            <a:off x="5048145" y="1586779"/>
            <a:ext cx="317500" cy="324052"/>
          </a:xfrm>
          <a:prstGeom prst="straightConnector1">
            <a:avLst/>
          </a:prstGeom>
          <a:noFill/>
          <a:ln w="28575">
            <a:solidFill>
              <a:srgbClr val="FF0000"/>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cxnSp>
      <p:grpSp>
        <p:nvGrpSpPr>
          <p:cNvPr id="60" name="群組 59">
            <a:extLst>
              <a:ext uri="{FF2B5EF4-FFF2-40B4-BE49-F238E27FC236}">
                <a16:creationId xmlns:a16="http://schemas.microsoft.com/office/drawing/2014/main" id="{CB59C572-BBB7-4F91-B73B-346BC9A57A4A}"/>
              </a:ext>
            </a:extLst>
          </p:cNvPr>
          <p:cNvGrpSpPr/>
          <p:nvPr/>
        </p:nvGrpSpPr>
        <p:grpSpPr>
          <a:xfrm>
            <a:off x="7536544" y="998092"/>
            <a:ext cx="543143" cy="1501794"/>
            <a:chOff x="5498759" y="2652292"/>
            <a:chExt cx="543143" cy="1501794"/>
          </a:xfrm>
        </p:grpSpPr>
        <p:grpSp>
          <p:nvGrpSpPr>
            <p:cNvPr id="61" name="群組 60">
              <a:extLst>
                <a:ext uri="{FF2B5EF4-FFF2-40B4-BE49-F238E27FC236}">
                  <a16:creationId xmlns:a16="http://schemas.microsoft.com/office/drawing/2014/main" id="{FE715A22-C688-4C34-9C07-B80EBAC1BA16}"/>
                </a:ext>
              </a:extLst>
            </p:cNvPr>
            <p:cNvGrpSpPr/>
            <p:nvPr/>
          </p:nvGrpSpPr>
          <p:grpSpPr>
            <a:xfrm>
              <a:off x="5498759" y="2652292"/>
              <a:ext cx="543143" cy="1501794"/>
              <a:chOff x="1222442" y="221512"/>
              <a:chExt cx="543143" cy="1501794"/>
            </a:xfrm>
          </p:grpSpPr>
          <mc:AlternateContent xmlns:mc="http://schemas.openxmlformats.org/markup-compatibility/2006">
            <mc:Choice xmlns:a14="http://schemas.microsoft.com/office/drawing/2010/main" Requires="a14">
              <p:sp>
                <p:nvSpPr>
                  <p:cNvPr id="63" name="文字方塊 62">
                    <a:extLst>
                      <a:ext uri="{FF2B5EF4-FFF2-40B4-BE49-F238E27FC236}">
                        <a16:creationId xmlns:a16="http://schemas.microsoft.com/office/drawing/2014/main" id="{C22FB5C4-5875-4392-B1B8-D19065A7C792}"/>
                      </a:ext>
                    </a:extLst>
                  </p:cNvPr>
                  <p:cNvSpPr txBox="1"/>
                  <p:nvPr/>
                </p:nvSpPr>
                <p:spPr>
                  <a:xfrm>
                    <a:off x="1272208" y="1323196"/>
                    <a:ext cx="479747"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000" i="1" smtClean="0">
                                  <a:solidFill>
                                    <a:schemeClr val="tx1"/>
                                  </a:solidFill>
                                  <a:latin typeface="Cambria Math" panose="02040503050406030204" pitchFamily="18" charset="0"/>
                                  <a:cs typeface="Times New Roman" panose="02020603050405020304" pitchFamily="18" charset="0"/>
                                </a:rPr>
                              </m:ctrlPr>
                            </m:sSubPr>
                            <m:e>
                              <m:r>
                                <m:rPr>
                                  <m:sty m:val="p"/>
                                </m:rPr>
                                <a:rPr lang="en-US" altLang="zh-TW" sz="2000" b="0" i="0" smtClean="0">
                                  <a:solidFill>
                                    <a:schemeClr val="tx1"/>
                                  </a:solidFill>
                                  <a:latin typeface="Cambria Math" panose="02040503050406030204" pitchFamily="18" charset="0"/>
                                  <a:cs typeface="Times New Roman" panose="02020603050405020304" pitchFamily="18" charset="0"/>
                                </a:rPr>
                                <m:t>P</m:t>
                              </m:r>
                            </m:e>
                            <m:sub>
                              <m:r>
                                <a:rPr lang="en-US" altLang="zh-TW" sz="2000" b="0" i="0" smtClean="0">
                                  <a:solidFill>
                                    <a:schemeClr val="tx1"/>
                                  </a:solidFill>
                                  <a:latin typeface="Cambria Math" panose="02040503050406030204" pitchFamily="18" charset="0"/>
                                  <a:cs typeface="Times New Roman" panose="02020603050405020304" pitchFamily="18" charset="0"/>
                                </a:rPr>
                                <m:t>6</m:t>
                              </m:r>
                            </m:sub>
                          </m:sSub>
                        </m:oMath>
                      </m:oMathPara>
                    </a14:m>
                    <a:endParaRPr lang="zh-TW" altLang="en-US" sz="2000" dirty="0">
                      <a:solidFill>
                        <a:schemeClr val="tx1"/>
                      </a:solidFill>
                      <a:latin typeface="Times New Roman" panose="02020603050405020304" pitchFamily="18" charset="0"/>
                      <a:cs typeface="Times New Roman" panose="02020603050405020304" pitchFamily="18" charset="0"/>
                    </a:endParaRPr>
                  </a:p>
                </p:txBody>
              </p:sp>
            </mc:Choice>
            <mc:Fallback>
              <p:sp>
                <p:nvSpPr>
                  <p:cNvPr id="63" name="文字方塊 62">
                    <a:extLst>
                      <a:ext uri="{FF2B5EF4-FFF2-40B4-BE49-F238E27FC236}">
                        <a16:creationId xmlns:a16="http://schemas.microsoft.com/office/drawing/2014/main" id="{C22FB5C4-5875-4392-B1B8-D19065A7C792}"/>
                      </a:ext>
                    </a:extLst>
                  </p:cNvPr>
                  <p:cNvSpPr txBox="1">
                    <a:spLocks noRot="1" noChangeAspect="1" noMove="1" noResize="1" noEditPoints="1" noAdjustHandles="1" noChangeArrowheads="1" noChangeShapeType="1" noTextEdit="1"/>
                  </p:cNvSpPr>
                  <p:nvPr/>
                </p:nvSpPr>
                <p:spPr>
                  <a:xfrm>
                    <a:off x="1272208" y="1323196"/>
                    <a:ext cx="479747" cy="400110"/>
                  </a:xfrm>
                  <a:prstGeom prst="rect">
                    <a:avLst/>
                  </a:prstGeom>
                  <a:blipFill>
                    <a:blip r:embed="rId18"/>
                    <a:stretch>
                      <a:fillRect b="-1515"/>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64" name="文字方塊 63">
                    <a:extLst>
                      <a:ext uri="{FF2B5EF4-FFF2-40B4-BE49-F238E27FC236}">
                        <a16:creationId xmlns:a16="http://schemas.microsoft.com/office/drawing/2014/main" id="{54E67118-C5B5-41B2-A9A6-A728F56C1E07}"/>
                      </a:ext>
                    </a:extLst>
                  </p:cNvPr>
                  <p:cNvSpPr txBox="1"/>
                  <p:nvPr/>
                </p:nvSpPr>
                <p:spPr>
                  <a:xfrm>
                    <a:off x="1231464" y="909422"/>
                    <a:ext cx="534121" cy="400110"/>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altLang="zh-TW" sz="2000" b="0" i="1" smtClean="0">
                              <a:solidFill>
                                <a:schemeClr val="tx1"/>
                              </a:solidFill>
                              <a:latin typeface="Cambria Math" panose="02040503050406030204" pitchFamily="18" charset="0"/>
                              <a:cs typeface="Times New Roman" panose="02020603050405020304" pitchFamily="18" charset="0"/>
                            </a:rPr>
                            <m:t>12</m:t>
                          </m:r>
                        </m:oMath>
                      </m:oMathPara>
                    </a14:m>
                    <a:endParaRPr lang="zh-TW" altLang="en-US" sz="2000" dirty="0">
                      <a:solidFill>
                        <a:schemeClr val="tx1"/>
                      </a:solidFill>
                      <a:latin typeface="Times New Roman" panose="02020603050405020304" pitchFamily="18" charset="0"/>
                      <a:cs typeface="Times New Roman" panose="02020603050405020304" pitchFamily="18" charset="0"/>
                    </a:endParaRPr>
                  </a:p>
                </p:txBody>
              </p:sp>
            </mc:Choice>
            <mc:Fallback>
              <p:sp>
                <p:nvSpPr>
                  <p:cNvPr id="64" name="文字方塊 63">
                    <a:extLst>
                      <a:ext uri="{FF2B5EF4-FFF2-40B4-BE49-F238E27FC236}">
                        <a16:creationId xmlns:a16="http://schemas.microsoft.com/office/drawing/2014/main" id="{54E67118-C5B5-41B2-A9A6-A728F56C1E07}"/>
                      </a:ext>
                    </a:extLst>
                  </p:cNvPr>
                  <p:cNvSpPr txBox="1">
                    <a:spLocks noRot="1" noChangeAspect="1" noMove="1" noResize="1" noEditPoints="1" noAdjustHandles="1" noChangeArrowheads="1" noChangeShapeType="1" noTextEdit="1"/>
                  </p:cNvSpPr>
                  <p:nvPr/>
                </p:nvSpPr>
                <p:spPr>
                  <a:xfrm>
                    <a:off x="1231464" y="909422"/>
                    <a:ext cx="534121" cy="400110"/>
                  </a:xfrm>
                  <a:prstGeom prst="rect">
                    <a:avLst/>
                  </a:prstGeom>
                  <a:blipFill>
                    <a:blip r:embed="rId19"/>
                    <a:stretch>
                      <a:fillRect/>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65" name="文字方塊 64">
                    <a:extLst>
                      <a:ext uri="{FF2B5EF4-FFF2-40B4-BE49-F238E27FC236}">
                        <a16:creationId xmlns:a16="http://schemas.microsoft.com/office/drawing/2014/main" id="{503E65B5-FBF7-43EF-9E42-E915A87C96D2}"/>
                      </a:ext>
                    </a:extLst>
                  </p:cNvPr>
                  <p:cNvSpPr txBox="1"/>
                  <p:nvPr/>
                </p:nvSpPr>
                <p:spPr>
                  <a:xfrm>
                    <a:off x="1222442" y="547338"/>
                    <a:ext cx="534121" cy="400110"/>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altLang="zh-TW" sz="2000" b="0" i="1" smtClean="0">
                              <a:solidFill>
                                <a:schemeClr val="tx1"/>
                              </a:solidFill>
                              <a:latin typeface="Cambria Math" panose="02040503050406030204" pitchFamily="18" charset="0"/>
                              <a:cs typeface="Times New Roman" panose="02020603050405020304" pitchFamily="18" charset="0"/>
                            </a:rPr>
                            <m:t>11</m:t>
                          </m:r>
                        </m:oMath>
                      </m:oMathPara>
                    </a14:m>
                    <a:endParaRPr lang="zh-TW" altLang="en-US" sz="2000" dirty="0">
                      <a:solidFill>
                        <a:schemeClr val="tx1"/>
                      </a:solidFill>
                      <a:latin typeface="Times New Roman" panose="02020603050405020304" pitchFamily="18" charset="0"/>
                      <a:cs typeface="Times New Roman" panose="02020603050405020304" pitchFamily="18" charset="0"/>
                    </a:endParaRPr>
                  </a:p>
                </p:txBody>
              </p:sp>
            </mc:Choice>
            <mc:Fallback>
              <p:sp>
                <p:nvSpPr>
                  <p:cNvPr id="65" name="文字方塊 64">
                    <a:extLst>
                      <a:ext uri="{FF2B5EF4-FFF2-40B4-BE49-F238E27FC236}">
                        <a16:creationId xmlns:a16="http://schemas.microsoft.com/office/drawing/2014/main" id="{503E65B5-FBF7-43EF-9E42-E915A87C96D2}"/>
                      </a:ext>
                    </a:extLst>
                  </p:cNvPr>
                  <p:cNvSpPr txBox="1">
                    <a:spLocks noRot="1" noChangeAspect="1" noMove="1" noResize="1" noEditPoints="1" noAdjustHandles="1" noChangeArrowheads="1" noChangeShapeType="1" noTextEdit="1"/>
                  </p:cNvSpPr>
                  <p:nvPr/>
                </p:nvSpPr>
                <p:spPr>
                  <a:xfrm>
                    <a:off x="1222442" y="547338"/>
                    <a:ext cx="534121" cy="400110"/>
                  </a:xfrm>
                  <a:prstGeom prst="rect">
                    <a:avLst/>
                  </a:prstGeom>
                  <a:blipFill>
                    <a:blip r:embed="rId20"/>
                    <a:stretch>
                      <a:fillRect/>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77" name="文字方塊 76">
                    <a:extLst>
                      <a:ext uri="{FF2B5EF4-FFF2-40B4-BE49-F238E27FC236}">
                        <a16:creationId xmlns:a16="http://schemas.microsoft.com/office/drawing/2014/main" id="{49DE9FEF-FD2F-4F54-97B4-28DC98BFF17D}"/>
                      </a:ext>
                    </a:extLst>
                  </p:cNvPr>
                  <p:cNvSpPr txBox="1"/>
                  <p:nvPr/>
                </p:nvSpPr>
                <p:spPr>
                  <a:xfrm>
                    <a:off x="1230542" y="221512"/>
                    <a:ext cx="534121" cy="400110"/>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altLang="zh-TW" sz="2000" b="0" i="1" smtClean="0">
                              <a:solidFill>
                                <a:schemeClr val="tx1"/>
                              </a:solidFill>
                              <a:latin typeface="Cambria Math" panose="02040503050406030204" pitchFamily="18" charset="0"/>
                              <a:cs typeface="Times New Roman" panose="02020603050405020304" pitchFamily="18" charset="0"/>
                            </a:rPr>
                            <m:t>10</m:t>
                          </m:r>
                        </m:oMath>
                      </m:oMathPara>
                    </a14:m>
                    <a:endParaRPr lang="zh-TW" altLang="en-US" sz="2000" dirty="0">
                      <a:solidFill>
                        <a:schemeClr val="tx1"/>
                      </a:solidFill>
                      <a:latin typeface="Times New Roman" panose="02020603050405020304" pitchFamily="18" charset="0"/>
                      <a:cs typeface="Times New Roman" panose="02020603050405020304" pitchFamily="18" charset="0"/>
                    </a:endParaRPr>
                  </a:p>
                </p:txBody>
              </p:sp>
            </mc:Choice>
            <mc:Fallback>
              <p:sp>
                <p:nvSpPr>
                  <p:cNvPr id="77" name="文字方塊 76">
                    <a:extLst>
                      <a:ext uri="{FF2B5EF4-FFF2-40B4-BE49-F238E27FC236}">
                        <a16:creationId xmlns:a16="http://schemas.microsoft.com/office/drawing/2014/main" id="{49DE9FEF-FD2F-4F54-97B4-28DC98BFF17D}"/>
                      </a:ext>
                    </a:extLst>
                  </p:cNvPr>
                  <p:cNvSpPr txBox="1">
                    <a:spLocks noRot="1" noChangeAspect="1" noMove="1" noResize="1" noEditPoints="1" noAdjustHandles="1" noChangeArrowheads="1" noChangeShapeType="1" noTextEdit="1"/>
                  </p:cNvSpPr>
                  <p:nvPr/>
                </p:nvSpPr>
                <p:spPr>
                  <a:xfrm>
                    <a:off x="1230542" y="221512"/>
                    <a:ext cx="534121" cy="400110"/>
                  </a:xfrm>
                  <a:prstGeom prst="rect">
                    <a:avLst/>
                  </a:prstGeom>
                  <a:blipFill>
                    <a:blip r:embed="rId21"/>
                    <a:stretch>
                      <a:fillRect/>
                    </a:stretch>
                  </a:blipFill>
                </p:spPr>
                <p:txBody>
                  <a:bodyPr/>
                  <a:lstStyle/>
                  <a:p>
                    <a:r>
                      <a:rPr lang="zh-TW" altLang="en-US">
                        <a:noFill/>
                      </a:rPr>
                      <a:t> </a:t>
                    </a:r>
                  </a:p>
                </p:txBody>
              </p:sp>
            </mc:Fallback>
          </mc:AlternateContent>
        </p:grpSp>
        <p:cxnSp>
          <p:nvCxnSpPr>
            <p:cNvPr id="62" name="直線接點 61">
              <a:extLst>
                <a:ext uri="{FF2B5EF4-FFF2-40B4-BE49-F238E27FC236}">
                  <a16:creationId xmlns:a16="http://schemas.microsoft.com/office/drawing/2014/main" id="{F54C6259-0EFE-404C-B178-5C28878B0C69}"/>
                </a:ext>
              </a:extLst>
            </p:cNvPr>
            <p:cNvCxnSpPr>
              <a:cxnSpLocks/>
            </p:cNvCxnSpPr>
            <p:nvPr/>
          </p:nvCxnSpPr>
          <p:spPr>
            <a:xfrm>
              <a:off x="5561613" y="3763228"/>
              <a:ext cx="466659"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53" name="矩形 52">
            <a:extLst>
              <a:ext uri="{FF2B5EF4-FFF2-40B4-BE49-F238E27FC236}">
                <a16:creationId xmlns:a16="http://schemas.microsoft.com/office/drawing/2014/main" id="{5ACB602B-0A6C-4AF5-8EE1-FB78AB8797C7}"/>
              </a:ext>
            </a:extLst>
          </p:cNvPr>
          <p:cNvSpPr/>
          <p:nvPr/>
        </p:nvSpPr>
        <p:spPr>
          <a:xfrm>
            <a:off x="7580839" y="791021"/>
            <a:ext cx="945228" cy="2053069"/>
          </a:xfrm>
          <a:prstGeom prst="rect">
            <a:avLst/>
          </a:pr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rgbClr val="FF0000"/>
              </a:solidFill>
            </a:endParaRPr>
          </a:p>
        </p:txBody>
      </p:sp>
      <p:cxnSp>
        <p:nvCxnSpPr>
          <p:cNvPr id="75" name="直線單箭頭接點 74">
            <a:extLst>
              <a:ext uri="{FF2B5EF4-FFF2-40B4-BE49-F238E27FC236}">
                <a16:creationId xmlns:a16="http://schemas.microsoft.com/office/drawing/2014/main" id="{BD2C2265-BC2E-47D1-8660-A88245ACD092}"/>
              </a:ext>
            </a:extLst>
          </p:cNvPr>
          <p:cNvCxnSpPr>
            <a:cxnSpLocks/>
          </p:cNvCxnSpPr>
          <p:nvPr/>
        </p:nvCxnSpPr>
        <p:spPr>
          <a:xfrm flipV="1">
            <a:off x="2641102" y="1603983"/>
            <a:ext cx="317500" cy="324052"/>
          </a:xfrm>
          <a:prstGeom prst="straightConnector1">
            <a:avLst/>
          </a:prstGeom>
          <a:noFill/>
          <a:ln w="28575">
            <a:solidFill>
              <a:srgbClr val="FF0000"/>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cxnSp>
      <mc:AlternateContent xmlns:mc="http://schemas.openxmlformats.org/markup-compatibility/2006">
        <mc:Choice xmlns:a14="http://schemas.microsoft.com/office/drawing/2010/main" Requires="a14">
          <p:sp>
            <p:nvSpPr>
              <p:cNvPr id="3" name="矩形 2">
                <a:extLst>
                  <a:ext uri="{FF2B5EF4-FFF2-40B4-BE49-F238E27FC236}">
                    <a16:creationId xmlns:a16="http://schemas.microsoft.com/office/drawing/2014/main" id="{82E1C847-1CA5-401C-9276-D1BD8C812577}"/>
                  </a:ext>
                </a:extLst>
              </p:cNvPr>
              <p:cNvSpPr/>
              <p:nvPr/>
            </p:nvSpPr>
            <p:spPr>
              <a:xfrm>
                <a:off x="6892589" y="5693313"/>
                <a:ext cx="534250" cy="461665"/>
              </a:xfrm>
              <a:prstGeom prst="rect">
                <a:avLst/>
              </a:prstGeom>
            </p:spPr>
            <p:txBody>
              <a:bodyPr wrap="square">
                <a:spAutoFit/>
              </a:bodyPr>
              <a:lstStyle/>
              <a:p>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cs typeface="Times New Roman" panose="02020603050405020304" pitchFamily="18" charset="0"/>
                            </a:rPr>
                          </m:ctrlPr>
                        </m:sSubPr>
                        <m:e>
                          <m:r>
                            <m:rPr>
                              <m:sty m:val="p"/>
                            </m:rPr>
                            <a:rPr lang="en-US" altLang="zh-TW" sz="2400">
                              <a:latin typeface="Cambria Math" panose="02040503050406030204" pitchFamily="18" charset="0"/>
                              <a:cs typeface="Times New Roman" panose="02020603050405020304" pitchFamily="18" charset="0"/>
                            </a:rPr>
                            <m:t>P</m:t>
                          </m:r>
                        </m:e>
                        <m:sub>
                          <m:r>
                            <a:rPr lang="en-US" altLang="zh-TW" sz="2400" b="0" i="0" smtClean="0">
                              <a:latin typeface="Cambria Math" panose="02040503050406030204" pitchFamily="18" charset="0"/>
                              <a:cs typeface="Times New Roman" panose="02020603050405020304" pitchFamily="18" charset="0"/>
                            </a:rPr>
                            <m:t>5</m:t>
                          </m:r>
                        </m:sub>
                      </m:sSub>
                    </m:oMath>
                  </m:oMathPara>
                </a14:m>
                <a:endParaRPr lang="zh-TW" altLang="en-US" sz="2400" dirty="0"/>
              </a:p>
            </p:txBody>
          </p:sp>
        </mc:Choice>
        <mc:Fallback>
          <p:sp>
            <p:nvSpPr>
              <p:cNvPr id="3" name="矩形 2">
                <a:extLst>
                  <a:ext uri="{FF2B5EF4-FFF2-40B4-BE49-F238E27FC236}">
                    <a16:creationId xmlns:a16="http://schemas.microsoft.com/office/drawing/2014/main" id="{82E1C847-1CA5-401C-9276-D1BD8C812577}"/>
                  </a:ext>
                </a:extLst>
              </p:cNvPr>
              <p:cNvSpPr>
                <a:spLocks noRot="1" noChangeAspect="1" noMove="1" noResize="1" noEditPoints="1" noAdjustHandles="1" noChangeArrowheads="1" noChangeShapeType="1" noTextEdit="1"/>
              </p:cNvSpPr>
              <p:nvPr/>
            </p:nvSpPr>
            <p:spPr>
              <a:xfrm>
                <a:off x="6892589" y="5693313"/>
                <a:ext cx="534250" cy="461665"/>
              </a:xfrm>
              <a:prstGeom prst="rect">
                <a:avLst/>
              </a:prstGeom>
              <a:blipFill>
                <a:blip r:embed="rId22"/>
                <a:stretch>
                  <a:fillRect b="-1316"/>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84" name="文字方塊 83">
                <a:extLst>
                  <a:ext uri="{FF2B5EF4-FFF2-40B4-BE49-F238E27FC236}">
                    <a16:creationId xmlns:a16="http://schemas.microsoft.com/office/drawing/2014/main" id="{7A5B3F01-ED1F-4E78-8767-A6342CFBBACE}"/>
                  </a:ext>
                </a:extLst>
              </p:cNvPr>
              <p:cNvSpPr txBox="1"/>
              <p:nvPr/>
            </p:nvSpPr>
            <p:spPr>
              <a:xfrm>
                <a:off x="7164413" y="2079073"/>
                <a:ext cx="479747"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000" i="1" smtClean="0">
                              <a:solidFill>
                                <a:schemeClr val="tx1"/>
                              </a:solidFill>
                              <a:latin typeface="Cambria Math" panose="02040503050406030204" pitchFamily="18" charset="0"/>
                              <a:cs typeface="Times New Roman" panose="02020603050405020304" pitchFamily="18" charset="0"/>
                            </a:rPr>
                          </m:ctrlPr>
                        </m:sSubPr>
                        <m:e>
                          <m:r>
                            <m:rPr>
                              <m:sty m:val="p"/>
                            </m:rPr>
                            <a:rPr lang="en-US" altLang="zh-TW" sz="2000" b="0" i="0" smtClean="0">
                              <a:solidFill>
                                <a:schemeClr val="tx1"/>
                              </a:solidFill>
                              <a:latin typeface="Cambria Math" panose="02040503050406030204" pitchFamily="18" charset="0"/>
                              <a:cs typeface="Times New Roman" panose="02020603050405020304" pitchFamily="18" charset="0"/>
                            </a:rPr>
                            <m:t>P</m:t>
                          </m:r>
                        </m:e>
                        <m:sub>
                          <m:r>
                            <a:rPr lang="en-US" altLang="zh-TW" sz="2000" b="0" i="1" smtClean="0">
                              <a:solidFill>
                                <a:schemeClr val="tx1"/>
                              </a:solidFill>
                              <a:latin typeface="Cambria Math" panose="02040503050406030204" pitchFamily="18" charset="0"/>
                              <a:cs typeface="Times New Roman" panose="02020603050405020304" pitchFamily="18" charset="0"/>
                            </a:rPr>
                            <m:t>5</m:t>
                          </m:r>
                        </m:sub>
                      </m:sSub>
                    </m:oMath>
                  </m:oMathPara>
                </a14:m>
                <a:endParaRPr lang="zh-TW" altLang="en-US" sz="2000" dirty="0">
                  <a:solidFill>
                    <a:schemeClr val="tx1"/>
                  </a:solidFill>
                  <a:latin typeface="Times New Roman" panose="02020603050405020304" pitchFamily="18" charset="0"/>
                  <a:cs typeface="Times New Roman" panose="02020603050405020304" pitchFamily="18" charset="0"/>
                </a:endParaRPr>
              </a:p>
            </p:txBody>
          </p:sp>
        </mc:Choice>
        <mc:Fallback>
          <p:sp>
            <p:nvSpPr>
              <p:cNvPr id="84" name="文字方塊 83">
                <a:extLst>
                  <a:ext uri="{FF2B5EF4-FFF2-40B4-BE49-F238E27FC236}">
                    <a16:creationId xmlns:a16="http://schemas.microsoft.com/office/drawing/2014/main" id="{7A5B3F01-ED1F-4E78-8767-A6342CFBBACE}"/>
                  </a:ext>
                </a:extLst>
              </p:cNvPr>
              <p:cNvSpPr txBox="1">
                <a:spLocks noRot="1" noChangeAspect="1" noMove="1" noResize="1" noEditPoints="1" noAdjustHandles="1" noChangeArrowheads="1" noChangeShapeType="1" noTextEdit="1"/>
              </p:cNvSpPr>
              <p:nvPr/>
            </p:nvSpPr>
            <p:spPr>
              <a:xfrm>
                <a:off x="7164413" y="2079073"/>
                <a:ext cx="479747" cy="400110"/>
              </a:xfrm>
              <a:prstGeom prst="rect">
                <a:avLst/>
              </a:prstGeom>
              <a:blipFill>
                <a:blip r:embed="rId23"/>
                <a:stretch>
                  <a:fillRect b="-1515"/>
                </a:stretch>
              </a:blipFill>
            </p:spPr>
            <p:txBody>
              <a:bodyPr/>
              <a:lstStyle/>
              <a:p>
                <a:r>
                  <a:rPr lang="zh-TW" altLang="en-US">
                    <a:noFill/>
                  </a:rPr>
                  <a:t> </a:t>
                </a:r>
              </a:p>
            </p:txBody>
          </p:sp>
        </mc:Fallback>
      </mc:AlternateContent>
      <p:cxnSp>
        <p:nvCxnSpPr>
          <p:cNvPr id="86" name="直線接點 85">
            <a:extLst>
              <a:ext uri="{FF2B5EF4-FFF2-40B4-BE49-F238E27FC236}">
                <a16:creationId xmlns:a16="http://schemas.microsoft.com/office/drawing/2014/main" id="{9650906D-48C7-4B33-B664-D884E44FA035}"/>
              </a:ext>
            </a:extLst>
          </p:cNvPr>
          <p:cNvCxnSpPr>
            <a:cxnSpLocks/>
          </p:cNvCxnSpPr>
          <p:nvPr/>
        </p:nvCxnSpPr>
        <p:spPr>
          <a:xfrm>
            <a:off x="7225778" y="2092484"/>
            <a:ext cx="32304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2" name="群組 11">
            <a:extLst>
              <a:ext uri="{FF2B5EF4-FFF2-40B4-BE49-F238E27FC236}">
                <a16:creationId xmlns:a16="http://schemas.microsoft.com/office/drawing/2014/main" id="{04FA3C28-5789-4383-9BB3-DEB7143712C0}"/>
              </a:ext>
            </a:extLst>
          </p:cNvPr>
          <p:cNvGrpSpPr/>
          <p:nvPr/>
        </p:nvGrpSpPr>
        <p:grpSpPr>
          <a:xfrm>
            <a:off x="5363813" y="4744272"/>
            <a:ext cx="2484151" cy="1410706"/>
            <a:chOff x="5363813" y="4744272"/>
            <a:chExt cx="2484151" cy="1410706"/>
          </a:xfrm>
        </p:grpSpPr>
        <p:grpSp>
          <p:nvGrpSpPr>
            <p:cNvPr id="48" name="群組 47">
              <a:extLst>
                <a:ext uri="{FF2B5EF4-FFF2-40B4-BE49-F238E27FC236}">
                  <a16:creationId xmlns:a16="http://schemas.microsoft.com/office/drawing/2014/main" id="{E1D94E85-523B-40D4-AF8A-B7C6209D74B5}"/>
                </a:ext>
              </a:extLst>
            </p:cNvPr>
            <p:cNvGrpSpPr/>
            <p:nvPr/>
          </p:nvGrpSpPr>
          <p:grpSpPr>
            <a:xfrm>
              <a:off x="5363813" y="4744272"/>
              <a:ext cx="2410507" cy="1408217"/>
              <a:chOff x="5161045" y="2788208"/>
              <a:chExt cx="2410507" cy="1408217"/>
            </a:xfrm>
          </p:grpSpPr>
          <p:grpSp>
            <p:nvGrpSpPr>
              <p:cNvPr id="50" name="群組 49">
                <a:extLst>
                  <a:ext uri="{FF2B5EF4-FFF2-40B4-BE49-F238E27FC236}">
                    <a16:creationId xmlns:a16="http://schemas.microsoft.com/office/drawing/2014/main" id="{31D67B87-E431-4AE2-B9CB-D52C60D23BAC}"/>
                  </a:ext>
                </a:extLst>
              </p:cNvPr>
              <p:cNvGrpSpPr/>
              <p:nvPr/>
            </p:nvGrpSpPr>
            <p:grpSpPr>
              <a:xfrm>
                <a:off x="5161045" y="2788208"/>
                <a:ext cx="2410507" cy="1408217"/>
                <a:chOff x="884728" y="357428"/>
                <a:chExt cx="2410507" cy="1408217"/>
              </a:xfrm>
            </p:grpSpPr>
            <mc:AlternateContent xmlns:mc="http://schemas.openxmlformats.org/markup-compatibility/2006" xmlns:a14="http://schemas.microsoft.com/office/drawing/2010/main">
              <mc:Choice Requires="a14">
                <p:sp>
                  <p:nvSpPr>
                    <p:cNvPr id="52" name="文字方塊 51">
                      <a:extLst>
                        <a:ext uri="{FF2B5EF4-FFF2-40B4-BE49-F238E27FC236}">
                          <a16:creationId xmlns:a16="http://schemas.microsoft.com/office/drawing/2014/main" id="{D7FBC545-6133-45DD-8462-92C0DFCCA1FF}"/>
                        </a:ext>
                      </a:extLst>
                    </p:cNvPr>
                    <p:cNvSpPr txBox="1"/>
                    <p:nvPr/>
                  </p:nvSpPr>
                  <p:spPr>
                    <a:xfrm>
                      <a:off x="1229360" y="1303980"/>
                      <a:ext cx="1358449"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400" i="1" smtClean="0">
                                    <a:solidFill>
                                      <a:schemeClr val="tx1"/>
                                    </a:solidFill>
                                    <a:latin typeface="Cambria Math" panose="02040503050406030204" pitchFamily="18" charset="0"/>
                                    <a:cs typeface="Times New Roman" panose="02020603050405020304" pitchFamily="18" charset="0"/>
                                  </a:rPr>
                                </m:ctrlPr>
                              </m:sSubPr>
                              <m:e>
                                <m:r>
                                  <m:rPr>
                                    <m:sty m:val="p"/>
                                  </m:rPr>
                                  <a:rPr lang="en-US" altLang="zh-TW" sz="2400" b="0" i="0" smtClean="0">
                                    <a:solidFill>
                                      <a:schemeClr val="tx1"/>
                                    </a:solidFill>
                                    <a:latin typeface="Cambria Math" panose="02040503050406030204" pitchFamily="18" charset="0"/>
                                    <a:cs typeface="Times New Roman" panose="02020603050405020304" pitchFamily="18" charset="0"/>
                                  </a:rPr>
                                  <m:t>P</m:t>
                                </m:r>
                              </m:e>
                              <m:sub>
                                <m:r>
                                  <a:rPr lang="en-US" altLang="zh-TW" sz="2400" b="0" i="0">
                                    <a:solidFill>
                                      <a:schemeClr val="tx1"/>
                                    </a:solidFill>
                                    <a:latin typeface="Cambria Math" panose="02040503050406030204" pitchFamily="18" charset="0"/>
                                    <a:cs typeface="Times New Roman" panose="02020603050405020304" pitchFamily="18" charset="0"/>
                                  </a:rPr>
                                  <m:t>2</m:t>
                                </m:r>
                              </m:sub>
                            </m:sSub>
                            <m:sSub>
                              <m:sSubPr>
                                <m:ctrlPr>
                                  <a:rPr lang="en-US" altLang="zh-TW" sz="2400" i="1" smtClean="0">
                                    <a:solidFill>
                                      <a:schemeClr val="tx1"/>
                                    </a:solidFill>
                                    <a:latin typeface="Cambria Math" panose="02040503050406030204" pitchFamily="18" charset="0"/>
                                    <a:cs typeface="Times New Roman" panose="02020603050405020304" pitchFamily="18" charset="0"/>
                                  </a:rPr>
                                </m:ctrlPr>
                              </m:sSubPr>
                              <m:e>
                                <m:r>
                                  <a:rPr lang="zh-TW" altLang="en-US" sz="2400" b="0" i="0">
                                    <a:solidFill>
                                      <a:schemeClr val="tx1"/>
                                    </a:solidFill>
                                    <a:latin typeface="Cambria Math" panose="02040503050406030204" pitchFamily="18" charset="0"/>
                                    <a:cs typeface="Times New Roman" panose="02020603050405020304" pitchFamily="18" charset="0"/>
                                  </a:rPr>
                                  <m:t>  </m:t>
                                </m:r>
                                <m:r>
                                  <m:rPr>
                                    <m:sty m:val="p"/>
                                  </m:rPr>
                                  <a:rPr lang="en-US" altLang="zh-TW" sz="2400" b="0" i="0" smtClean="0">
                                    <a:solidFill>
                                      <a:schemeClr val="tx1"/>
                                    </a:solidFill>
                                    <a:latin typeface="Cambria Math" panose="02040503050406030204" pitchFamily="18" charset="0"/>
                                    <a:cs typeface="Times New Roman" panose="02020603050405020304" pitchFamily="18" charset="0"/>
                                  </a:rPr>
                                  <m:t>P</m:t>
                                </m:r>
                              </m:e>
                              <m:sub>
                                <m:r>
                                  <a:rPr lang="en-US" altLang="zh-TW" sz="2400" b="0" i="0">
                                    <a:solidFill>
                                      <a:schemeClr val="tx1"/>
                                    </a:solidFill>
                                    <a:latin typeface="Cambria Math" panose="02040503050406030204" pitchFamily="18" charset="0"/>
                                    <a:cs typeface="Times New Roman" panose="02020603050405020304" pitchFamily="18" charset="0"/>
                                  </a:rPr>
                                  <m:t>3</m:t>
                                </m:r>
                              </m:sub>
                            </m:sSub>
                            <m:sSub>
                              <m:sSubPr>
                                <m:ctrlPr>
                                  <a:rPr lang="en-US" altLang="zh-TW" sz="2400" i="1" smtClean="0">
                                    <a:solidFill>
                                      <a:schemeClr val="tx1"/>
                                    </a:solidFill>
                                    <a:latin typeface="Cambria Math" panose="02040503050406030204" pitchFamily="18" charset="0"/>
                                    <a:cs typeface="Times New Roman" panose="02020603050405020304" pitchFamily="18" charset="0"/>
                                  </a:rPr>
                                </m:ctrlPr>
                              </m:sSubPr>
                              <m:e>
                                <m:r>
                                  <a:rPr lang="zh-TW" altLang="en-US" sz="2400" b="0" i="0">
                                    <a:solidFill>
                                      <a:schemeClr val="tx1"/>
                                    </a:solidFill>
                                    <a:latin typeface="Cambria Math" panose="02040503050406030204" pitchFamily="18" charset="0"/>
                                    <a:cs typeface="Times New Roman" panose="02020603050405020304" pitchFamily="18" charset="0"/>
                                  </a:rPr>
                                  <m:t>  </m:t>
                                </m:r>
                                <m:r>
                                  <m:rPr>
                                    <m:sty m:val="p"/>
                                  </m:rPr>
                                  <a:rPr lang="en-US" altLang="zh-TW" sz="2400" b="0" i="0" smtClean="0">
                                    <a:solidFill>
                                      <a:schemeClr val="tx1"/>
                                    </a:solidFill>
                                    <a:latin typeface="Cambria Math" panose="02040503050406030204" pitchFamily="18" charset="0"/>
                                    <a:cs typeface="Times New Roman" panose="02020603050405020304" pitchFamily="18" charset="0"/>
                                  </a:rPr>
                                  <m:t>P</m:t>
                                </m:r>
                              </m:e>
                              <m:sub>
                                <m:r>
                                  <a:rPr lang="en-US" altLang="zh-TW" sz="2400" b="0" i="0">
                                    <a:solidFill>
                                      <a:schemeClr val="tx1"/>
                                    </a:solidFill>
                                    <a:latin typeface="Cambria Math" panose="02040503050406030204" pitchFamily="18" charset="0"/>
                                    <a:cs typeface="Times New Roman" panose="02020603050405020304" pitchFamily="18" charset="0"/>
                                  </a:rPr>
                                  <m:t>4</m:t>
                                </m:r>
                              </m:sub>
                            </m:sSub>
                          </m:oMath>
                        </m:oMathPara>
                      </a14:m>
                      <a:endParaRPr lang="zh-TW" altLang="en-US" sz="2400" dirty="0">
                        <a:solidFill>
                          <a:schemeClr val="tx1"/>
                        </a:solidFill>
                        <a:latin typeface="Times New Roman" panose="02020603050405020304" pitchFamily="18" charset="0"/>
                        <a:cs typeface="Times New Roman" panose="02020603050405020304" pitchFamily="18" charset="0"/>
                      </a:endParaRPr>
                    </a:p>
                  </p:txBody>
                </p:sp>
              </mc:Choice>
              <mc:Fallback xmlns="">
                <p:sp>
                  <p:nvSpPr>
                    <p:cNvPr id="52" name="文字方塊 51">
                      <a:extLst>
                        <a:ext uri="{FF2B5EF4-FFF2-40B4-BE49-F238E27FC236}">
                          <a16:creationId xmlns:a16="http://schemas.microsoft.com/office/drawing/2014/main" id="{D7FBC545-6133-45DD-8462-92C0DFCCA1FF}"/>
                        </a:ext>
                      </a:extLst>
                    </p:cNvPr>
                    <p:cNvSpPr txBox="1">
                      <a:spLocks noRot="1" noChangeAspect="1" noMove="1" noResize="1" noEditPoints="1" noAdjustHandles="1" noChangeArrowheads="1" noChangeShapeType="1" noTextEdit="1"/>
                    </p:cNvSpPr>
                    <p:nvPr/>
                  </p:nvSpPr>
                  <p:spPr>
                    <a:xfrm>
                      <a:off x="1229360" y="1303980"/>
                      <a:ext cx="1358449" cy="461665"/>
                    </a:xfrm>
                    <a:prstGeom prst="rect">
                      <a:avLst/>
                    </a:prstGeom>
                    <a:blipFill>
                      <a:blip r:embed="rId29"/>
                      <a:stretch>
                        <a:fillRect b="-2667"/>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54" name="文字方塊 53">
                      <a:extLst>
                        <a:ext uri="{FF2B5EF4-FFF2-40B4-BE49-F238E27FC236}">
                          <a16:creationId xmlns:a16="http://schemas.microsoft.com/office/drawing/2014/main" id="{09952611-6359-40AB-B920-1B779CB92BA0}"/>
                        </a:ext>
                      </a:extLst>
                    </p:cNvPr>
                    <p:cNvSpPr txBox="1"/>
                    <p:nvPr/>
                  </p:nvSpPr>
                  <p:spPr>
                    <a:xfrm>
                      <a:off x="1316256" y="833327"/>
                      <a:ext cx="431528" cy="461665"/>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altLang="zh-TW" sz="2400" b="0" i="1" smtClean="0">
                                <a:solidFill>
                                  <a:schemeClr val="tx1"/>
                                </a:solidFill>
                                <a:latin typeface="Cambria Math" panose="02040503050406030204" pitchFamily="18" charset="0"/>
                                <a:cs typeface="Times New Roman" panose="02020603050405020304" pitchFamily="18" charset="0"/>
                              </a:rPr>
                              <m:t>3</m:t>
                            </m:r>
                          </m:oMath>
                        </m:oMathPara>
                      </a14:m>
                      <a:endParaRPr lang="zh-TW" altLang="en-US" sz="2400" dirty="0">
                        <a:solidFill>
                          <a:schemeClr val="tx1"/>
                        </a:solidFill>
                        <a:latin typeface="Times New Roman" panose="02020603050405020304" pitchFamily="18" charset="0"/>
                        <a:cs typeface="Times New Roman" panose="02020603050405020304" pitchFamily="18" charset="0"/>
                      </a:endParaRPr>
                    </a:p>
                  </p:txBody>
                </p:sp>
              </mc:Choice>
              <mc:Fallback>
                <p:sp>
                  <p:nvSpPr>
                    <p:cNvPr id="54" name="文字方塊 53">
                      <a:extLst>
                        <a:ext uri="{FF2B5EF4-FFF2-40B4-BE49-F238E27FC236}">
                          <a16:creationId xmlns:a16="http://schemas.microsoft.com/office/drawing/2014/main" id="{09952611-6359-40AB-B920-1B779CB92BA0}"/>
                        </a:ext>
                      </a:extLst>
                    </p:cNvPr>
                    <p:cNvSpPr txBox="1">
                      <a:spLocks noRot="1" noChangeAspect="1" noMove="1" noResize="1" noEditPoints="1" noAdjustHandles="1" noChangeArrowheads="1" noChangeShapeType="1" noTextEdit="1"/>
                    </p:cNvSpPr>
                    <p:nvPr/>
                  </p:nvSpPr>
                  <p:spPr>
                    <a:xfrm>
                      <a:off x="1316256" y="833327"/>
                      <a:ext cx="431528" cy="461665"/>
                    </a:xfrm>
                    <a:prstGeom prst="rect">
                      <a:avLst/>
                    </a:prstGeom>
                    <a:blipFill>
                      <a:blip r:embed="rId30"/>
                      <a:stretch>
                        <a:fillRect/>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41" name="文字方塊 40">
                      <a:extLst>
                        <a:ext uri="{FF2B5EF4-FFF2-40B4-BE49-F238E27FC236}">
                          <a16:creationId xmlns:a16="http://schemas.microsoft.com/office/drawing/2014/main" id="{34B91213-F40E-45AE-80FC-220BD501707B}"/>
                        </a:ext>
                      </a:extLst>
                    </p:cNvPr>
                    <p:cNvSpPr txBox="1"/>
                    <p:nvPr/>
                  </p:nvSpPr>
                  <p:spPr>
                    <a:xfrm>
                      <a:off x="1316256" y="373073"/>
                      <a:ext cx="431528" cy="461665"/>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altLang="zh-TW" sz="2400" b="0" i="1" smtClean="0">
                                <a:solidFill>
                                  <a:schemeClr val="tx1"/>
                                </a:solidFill>
                                <a:latin typeface="Cambria Math" panose="02040503050406030204" pitchFamily="18" charset="0"/>
                                <a:cs typeface="Times New Roman" panose="02020603050405020304" pitchFamily="18" charset="0"/>
                              </a:rPr>
                              <m:t>3</m:t>
                            </m:r>
                          </m:oMath>
                        </m:oMathPara>
                      </a14:m>
                      <a:endParaRPr lang="zh-TW" altLang="en-US" sz="2400" dirty="0">
                        <a:solidFill>
                          <a:schemeClr val="tx1"/>
                        </a:solidFill>
                        <a:latin typeface="Times New Roman" panose="02020603050405020304" pitchFamily="18" charset="0"/>
                        <a:cs typeface="Times New Roman" panose="02020603050405020304" pitchFamily="18" charset="0"/>
                      </a:endParaRPr>
                    </a:p>
                  </p:txBody>
                </p:sp>
              </mc:Choice>
              <mc:Fallback>
                <p:sp>
                  <p:nvSpPr>
                    <p:cNvPr id="41" name="文字方塊 40">
                      <a:extLst>
                        <a:ext uri="{FF2B5EF4-FFF2-40B4-BE49-F238E27FC236}">
                          <a16:creationId xmlns:a16="http://schemas.microsoft.com/office/drawing/2014/main" id="{34B91213-F40E-45AE-80FC-220BD501707B}"/>
                        </a:ext>
                      </a:extLst>
                    </p:cNvPr>
                    <p:cNvSpPr txBox="1">
                      <a:spLocks noRot="1" noChangeAspect="1" noMove="1" noResize="1" noEditPoints="1" noAdjustHandles="1" noChangeArrowheads="1" noChangeShapeType="1" noTextEdit="1"/>
                    </p:cNvSpPr>
                    <p:nvPr/>
                  </p:nvSpPr>
                  <p:spPr>
                    <a:xfrm>
                      <a:off x="1316256" y="373073"/>
                      <a:ext cx="431528" cy="461665"/>
                    </a:xfrm>
                    <a:prstGeom prst="rect">
                      <a:avLst/>
                    </a:prstGeom>
                    <a:blipFill>
                      <a:blip r:embed="rId31"/>
                      <a:stretch>
                        <a:fillRect/>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42" name="文字方塊 41">
                      <a:extLst>
                        <a:ext uri="{FF2B5EF4-FFF2-40B4-BE49-F238E27FC236}">
                          <a16:creationId xmlns:a16="http://schemas.microsoft.com/office/drawing/2014/main" id="{25A3DBA2-9C33-44DA-A075-0FBAC2652920}"/>
                        </a:ext>
                      </a:extLst>
                    </p:cNvPr>
                    <p:cNvSpPr txBox="1"/>
                    <p:nvPr/>
                  </p:nvSpPr>
                  <p:spPr>
                    <a:xfrm>
                      <a:off x="884728" y="357428"/>
                      <a:ext cx="412421" cy="461665"/>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altLang="zh-TW" sz="2400" b="0" i="1" smtClean="0">
                                <a:solidFill>
                                  <a:schemeClr val="tx1"/>
                                </a:solidFill>
                                <a:latin typeface="Cambria Math" panose="02040503050406030204" pitchFamily="18" charset="0"/>
                                <a:cs typeface="Times New Roman" panose="02020603050405020304" pitchFamily="18" charset="0"/>
                              </a:rPr>
                              <m:t>𝑐</m:t>
                            </m:r>
                          </m:oMath>
                        </m:oMathPara>
                      </a14:m>
                      <a:endParaRPr lang="zh-TW" altLang="en-US" sz="2400" dirty="0">
                        <a:solidFill>
                          <a:schemeClr val="tx1"/>
                        </a:solidFill>
                        <a:latin typeface="Times New Roman" panose="02020603050405020304" pitchFamily="18" charset="0"/>
                        <a:cs typeface="Times New Roman" panose="02020603050405020304" pitchFamily="18" charset="0"/>
                      </a:endParaRPr>
                    </a:p>
                  </p:txBody>
                </p:sp>
              </mc:Choice>
              <mc:Fallback>
                <p:sp>
                  <p:nvSpPr>
                    <p:cNvPr id="42" name="文字方塊 41">
                      <a:extLst>
                        <a:ext uri="{FF2B5EF4-FFF2-40B4-BE49-F238E27FC236}">
                          <a16:creationId xmlns:a16="http://schemas.microsoft.com/office/drawing/2014/main" id="{25A3DBA2-9C33-44DA-A075-0FBAC2652920}"/>
                        </a:ext>
                      </a:extLst>
                    </p:cNvPr>
                    <p:cNvSpPr txBox="1">
                      <a:spLocks noRot="1" noChangeAspect="1" noMove="1" noResize="1" noEditPoints="1" noAdjustHandles="1" noChangeArrowheads="1" noChangeShapeType="1" noTextEdit="1"/>
                    </p:cNvSpPr>
                    <p:nvPr/>
                  </p:nvSpPr>
                  <p:spPr>
                    <a:xfrm>
                      <a:off x="884728" y="357428"/>
                      <a:ext cx="412421" cy="461665"/>
                    </a:xfrm>
                    <a:prstGeom prst="rect">
                      <a:avLst/>
                    </a:prstGeom>
                    <a:blipFill>
                      <a:blip r:embed="rId32"/>
                      <a:stretch>
                        <a:fillRect/>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43" name="文字方塊 42">
                      <a:extLst>
                        <a:ext uri="{FF2B5EF4-FFF2-40B4-BE49-F238E27FC236}">
                          <a16:creationId xmlns:a16="http://schemas.microsoft.com/office/drawing/2014/main" id="{00E00DE1-B467-4123-B0A6-1CB71ABD45F0}"/>
                        </a:ext>
                      </a:extLst>
                    </p:cNvPr>
                    <p:cNvSpPr txBox="1"/>
                    <p:nvPr/>
                  </p:nvSpPr>
                  <p:spPr>
                    <a:xfrm>
                      <a:off x="884728" y="790366"/>
                      <a:ext cx="436914" cy="461665"/>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altLang="zh-TW" sz="2400" b="0" i="1" smtClean="0">
                                <a:solidFill>
                                  <a:schemeClr val="tx1"/>
                                </a:solidFill>
                                <a:latin typeface="Cambria Math" panose="02040503050406030204" pitchFamily="18" charset="0"/>
                                <a:cs typeface="Times New Roman" panose="02020603050405020304" pitchFamily="18" charset="0"/>
                              </a:rPr>
                              <m:t>𝑝</m:t>
                            </m:r>
                          </m:oMath>
                        </m:oMathPara>
                      </a14:m>
                      <a:endParaRPr lang="zh-TW" altLang="en-US" sz="2400" dirty="0">
                        <a:solidFill>
                          <a:schemeClr val="tx1"/>
                        </a:solidFill>
                        <a:latin typeface="Times New Roman" panose="02020603050405020304" pitchFamily="18" charset="0"/>
                        <a:cs typeface="Times New Roman" panose="02020603050405020304" pitchFamily="18" charset="0"/>
                      </a:endParaRPr>
                    </a:p>
                  </p:txBody>
                </p:sp>
              </mc:Choice>
              <mc:Fallback>
                <p:sp>
                  <p:nvSpPr>
                    <p:cNvPr id="43" name="文字方塊 42">
                      <a:extLst>
                        <a:ext uri="{FF2B5EF4-FFF2-40B4-BE49-F238E27FC236}">
                          <a16:creationId xmlns:a16="http://schemas.microsoft.com/office/drawing/2014/main" id="{00E00DE1-B467-4123-B0A6-1CB71ABD45F0}"/>
                        </a:ext>
                      </a:extLst>
                    </p:cNvPr>
                    <p:cNvSpPr txBox="1">
                      <a:spLocks noRot="1" noChangeAspect="1" noMove="1" noResize="1" noEditPoints="1" noAdjustHandles="1" noChangeArrowheads="1" noChangeShapeType="1" noTextEdit="1"/>
                    </p:cNvSpPr>
                    <p:nvPr/>
                  </p:nvSpPr>
                  <p:spPr>
                    <a:xfrm>
                      <a:off x="884728" y="790366"/>
                      <a:ext cx="436914" cy="461665"/>
                    </a:xfrm>
                    <a:prstGeom prst="rect">
                      <a:avLst/>
                    </a:prstGeom>
                    <a:blipFill>
                      <a:blip r:embed="rId33"/>
                      <a:stretch>
                        <a:fillRect b="-11842"/>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44" name="文字方塊 43">
                      <a:extLst>
                        <a:ext uri="{FF2B5EF4-FFF2-40B4-BE49-F238E27FC236}">
                          <a16:creationId xmlns:a16="http://schemas.microsoft.com/office/drawing/2014/main" id="{06B7FD09-0678-414E-842E-CD47E9F770C4}"/>
                        </a:ext>
                      </a:extLst>
                    </p:cNvPr>
                    <p:cNvSpPr txBox="1"/>
                    <p:nvPr/>
                  </p:nvSpPr>
                  <p:spPr>
                    <a:xfrm>
                      <a:off x="1692820" y="373881"/>
                      <a:ext cx="431528" cy="461665"/>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r>
                              <a:rPr lang="en-US" altLang="zh-TW" sz="2400" b="0" i="1" smtClean="0">
                                <a:solidFill>
                                  <a:schemeClr val="tx1"/>
                                </a:solidFill>
                                <a:latin typeface="Cambria Math" panose="02040503050406030204" pitchFamily="18" charset="0"/>
                                <a:cs typeface="Times New Roman" panose="02020603050405020304" pitchFamily="18" charset="0"/>
                              </a:rPr>
                              <m:t>2</m:t>
                            </m:r>
                          </m:oMath>
                        </m:oMathPara>
                      </a14:m>
                      <a:endParaRPr lang="zh-TW" altLang="en-US" sz="2400" dirty="0">
                        <a:solidFill>
                          <a:schemeClr val="tx1"/>
                        </a:solidFill>
                        <a:latin typeface="Times New Roman" panose="02020603050405020304" pitchFamily="18" charset="0"/>
                        <a:cs typeface="Times New Roman" panose="02020603050405020304" pitchFamily="18" charset="0"/>
                      </a:endParaRPr>
                    </a:p>
                  </p:txBody>
                </p:sp>
              </mc:Choice>
              <mc:Fallback>
                <p:sp>
                  <p:nvSpPr>
                    <p:cNvPr id="44" name="文字方塊 43">
                      <a:extLst>
                        <a:ext uri="{FF2B5EF4-FFF2-40B4-BE49-F238E27FC236}">
                          <a16:creationId xmlns:a16="http://schemas.microsoft.com/office/drawing/2014/main" id="{06B7FD09-0678-414E-842E-CD47E9F770C4}"/>
                        </a:ext>
                      </a:extLst>
                    </p:cNvPr>
                    <p:cNvSpPr txBox="1">
                      <a:spLocks noRot="1" noChangeAspect="1" noMove="1" noResize="1" noEditPoints="1" noAdjustHandles="1" noChangeArrowheads="1" noChangeShapeType="1" noTextEdit="1"/>
                    </p:cNvSpPr>
                    <p:nvPr/>
                  </p:nvSpPr>
                  <p:spPr>
                    <a:xfrm>
                      <a:off x="1692820" y="373881"/>
                      <a:ext cx="431528" cy="461665"/>
                    </a:xfrm>
                    <a:prstGeom prst="rect">
                      <a:avLst/>
                    </a:prstGeom>
                    <a:blipFill>
                      <a:blip r:embed="rId34"/>
                      <a:stretch>
                        <a:fillRect/>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45" name="文字方塊 44">
                      <a:extLst>
                        <a:ext uri="{FF2B5EF4-FFF2-40B4-BE49-F238E27FC236}">
                          <a16:creationId xmlns:a16="http://schemas.microsoft.com/office/drawing/2014/main" id="{639CB93A-629D-4801-B4FA-AB9C7B61418F}"/>
                        </a:ext>
                      </a:extLst>
                    </p:cNvPr>
                    <p:cNvSpPr txBox="1"/>
                    <p:nvPr/>
                  </p:nvSpPr>
                  <p:spPr>
                    <a:xfrm>
                      <a:off x="2087769" y="373881"/>
                      <a:ext cx="431528" cy="461665"/>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r>
                              <a:rPr lang="en-US" altLang="zh-TW" sz="2400" b="0" i="1" smtClean="0">
                                <a:solidFill>
                                  <a:schemeClr val="tx1"/>
                                </a:solidFill>
                                <a:latin typeface="Cambria Math" panose="02040503050406030204" pitchFamily="18" charset="0"/>
                                <a:cs typeface="Times New Roman" panose="02020603050405020304" pitchFamily="18" charset="0"/>
                              </a:rPr>
                              <m:t>1</m:t>
                            </m:r>
                          </m:oMath>
                        </m:oMathPara>
                      </a14:m>
                      <a:endParaRPr lang="zh-TW" altLang="en-US" sz="2400" dirty="0">
                        <a:solidFill>
                          <a:schemeClr val="tx1"/>
                        </a:solidFill>
                        <a:latin typeface="Times New Roman" panose="02020603050405020304" pitchFamily="18" charset="0"/>
                        <a:cs typeface="Times New Roman" panose="02020603050405020304" pitchFamily="18" charset="0"/>
                      </a:endParaRPr>
                    </a:p>
                  </p:txBody>
                </p:sp>
              </mc:Choice>
              <mc:Fallback>
                <p:sp>
                  <p:nvSpPr>
                    <p:cNvPr id="45" name="文字方塊 44">
                      <a:extLst>
                        <a:ext uri="{FF2B5EF4-FFF2-40B4-BE49-F238E27FC236}">
                          <a16:creationId xmlns:a16="http://schemas.microsoft.com/office/drawing/2014/main" id="{639CB93A-629D-4801-B4FA-AB9C7B61418F}"/>
                        </a:ext>
                      </a:extLst>
                    </p:cNvPr>
                    <p:cNvSpPr txBox="1">
                      <a:spLocks noRot="1" noChangeAspect="1" noMove="1" noResize="1" noEditPoints="1" noAdjustHandles="1" noChangeArrowheads="1" noChangeShapeType="1" noTextEdit="1"/>
                    </p:cNvSpPr>
                    <p:nvPr/>
                  </p:nvSpPr>
                  <p:spPr>
                    <a:xfrm>
                      <a:off x="2087769" y="373881"/>
                      <a:ext cx="431528" cy="461665"/>
                    </a:xfrm>
                    <a:prstGeom prst="rect">
                      <a:avLst/>
                    </a:prstGeom>
                    <a:blipFill>
                      <a:blip r:embed="rId35"/>
                      <a:stretch>
                        <a:fillRect/>
                      </a:stretch>
                    </a:blipFill>
                  </p:spPr>
                  <p:txBody>
                    <a:bodyPr/>
                    <a:lstStyle/>
                    <a:p>
                      <a:r>
                        <a:rPr lang="zh-TW" altLang="en-US">
                          <a:noFill/>
                        </a:rPr>
                        <a:t> </a:t>
                      </a:r>
                    </a:p>
                  </p:txBody>
                </p:sp>
              </mc:Fallback>
            </mc:AlternateContent>
            <p:sp>
              <p:nvSpPr>
                <p:cNvPr id="47" name="文字方塊 46">
                  <a:extLst>
                    <a:ext uri="{FF2B5EF4-FFF2-40B4-BE49-F238E27FC236}">
                      <a16:creationId xmlns:a16="http://schemas.microsoft.com/office/drawing/2014/main" id="{F09F7A7B-CE7D-4648-82F3-792F681A65E8}"/>
                    </a:ext>
                  </a:extLst>
                </p:cNvPr>
                <p:cNvSpPr txBox="1"/>
                <p:nvPr/>
              </p:nvSpPr>
              <p:spPr>
                <a:xfrm>
                  <a:off x="1747784" y="833327"/>
                  <a:ext cx="431528" cy="461665"/>
                </a:xfrm>
                <a:prstGeom prst="rect">
                  <a:avLst/>
                </a:prstGeom>
                <a:noFill/>
              </p:spPr>
              <p:txBody>
                <a:bodyPr wrap="square" rtlCol="0">
                  <a:spAutoFit/>
                </a:bodyPr>
                <a:lstStyle/>
                <a:p>
                  <a:r>
                    <a:rPr lang="en-US" altLang="zh-TW" sz="2400" b="0" dirty="0">
                      <a:solidFill>
                        <a:schemeClr val="tx1"/>
                      </a:solidFill>
                      <a:cs typeface="Times New Roman" panose="02020603050405020304" pitchFamily="18" charset="0"/>
                    </a:rPr>
                    <a:t>5</a:t>
                  </a:r>
                  <a:endParaRPr lang="zh-TW" altLang="en-US" sz="2400" dirty="0">
                    <a:solidFill>
                      <a:schemeClr val="tx1"/>
                    </a:solidFill>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49" name="文字方塊 48">
                      <a:extLst>
                        <a:ext uri="{FF2B5EF4-FFF2-40B4-BE49-F238E27FC236}">
                          <a16:creationId xmlns:a16="http://schemas.microsoft.com/office/drawing/2014/main" id="{CF31DB96-9111-4199-91C0-47548116506B}"/>
                        </a:ext>
                      </a:extLst>
                    </p:cNvPr>
                    <p:cNvSpPr txBox="1"/>
                    <p:nvPr/>
                  </p:nvSpPr>
                  <p:spPr>
                    <a:xfrm>
                      <a:off x="2087769" y="826349"/>
                      <a:ext cx="431528" cy="461665"/>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r>
                              <a:rPr lang="en-US" altLang="zh-TW" sz="2400" b="0" i="1" smtClean="0">
                                <a:solidFill>
                                  <a:schemeClr val="tx1"/>
                                </a:solidFill>
                                <a:latin typeface="Cambria Math" panose="02040503050406030204" pitchFamily="18" charset="0"/>
                                <a:cs typeface="Times New Roman" panose="02020603050405020304" pitchFamily="18" charset="0"/>
                              </a:rPr>
                              <m:t>8</m:t>
                            </m:r>
                          </m:oMath>
                        </m:oMathPara>
                      </a14:m>
                      <a:endParaRPr lang="zh-TW" altLang="en-US" sz="2400" dirty="0">
                        <a:solidFill>
                          <a:schemeClr val="tx1"/>
                        </a:solidFill>
                        <a:latin typeface="Times New Roman" panose="02020603050405020304" pitchFamily="18" charset="0"/>
                        <a:cs typeface="Times New Roman" panose="02020603050405020304" pitchFamily="18" charset="0"/>
                      </a:endParaRPr>
                    </a:p>
                  </p:txBody>
                </p:sp>
              </mc:Choice>
              <mc:Fallback>
                <p:sp>
                  <p:nvSpPr>
                    <p:cNvPr id="49" name="文字方塊 48">
                      <a:extLst>
                        <a:ext uri="{FF2B5EF4-FFF2-40B4-BE49-F238E27FC236}">
                          <a16:creationId xmlns:a16="http://schemas.microsoft.com/office/drawing/2014/main" id="{CF31DB96-9111-4199-91C0-47548116506B}"/>
                        </a:ext>
                      </a:extLst>
                    </p:cNvPr>
                    <p:cNvSpPr txBox="1">
                      <a:spLocks noRot="1" noChangeAspect="1" noMove="1" noResize="1" noEditPoints="1" noAdjustHandles="1" noChangeArrowheads="1" noChangeShapeType="1" noTextEdit="1"/>
                    </p:cNvSpPr>
                    <p:nvPr/>
                  </p:nvSpPr>
                  <p:spPr>
                    <a:xfrm>
                      <a:off x="2087769" y="826349"/>
                      <a:ext cx="431528" cy="461665"/>
                    </a:xfrm>
                    <a:prstGeom prst="rect">
                      <a:avLst/>
                    </a:prstGeom>
                    <a:blipFill>
                      <a:blip r:embed="rId36"/>
                      <a:stretch>
                        <a:fillRect/>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66" name="文字方塊 65">
                      <a:extLst>
                        <a:ext uri="{FF2B5EF4-FFF2-40B4-BE49-F238E27FC236}">
                          <a16:creationId xmlns:a16="http://schemas.microsoft.com/office/drawing/2014/main" id="{CC820B2C-B291-4482-9970-FAFE78D71877}"/>
                        </a:ext>
                      </a:extLst>
                    </p:cNvPr>
                    <p:cNvSpPr txBox="1"/>
                    <p:nvPr/>
                  </p:nvSpPr>
                  <p:spPr>
                    <a:xfrm>
                      <a:off x="2444111" y="826349"/>
                      <a:ext cx="431528" cy="461665"/>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r>
                              <a:rPr lang="en-US" altLang="zh-TW" sz="2400" b="0" i="1" smtClean="0">
                                <a:solidFill>
                                  <a:schemeClr val="tx1"/>
                                </a:solidFill>
                                <a:latin typeface="Cambria Math" panose="02040503050406030204" pitchFamily="18" charset="0"/>
                                <a:cs typeface="Times New Roman" panose="02020603050405020304" pitchFamily="18" charset="0"/>
                              </a:rPr>
                              <m:t>9</m:t>
                            </m:r>
                          </m:oMath>
                        </m:oMathPara>
                      </a14:m>
                      <a:endParaRPr lang="zh-TW" altLang="en-US" sz="2400" dirty="0">
                        <a:solidFill>
                          <a:schemeClr val="tx1"/>
                        </a:solidFill>
                        <a:latin typeface="Times New Roman" panose="02020603050405020304" pitchFamily="18" charset="0"/>
                        <a:cs typeface="Times New Roman" panose="02020603050405020304" pitchFamily="18" charset="0"/>
                      </a:endParaRPr>
                    </a:p>
                  </p:txBody>
                </p:sp>
              </mc:Choice>
              <mc:Fallback>
                <p:sp>
                  <p:nvSpPr>
                    <p:cNvPr id="66" name="文字方塊 65">
                      <a:extLst>
                        <a:ext uri="{FF2B5EF4-FFF2-40B4-BE49-F238E27FC236}">
                          <a16:creationId xmlns:a16="http://schemas.microsoft.com/office/drawing/2014/main" id="{CC820B2C-B291-4482-9970-FAFE78D71877}"/>
                        </a:ext>
                      </a:extLst>
                    </p:cNvPr>
                    <p:cNvSpPr txBox="1">
                      <a:spLocks noRot="1" noChangeAspect="1" noMove="1" noResize="1" noEditPoints="1" noAdjustHandles="1" noChangeArrowheads="1" noChangeShapeType="1" noTextEdit="1"/>
                    </p:cNvSpPr>
                    <p:nvPr/>
                  </p:nvSpPr>
                  <p:spPr>
                    <a:xfrm>
                      <a:off x="2444111" y="826349"/>
                      <a:ext cx="431528" cy="461665"/>
                    </a:xfrm>
                    <a:prstGeom prst="rect">
                      <a:avLst/>
                    </a:prstGeom>
                    <a:blipFill>
                      <a:blip r:embed="rId37"/>
                      <a:stretch>
                        <a:fillRect/>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67" name="文字方塊 66">
                      <a:extLst>
                        <a:ext uri="{FF2B5EF4-FFF2-40B4-BE49-F238E27FC236}">
                          <a16:creationId xmlns:a16="http://schemas.microsoft.com/office/drawing/2014/main" id="{5E26DC0F-C16A-4A59-9AF8-2D0F14ECC39A}"/>
                        </a:ext>
                      </a:extLst>
                    </p:cNvPr>
                    <p:cNvSpPr txBox="1"/>
                    <p:nvPr/>
                  </p:nvSpPr>
                  <p:spPr>
                    <a:xfrm>
                      <a:off x="2457254" y="373881"/>
                      <a:ext cx="431528" cy="461665"/>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r>
                              <a:rPr lang="en-US" altLang="zh-TW" sz="2400" b="0" i="1" smtClean="0">
                                <a:solidFill>
                                  <a:schemeClr val="tx1"/>
                                </a:solidFill>
                                <a:latin typeface="Cambria Math" panose="02040503050406030204" pitchFamily="18" charset="0"/>
                                <a:cs typeface="Times New Roman" panose="02020603050405020304" pitchFamily="18" charset="0"/>
                              </a:rPr>
                              <m:t>1</m:t>
                            </m:r>
                          </m:oMath>
                        </m:oMathPara>
                      </a14:m>
                      <a:endParaRPr lang="zh-TW" altLang="en-US" sz="2400" dirty="0">
                        <a:solidFill>
                          <a:schemeClr val="tx1"/>
                        </a:solidFill>
                        <a:latin typeface="Times New Roman" panose="02020603050405020304" pitchFamily="18" charset="0"/>
                        <a:cs typeface="Times New Roman" panose="02020603050405020304" pitchFamily="18" charset="0"/>
                      </a:endParaRPr>
                    </a:p>
                  </p:txBody>
                </p:sp>
              </mc:Choice>
              <mc:Fallback>
                <p:sp>
                  <p:nvSpPr>
                    <p:cNvPr id="67" name="文字方塊 66">
                      <a:extLst>
                        <a:ext uri="{FF2B5EF4-FFF2-40B4-BE49-F238E27FC236}">
                          <a16:creationId xmlns:a16="http://schemas.microsoft.com/office/drawing/2014/main" id="{5E26DC0F-C16A-4A59-9AF8-2D0F14ECC39A}"/>
                        </a:ext>
                      </a:extLst>
                    </p:cNvPr>
                    <p:cNvSpPr txBox="1">
                      <a:spLocks noRot="1" noChangeAspect="1" noMove="1" noResize="1" noEditPoints="1" noAdjustHandles="1" noChangeArrowheads="1" noChangeShapeType="1" noTextEdit="1"/>
                    </p:cNvSpPr>
                    <p:nvPr/>
                  </p:nvSpPr>
                  <p:spPr>
                    <a:xfrm>
                      <a:off x="2457254" y="373881"/>
                      <a:ext cx="431528" cy="461665"/>
                    </a:xfrm>
                    <a:prstGeom prst="rect">
                      <a:avLst/>
                    </a:prstGeom>
                    <a:blipFill>
                      <a:blip r:embed="rId38"/>
                      <a:stretch>
                        <a:fillRect/>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89" name="文字方塊 88">
                      <a:extLst>
                        <a:ext uri="{FF2B5EF4-FFF2-40B4-BE49-F238E27FC236}">
                          <a16:creationId xmlns:a16="http://schemas.microsoft.com/office/drawing/2014/main" id="{7E4D7531-4C4F-426C-9C06-37125B6A9475}"/>
                        </a:ext>
                      </a:extLst>
                    </p:cNvPr>
                    <p:cNvSpPr txBox="1"/>
                    <p:nvPr/>
                  </p:nvSpPr>
                  <p:spPr>
                    <a:xfrm>
                      <a:off x="2812959" y="826349"/>
                      <a:ext cx="431528" cy="461665"/>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r>
                              <a:rPr lang="en-US" altLang="zh-TW" sz="2400" b="0" i="1" smtClean="0">
                                <a:solidFill>
                                  <a:srgbClr val="0070C0"/>
                                </a:solidFill>
                                <a:latin typeface="Cambria Math" panose="02040503050406030204" pitchFamily="18" charset="0"/>
                                <a:cs typeface="Times New Roman" panose="02020603050405020304" pitchFamily="18" charset="0"/>
                              </a:rPr>
                              <m:t>10</m:t>
                            </m:r>
                          </m:oMath>
                        </m:oMathPara>
                      </a14:m>
                      <a:endParaRPr lang="zh-TW" altLang="en-US" sz="2400" dirty="0">
                        <a:solidFill>
                          <a:srgbClr val="0070C0"/>
                        </a:solidFill>
                        <a:latin typeface="Times New Roman" panose="02020603050405020304" pitchFamily="18" charset="0"/>
                        <a:cs typeface="Times New Roman" panose="02020603050405020304" pitchFamily="18" charset="0"/>
                      </a:endParaRPr>
                    </a:p>
                  </p:txBody>
                </p:sp>
              </mc:Choice>
              <mc:Fallback>
                <p:sp>
                  <p:nvSpPr>
                    <p:cNvPr id="89" name="文字方塊 88">
                      <a:extLst>
                        <a:ext uri="{FF2B5EF4-FFF2-40B4-BE49-F238E27FC236}">
                          <a16:creationId xmlns:a16="http://schemas.microsoft.com/office/drawing/2014/main" id="{7E4D7531-4C4F-426C-9C06-37125B6A9475}"/>
                        </a:ext>
                      </a:extLst>
                    </p:cNvPr>
                    <p:cNvSpPr txBox="1">
                      <a:spLocks noRot="1" noChangeAspect="1" noMove="1" noResize="1" noEditPoints="1" noAdjustHandles="1" noChangeArrowheads="1" noChangeShapeType="1" noTextEdit="1"/>
                    </p:cNvSpPr>
                    <p:nvPr/>
                  </p:nvSpPr>
                  <p:spPr>
                    <a:xfrm>
                      <a:off x="2812959" y="826349"/>
                      <a:ext cx="431528" cy="461665"/>
                    </a:xfrm>
                    <a:prstGeom prst="rect">
                      <a:avLst/>
                    </a:prstGeom>
                    <a:blipFill>
                      <a:blip r:embed="rId39"/>
                      <a:stretch>
                        <a:fillRect l="-2817" r="-25352"/>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90" name="文字方塊 89">
                      <a:extLst>
                        <a:ext uri="{FF2B5EF4-FFF2-40B4-BE49-F238E27FC236}">
                          <a16:creationId xmlns:a16="http://schemas.microsoft.com/office/drawing/2014/main" id="{331868AC-E673-4C07-97E7-7155626C3F22}"/>
                        </a:ext>
                      </a:extLst>
                    </p:cNvPr>
                    <p:cNvSpPr txBox="1"/>
                    <p:nvPr/>
                  </p:nvSpPr>
                  <p:spPr>
                    <a:xfrm>
                      <a:off x="2863707" y="381864"/>
                      <a:ext cx="431528" cy="461665"/>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r>
                              <a:rPr lang="en-US" altLang="zh-TW" sz="2400" b="0" i="1" smtClean="0">
                                <a:solidFill>
                                  <a:srgbClr val="0070C0"/>
                                </a:solidFill>
                                <a:latin typeface="Cambria Math" panose="02040503050406030204" pitchFamily="18" charset="0"/>
                                <a:cs typeface="Times New Roman" panose="02020603050405020304" pitchFamily="18" charset="0"/>
                              </a:rPr>
                              <m:t>3</m:t>
                            </m:r>
                          </m:oMath>
                        </m:oMathPara>
                      </a14:m>
                      <a:endParaRPr lang="zh-TW" altLang="en-US" sz="2400" dirty="0">
                        <a:solidFill>
                          <a:srgbClr val="0070C0"/>
                        </a:solidFill>
                        <a:latin typeface="Times New Roman" panose="02020603050405020304" pitchFamily="18" charset="0"/>
                        <a:cs typeface="Times New Roman" panose="02020603050405020304" pitchFamily="18" charset="0"/>
                      </a:endParaRPr>
                    </a:p>
                  </p:txBody>
                </p:sp>
              </mc:Choice>
              <mc:Fallback>
                <p:sp>
                  <p:nvSpPr>
                    <p:cNvPr id="90" name="文字方塊 89">
                      <a:extLst>
                        <a:ext uri="{FF2B5EF4-FFF2-40B4-BE49-F238E27FC236}">
                          <a16:creationId xmlns:a16="http://schemas.microsoft.com/office/drawing/2014/main" id="{331868AC-E673-4C07-97E7-7155626C3F22}"/>
                        </a:ext>
                      </a:extLst>
                    </p:cNvPr>
                    <p:cNvSpPr txBox="1">
                      <a:spLocks noRot="1" noChangeAspect="1" noMove="1" noResize="1" noEditPoints="1" noAdjustHandles="1" noChangeArrowheads="1" noChangeShapeType="1" noTextEdit="1"/>
                    </p:cNvSpPr>
                    <p:nvPr/>
                  </p:nvSpPr>
                  <p:spPr>
                    <a:xfrm>
                      <a:off x="2863707" y="381864"/>
                      <a:ext cx="431528" cy="461665"/>
                    </a:xfrm>
                    <a:prstGeom prst="rect">
                      <a:avLst/>
                    </a:prstGeom>
                    <a:blipFill>
                      <a:blip r:embed="rId40"/>
                      <a:stretch>
                        <a:fillRect/>
                      </a:stretch>
                    </a:blipFill>
                  </p:spPr>
                  <p:txBody>
                    <a:bodyPr/>
                    <a:lstStyle/>
                    <a:p>
                      <a:r>
                        <a:rPr lang="zh-TW" altLang="en-US">
                          <a:noFill/>
                        </a:rPr>
                        <a:t> </a:t>
                      </a:r>
                    </a:p>
                  </p:txBody>
                </p:sp>
              </mc:Fallback>
            </mc:AlternateContent>
          </p:grpSp>
          <p:cxnSp>
            <p:nvCxnSpPr>
              <p:cNvPr id="51" name="直線接點 50">
                <a:extLst>
                  <a:ext uri="{FF2B5EF4-FFF2-40B4-BE49-F238E27FC236}">
                    <a16:creationId xmlns:a16="http://schemas.microsoft.com/office/drawing/2014/main" id="{17857939-397C-4201-84A9-97DC4CC92ADE}"/>
                  </a:ext>
                </a:extLst>
              </p:cNvPr>
              <p:cNvCxnSpPr>
                <a:cxnSpLocks/>
              </p:cNvCxnSpPr>
              <p:nvPr/>
            </p:nvCxnSpPr>
            <p:spPr>
              <a:xfrm>
                <a:off x="5522454" y="3763227"/>
                <a:ext cx="202618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mc:Choice xmlns:a14="http://schemas.microsoft.com/office/drawing/2010/main" Requires="a14">
            <p:sp>
              <p:nvSpPr>
                <p:cNvPr id="88" name="矩形 87">
                  <a:extLst>
                    <a:ext uri="{FF2B5EF4-FFF2-40B4-BE49-F238E27FC236}">
                      <a16:creationId xmlns:a16="http://schemas.microsoft.com/office/drawing/2014/main" id="{61377B44-7EE6-45A7-AD10-0519FB9E1549}"/>
                    </a:ext>
                  </a:extLst>
                </p:cNvPr>
                <p:cNvSpPr/>
                <p:nvPr/>
              </p:nvSpPr>
              <p:spPr>
                <a:xfrm>
                  <a:off x="7313714" y="5693313"/>
                  <a:ext cx="534250" cy="461665"/>
                </a:xfrm>
                <a:prstGeom prst="rect">
                  <a:avLst/>
                </a:prstGeom>
              </p:spPr>
              <p:txBody>
                <a:bodyPr wrap="square">
                  <a:spAutoFit/>
                </a:bodyPr>
                <a:lstStyle/>
                <a:p>
                  <a14:m>
                    <m:oMathPara xmlns:m="http://schemas.openxmlformats.org/officeDocument/2006/math">
                      <m:oMathParaPr>
                        <m:jc m:val="centerGroup"/>
                      </m:oMathParaPr>
                      <m:oMath xmlns:m="http://schemas.openxmlformats.org/officeDocument/2006/math">
                        <m:sSub>
                          <m:sSubPr>
                            <m:ctrlPr>
                              <a:rPr lang="en-US" altLang="zh-TW" sz="2400" i="1" smtClean="0">
                                <a:solidFill>
                                  <a:srgbClr val="0070C0"/>
                                </a:solidFill>
                                <a:latin typeface="Cambria Math" panose="02040503050406030204" pitchFamily="18" charset="0"/>
                                <a:cs typeface="Times New Roman" panose="02020603050405020304" pitchFamily="18" charset="0"/>
                              </a:rPr>
                            </m:ctrlPr>
                          </m:sSubPr>
                          <m:e>
                            <m:r>
                              <m:rPr>
                                <m:sty m:val="p"/>
                              </m:rPr>
                              <a:rPr lang="en-US" altLang="zh-TW" sz="2400">
                                <a:solidFill>
                                  <a:srgbClr val="0070C0"/>
                                </a:solidFill>
                                <a:latin typeface="Cambria Math" panose="02040503050406030204" pitchFamily="18" charset="0"/>
                                <a:cs typeface="Times New Roman" panose="02020603050405020304" pitchFamily="18" charset="0"/>
                              </a:rPr>
                              <m:t>P</m:t>
                            </m:r>
                          </m:e>
                          <m:sub>
                            <m:r>
                              <a:rPr lang="en-US" altLang="zh-TW" sz="2400" b="0" i="0" smtClean="0">
                                <a:solidFill>
                                  <a:srgbClr val="0070C0"/>
                                </a:solidFill>
                                <a:latin typeface="Cambria Math" panose="02040503050406030204" pitchFamily="18" charset="0"/>
                                <a:cs typeface="Times New Roman" panose="02020603050405020304" pitchFamily="18" charset="0"/>
                              </a:rPr>
                              <m:t>6</m:t>
                            </m:r>
                          </m:sub>
                        </m:sSub>
                      </m:oMath>
                    </m:oMathPara>
                  </a14:m>
                  <a:endParaRPr lang="zh-TW" altLang="en-US" sz="2400" dirty="0">
                    <a:solidFill>
                      <a:srgbClr val="0070C0"/>
                    </a:solidFill>
                  </a:endParaRPr>
                </a:p>
              </p:txBody>
            </p:sp>
          </mc:Choice>
          <mc:Fallback>
            <p:sp>
              <p:nvSpPr>
                <p:cNvPr id="88" name="矩形 87">
                  <a:extLst>
                    <a:ext uri="{FF2B5EF4-FFF2-40B4-BE49-F238E27FC236}">
                      <a16:creationId xmlns:a16="http://schemas.microsoft.com/office/drawing/2014/main" id="{61377B44-7EE6-45A7-AD10-0519FB9E1549}"/>
                    </a:ext>
                  </a:extLst>
                </p:cNvPr>
                <p:cNvSpPr>
                  <a:spLocks noRot="1" noChangeAspect="1" noMove="1" noResize="1" noEditPoints="1" noAdjustHandles="1" noChangeArrowheads="1" noChangeShapeType="1" noTextEdit="1"/>
                </p:cNvSpPr>
                <p:nvPr/>
              </p:nvSpPr>
              <p:spPr>
                <a:xfrm>
                  <a:off x="7313714" y="5693313"/>
                  <a:ext cx="534250" cy="461665"/>
                </a:xfrm>
                <a:prstGeom prst="rect">
                  <a:avLst/>
                </a:prstGeom>
                <a:blipFill>
                  <a:blip r:embed="rId41"/>
                  <a:stretch>
                    <a:fillRect/>
                  </a:stretch>
                </a:blipFill>
              </p:spPr>
              <p:txBody>
                <a:bodyPr/>
                <a:lstStyle/>
                <a:p>
                  <a:r>
                    <a:rPr lang="zh-TW" altLang="en-US">
                      <a:noFill/>
                    </a:rPr>
                    <a:t> </a:t>
                  </a:r>
                </a:p>
              </p:txBody>
            </p:sp>
          </mc:Fallback>
        </mc:AlternateContent>
      </p:grpSp>
      <p:pic>
        <p:nvPicPr>
          <p:cNvPr id="91" name="圖片 90">
            <a:extLst>
              <a:ext uri="{FF2B5EF4-FFF2-40B4-BE49-F238E27FC236}">
                <a16:creationId xmlns:a16="http://schemas.microsoft.com/office/drawing/2014/main" id="{8EB0DB27-2C49-4193-AC7E-AEE38984AEC3}"/>
              </a:ext>
            </a:extLst>
          </p:cNvPr>
          <p:cNvPicPr>
            <a:picLocks noChangeAspect="1"/>
          </p:cNvPicPr>
          <p:nvPr/>
        </p:nvPicPr>
        <p:blipFill>
          <a:blip r:embed="rId42"/>
          <a:stretch>
            <a:fillRect/>
          </a:stretch>
        </p:blipFill>
        <p:spPr>
          <a:xfrm>
            <a:off x="544428" y="1051780"/>
            <a:ext cx="5337106" cy="321711"/>
          </a:xfrm>
          <a:prstGeom prst="rect">
            <a:avLst/>
          </a:prstGeom>
        </p:spPr>
      </p:pic>
      <p:sp>
        <p:nvSpPr>
          <p:cNvPr id="92" name="矩形 91">
            <a:extLst>
              <a:ext uri="{FF2B5EF4-FFF2-40B4-BE49-F238E27FC236}">
                <a16:creationId xmlns:a16="http://schemas.microsoft.com/office/drawing/2014/main" id="{C47C092B-EDB5-4A0A-BC61-B31E22DD2462}"/>
              </a:ext>
            </a:extLst>
          </p:cNvPr>
          <p:cNvSpPr/>
          <p:nvPr/>
        </p:nvSpPr>
        <p:spPr>
          <a:xfrm>
            <a:off x="6215237" y="315252"/>
            <a:ext cx="2063385" cy="369332"/>
          </a:xfrm>
          <a:prstGeom prst="rect">
            <a:avLst/>
          </a:prstGeom>
        </p:spPr>
        <p:txBody>
          <a:bodyPr wrap="none">
            <a:spAutoFit/>
          </a:bodyPr>
          <a:lstStyle/>
          <a:p>
            <a:r>
              <a:rPr lang="en-US" altLang="zh-TW" dirty="0">
                <a:solidFill>
                  <a:srgbClr val="0070C0"/>
                </a:solidFill>
                <a:latin typeface="Yu Gothic UI Semibold" panose="020B0700000000000000" pitchFamily="34" charset="-128"/>
                <a:ea typeface="Yu Gothic UI Semibold" panose="020B0700000000000000" pitchFamily="34" charset="-128"/>
                <a:cs typeface="Times New Roman" panose="02020603050405020304" pitchFamily="18" charset="0"/>
              </a:rPr>
              <a:t>n = 12, </a:t>
            </a:r>
            <a:r>
              <a:rPr lang="en-US" altLang="zh-TW" dirty="0" err="1">
                <a:solidFill>
                  <a:srgbClr val="0070C0"/>
                </a:solidFill>
                <a:latin typeface="Yu Gothic UI Semibold" panose="020B0700000000000000" pitchFamily="34" charset="-128"/>
                <a:ea typeface="Yu Gothic UI Semibold" panose="020B0700000000000000" pitchFamily="34" charset="-128"/>
                <a:cs typeface="Times New Roman" panose="02020603050405020304" pitchFamily="18" charset="0"/>
              </a:rPr>
              <a:t>i</a:t>
            </a:r>
            <a:r>
              <a:rPr lang="en-US" altLang="zh-TW" dirty="0">
                <a:solidFill>
                  <a:srgbClr val="0070C0"/>
                </a:solidFill>
                <a:latin typeface="Yu Gothic UI Semibold" panose="020B0700000000000000" pitchFamily="34" charset="-128"/>
                <a:ea typeface="Yu Gothic UI Semibold" panose="020B0700000000000000" pitchFamily="34" charset="-128"/>
                <a:cs typeface="Times New Roman" panose="02020603050405020304" pitchFamily="18" charset="0"/>
              </a:rPr>
              <a:t> = 5, s = 2</a:t>
            </a:r>
            <a:endParaRPr lang="zh-TW" altLang="en-US" dirty="0">
              <a:solidFill>
                <a:srgbClr val="0070C0"/>
              </a:solidFill>
              <a:latin typeface="Yu Gothic UI Semibold" panose="020B0700000000000000" pitchFamily="34" charset="-128"/>
              <a:ea typeface="Yu Gothic UI Semibold" panose="020B0700000000000000" pitchFamily="34" charset="-128"/>
              <a:cs typeface="Times New Roman" panose="02020603050405020304" pitchFamily="18" charset="0"/>
            </a:endParaRPr>
          </a:p>
        </p:txBody>
      </p:sp>
      <p:sp>
        <p:nvSpPr>
          <p:cNvPr id="94" name="矩形 93">
            <a:extLst>
              <a:ext uri="{FF2B5EF4-FFF2-40B4-BE49-F238E27FC236}">
                <a16:creationId xmlns:a16="http://schemas.microsoft.com/office/drawing/2014/main" id="{3036DADF-0202-47A4-8291-1BFED27BA66D}"/>
              </a:ext>
            </a:extLst>
          </p:cNvPr>
          <p:cNvSpPr/>
          <p:nvPr/>
        </p:nvSpPr>
        <p:spPr>
          <a:xfrm>
            <a:off x="455591" y="1543675"/>
            <a:ext cx="5521528" cy="575691"/>
          </a:xfrm>
          <a:prstGeom prst="rect">
            <a:avLst/>
          </a:pr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rgbClr val="FF0000"/>
              </a:solidFill>
            </a:endParaRPr>
          </a:p>
        </p:txBody>
      </p:sp>
      <p:sp>
        <p:nvSpPr>
          <p:cNvPr id="95" name="矩形 94">
            <a:extLst>
              <a:ext uri="{FF2B5EF4-FFF2-40B4-BE49-F238E27FC236}">
                <a16:creationId xmlns:a16="http://schemas.microsoft.com/office/drawing/2014/main" id="{CD687922-EE3F-4FE1-9FD4-84D7FE4B4159}"/>
              </a:ext>
            </a:extLst>
          </p:cNvPr>
          <p:cNvSpPr/>
          <p:nvPr/>
        </p:nvSpPr>
        <p:spPr>
          <a:xfrm>
            <a:off x="4870661" y="891073"/>
            <a:ext cx="1059906" cy="369332"/>
          </a:xfrm>
          <a:prstGeom prst="rect">
            <a:avLst/>
          </a:prstGeom>
        </p:spPr>
        <p:txBody>
          <a:bodyPr wrap="none">
            <a:spAutoFit/>
          </a:bodyPr>
          <a:lstStyle/>
          <a:p>
            <a:r>
              <a:rPr lang="en-US" altLang="zh-TW" dirty="0" err="1">
                <a:solidFill>
                  <a:srgbClr val="0070C0"/>
                </a:solidFill>
                <a:latin typeface="Times New Roman" panose="02020603050405020304" pitchFamily="18" charset="0"/>
                <a:cs typeface="Times New Roman" panose="02020603050405020304" pitchFamily="18" charset="0"/>
              </a:rPr>
              <a:t>i</a:t>
            </a:r>
            <a:r>
              <a:rPr lang="en-US" altLang="zh-TW" dirty="0">
                <a:solidFill>
                  <a:srgbClr val="0070C0"/>
                </a:solidFill>
                <a:latin typeface="Times New Roman" panose="02020603050405020304" pitchFamily="18" charset="0"/>
                <a:cs typeface="Times New Roman" panose="02020603050405020304" pitchFamily="18" charset="0"/>
              </a:rPr>
              <a:t> + 2s = 9</a:t>
            </a:r>
            <a:endParaRPr lang="zh-TW" altLang="en-US" dirty="0"/>
          </a:p>
        </p:txBody>
      </p:sp>
      <p:pic>
        <p:nvPicPr>
          <p:cNvPr id="96" name="圖片 95">
            <a:extLst>
              <a:ext uri="{FF2B5EF4-FFF2-40B4-BE49-F238E27FC236}">
                <a16:creationId xmlns:a16="http://schemas.microsoft.com/office/drawing/2014/main" id="{587DFF28-BC10-4661-A263-916F89A43DB1}"/>
              </a:ext>
            </a:extLst>
          </p:cNvPr>
          <p:cNvPicPr>
            <a:picLocks noChangeAspect="1"/>
          </p:cNvPicPr>
          <p:nvPr/>
        </p:nvPicPr>
        <p:blipFill>
          <a:blip r:embed="rId43"/>
          <a:stretch>
            <a:fillRect/>
          </a:stretch>
        </p:blipFill>
        <p:spPr>
          <a:xfrm>
            <a:off x="511798" y="998092"/>
            <a:ext cx="4010025" cy="628650"/>
          </a:xfrm>
          <a:prstGeom prst="rect">
            <a:avLst/>
          </a:prstGeom>
        </p:spPr>
      </p:pic>
      <mc:AlternateContent xmlns:mc="http://schemas.openxmlformats.org/markup-compatibility/2006">
        <mc:Choice xmlns:a14="http://schemas.microsoft.com/office/drawing/2010/main" Requires="a14">
          <p:sp>
            <p:nvSpPr>
              <p:cNvPr id="97" name="矩形 96">
                <a:extLst>
                  <a:ext uri="{FF2B5EF4-FFF2-40B4-BE49-F238E27FC236}">
                    <a16:creationId xmlns:a16="http://schemas.microsoft.com/office/drawing/2014/main" id="{D2688608-ACD4-4B50-95C7-638A2DF4D6B1}"/>
                  </a:ext>
                </a:extLst>
              </p:cNvPr>
              <p:cNvSpPr/>
              <p:nvPr/>
            </p:nvSpPr>
            <p:spPr>
              <a:xfrm>
                <a:off x="4870661" y="1243549"/>
                <a:ext cx="1106457" cy="369332"/>
              </a:xfrm>
              <a:prstGeom prst="rect">
                <a:avLst/>
              </a:prstGeom>
            </p:spPr>
            <p:txBody>
              <a:bodyPr wrap="none">
                <a:spAutoFit/>
              </a:bodyPr>
              <a:lstStyle/>
              <a:p>
                <a14:m>
                  <m:oMath xmlns:m="http://schemas.openxmlformats.org/officeDocument/2006/math">
                    <m:r>
                      <a:rPr lang="en-US" altLang="zh-TW" i="1" dirty="0" smtClean="0">
                        <a:solidFill>
                          <a:srgbClr val="0070C0"/>
                        </a:solidFill>
                        <a:latin typeface="Cambria Math" panose="02040503050406030204" pitchFamily="18" charset="0"/>
                        <a:cs typeface="Times New Roman" panose="02020603050405020304" pitchFamily="18" charset="0"/>
                      </a:rPr>
                      <m:t>𝑙𝑖𝑠</m:t>
                    </m:r>
                    <m:r>
                      <a:rPr lang="en-US" altLang="zh-TW" b="0" i="1" dirty="0" smtClean="0">
                        <a:solidFill>
                          <a:srgbClr val="0070C0"/>
                        </a:solidFill>
                        <a:latin typeface="Cambria Math" panose="02040503050406030204" pitchFamily="18" charset="0"/>
                        <a:cs typeface="Times New Roman" panose="02020603050405020304" pitchFamily="18" charset="0"/>
                      </a:rPr>
                      <m:t>(</m:t>
                    </m:r>
                    <m:r>
                      <a:rPr lang="en-US" altLang="zh-TW" b="0" i="1" dirty="0" smtClean="0">
                        <a:solidFill>
                          <a:srgbClr val="0070C0"/>
                        </a:solidFill>
                        <a:latin typeface="Cambria Math" panose="02040503050406030204" pitchFamily="18" charset="0"/>
                        <a:cs typeface="Times New Roman" panose="02020603050405020304" pitchFamily="18" charset="0"/>
                      </a:rPr>
                      <m:t>𝜏</m:t>
                    </m:r>
                    <m:r>
                      <a:rPr lang="en-US" altLang="zh-TW" b="0" i="1" dirty="0" smtClean="0">
                        <a:solidFill>
                          <a:srgbClr val="0070C0"/>
                        </a:solidFill>
                        <a:latin typeface="Cambria Math" panose="02040503050406030204" pitchFamily="18" charset="0"/>
                        <a:cs typeface="Times New Roman" panose="02020603050405020304" pitchFamily="18" charset="0"/>
                      </a:rPr>
                      <m:t>)</m:t>
                    </m:r>
                  </m:oMath>
                </a14:m>
                <a:r>
                  <a:rPr lang="en-US" altLang="zh-TW" dirty="0">
                    <a:solidFill>
                      <a:srgbClr val="0070C0"/>
                    </a:solidFill>
                    <a:latin typeface="Times New Roman" panose="02020603050405020304" pitchFamily="18" charset="0"/>
                    <a:cs typeface="Times New Roman" panose="02020603050405020304" pitchFamily="18" charset="0"/>
                  </a:rPr>
                  <a:t> = 6</a:t>
                </a:r>
                <a:endParaRPr lang="zh-TW" altLang="en-US" dirty="0"/>
              </a:p>
            </p:txBody>
          </p:sp>
        </mc:Choice>
        <mc:Fallback>
          <p:sp>
            <p:nvSpPr>
              <p:cNvPr id="97" name="矩形 96">
                <a:extLst>
                  <a:ext uri="{FF2B5EF4-FFF2-40B4-BE49-F238E27FC236}">
                    <a16:creationId xmlns:a16="http://schemas.microsoft.com/office/drawing/2014/main" id="{D2688608-ACD4-4B50-95C7-638A2DF4D6B1}"/>
                  </a:ext>
                </a:extLst>
              </p:cNvPr>
              <p:cNvSpPr>
                <a:spLocks noRot="1" noChangeAspect="1" noMove="1" noResize="1" noEditPoints="1" noAdjustHandles="1" noChangeArrowheads="1" noChangeShapeType="1" noTextEdit="1"/>
              </p:cNvSpPr>
              <p:nvPr/>
            </p:nvSpPr>
            <p:spPr>
              <a:xfrm>
                <a:off x="4870661" y="1243549"/>
                <a:ext cx="1106457" cy="369332"/>
              </a:xfrm>
              <a:prstGeom prst="rect">
                <a:avLst/>
              </a:prstGeom>
              <a:blipFill>
                <a:blip r:embed="rId44"/>
                <a:stretch>
                  <a:fillRect t="-11475" r="-3867" b="-22951"/>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98" name="矩形 97">
                <a:extLst>
                  <a:ext uri="{FF2B5EF4-FFF2-40B4-BE49-F238E27FC236}">
                    <a16:creationId xmlns:a16="http://schemas.microsoft.com/office/drawing/2014/main" id="{13DA098C-B160-4199-872B-118C22A30E13}"/>
                  </a:ext>
                </a:extLst>
              </p:cNvPr>
              <p:cNvSpPr/>
              <p:nvPr/>
            </p:nvSpPr>
            <p:spPr>
              <a:xfrm>
                <a:off x="6617004" y="6051164"/>
                <a:ext cx="1275414" cy="338554"/>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sSub>
                        <m:sSubPr>
                          <m:ctrlPr>
                            <a:rPr lang="en-US" altLang="zh-TW" sz="1600" b="0" i="1" smtClean="0">
                              <a:solidFill>
                                <a:srgbClr val="0070C0"/>
                              </a:solidFill>
                              <a:latin typeface="Cambria Math" panose="02040503050406030204" pitchFamily="18" charset="0"/>
                            </a:rPr>
                          </m:ctrlPr>
                        </m:sSubPr>
                        <m:e>
                          <m:r>
                            <a:rPr lang="en-US" altLang="zh-TW" sz="1600" b="0" i="1" smtClean="0">
                              <a:solidFill>
                                <a:srgbClr val="0070C0"/>
                              </a:solidFill>
                              <a:latin typeface="Cambria Math" panose="02040503050406030204" pitchFamily="18" charset="0"/>
                            </a:rPr>
                            <m:t>𝑃</m:t>
                          </m:r>
                        </m:e>
                        <m:sub>
                          <m:r>
                            <a:rPr lang="en-US" altLang="zh-TW" sz="1600" b="0" i="1" smtClean="0">
                              <a:solidFill>
                                <a:srgbClr val="0070C0"/>
                              </a:solidFill>
                              <a:latin typeface="Cambria Math" panose="02040503050406030204" pitchFamily="18" charset="0"/>
                            </a:rPr>
                            <m:t>𝑖</m:t>
                          </m:r>
                          <m:r>
                            <a:rPr lang="en-US" altLang="zh-TW" sz="1600" b="0" i="1" smtClean="0">
                              <a:solidFill>
                                <a:srgbClr val="0070C0"/>
                              </a:solidFill>
                              <a:latin typeface="Cambria Math" panose="02040503050406030204" pitchFamily="18" charset="0"/>
                            </a:rPr>
                            <m:t>+1</m:t>
                          </m:r>
                        </m:sub>
                      </m:sSub>
                      <m:r>
                        <a:rPr lang="en-US" altLang="zh-TW" sz="1600" b="0" i="1" smtClean="0">
                          <a:solidFill>
                            <a:srgbClr val="0070C0"/>
                          </a:solidFill>
                          <a:latin typeface="Cambria Math" panose="02040503050406030204" pitchFamily="18" charset="0"/>
                        </a:rPr>
                        <m:t> ~ </m:t>
                      </m:r>
                      <m:sSub>
                        <m:sSubPr>
                          <m:ctrlPr>
                            <a:rPr lang="en-US" altLang="zh-TW" sz="1600" b="0" i="1" smtClean="0">
                              <a:solidFill>
                                <a:srgbClr val="0070C0"/>
                              </a:solidFill>
                              <a:latin typeface="Cambria Math" panose="02040503050406030204" pitchFamily="18" charset="0"/>
                            </a:rPr>
                          </m:ctrlPr>
                        </m:sSubPr>
                        <m:e>
                          <m:r>
                            <a:rPr lang="en-US" altLang="zh-TW" sz="1600" b="0" i="1" smtClean="0">
                              <a:solidFill>
                                <a:srgbClr val="0070C0"/>
                              </a:solidFill>
                              <a:latin typeface="Cambria Math" panose="02040503050406030204" pitchFamily="18" charset="0"/>
                            </a:rPr>
                            <m:t>𝑃</m:t>
                          </m:r>
                        </m:e>
                        <m:sub>
                          <m:r>
                            <a:rPr lang="en-US" altLang="zh-TW" sz="1600" b="0" i="1" smtClean="0">
                              <a:solidFill>
                                <a:srgbClr val="0070C0"/>
                              </a:solidFill>
                              <a:latin typeface="Cambria Math" panose="02040503050406030204" pitchFamily="18" charset="0"/>
                            </a:rPr>
                            <m:t>𝑖</m:t>
                          </m:r>
                          <m:r>
                            <a:rPr lang="en-US" altLang="zh-TW" sz="1600" b="0" i="1" smtClean="0">
                              <a:solidFill>
                                <a:srgbClr val="0070C0"/>
                              </a:solidFill>
                              <a:latin typeface="Cambria Math" panose="02040503050406030204" pitchFamily="18" charset="0"/>
                            </a:rPr>
                            <m:t>+2</m:t>
                          </m:r>
                          <m:r>
                            <a:rPr lang="en-US" altLang="zh-TW" sz="1600" b="0" i="1" smtClean="0">
                              <a:solidFill>
                                <a:srgbClr val="0070C0"/>
                              </a:solidFill>
                              <a:latin typeface="Cambria Math" panose="02040503050406030204" pitchFamily="18" charset="0"/>
                            </a:rPr>
                            <m:t>𝑠</m:t>
                          </m:r>
                        </m:sub>
                      </m:sSub>
                    </m:oMath>
                  </m:oMathPara>
                </a14:m>
                <a:endParaRPr lang="zh-TW" altLang="en-US" sz="1600" dirty="0">
                  <a:solidFill>
                    <a:srgbClr val="0070C0"/>
                  </a:solidFill>
                </a:endParaRPr>
              </a:p>
            </p:txBody>
          </p:sp>
        </mc:Choice>
        <mc:Fallback>
          <p:sp>
            <p:nvSpPr>
              <p:cNvPr id="98" name="矩形 97">
                <a:extLst>
                  <a:ext uri="{FF2B5EF4-FFF2-40B4-BE49-F238E27FC236}">
                    <a16:creationId xmlns:a16="http://schemas.microsoft.com/office/drawing/2014/main" id="{13DA098C-B160-4199-872B-118C22A30E13}"/>
                  </a:ext>
                </a:extLst>
              </p:cNvPr>
              <p:cNvSpPr>
                <a:spLocks noRot="1" noChangeAspect="1" noMove="1" noResize="1" noEditPoints="1" noAdjustHandles="1" noChangeArrowheads="1" noChangeShapeType="1" noTextEdit="1"/>
              </p:cNvSpPr>
              <p:nvPr/>
            </p:nvSpPr>
            <p:spPr>
              <a:xfrm>
                <a:off x="6617004" y="6051164"/>
                <a:ext cx="1275414" cy="338554"/>
              </a:xfrm>
              <a:prstGeom prst="rect">
                <a:avLst/>
              </a:prstGeom>
              <a:blipFill>
                <a:blip r:embed="rId45"/>
                <a:stretch>
                  <a:fillRect/>
                </a:stretch>
              </a:blipFill>
            </p:spPr>
            <p:txBody>
              <a:bodyPr/>
              <a:lstStyle/>
              <a:p>
                <a:r>
                  <a:rPr lang="zh-TW" altLang="en-US">
                    <a:noFill/>
                  </a:rPr>
                  <a:t> </a:t>
                </a:r>
              </a:p>
            </p:txBody>
          </p:sp>
        </mc:Fallback>
      </mc:AlternateContent>
      <p:sp>
        <p:nvSpPr>
          <p:cNvPr id="93" name="矩形 92">
            <a:extLst>
              <a:ext uri="{FF2B5EF4-FFF2-40B4-BE49-F238E27FC236}">
                <a16:creationId xmlns:a16="http://schemas.microsoft.com/office/drawing/2014/main" id="{EED9F4CF-A8B7-4758-BA95-23B6F7D40BA6}"/>
              </a:ext>
            </a:extLst>
          </p:cNvPr>
          <p:cNvSpPr/>
          <p:nvPr/>
        </p:nvSpPr>
        <p:spPr>
          <a:xfrm>
            <a:off x="5351565" y="4455847"/>
            <a:ext cx="2706048" cy="1933872"/>
          </a:xfrm>
          <a:prstGeom prst="rect">
            <a:avLst/>
          </a:pr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rgbClr val="FF0000"/>
              </a:solidFill>
            </a:endParaRPr>
          </a:p>
        </p:txBody>
      </p:sp>
    </p:spTree>
    <p:extLst>
      <p:ext uri="{BB962C8B-B14F-4D97-AF65-F5344CB8AC3E}">
        <p14:creationId xmlns:p14="http://schemas.microsoft.com/office/powerpoint/2010/main" val="18008142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1"/>
                                        </p:tgtEl>
                                        <p:attrNameLst>
                                          <p:attrName>style.visibility</p:attrName>
                                        </p:attrNameLst>
                                      </p:cBhvr>
                                      <p:to>
                                        <p:strVal val="visible"/>
                                      </p:to>
                                    </p:set>
                                    <p:animEffect transition="in" filter="fade">
                                      <p:cBhvr>
                                        <p:cTn id="7" dur="500"/>
                                        <p:tgtEl>
                                          <p:spTgt spid="9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fade">
                                      <p:cBhvr>
                                        <p:cTn id="12" dur="500"/>
                                        <p:tgtEl>
                                          <p:spTgt spid="16"/>
                                        </p:tgtEl>
                                      </p:cBhvr>
                                    </p:animEffect>
                                  </p:childTnLst>
                                </p:cTn>
                              </p:par>
                            </p:childTnLst>
                          </p:cTn>
                        </p:par>
                        <p:par>
                          <p:cTn id="13" fill="hold">
                            <p:stCondLst>
                              <p:cond delay="500"/>
                            </p:stCondLst>
                            <p:childTnLst>
                              <p:par>
                                <p:cTn id="14" presetID="10" presetClass="entr" presetSubtype="0" fill="hold" nodeType="afterEffect">
                                  <p:stCondLst>
                                    <p:cond delay="0"/>
                                  </p:stCondLst>
                                  <p:childTnLst>
                                    <p:set>
                                      <p:cBhvr>
                                        <p:cTn id="15" dur="1" fill="hold">
                                          <p:stCondLst>
                                            <p:cond delay="0"/>
                                          </p:stCondLst>
                                        </p:cTn>
                                        <p:tgtEl>
                                          <p:spTgt spid="21"/>
                                        </p:tgtEl>
                                        <p:attrNameLst>
                                          <p:attrName>style.visibility</p:attrName>
                                        </p:attrNameLst>
                                      </p:cBhvr>
                                      <p:to>
                                        <p:strVal val="visible"/>
                                      </p:to>
                                    </p:set>
                                    <p:animEffect transition="in" filter="fade">
                                      <p:cBhvr>
                                        <p:cTn id="16" dur="500"/>
                                        <p:tgtEl>
                                          <p:spTgt spid="21"/>
                                        </p:tgtEl>
                                      </p:cBhvr>
                                    </p:animEffect>
                                  </p:childTnLst>
                                </p:cTn>
                              </p:par>
                            </p:childTnLst>
                          </p:cTn>
                        </p:par>
                        <p:par>
                          <p:cTn id="17" fill="hold">
                            <p:stCondLst>
                              <p:cond delay="1000"/>
                            </p:stCondLst>
                            <p:childTnLst>
                              <p:par>
                                <p:cTn id="18" presetID="10" presetClass="entr" presetSubtype="0" fill="hold" nodeType="afterEffect">
                                  <p:stCondLst>
                                    <p:cond delay="0"/>
                                  </p:stCondLst>
                                  <p:childTnLst>
                                    <p:set>
                                      <p:cBhvr>
                                        <p:cTn id="19" dur="1" fill="hold">
                                          <p:stCondLst>
                                            <p:cond delay="0"/>
                                          </p:stCondLst>
                                        </p:cTn>
                                        <p:tgtEl>
                                          <p:spTgt spid="25"/>
                                        </p:tgtEl>
                                        <p:attrNameLst>
                                          <p:attrName>style.visibility</p:attrName>
                                        </p:attrNameLst>
                                      </p:cBhvr>
                                      <p:to>
                                        <p:strVal val="visible"/>
                                      </p:to>
                                    </p:set>
                                    <p:animEffect transition="in" filter="fade">
                                      <p:cBhvr>
                                        <p:cTn id="20" dur="500"/>
                                        <p:tgtEl>
                                          <p:spTgt spid="25"/>
                                        </p:tgtEl>
                                      </p:cBhvr>
                                    </p:animEffect>
                                  </p:childTnLst>
                                </p:cTn>
                              </p:par>
                            </p:childTnLst>
                          </p:cTn>
                        </p:par>
                        <p:par>
                          <p:cTn id="21" fill="hold">
                            <p:stCondLst>
                              <p:cond delay="1500"/>
                            </p:stCondLst>
                            <p:childTnLst>
                              <p:par>
                                <p:cTn id="22" presetID="10" presetClass="entr" presetSubtype="0" fill="hold" nodeType="afterEffect">
                                  <p:stCondLst>
                                    <p:cond delay="0"/>
                                  </p:stCondLst>
                                  <p:childTnLst>
                                    <p:set>
                                      <p:cBhvr>
                                        <p:cTn id="23" dur="1" fill="hold">
                                          <p:stCondLst>
                                            <p:cond delay="0"/>
                                          </p:stCondLst>
                                        </p:cTn>
                                        <p:tgtEl>
                                          <p:spTgt spid="75"/>
                                        </p:tgtEl>
                                        <p:attrNameLst>
                                          <p:attrName>style.visibility</p:attrName>
                                        </p:attrNameLst>
                                      </p:cBhvr>
                                      <p:to>
                                        <p:strVal val="visible"/>
                                      </p:to>
                                    </p:set>
                                    <p:animEffect transition="in" filter="fade">
                                      <p:cBhvr>
                                        <p:cTn id="24" dur="500"/>
                                        <p:tgtEl>
                                          <p:spTgt spid="75"/>
                                        </p:tgtEl>
                                      </p:cBhvr>
                                    </p:animEffect>
                                  </p:childTnLst>
                                </p:cTn>
                              </p:par>
                            </p:childTnLst>
                          </p:cTn>
                        </p:par>
                        <p:par>
                          <p:cTn id="25" fill="hold">
                            <p:stCondLst>
                              <p:cond delay="2000"/>
                            </p:stCondLst>
                            <p:childTnLst>
                              <p:par>
                                <p:cTn id="26" presetID="10" presetClass="entr" presetSubtype="0" fill="hold" nodeType="afterEffect">
                                  <p:stCondLst>
                                    <p:cond delay="0"/>
                                  </p:stCondLst>
                                  <p:childTnLst>
                                    <p:set>
                                      <p:cBhvr>
                                        <p:cTn id="27" dur="1" fill="hold">
                                          <p:stCondLst>
                                            <p:cond delay="0"/>
                                          </p:stCondLst>
                                        </p:cTn>
                                        <p:tgtEl>
                                          <p:spTgt spid="32"/>
                                        </p:tgtEl>
                                        <p:attrNameLst>
                                          <p:attrName>style.visibility</p:attrName>
                                        </p:attrNameLst>
                                      </p:cBhvr>
                                      <p:to>
                                        <p:strVal val="visible"/>
                                      </p:to>
                                    </p:set>
                                    <p:animEffect transition="in" filter="fade">
                                      <p:cBhvr>
                                        <p:cTn id="28" dur="500"/>
                                        <p:tgtEl>
                                          <p:spTgt spid="32"/>
                                        </p:tgtEl>
                                      </p:cBhvr>
                                    </p:animEffect>
                                  </p:childTnLst>
                                </p:cTn>
                              </p:par>
                            </p:childTnLst>
                          </p:cTn>
                        </p:par>
                        <p:par>
                          <p:cTn id="29" fill="hold">
                            <p:stCondLst>
                              <p:cond delay="2500"/>
                            </p:stCondLst>
                            <p:childTnLst>
                              <p:par>
                                <p:cTn id="30" presetID="10" presetClass="entr" presetSubtype="0" fill="hold" nodeType="afterEffect">
                                  <p:stCondLst>
                                    <p:cond delay="0"/>
                                  </p:stCondLst>
                                  <p:childTnLst>
                                    <p:set>
                                      <p:cBhvr>
                                        <p:cTn id="31" dur="1" fill="hold">
                                          <p:stCondLst>
                                            <p:cond delay="0"/>
                                          </p:stCondLst>
                                        </p:cTn>
                                        <p:tgtEl>
                                          <p:spTgt spid="33"/>
                                        </p:tgtEl>
                                        <p:attrNameLst>
                                          <p:attrName>style.visibility</p:attrName>
                                        </p:attrNameLst>
                                      </p:cBhvr>
                                      <p:to>
                                        <p:strVal val="visible"/>
                                      </p:to>
                                    </p:set>
                                    <p:animEffect transition="in" filter="fade">
                                      <p:cBhvr>
                                        <p:cTn id="32" dur="500"/>
                                        <p:tgtEl>
                                          <p:spTgt spid="33"/>
                                        </p:tgtEl>
                                      </p:cBhvr>
                                    </p:animEffect>
                                  </p:childTnLst>
                                </p:cTn>
                              </p:par>
                            </p:childTnLst>
                          </p:cTn>
                        </p:par>
                        <p:par>
                          <p:cTn id="33" fill="hold">
                            <p:stCondLst>
                              <p:cond delay="3000"/>
                            </p:stCondLst>
                            <p:childTnLst>
                              <p:par>
                                <p:cTn id="34" presetID="10" presetClass="entr" presetSubtype="0" fill="hold" nodeType="afterEffect">
                                  <p:stCondLst>
                                    <p:cond delay="0"/>
                                  </p:stCondLst>
                                  <p:childTnLst>
                                    <p:set>
                                      <p:cBhvr>
                                        <p:cTn id="35" dur="1" fill="hold">
                                          <p:stCondLst>
                                            <p:cond delay="0"/>
                                          </p:stCondLst>
                                        </p:cTn>
                                        <p:tgtEl>
                                          <p:spTgt spid="34"/>
                                        </p:tgtEl>
                                        <p:attrNameLst>
                                          <p:attrName>style.visibility</p:attrName>
                                        </p:attrNameLst>
                                      </p:cBhvr>
                                      <p:to>
                                        <p:strVal val="visible"/>
                                      </p:to>
                                    </p:set>
                                    <p:animEffect transition="in" filter="fade">
                                      <p:cBhvr>
                                        <p:cTn id="36" dur="500"/>
                                        <p:tgtEl>
                                          <p:spTgt spid="34"/>
                                        </p:tgtEl>
                                      </p:cBhvr>
                                    </p:animEffect>
                                  </p:childTnLst>
                                </p:cTn>
                              </p:par>
                            </p:childTnLst>
                          </p:cTn>
                        </p:par>
                        <p:par>
                          <p:cTn id="37" fill="hold">
                            <p:stCondLst>
                              <p:cond delay="3500"/>
                            </p:stCondLst>
                            <p:childTnLst>
                              <p:par>
                                <p:cTn id="38" presetID="10" presetClass="entr" presetSubtype="0" fill="hold" nodeType="afterEffect">
                                  <p:stCondLst>
                                    <p:cond delay="0"/>
                                  </p:stCondLst>
                                  <p:childTnLst>
                                    <p:set>
                                      <p:cBhvr>
                                        <p:cTn id="39" dur="1" fill="hold">
                                          <p:stCondLst>
                                            <p:cond delay="0"/>
                                          </p:stCondLst>
                                        </p:cTn>
                                        <p:tgtEl>
                                          <p:spTgt spid="35"/>
                                        </p:tgtEl>
                                        <p:attrNameLst>
                                          <p:attrName>style.visibility</p:attrName>
                                        </p:attrNameLst>
                                      </p:cBhvr>
                                      <p:to>
                                        <p:strVal val="visible"/>
                                      </p:to>
                                    </p:set>
                                    <p:animEffect transition="in" filter="fade">
                                      <p:cBhvr>
                                        <p:cTn id="40" dur="500"/>
                                        <p:tgtEl>
                                          <p:spTgt spid="35"/>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7"/>
                                        </p:tgtEl>
                                        <p:attrNameLst>
                                          <p:attrName>style.visibility</p:attrName>
                                        </p:attrNameLst>
                                      </p:cBhvr>
                                      <p:to>
                                        <p:strVal val="visible"/>
                                      </p:to>
                                    </p:set>
                                    <p:animEffect transition="in" filter="fade">
                                      <p:cBhvr>
                                        <p:cTn id="43" dur="500"/>
                                        <p:tgtEl>
                                          <p:spTgt spid="27"/>
                                        </p:tgtEl>
                                      </p:cBhvr>
                                    </p:animEffect>
                                  </p:childTnLst>
                                </p:cTn>
                              </p:par>
                            </p:childTnLst>
                          </p:cTn>
                        </p:par>
                        <p:par>
                          <p:cTn id="44" fill="hold">
                            <p:stCondLst>
                              <p:cond delay="4000"/>
                            </p:stCondLst>
                            <p:childTnLst>
                              <p:par>
                                <p:cTn id="45" presetID="10" presetClass="entr" presetSubtype="0" fill="hold" nodeType="afterEffect">
                                  <p:stCondLst>
                                    <p:cond delay="0"/>
                                  </p:stCondLst>
                                  <p:childTnLst>
                                    <p:set>
                                      <p:cBhvr>
                                        <p:cTn id="46" dur="1" fill="hold">
                                          <p:stCondLst>
                                            <p:cond delay="0"/>
                                          </p:stCondLst>
                                        </p:cTn>
                                        <p:tgtEl>
                                          <p:spTgt spid="36"/>
                                        </p:tgtEl>
                                        <p:attrNameLst>
                                          <p:attrName>style.visibility</p:attrName>
                                        </p:attrNameLst>
                                      </p:cBhvr>
                                      <p:to>
                                        <p:strVal val="visible"/>
                                      </p:to>
                                    </p:set>
                                    <p:animEffect transition="in" filter="fade">
                                      <p:cBhvr>
                                        <p:cTn id="47" dur="500"/>
                                        <p:tgtEl>
                                          <p:spTgt spid="36"/>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28"/>
                                        </p:tgtEl>
                                        <p:attrNameLst>
                                          <p:attrName>style.visibility</p:attrName>
                                        </p:attrNameLst>
                                      </p:cBhvr>
                                      <p:to>
                                        <p:strVal val="visible"/>
                                      </p:to>
                                    </p:set>
                                    <p:animEffect transition="in" filter="fade">
                                      <p:cBhvr>
                                        <p:cTn id="50" dur="500"/>
                                        <p:tgtEl>
                                          <p:spTgt spid="28"/>
                                        </p:tgtEl>
                                      </p:cBhvr>
                                    </p:animEffect>
                                  </p:childTnLst>
                                </p:cTn>
                              </p:par>
                            </p:childTnLst>
                          </p:cTn>
                        </p:par>
                        <p:par>
                          <p:cTn id="51" fill="hold">
                            <p:stCondLst>
                              <p:cond delay="4500"/>
                            </p:stCondLst>
                            <p:childTnLst>
                              <p:par>
                                <p:cTn id="52" presetID="10" presetClass="entr" presetSubtype="0" fill="hold" nodeType="afterEffect">
                                  <p:stCondLst>
                                    <p:cond delay="0"/>
                                  </p:stCondLst>
                                  <p:childTnLst>
                                    <p:set>
                                      <p:cBhvr>
                                        <p:cTn id="53" dur="1" fill="hold">
                                          <p:stCondLst>
                                            <p:cond delay="0"/>
                                          </p:stCondLst>
                                        </p:cTn>
                                        <p:tgtEl>
                                          <p:spTgt spid="37"/>
                                        </p:tgtEl>
                                        <p:attrNameLst>
                                          <p:attrName>style.visibility</p:attrName>
                                        </p:attrNameLst>
                                      </p:cBhvr>
                                      <p:to>
                                        <p:strVal val="visible"/>
                                      </p:to>
                                    </p:set>
                                    <p:animEffect transition="in" filter="fade">
                                      <p:cBhvr>
                                        <p:cTn id="54" dur="500"/>
                                        <p:tgtEl>
                                          <p:spTgt spid="37"/>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29"/>
                                        </p:tgtEl>
                                        <p:attrNameLst>
                                          <p:attrName>style.visibility</p:attrName>
                                        </p:attrNameLst>
                                      </p:cBhvr>
                                      <p:to>
                                        <p:strVal val="visible"/>
                                      </p:to>
                                    </p:set>
                                    <p:animEffect transition="in" filter="fade">
                                      <p:cBhvr>
                                        <p:cTn id="57" dur="500"/>
                                        <p:tgtEl>
                                          <p:spTgt spid="29"/>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xit" presetSubtype="0" fill="hold" grpId="0" nodeType="clickEffect">
                                  <p:stCondLst>
                                    <p:cond delay="0"/>
                                  </p:stCondLst>
                                  <p:childTnLst>
                                    <p:animEffect transition="out" filter="fade">
                                      <p:cBhvr>
                                        <p:cTn id="61" dur="500"/>
                                        <p:tgtEl>
                                          <p:spTgt spid="93"/>
                                        </p:tgtEl>
                                      </p:cBhvr>
                                    </p:animEffect>
                                    <p:set>
                                      <p:cBhvr>
                                        <p:cTn id="62" dur="1" fill="hold">
                                          <p:stCondLst>
                                            <p:cond delay="499"/>
                                          </p:stCondLst>
                                        </p:cTn>
                                        <p:tgtEl>
                                          <p:spTgt spid="93"/>
                                        </p:tgtEl>
                                        <p:attrNameLst>
                                          <p:attrName>style.visibility</p:attrName>
                                        </p:attrNameLst>
                                      </p:cBhvr>
                                      <p:to>
                                        <p:strVal val="hidden"/>
                                      </p:to>
                                    </p:set>
                                  </p:childTnLst>
                                </p:cTn>
                              </p:par>
                              <p:par>
                                <p:cTn id="63" presetID="1" presetClass="entr" presetSubtype="0" fill="hold" grpId="0" nodeType="withEffect">
                                  <p:stCondLst>
                                    <p:cond delay="0"/>
                                  </p:stCondLst>
                                  <p:childTnLst>
                                    <p:set>
                                      <p:cBhvr>
                                        <p:cTn id="64" dur="1" fill="hold">
                                          <p:stCondLst>
                                            <p:cond delay="0"/>
                                          </p:stCondLst>
                                        </p:cTn>
                                        <p:tgtEl>
                                          <p:spTgt spid="94"/>
                                        </p:tgtEl>
                                        <p:attrNameLst>
                                          <p:attrName>style.visibility</p:attrName>
                                        </p:attrNameLst>
                                      </p:cBhvr>
                                      <p:to>
                                        <p:strVal val="visible"/>
                                      </p:to>
                                    </p:set>
                                  </p:childTnLst>
                                </p:cTn>
                              </p:par>
                            </p:childTnLst>
                          </p:cTn>
                        </p:par>
                        <p:par>
                          <p:cTn id="65" fill="hold">
                            <p:stCondLst>
                              <p:cond delay="500"/>
                            </p:stCondLst>
                            <p:childTnLst>
                              <p:par>
                                <p:cTn id="66" presetID="10" presetClass="exit" presetSubtype="0" fill="hold" grpId="0" nodeType="afterEffect">
                                  <p:stCondLst>
                                    <p:cond delay="0"/>
                                  </p:stCondLst>
                                  <p:childTnLst>
                                    <p:animEffect transition="out" filter="fade">
                                      <p:cBhvr>
                                        <p:cTn id="67" dur="500"/>
                                        <p:tgtEl>
                                          <p:spTgt spid="53"/>
                                        </p:tgtEl>
                                      </p:cBhvr>
                                    </p:animEffect>
                                    <p:set>
                                      <p:cBhvr>
                                        <p:cTn id="68" dur="1" fill="hold">
                                          <p:stCondLst>
                                            <p:cond delay="499"/>
                                          </p:stCondLst>
                                        </p:cTn>
                                        <p:tgtEl>
                                          <p:spTgt spid="53"/>
                                        </p:tgtEl>
                                        <p:attrNameLst>
                                          <p:attrName>style.visibility</p:attrName>
                                        </p:attrNameLst>
                                      </p:cBhvr>
                                      <p:to>
                                        <p:strVal val="hidden"/>
                                      </p:to>
                                    </p:set>
                                  </p:childTnLst>
                                </p:cTn>
                              </p:par>
                            </p:childTnLst>
                          </p:cTn>
                        </p:par>
                      </p:childTnLst>
                    </p:cTn>
                  </p:par>
                  <p:par>
                    <p:cTn id="69" fill="hold">
                      <p:stCondLst>
                        <p:cond delay="indefinite"/>
                      </p:stCondLst>
                      <p:childTnLst>
                        <p:par>
                          <p:cTn id="70" fill="hold">
                            <p:stCondLst>
                              <p:cond delay="0"/>
                            </p:stCondLst>
                            <p:childTnLst>
                              <p:par>
                                <p:cTn id="71" presetID="1" presetClass="exit" presetSubtype="0" fill="hold" nodeType="clickEffect">
                                  <p:stCondLst>
                                    <p:cond delay="0"/>
                                  </p:stCondLst>
                                  <p:childTnLst>
                                    <p:set>
                                      <p:cBhvr>
                                        <p:cTn id="72" dur="1" fill="hold">
                                          <p:stCondLst>
                                            <p:cond delay="0"/>
                                          </p:stCondLst>
                                        </p:cTn>
                                        <p:tgtEl>
                                          <p:spTgt spid="91"/>
                                        </p:tgtEl>
                                        <p:attrNameLst>
                                          <p:attrName>style.visibility</p:attrName>
                                        </p:attrNameLst>
                                      </p:cBhvr>
                                      <p:to>
                                        <p:strVal val="hidden"/>
                                      </p:to>
                                    </p:set>
                                  </p:childTnLst>
                                </p:cTn>
                              </p:par>
                              <p:par>
                                <p:cTn id="73" presetID="10" presetClass="entr" presetSubtype="0" fill="hold" nodeType="withEffect">
                                  <p:stCondLst>
                                    <p:cond delay="0"/>
                                  </p:stCondLst>
                                  <p:childTnLst>
                                    <p:set>
                                      <p:cBhvr>
                                        <p:cTn id="74" dur="1" fill="hold">
                                          <p:stCondLst>
                                            <p:cond delay="0"/>
                                          </p:stCondLst>
                                        </p:cTn>
                                        <p:tgtEl>
                                          <p:spTgt spid="96"/>
                                        </p:tgtEl>
                                        <p:attrNameLst>
                                          <p:attrName>style.visibility</p:attrName>
                                        </p:attrNameLst>
                                      </p:cBhvr>
                                      <p:to>
                                        <p:strVal val="visible"/>
                                      </p:to>
                                    </p:set>
                                    <p:animEffect transition="in" filter="fade">
                                      <p:cBhvr>
                                        <p:cTn id="75" dur="500"/>
                                        <p:tgtEl>
                                          <p:spTgt spid="96"/>
                                        </p:tgtEl>
                                      </p:cBhvr>
                                    </p:animEffect>
                                  </p:childTnLst>
                                </p:cTn>
                              </p:par>
                            </p:childTnLst>
                          </p:cTn>
                        </p:par>
                        <p:par>
                          <p:cTn id="76" fill="hold">
                            <p:stCondLst>
                              <p:cond delay="500"/>
                            </p:stCondLst>
                            <p:childTnLst>
                              <p:par>
                                <p:cTn id="77" presetID="10" presetClass="entr" presetSubtype="0" fill="hold" grpId="0" nodeType="afterEffect">
                                  <p:stCondLst>
                                    <p:cond delay="0"/>
                                  </p:stCondLst>
                                  <p:childTnLst>
                                    <p:set>
                                      <p:cBhvr>
                                        <p:cTn id="78" dur="1" fill="hold">
                                          <p:stCondLst>
                                            <p:cond delay="0"/>
                                          </p:stCondLst>
                                        </p:cTn>
                                        <p:tgtEl>
                                          <p:spTgt spid="97"/>
                                        </p:tgtEl>
                                        <p:attrNameLst>
                                          <p:attrName>style.visibility</p:attrName>
                                        </p:attrNameLst>
                                      </p:cBhvr>
                                      <p:to>
                                        <p:strVal val="visible"/>
                                      </p:to>
                                    </p:set>
                                    <p:animEffect transition="in" filter="fade">
                                      <p:cBhvr>
                                        <p:cTn id="79" dur="500"/>
                                        <p:tgtEl>
                                          <p:spTgt spid="97"/>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95"/>
                                        </p:tgtEl>
                                        <p:attrNameLst>
                                          <p:attrName>style.visibility</p:attrName>
                                        </p:attrNameLst>
                                      </p:cBhvr>
                                      <p:to>
                                        <p:strVal val="visible"/>
                                      </p:to>
                                    </p:set>
                                    <p:animEffect transition="in" filter="fade">
                                      <p:cBhvr>
                                        <p:cTn id="82" dur="500"/>
                                        <p:tgtEl>
                                          <p:spTgt spid="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28" grpId="0"/>
      <p:bldP spid="29" grpId="0"/>
      <p:bldP spid="53" grpId="0" animBg="1"/>
      <p:bldP spid="94" grpId="0" animBg="1"/>
      <p:bldP spid="95" grpId="0"/>
      <p:bldP spid="97" grpId="0"/>
      <p:bldP spid="93"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471956" y="414725"/>
            <a:ext cx="7886700" cy="583367"/>
          </a:xfrm>
        </p:spPr>
        <p:txBody>
          <a:bodyPr>
            <a:normAutofit/>
          </a:bodyPr>
          <a:lstStyle/>
          <a:p>
            <a:r>
              <a:rPr lang="en-US" altLang="zh-TW" sz="3200" dirty="0">
                <a:latin typeface="Times New Roman" panose="02020603050405020304" pitchFamily="18" charset="0"/>
                <a:cs typeface="Times New Roman" panose="02020603050405020304" pitchFamily="18" charset="0"/>
              </a:rPr>
              <a:t>Space Complexity</a:t>
            </a:r>
            <a:endParaRPr lang="zh-TW" altLang="en-US" sz="32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EC242670-B200-4340-9830-52717E351455}"/>
              </a:ext>
            </a:extLst>
          </p:cNvPr>
          <p:cNvSpPr>
            <a:spLocks noGrp="1"/>
          </p:cNvSpPr>
          <p:nvPr>
            <p:ph type="sldNum" sz="quarter" idx="12"/>
          </p:nvPr>
        </p:nvSpPr>
        <p:spPr/>
        <p:txBody>
          <a:bodyPr/>
          <a:lstStyle/>
          <a:p>
            <a:fld id="{872633CA-77E0-4863-94F8-E28139DFB2B4}" type="slidenum">
              <a:rPr lang="zh-TW" altLang="en-US" smtClean="0"/>
              <a:t>18</a:t>
            </a:fld>
            <a:endParaRPr lang="zh-TW" altLang="en-US"/>
          </a:p>
        </p:txBody>
      </p:sp>
      <mc:AlternateContent xmlns:mc="http://schemas.openxmlformats.org/markup-compatibility/2006">
        <mc:Choice xmlns:a14="http://schemas.microsoft.com/office/drawing/2010/main" Requires="a14">
          <p:sp>
            <p:nvSpPr>
              <p:cNvPr id="111" name="標題 1">
                <a:extLst>
                  <a:ext uri="{FF2B5EF4-FFF2-40B4-BE49-F238E27FC236}">
                    <a16:creationId xmlns:a16="http://schemas.microsoft.com/office/drawing/2014/main" id="{851A67A1-9B2B-4943-B3AE-863B29A19652}"/>
                  </a:ext>
                </a:extLst>
              </p:cNvPr>
              <p:cNvSpPr txBox="1">
                <a:spLocks/>
              </p:cNvSpPr>
              <p:nvPr/>
            </p:nvSpPr>
            <p:spPr>
              <a:xfrm>
                <a:off x="570805" y="2014832"/>
                <a:ext cx="5708075" cy="5833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2400" b="1" dirty="0">
                    <a:latin typeface="Times New Roman" panose="02020603050405020304" pitchFamily="18" charset="0"/>
                    <a:cs typeface="Times New Roman" panose="02020603050405020304" pitchFamily="18" charset="0"/>
                  </a:rPr>
                  <a:t>Space: </a:t>
                </a:r>
                <a14:m>
                  <m:oMath xmlns:m="http://schemas.openxmlformats.org/officeDocument/2006/math">
                    <m:r>
                      <a:rPr lang="en-US" altLang="zh-TW" sz="2400" b="1" i="1" smtClean="0">
                        <a:solidFill>
                          <a:srgbClr val="0070C0"/>
                        </a:solidFill>
                        <a:latin typeface="Cambria Math" panose="02040503050406030204" pitchFamily="18" charset="0"/>
                        <a:cs typeface="Times New Roman" panose="02020603050405020304" pitchFamily="18" charset="0"/>
                      </a:rPr>
                      <m:t>𝑶</m:t>
                    </m:r>
                    <m:r>
                      <a:rPr lang="en-US" altLang="zh-TW" sz="2400" b="1" i="1" smtClean="0">
                        <a:solidFill>
                          <a:srgbClr val="0070C0"/>
                        </a:solidFill>
                        <a:latin typeface="Cambria Math" panose="02040503050406030204" pitchFamily="18" charset="0"/>
                        <a:cs typeface="Times New Roman" panose="02020603050405020304" pitchFamily="18" charset="0"/>
                      </a:rPr>
                      <m:t>(</m:t>
                    </m:r>
                    <m:d>
                      <m:dPr>
                        <m:ctrlPr>
                          <a:rPr lang="en-US" altLang="zh-TW" sz="2400" b="1" i="1">
                            <a:solidFill>
                              <a:srgbClr val="0070C0"/>
                            </a:solidFill>
                            <a:latin typeface="Cambria Math" panose="02040503050406030204" pitchFamily="18" charset="0"/>
                            <a:cs typeface="Times New Roman" panose="02020603050405020304" pitchFamily="18" charset="0"/>
                          </a:rPr>
                        </m:ctrlPr>
                      </m:dPr>
                      <m:e>
                        <m:r>
                          <a:rPr lang="en-US" altLang="zh-TW" sz="2400" b="1" i="1">
                            <a:solidFill>
                              <a:srgbClr val="0070C0"/>
                            </a:solidFill>
                            <a:latin typeface="Cambria Math" panose="02040503050406030204" pitchFamily="18" charset="0"/>
                            <a:cs typeface="Times New Roman" panose="02020603050405020304" pitchFamily="18" charset="0"/>
                          </a:rPr>
                          <m:t>𝒋</m:t>
                        </m:r>
                        <m:r>
                          <a:rPr lang="en-US" altLang="zh-TW" sz="2400" b="1" i="1">
                            <a:solidFill>
                              <a:srgbClr val="0070C0"/>
                            </a:solidFill>
                            <a:latin typeface="Cambria Math" panose="02040503050406030204" pitchFamily="18" charset="0"/>
                            <a:cs typeface="Times New Roman" panose="02020603050405020304" pitchFamily="18" charset="0"/>
                          </a:rPr>
                          <m:t>−</m:t>
                        </m:r>
                        <m:r>
                          <a:rPr lang="en-US" altLang="zh-TW" sz="2400" b="1" i="1">
                            <a:solidFill>
                              <a:srgbClr val="0070C0"/>
                            </a:solidFill>
                            <a:latin typeface="Cambria Math" panose="02040503050406030204" pitchFamily="18" charset="0"/>
                            <a:cs typeface="Times New Roman" panose="02020603050405020304" pitchFamily="18" charset="0"/>
                          </a:rPr>
                          <m:t>𝒊</m:t>
                        </m:r>
                      </m:e>
                    </m:d>
                    <m:r>
                      <a:rPr lang="en-US" altLang="zh-TW" sz="2400" b="1" i="1">
                        <a:solidFill>
                          <a:srgbClr val="0070C0"/>
                        </a:solidFill>
                        <a:latin typeface="Cambria Math" panose="02040503050406030204" pitchFamily="18" charset="0"/>
                        <a:cs typeface="Times New Roman" panose="02020603050405020304" pitchFamily="18" charset="0"/>
                      </a:rPr>
                      <m:t>𝐥𝐨𝐠</m:t>
                    </m:r>
                    <m:r>
                      <a:rPr lang="en-US" altLang="zh-TW" sz="2400" b="1" i="1">
                        <a:solidFill>
                          <a:srgbClr val="0070C0"/>
                        </a:solidFill>
                        <a:latin typeface="Cambria Math" panose="02040503050406030204" pitchFamily="18" charset="0"/>
                        <a:cs typeface="Times New Roman" panose="02020603050405020304" pitchFamily="18" charset="0"/>
                      </a:rPr>
                      <m:t> </m:t>
                    </m:r>
                    <m:r>
                      <a:rPr lang="en-US" altLang="zh-TW" sz="2400" b="1" i="1">
                        <a:solidFill>
                          <a:srgbClr val="0070C0"/>
                        </a:solidFill>
                        <a:latin typeface="Cambria Math" panose="02040503050406030204" pitchFamily="18" charset="0"/>
                        <a:cs typeface="Times New Roman" panose="02020603050405020304" pitchFamily="18" charset="0"/>
                      </a:rPr>
                      <m:t>𝒏</m:t>
                    </m:r>
                    <m:r>
                      <a:rPr lang="en-US" altLang="zh-TW" sz="2400" b="1" i="1">
                        <a:solidFill>
                          <a:srgbClr val="0070C0"/>
                        </a:solidFill>
                        <a:latin typeface="Cambria Math" panose="02040503050406030204" pitchFamily="18" charset="0"/>
                        <a:cs typeface="Times New Roman" panose="02020603050405020304" pitchFamily="18" charset="0"/>
                      </a:rPr>
                      <m:t>)</m:t>
                    </m:r>
                  </m:oMath>
                </a14:m>
                <a:endParaRPr lang="zh-TW" altLang="en-US" sz="2400" b="1" i="1" dirty="0">
                  <a:latin typeface="Cambria Math" panose="02040503050406030204" pitchFamily="18" charset="0"/>
                  <a:cs typeface="Times New Roman" panose="02020603050405020304" pitchFamily="18" charset="0"/>
                </a:endParaRPr>
              </a:p>
            </p:txBody>
          </p:sp>
        </mc:Choice>
        <mc:Fallback>
          <p:sp>
            <p:nvSpPr>
              <p:cNvPr id="111" name="標題 1">
                <a:extLst>
                  <a:ext uri="{FF2B5EF4-FFF2-40B4-BE49-F238E27FC236}">
                    <a16:creationId xmlns:a16="http://schemas.microsoft.com/office/drawing/2014/main" id="{851A67A1-9B2B-4943-B3AE-863B29A19652}"/>
                  </a:ext>
                </a:extLst>
              </p:cNvPr>
              <p:cNvSpPr txBox="1">
                <a:spLocks noRot="1" noChangeAspect="1" noMove="1" noResize="1" noEditPoints="1" noAdjustHandles="1" noChangeArrowheads="1" noChangeShapeType="1" noTextEdit="1"/>
              </p:cNvSpPr>
              <p:nvPr/>
            </p:nvSpPr>
            <p:spPr>
              <a:xfrm>
                <a:off x="570805" y="2014832"/>
                <a:ext cx="5708075" cy="583367"/>
              </a:xfrm>
              <a:prstGeom prst="rect">
                <a:avLst/>
              </a:prstGeom>
              <a:blipFill>
                <a:blip r:embed="rId3"/>
                <a:stretch>
                  <a:fillRect l="-1709" t="-1053" b="-10526"/>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112" name="標題 1">
                <a:extLst>
                  <a:ext uri="{FF2B5EF4-FFF2-40B4-BE49-F238E27FC236}">
                    <a16:creationId xmlns:a16="http://schemas.microsoft.com/office/drawing/2014/main" id="{C0C8A287-9E24-4A8B-94E9-152D804BC5B1}"/>
                  </a:ext>
                </a:extLst>
              </p:cNvPr>
              <p:cNvSpPr txBox="1">
                <a:spLocks/>
              </p:cNvSpPr>
              <p:nvPr/>
            </p:nvSpPr>
            <p:spPr>
              <a:xfrm>
                <a:off x="570805" y="998092"/>
                <a:ext cx="8279580" cy="984782"/>
              </a:xfrm>
              <a:prstGeom prst="rect">
                <a:avLst/>
              </a:prstGeom>
            </p:spPr>
            <p:txBody>
              <a:bodyPr vert="horz" lIns="91440" tIns="45720" rIns="91440" bIns="45720" rtlCol="0" anchor="ctr">
                <a:normAutofit fontScale="8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70000"/>
                  </a:lnSpc>
                </a:pPr>
                <a:r>
                  <a:rPr lang="en-US" altLang="zh-TW" sz="2400" dirty="0">
                    <a:latin typeface="Times New Roman" panose="02020603050405020304" pitchFamily="18" charset="0"/>
                    <a:cs typeface="Times New Roman" panose="02020603050405020304" pitchFamily="18" charset="0"/>
                  </a:rPr>
                  <a:t>Given a index </a:t>
                </a:r>
                <a14:m>
                  <m:oMath xmlns:m="http://schemas.openxmlformats.org/officeDocument/2006/math">
                    <m:r>
                      <a:rPr lang="en-US" altLang="zh-TW" sz="2400" b="0" i="1" smtClean="0">
                        <a:latin typeface="Cambria Math" panose="02040503050406030204" pitchFamily="18" charset="0"/>
                        <a:cs typeface="Times New Roman" panose="02020603050405020304" pitchFamily="18" charset="0"/>
                      </a:rPr>
                      <m:t>𝑗</m:t>
                    </m:r>
                    <m:r>
                      <a:rPr lang="en-US" altLang="zh-TW" sz="2400" b="0" i="1" smtClean="0">
                        <a:latin typeface="Cambria Math" panose="02040503050406030204" pitchFamily="18" charset="0"/>
                        <a:cs typeface="Times New Roman" panose="02020603050405020304" pitchFamily="18" charset="0"/>
                      </a:rPr>
                      <m:t>&gt;</m:t>
                    </m:r>
                    <m:r>
                      <a:rPr lang="en-US" altLang="zh-TW" sz="2400" b="0" i="1" smtClean="0">
                        <a:latin typeface="Cambria Math" panose="02040503050406030204" pitchFamily="18" charset="0"/>
                        <a:cs typeface="Times New Roman" panose="02020603050405020304" pitchFamily="18" charset="0"/>
                      </a:rPr>
                      <m:t>𝑖</m:t>
                    </m:r>
                    <m:r>
                      <a:rPr lang="en-US" altLang="zh-TW" sz="2400" b="0" i="1" smtClean="0">
                        <a:latin typeface="Cambria Math" panose="02040503050406030204" pitchFamily="18" charset="0"/>
                        <a:cs typeface="Times New Roman" panose="02020603050405020304" pitchFamily="18" charset="0"/>
                      </a:rPr>
                      <m:t>,</m:t>
                    </m:r>
                  </m:oMath>
                </a14:m>
                <a:r>
                  <a:rPr lang="en-US" altLang="zh-TW" sz="2400" dirty="0">
                    <a:latin typeface="Times New Roman" panose="02020603050405020304" pitchFamily="18" charset="0"/>
                    <a:cs typeface="Times New Roman" panose="02020603050405020304" pitchFamily="18" charset="0"/>
                  </a:rPr>
                  <a:t> computing </a:t>
                </a:r>
                <a14:m>
                  <m:oMath xmlns:m="http://schemas.openxmlformats.org/officeDocument/2006/math">
                    <m:d>
                      <m:dPr>
                        <m:begChr m:val="|"/>
                        <m:endChr m:val="|"/>
                        <m:ctrlPr>
                          <a:rPr lang="en-US" altLang="zh-TW" sz="2400" b="0" i="1" smtClean="0">
                            <a:latin typeface="Cambria Math" panose="02040503050406030204" pitchFamily="18" charset="0"/>
                            <a:cs typeface="Times New Roman" panose="02020603050405020304" pitchFamily="18" charset="0"/>
                          </a:rPr>
                        </m:ctrlPr>
                      </m:dPr>
                      <m:e>
                        <m:sSub>
                          <m:sSubPr>
                            <m:ctrlPr>
                              <a:rPr lang="en-US" altLang="zh-TW" sz="2400" b="0" i="1" smtClean="0">
                                <a:latin typeface="Cambria Math" panose="02040503050406030204" pitchFamily="18" charset="0"/>
                                <a:cs typeface="Times New Roman" panose="02020603050405020304" pitchFamily="18" charset="0"/>
                              </a:rPr>
                            </m:ctrlPr>
                          </m:sSubPr>
                          <m:e>
                            <m:r>
                              <a:rPr lang="en-US" altLang="zh-TW" sz="2400" b="0" i="1" smtClean="0">
                                <a:latin typeface="Cambria Math" panose="02040503050406030204" pitchFamily="18" charset="0"/>
                                <a:cs typeface="Times New Roman" panose="02020603050405020304" pitchFamily="18" charset="0"/>
                              </a:rPr>
                              <m:t>𝑃</m:t>
                            </m:r>
                          </m:e>
                          <m:sub>
                            <m:r>
                              <a:rPr lang="en-US" altLang="zh-TW" sz="2400" b="0" i="1" smtClean="0">
                                <a:latin typeface="Cambria Math" panose="02040503050406030204" pitchFamily="18" charset="0"/>
                                <a:cs typeface="Times New Roman" panose="02020603050405020304" pitchFamily="18" charset="0"/>
                              </a:rPr>
                              <m:t>𝑘</m:t>
                            </m:r>
                          </m:sub>
                        </m:sSub>
                      </m:e>
                    </m:d>
                  </m:oMath>
                </a14:m>
                <a:r>
                  <a:rPr lang="en-US" altLang="zh-TW" sz="2400" dirty="0">
                    <a:latin typeface="Times New Roman" panose="02020603050405020304" pitchFamily="18" charset="0"/>
                    <a:cs typeface="Times New Roman" panose="02020603050405020304" pitchFamily="18" charset="0"/>
                  </a:rPr>
                  <a:t> </a:t>
                </a:r>
              </a:p>
              <a:p>
                <a:pPr>
                  <a:lnSpc>
                    <a:spcPct val="170000"/>
                  </a:lnSpc>
                </a:pPr>
                <a:r>
                  <a:rPr lang="en-US" altLang="zh-TW" sz="2400" dirty="0">
                    <a:latin typeface="Times New Roman" panose="02020603050405020304" pitchFamily="18" charset="0"/>
                    <a:cs typeface="Times New Roman" panose="02020603050405020304" pitchFamily="18" charset="0"/>
                  </a:rPr>
                  <a:t>			for all  </a:t>
                </a:r>
                <a14:m>
                  <m:oMath xmlns:m="http://schemas.openxmlformats.org/officeDocument/2006/math">
                    <m:r>
                      <a:rPr lang="en-US" altLang="zh-TW" sz="2400" b="0" i="1" smtClean="0">
                        <a:latin typeface="Cambria Math" panose="02040503050406030204" pitchFamily="18" charset="0"/>
                        <a:cs typeface="Times New Roman" panose="02020603050405020304" pitchFamily="18" charset="0"/>
                      </a:rPr>
                      <m:t>𝑖</m:t>
                    </m:r>
                    <m:r>
                      <a:rPr lang="en-US" altLang="zh-TW" sz="2400" b="0" i="1" smtClean="0">
                        <a:latin typeface="Cambria Math" panose="02040503050406030204" pitchFamily="18" charset="0"/>
                        <a:cs typeface="Times New Roman" panose="02020603050405020304" pitchFamily="18" charset="0"/>
                      </a:rPr>
                      <m:t>+1≤</m:t>
                    </m:r>
                    <m:r>
                      <a:rPr lang="en-US" altLang="zh-TW" sz="2400" b="0" i="1" smtClean="0">
                        <a:latin typeface="Cambria Math" panose="02040503050406030204" pitchFamily="18" charset="0"/>
                        <a:cs typeface="Times New Roman" panose="02020603050405020304" pitchFamily="18" charset="0"/>
                      </a:rPr>
                      <m:t>𝑘</m:t>
                    </m:r>
                    <m:r>
                      <a:rPr lang="en-US" altLang="zh-TW" sz="2400" b="0" i="1" smtClean="0">
                        <a:latin typeface="Cambria Math" panose="02040503050406030204" pitchFamily="18" charset="0"/>
                        <a:cs typeface="Times New Roman" panose="02020603050405020304" pitchFamily="18" charset="0"/>
                      </a:rPr>
                      <m:t>≤</m:t>
                    </m:r>
                    <m:r>
                      <m:rPr>
                        <m:sty m:val="p"/>
                      </m:rPr>
                      <a:rPr lang="en-US" altLang="zh-TW" sz="2400" b="0" i="0" smtClean="0">
                        <a:latin typeface="Cambria Math" panose="02040503050406030204" pitchFamily="18" charset="0"/>
                        <a:cs typeface="Times New Roman" panose="02020603050405020304" pitchFamily="18" charset="0"/>
                      </a:rPr>
                      <m:t>min</m:t>
                    </m:r>
                    <m:r>
                      <a:rPr lang="en-US" altLang="zh-TW" sz="2400" b="0" i="1" smtClean="0">
                        <a:latin typeface="Cambria Math" panose="02040503050406030204" pitchFamily="18" charset="0"/>
                        <a:cs typeface="Times New Roman" panose="02020603050405020304" pitchFamily="18" charset="0"/>
                      </a:rPr>
                      <m:t>⁡{</m:t>
                    </m:r>
                    <m:r>
                      <a:rPr lang="en-US" altLang="zh-TW" sz="2400" b="0" i="1" smtClean="0">
                        <a:latin typeface="Cambria Math" panose="02040503050406030204" pitchFamily="18" charset="0"/>
                        <a:cs typeface="Times New Roman" panose="02020603050405020304" pitchFamily="18" charset="0"/>
                      </a:rPr>
                      <m:t>𝑗</m:t>
                    </m:r>
                    <m:r>
                      <a:rPr lang="en-US" altLang="zh-TW" sz="2400" b="0" i="1" smtClean="0">
                        <a:latin typeface="Cambria Math" panose="02040503050406030204" pitchFamily="18" charset="0"/>
                        <a:cs typeface="Times New Roman" panose="02020603050405020304" pitchFamily="18" charset="0"/>
                      </a:rPr>
                      <m:t> , </m:t>
                    </m:r>
                    <m:r>
                      <a:rPr lang="en-US" altLang="zh-TW" sz="2400" b="0" i="1" smtClean="0">
                        <a:latin typeface="Cambria Math" panose="02040503050406030204" pitchFamily="18" charset="0"/>
                        <a:cs typeface="Times New Roman" panose="02020603050405020304" pitchFamily="18" charset="0"/>
                      </a:rPr>
                      <m:t>𝑙𝑖𝑠</m:t>
                    </m:r>
                    <m:r>
                      <a:rPr lang="en-US" altLang="zh-TW" sz="2400" b="0" i="1" smtClean="0">
                        <a:latin typeface="Cambria Math" panose="02040503050406030204" pitchFamily="18" charset="0"/>
                        <a:cs typeface="Times New Roman" panose="02020603050405020304" pitchFamily="18" charset="0"/>
                      </a:rPr>
                      <m:t>(</m:t>
                    </m:r>
                    <m:r>
                      <a:rPr lang="en-US" altLang="zh-TW" sz="2400" b="0" i="1" smtClean="0">
                        <a:latin typeface="Cambria Math" panose="02040503050406030204" pitchFamily="18" charset="0"/>
                        <a:cs typeface="Times New Roman" panose="02020603050405020304" pitchFamily="18" charset="0"/>
                      </a:rPr>
                      <m:t>𝜏</m:t>
                    </m:r>
                    <m:r>
                      <a:rPr lang="en-US" altLang="zh-TW" sz="2400" b="0" i="1" smtClean="0">
                        <a:latin typeface="Cambria Math" panose="02040503050406030204" pitchFamily="18" charset="0"/>
                        <a:cs typeface="Times New Roman" panose="02020603050405020304" pitchFamily="18" charset="0"/>
                      </a:rPr>
                      <m:t>)}</m:t>
                    </m:r>
                  </m:oMath>
                </a14:m>
                <a:endParaRPr lang="zh-TW" altLang="en-US" sz="2400" dirty="0">
                  <a:latin typeface="Times New Roman" panose="02020603050405020304" pitchFamily="18" charset="0"/>
                  <a:cs typeface="Times New Roman" panose="02020603050405020304" pitchFamily="18" charset="0"/>
                </a:endParaRPr>
              </a:p>
            </p:txBody>
          </p:sp>
        </mc:Choice>
        <mc:Fallback>
          <p:sp>
            <p:nvSpPr>
              <p:cNvPr id="112" name="標題 1">
                <a:extLst>
                  <a:ext uri="{FF2B5EF4-FFF2-40B4-BE49-F238E27FC236}">
                    <a16:creationId xmlns:a16="http://schemas.microsoft.com/office/drawing/2014/main" id="{C0C8A287-9E24-4A8B-94E9-152D804BC5B1}"/>
                  </a:ext>
                </a:extLst>
              </p:cNvPr>
              <p:cNvSpPr txBox="1">
                <a:spLocks noRot="1" noChangeAspect="1" noMove="1" noResize="1" noEditPoints="1" noAdjustHandles="1" noChangeArrowheads="1" noChangeShapeType="1" noTextEdit="1"/>
              </p:cNvSpPr>
              <p:nvPr/>
            </p:nvSpPr>
            <p:spPr>
              <a:xfrm>
                <a:off x="570805" y="998092"/>
                <a:ext cx="8279580" cy="984782"/>
              </a:xfrm>
              <a:prstGeom prst="rect">
                <a:avLst/>
              </a:prstGeom>
              <a:blipFill>
                <a:blip r:embed="rId4"/>
                <a:stretch>
                  <a:fillRect l="-810" b="-9317"/>
                </a:stretch>
              </a:blipFill>
            </p:spPr>
            <p:txBody>
              <a:bodyPr/>
              <a:lstStyle/>
              <a:p>
                <a:r>
                  <a:rPr lang="zh-TW" altLang="en-US">
                    <a:noFill/>
                  </a:rPr>
                  <a:t> </a:t>
                </a:r>
              </a:p>
            </p:txBody>
          </p:sp>
        </mc:Fallback>
      </mc:AlternateContent>
      <p:pic>
        <p:nvPicPr>
          <p:cNvPr id="13" name="圖片 12">
            <a:extLst>
              <a:ext uri="{FF2B5EF4-FFF2-40B4-BE49-F238E27FC236}">
                <a16:creationId xmlns:a16="http://schemas.microsoft.com/office/drawing/2014/main" id="{960FC71A-8917-4156-8725-EDEF52CDB287}"/>
              </a:ext>
            </a:extLst>
          </p:cNvPr>
          <p:cNvPicPr>
            <a:picLocks noChangeAspect="1"/>
          </p:cNvPicPr>
          <p:nvPr/>
        </p:nvPicPr>
        <p:blipFill>
          <a:blip r:embed="rId5"/>
          <a:stretch>
            <a:fillRect/>
          </a:stretch>
        </p:blipFill>
        <p:spPr>
          <a:xfrm>
            <a:off x="777125" y="2675174"/>
            <a:ext cx="7589749" cy="3673020"/>
          </a:xfrm>
          <a:prstGeom prst="rect">
            <a:avLst/>
          </a:prstGeom>
        </p:spPr>
      </p:pic>
    </p:spTree>
    <p:extLst>
      <p:ext uri="{BB962C8B-B14F-4D97-AF65-F5344CB8AC3E}">
        <p14:creationId xmlns:p14="http://schemas.microsoft.com/office/powerpoint/2010/main" val="198384981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471956" y="414725"/>
            <a:ext cx="7886700" cy="583367"/>
          </a:xfrm>
        </p:spPr>
        <p:txBody>
          <a:bodyPr>
            <a:normAutofit/>
          </a:bodyPr>
          <a:lstStyle/>
          <a:p>
            <a:r>
              <a:rPr lang="en-US" altLang="zh-TW" sz="3200" dirty="0">
                <a:latin typeface="Times New Roman" panose="02020603050405020304" pitchFamily="18" charset="0"/>
                <a:cs typeface="Times New Roman" panose="02020603050405020304" pitchFamily="18" charset="0"/>
              </a:rPr>
              <a:t>Space Complexity</a:t>
            </a:r>
            <a:endParaRPr lang="zh-TW" altLang="en-US" sz="32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EC242670-B200-4340-9830-52717E351455}"/>
              </a:ext>
            </a:extLst>
          </p:cNvPr>
          <p:cNvSpPr>
            <a:spLocks noGrp="1"/>
          </p:cNvSpPr>
          <p:nvPr>
            <p:ph type="sldNum" sz="quarter" idx="12"/>
          </p:nvPr>
        </p:nvSpPr>
        <p:spPr/>
        <p:txBody>
          <a:bodyPr/>
          <a:lstStyle/>
          <a:p>
            <a:fld id="{872633CA-77E0-4863-94F8-E28139DFB2B4}" type="slidenum">
              <a:rPr lang="zh-TW" altLang="en-US" smtClean="0"/>
              <a:t>19</a:t>
            </a:fld>
            <a:endParaRPr lang="zh-TW" altLang="en-US"/>
          </a:p>
        </p:txBody>
      </p:sp>
      <mc:AlternateContent xmlns:mc="http://schemas.openxmlformats.org/markup-compatibility/2006">
        <mc:Choice xmlns:a14="http://schemas.microsoft.com/office/drawing/2010/main" Requires="a14">
          <p:sp>
            <p:nvSpPr>
              <p:cNvPr id="111" name="標題 1">
                <a:extLst>
                  <a:ext uri="{FF2B5EF4-FFF2-40B4-BE49-F238E27FC236}">
                    <a16:creationId xmlns:a16="http://schemas.microsoft.com/office/drawing/2014/main" id="{851A67A1-9B2B-4943-B3AE-863B29A19652}"/>
                  </a:ext>
                </a:extLst>
              </p:cNvPr>
              <p:cNvSpPr txBox="1">
                <a:spLocks/>
              </p:cNvSpPr>
              <p:nvPr/>
            </p:nvSpPr>
            <p:spPr>
              <a:xfrm>
                <a:off x="570805" y="2335950"/>
                <a:ext cx="5708075" cy="5833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2400" b="1" dirty="0">
                    <a:latin typeface="Times New Roman" panose="02020603050405020304" pitchFamily="18" charset="0"/>
                    <a:cs typeface="Times New Roman" panose="02020603050405020304" pitchFamily="18" charset="0"/>
                  </a:rPr>
                  <a:t>Space: </a:t>
                </a:r>
                <a14:m>
                  <m:oMath xmlns:m="http://schemas.openxmlformats.org/officeDocument/2006/math">
                    <m:r>
                      <a:rPr lang="en-US" altLang="zh-TW" sz="2400" b="1" i="1" smtClean="0">
                        <a:solidFill>
                          <a:srgbClr val="0070C0"/>
                        </a:solidFill>
                        <a:latin typeface="Cambria Math" panose="02040503050406030204" pitchFamily="18" charset="0"/>
                        <a:cs typeface="Times New Roman" panose="02020603050405020304" pitchFamily="18" charset="0"/>
                      </a:rPr>
                      <m:t>𝑶</m:t>
                    </m:r>
                    <m:r>
                      <a:rPr lang="en-US" altLang="zh-TW" sz="2400" b="1" i="1" smtClean="0">
                        <a:solidFill>
                          <a:srgbClr val="0070C0"/>
                        </a:solidFill>
                        <a:latin typeface="Cambria Math" panose="02040503050406030204" pitchFamily="18" charset="0"/>
                        <a:cs typeface="Times New Roman" panose="02020603050405020304" pitchFamily="18" charset="0"/>
                      </a:rPr>
                      <m:t>(</m:t>
                    </m:r>
                    <m:r>
                      <a:rPr lang="en-US" altLang="zh-TW" sz="2400" b="1" i="1" smtClean="0">
                        <a:solidFill>
                          <a:srgbClr val="0070C0"/>
                        </a:solidFill>
                        <a:latin typeface="Cambria Math" panose="02040503050406030204" pitchFamily="18" charset="0"/>
                        <a:cs typeface="Times New Roman" panose="02020603050405020304" pitchFamily="18" charset="0"/>
                      </a:rPr>
                      <m:t>𝒔</m:t>
                    </m:r>
                    <m:r>
                      <a:rPr lang="en-US" altLang="zh-TW" sz="2400" b="1" i="1" smtClean="0">
                        <a:solidFill>
                          <a:srgbClr val="0070C0"/>
                        </a:solidFill>
                        <a:latin typeface="Cambria Math" panose="02040503050406030204" pitchFamily="18" charset="0"/>
                        <a:cs typeface="Times New Roman" panose="02020603050405020304" pitchFamily="18" charset="0"/>
                      </a:rPr>
                      <m:t> </m:t>
                    </m:r>
                    <m:r>
                      <a:rPr lang="en-US" altLang="zh-TW" sz="2400" b="1" i="1" smtClean="0">
                        <a:solidFill>
                          <a:srgbClr val="0070C0"/>
                        </a:solidFill>
                        <a:latin typeface="Cambria Math" panose="02040503050406030204" pitchFamily="18" charset="0"/>
                        <a:cs typeface="Times New Roman" panose="02020603050405020304" pitchFamily="18" charset="0"/>
                      </a:rPr>
                      <m:t>𝒍𝒐𝒈</m:t>
                    </m:r>
                    <m:r>
                      <a:rPr lang="en-US" altLang="zh-TW" sz="2400" b="1" i="1" smtClean="0">
                        <a:solidFill>
                          <a:srgbClr val="0070C0"/>
                        </a:solidFill>
                        <a:latin typeface="Cambria Math" panose="02040503050406030204" pitchFamily="18" charset="0"/>
                        <a:cs typeface="Times New Roman" panose="02020603050405020304" pitchFamily="18" charset="0"/>
                      </a:rPr>
                      <m:t> </m:t>
                    </m:r>
                    <m:r>
                      <a:rPr lang="en-US" altLang="zh-TW" sz="2400" b="1" i="1" smtClean="0">
                        <a:solidFill>
                          <a:srgbClr val="0070C0"/>
                        </a:solidFill>
                        <a:latin typeface="Cambria Math" panose="02040503050406030204" pitchFamily="18" charset="0"/>
                        <a:cs typeface="Times New Roman" panose="02020603050405020304" pitchFamily="18" charset="0"/>
                      </a:rPr>
                      <m:t>𝒏</m:t>
                    </m:r>
                    <m:r>
                      <a:rPr lang="en-US" altLang="zh-TW" sz="2400" b="1" i="1">
                        <a:solidFill>
                          <a:srgbClr val="0070C0"/>
                        </a:solidFill>
                        <a:latin typeface="Cambria Math" panose="02040503050406030204" pitchFamily="18" charset="0"/>
                        <a:cs typeface="Times New Roman" panose="02020603050405020304" pitchFamily="18" charset="0"/>
                      </a:rPr>
                      <m:t>)</m:t>
                    </m:r>
                  </m:oMath>
                </a14:m>
                <a:endParaRPr lang="zh-TW" altLang="en-US" sz="2400" b="1" i="1" dirty="0">
                  <a:latin typeface="Cambria Math" panose="02040503050406030204" pitchFamily="18" charset="0"/>
                  <a:cs typeface="Times New Roman" panose="02020603050405020304" pitchFamily="18" charset="0"/>
                </a:endParaRPr>
              </a:p>
            </p:txBody>
          </p:sp>
        </mc:Choice>
        <mc:Fallback>
          <p:sp>
            <p:nvSpPr>
              <p:cNvPr id="111" name="標題 1">
                <a:extLst>
                  <a:ext uri="{FF2B5EF4-FFF2-40B4-BE49-F238E27FC236}">
                    <a16:creationId xmlns:a16="http://schemas.microsoft.com/office/drawing/2014/main" id="{851A67A1-9B2B-4943-B3AE-863B29A19652}"/>
                  </a:ext>
                </a:extLst>
              </p:cNvPr>
              <p:cNvSpPr txBox="1">
                <a:spLocks noRot="1" noChangeAspect="1" noMove="1" noResize="1" noEditPoints="1" noAdjustHandles="1" noChangeArrowheads="1" noChangeShapeType="1" noTextEdit="1"/>
              </p:cNvSpPr>
              <p:nvPr/>
            </p:nvSpPr>
            <p:spPr>
              <a:xfrm>
                <a:off x="570805" y="2335950"/>
                <a:ext cx="5708075" cy="583367"/>
              </a:xfrm>
              <a:prstGeom prst="rect">
                <a:avLst/>
              </a:prstGeom>
              <a:blipFill>
                <a:blip r:embed="rId3"/>
                <a:stretch>
                  <a:fillRect l="-1709" b="-10417"/>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112" name="標題 1">
                <a:extLst>
                  <a:ext uri="{FF2B5EF4-FFF2-40B4-BE49-F238E27FC236}">
                    <a16:creationId xmlns:a16="http://schemas.microsoft.com/office/drawing/2014/main" id="{C0C8A287-9E24-4A8B-94E9-152D804BC5B1}"/>
                  </a:ext>
                </a:extLst>
              </p:cNvPr>
              <p:cNvSpPr txBox="1">
                <a:spLocks/>
              </p:cNvSpPr>
              <p:nvPr/>
            </p:nvSpPr>
            <p:spPr>
              <a:xfrm>
                <a:off x="570805" y="953074"/>
                <a:ext cx="8296970" cy="58336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en-US" altLang="zh-TW" sz="2000" dirty="0">
                    <a:latin typeface="Times New Roman" panose="02020603050405020304" pitchFamily="18" charset="0"/>
                    <a:cs typeface="Times New Roman" panose="02020603050405020304" pitchFamily="18" charset="0"/>
                  </a:rPr>
                  <a:t>Given s satisfying</a:t>
                </a:r>
                <a14:m>
                  <m:oMath xmlns:m="http://schemas.openxmlformats.org/officeDocument/2006/math">
                    <m:r>
                      <a:rPr lang="en-US" altLang="zh-TW" sz="2000" i="1">
                        <a:latin typeface="Cambria Math" panose="02040503050406030204" pitchFamily="18" charset="0"/>
                      </a:rPr>
                      <m:t> </m:t>
                    </m:r>
                    <m:rad>
                      <m:radPr>
                        <m:degHide m:val="on"/>
                        <m:ctrlPr>
                          <a:rPr lang="en-US" altLang="zh-TW" sz="2000" i="1">
                            <a:latin typeface="Cambria Math" panose="02040503050406030204" pitchFamily="18" charset="0"/>
                          </a:rPr>
                        </m:ctrlPr>
                      </m:radPr>
                      <m:deg/>
                      <m:e>
                        <m:r>
                          <a:rPr lang="en-US" altLang="zh-TW" sz="2000" i="1">
                            <a:latin typeface="Cambria Math" panose="02040503050406030204" pitchFamily="18" charset="0"/>
                          </a:rPr>
                          <m:t>𝑛</m:t>
                        </m:r>
                      </m:e>
                    </m:rad>
                    <m:r>
                      <a:rPr lang="en-US" altLang="zh-TW" sz="2000" i="1">
                        <a:latin typeface="Cambria Math" panose="02040503050406030204" pitchFamily="18" charset="0"/>
                      </a:rPr>
                      <m:t>≤</m:t>
                    </m:r>
                    <m:r>
                      <a:rPr lang="en-US" altLang="zh-TW" sz="2000" i="1">
                        <a:latin typeface="Cambria Math" panose="02040503050406030204" pitchFamily="18" charset="0"/>
                      </a:rPr>
                      <m:t>𝑠</m:t>
                    </m:r>
                    <m:r>
                      <a:rPr lang="en-US" altLang="zh-TW" sz="2000" i="1">
                        <a:latin typeface="Cambria Math" panose="02040503050406030204" pitchFamily="18" charset="0"/>
                      </a:rPr>
                      <m:t>≤</m:t>
                    </m:r>
                    <m:r>
                      <a:rPr lang="en-US" altLang="zh-TW" sz="2000" i="1">
                        <a:latin typeface="Cambria Math" panose="02040503050406030204" pitchFamily="18" charset="0"/>
                      </a:rPr>
                      <m:t>𝑛</m:t>
                    </m:r>
                    <m:r>
                      <a:rPr lang="en-US" altLang="zh-TW" sz="2000" b="0" i="1" smtClean="0">
                        <a:latin typeface="Cambria Math" panose="02040503050406030204" pitchFamily="18" charset="0"/>
                        <a:cs typeface="Times New Roman" panose="02020603050405020304" pitchFamily="18" charset="0"/>
                      </a:rPr>
                      <m:t>,</m:t>
                    </m:r>
                  </m:oMath>
                </a14:m>
                <a:r>
                  <a:rPr lang="en-US" altLang="zh-TW" sz="2000" dirty="0">
                    <a:latin typeface="Times New Roman" panose="02020603050405020304" pitchFamily="18" charset="0"/>
                    <a:cs typeface="Times New Roman" panose="02020603050405020304" pitchFamily="18" charset="0"/>
                  </a:rPr>
                  <a:t> and a sequence </a:t>
                </a:r>
                <a14:m>
                  <m:oMath xmlns:m="http://schemas.openxmlformats.org/officeDocument/2006/math">
                    <m:r>
                      <a:rPr lang="en-US" altLang="zh-TW" sz="2000" b="0" i="1" smtClean="0">
                        <a:latin typeface="Cambria Math" panose="02040503050406030204" pitchFamily="18" charset="0"/>
                        <a:cs typeface="Times New Roman" panose="02020603050405020304" pitchFamily="18" charset="0"/>
                      </a:rPr>
                      <m:t>𝜏</m:t>
                    </m:r>
                  </m:oMath>
                </a14:m>
                <a:r>
                  <a:rPr lang="zh-TW" altLang="en-US" sz="2000" dirty="0">
                    <a:latin typeface="Times New Roman" panose="02020603050405020304" pitchFamily="18" charset="0"/>
                    <a:cs typeface="Times New Roman" panose="02020603050405020304" pitchFamily="18" charset="0"/>
                  </a:rPr>
                  <a:t> </a:t>
                </a:r>
                <a:r>
                  <a:rPr lang="en-US" altLang="zh-TW" sz="2000" dirty="0">
                    <a:latin typeface="Times New Roman" panose="02020603050405020304" pitchFamily="18" charset="0"/>
                    <a:cs typeface="Times New Roman" panose="02020603050405020304" pitchFamily="18" charset="0"/>
                  </a:rPr>
                  <a:t>of length </a:t>
                </a:r>
                <a14:m>
                  <m:oMath xmlns:m="http://schemas.openxmlformats.org/officeDocument/2006/math">
                    <m:r>
                      <a:rPr lang="en-US" altLang="zh-TW" sz="2000" b="0" i="1" smtClean="0">
                        <a:latin typeface="Cambria Math" panose="02040503050406030204" pitchFamily="18" charset="0"/>
                        <a:cs typeface="Times New Roman" panose="02020603050405020304" pitchFamily="18" charset="0"/>
                      </a:rPr>
                      <m:t>𝑛</m:t>
                    </m:r>
                  </m:oMath>
                </a14:m>
                <a:r>
                  <a:rPr lang="en-US" altLang="zh-TW" sz="2000" dirty="0">
                    <a:latin typeface="Times New Roman" panose="02020603050405020304" pitchFamily="18" charset="0"/>
                    <a:cs typeface="Times New Roman" panose="02020603050405020304" pitchFamily="18" charset="0"/>
                  </a:rPr>
                  <a:t>, computing </a:t>
                </a:r>
                <a14:m>
                  <m:oMath xmlns:m="http://schemas.openxmlformats.org/officeDocument/2006/math">
                    <m:r>
                      <a:rPr lang="en-US" altLang="zh-TW" sz="2000" b="0" i="1" smtClean="0">
                        <a:latin typeface="Cambria Math" panose="02040503050406030204" pitchFamily="18" charset="0"/>
                        <a:cs typeface="Times New Roman" panose="02020603050405020304" pitchFamily="18" charset="0"/>
                      </a:rPr>
                      <m:t>𝑙𝑖𝑠</m:t>
                    </m:r>
                    <m:r>
                      <a:rPr lang="en-US" altLang="zh-TW" sz="2000" b="0" i="1" smtClean="0">
                        <a:latin typeface="Cambria Math" panose="02040503050406030204" pitchFamily="18" charset="0"/>
                        <a:cs typeface="Times New Roman" panose="02020603050405020304" pitchFamily="18" charset="0"/>
                      </a:rPr>
                      <m:t>(</m:t>
                    </m:r>
                    <m:r>
                      <a:rPr lang="en-US" altLang="zh-TW" sz="2000" b="0" i="1" smtClean="0">
                        <a:latin typeface="Cambria Math" panose="02040503050406030204" pitchFamily="18" charset="0"/>
                        <a:cs typeface="Times New Roman" panose="02020603050405020304" pitchFamily="18" charset="0"/>
                      </a:rPr>
                      <m:t>𝜏</m:t>
                    </m:r>
                    <m:r>
                      <a:rPr lang="en-US" altLang="zh-TW" sz="2000" b="0" i="1" smtClean="0">
                        <a:latin typeface="Cambria Math" panose="02040503050406030204" pitchFamily="18" charset="0"/>
                        <a:cs typeface="Times New Roman" panose="02020603050405020304" pitchFamily="18" charset="0"/>
                      </a:rPr>
                      <m:t>)</m:t>
                    </m:r>
                  </m:oMath>
                </a14:m>
                <a:r>
                  <a:rPr lang="en-US" altLang="zh-TW" sz="2000" dirty="0">
                    <a:latin typeface="Times New Roman" panose="02020603050405020304" pitchFamily="18" charset="0"/>
                    <a:cs typeface="Times New Roman" panose="02020603050405020304" pitchFamily="18" charset="0"/>
                  </a:rPr>
                  <a:t>  </a:t>
                </a:r>
                <a:endParaRPr lang="zh-TW" altLang="en-US" sz="2000" dirty="0">
                  <a:latin typeface="Times New Roman" panose="02020603050405020304" pitchFamily="18" charset="0"/>
                  <a:cs typeface="Times New Roman" panose="02020603050405020304" pitchFamily="18" charset="0"/>
                </a:endParaRPr>
              </a:p>
            </p:txBody>
          </p:sp>
        </mc:Choice>
        <mc:Fallback>
          <p:sp>
            <p:nvSpPr>
              <p:cNvPr id="112" name="標題 1">
                <a:extLst>
                  <a:ext uri="{FF2B5EF4-FFF2-40B4-BE49-F238E27FC236}">
                    <a16:creationId xmlns:a16="http://schemas.microsoft.com/office/drawing/2014/main" id="{C0C8A287-9E24-4A8B-94E9-152D804BC5B1}"/>
                  </a:ext>
                </a:extLst>
              </p:cNvPr>
              <p:cNvSpPr txBox="1">
                <a:spLocks noRot="1" noChangeAspect="1" noMove="1" noResize="1" noEditPoints="1" noAdjustHandles="1" noChangeArrowheads="1" noChangeShapeType="1" noTextEdit="1"/>
              </p:cNvSpPr>
              <p:nvPr/>
            </p:nvSpPr>
            <p:spPr>
              <a:xfrm>
                <a:off x="570805" y="953074"/>
                <a:ext cx="8296970" cy="583368"/>
              </a:xfrm>
              <a:prstGeom prst="rect">
                <a:avLst/>
              </a:prstGeom>
              <a:blipFill>
                <a:blip r:embed="rId4"/>
                <a:stretch>
                  <a:fillRect l="-808" b="-11458"/>
                </a:stretch>
              </a:blipFill>
            </p:spPr>
            <p:txBody>
              <a:bodyPr/>
              <a:lstStyle/>
              <a:p>
                <a:r>
                  <a:rPr lang="zh-TW" altLang="en-US">
                    <a:noFill/>
                  </a:rPr>
                  <a:t> </a:t>
                </a:r>
              </a:p>
            </p:txBody>
          </p:sp>
        </mc:Fallback>
      </mc:AlternateContent>
      <p:pic>
        <p:nvPicPr>
          <p:cNvPr id="7" name="內容版面配置區 7">
            <a:extLst>
              <a:ext uri="{FF2B5EF4-FFF2-40B4-BE49-F238E27FC236}">
                <a16:creationId xmlns:a16="http://schemas.microsoft.com/office/drawing/2014/main" id="{BF97395E-74A8-4EA8-AFB0-446D112D5A3C}"/>
              </a:ext>
            </a:extLst>
          </p:cNvPr>
          <p:cNvPicPr>
            <a:picLocks noGrp="1" noChangeAspect="1"/>
          </p:cNvPicPr>
          <p:nvPr>
            <p:ph idx="1"/>
          </p:nvPr>
        </p:nvPicPr>
        <p:blipFill>
          <a:blip r:embed="rId5"/>
          <a:stretch>
            <a:fillRect/>
          </a:stretch>
        </p:blipFill>
        <p:spPr>
          <a:xfrm>
            <a:off x="722750" y="3028545"/>
            <a:ext cx="7385111" cy="1835703"/>
          </a:xfrm>
          <a:prstGeom prst="rect">
            <a:avLst/>
          </a:prstGeom>
        </p:spPr>
      </p:pic>
    </p:spTree>
    <p:extLst>
      <p:ext uri="{BB962C8B-B14F-4D97-AF65-F5344CB8AC3E}">
        <p14:creationId xmlns:p14="http://schemas.microsoft.com/office/powerpoint/2010/main" val="417894481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17E4EB36-3D56-4B48-B683-D9271344D5DC}"/>
              </a:ext>
            </a:extLst>
          </p:cNvPr>
          <p:cNvSpPr>
            <a:spLocks noGrp="1"/>
          </p:cNvSpPr>
          <p:nvPr>
            <p:ph type="sldNum" sz="quarter" idx="12"/>
          </p:nvPr>
        </p:nvSpPr>
        <p:spPr/>
        <p:txBody>
          <a:bodyPr/>
          <a:lstStyle/>
          <a:p>
            <a:fld id="{872633CA-77E0-4863-94F8-E28139DFB2B4}" type="slidenum">
              <a:rPr lang="zh-TW" altLang="en-US" smtClean="0"/>
              <a:t>20</a:t>
            </a:fld>
            <a:endParaRPr lang="zh-TW" altLang="en-US"/>
          </a:p>
        </p:txBody>
      </p:sp>
      <mc:AlternateContent xmlns:mc="http://schemas.openxmlformats.org/markup-compatibility/2006">
        <mc:Choice xmlns:a14="http://schemas.microsoft.com/office/drawing/2010/main" Requires="a14">
          <p:sp>
            <p:nvSpPr>
              <p:cNvPr id="5" name="矩形 4">
                <a:extLst>
                  <a:ext uri="{FF2B5EF4-FFF2-40B4-BE49-F238E27FC236}">
                    <a16:creationId xmlns:a16="http://schemas.microsoft.com/office/drawing/2014/main" id="{0DD57701-0F93-48F9-A42B-15370D241E5E}"/>
                  </a:ext>
                </a:extLst>
              </p:cNvPr>
              <p:cNvSpPr/>
              <p:nvPr/>
            </p:nvSpPr>
            <p:spPr>
              <a:xfrm>
                <a:off x="1770816" y="4814630"/>
                <a:ext cx="5602368" cy="615874"/>
              </a:xfrm>
              <a:prstGeom prst="rect">
                <a:avLst/>
              </a:prstGeom>
            </p:spPr>
            <p:txBody>
              <a:bodyPr wrap="none">
                <a:spAutoFit/>
              </a:bodyPr>
              <a:lstStyle/>
              <a:p>
                <a:r>
                  <a:rPr lang="en-US" altLang="zh-TW" sz="2400" dirty="0">
                    <a:solidFill>
                      <a:srgbClr val="0070C0"/>
                    </a:solidFill>
                    <a:latin typeface="Times New Roman" panose="02020603050405020304" pitchFamily="18" charset="0"/>
                    <a:ea typeface="+mj-ea"/>
                    <a:cs typeface="Times New Roman" panose="02020603050405020304" pitchFamily="18" charset="0"/>
                  </a:rPr>
                  <a:t>O(</a:t>
                </a:r>
                <a14:m>
                  <m:oMath xmlns:m="http://schemas.openxmlformats.org/officeDocument/2006/math">
                    <m:r>
                      <a:rPr lang="en-US" altLang="zh-TW" sz="2400">
                        <a:solidFill>
                          <a:srgbClr val="0070C0"/>
                        </a:solidFill>
                        <a:latin typeface="Cambria Math" panose="02040503050406030204" pitchFamily="18" charset="0"/>
                        <a:ea typeface="+mj-ea"/>
                        <a:cs typeface="Times New Roman" panose="02020603050405020304" pitchFamily="18" charset="0"/>
                      </a:rPr>
                      <m:t>𝑠</m:t>
                    </m:r>
                    <m:func>
                      <m:funcPr>
                        <m:ctrlPr>
                          <a:rPr lang="en-US" altLang="zh-TW" sz="2400" i="1">
                            <a:solidFill>
                              <a:srgbClr val="0070C0"/>
                            </a:solidFill>
                            <a:latin typeface="Cambria Math" panose="02040503050406030204" pitchFamily="18" charset="0"/>
                            <a:ea typeface="+mj-ea"/>
                            <a:cs typeface="Times New Roman" panose="02020603050405020304" pitchFamily="18" charset="0"/>
                          </a:rPr>
                        </m:ctrlPr>
                      </m:funcPr>
                      <m:fName>
                        <m:r>
                          <m:rPr>
                            <m:sty m:val="p"/>
                          </m:rPr>
                          <a:rPr lang="en-US" altLang="zh-TW" sz="2400">
                            <a:solidFill>
                              <a:srgbClr val="0070C0"/>
                            </a:solidFill>
                            <a:latin typeface="Cambria Math" panose="02040503050406030204" pitchFamily="18" charset="0"/>
                            <a:ea typeface="+mj-ea"/>
                            <a:cs typeface="Times New Roman" panose="02020603050405020304" pitchFamily="18" charset="0"/>
                          </a:rPr>
                          <m:t>log</m:t>
                        </m:r>
                      </m:fName>
                      <m:e>
                        <m:r>
                          <a:rPr lang="en-US" altLang="zh-TW" sz="2400">
                            <a:solidFill>
                              <a:srgbClr val="0070C0"/>
                            </a:solidFill>
                            <a:latin typeface="Cambria Math" panose="02040503050406030204" pitchFamily="18" charset="0"/>
                            <a:ea typeface="+mj-ea"/>
                            <a:cs typeface="Times New Roman" panose="02020603050405020304" pitchFamily="18" charset="0"/>
                          </a:rPr>
                          <m:t>𝑛</m:t>
                        </m:r>
                      </m:e>
                    </m:func>
                  </m:oMath>
                </a14:m>
                <a:r>
                  <a:rPr lang="en-US" altLang="zh-TW" sz="2400" dirty="0">
                    <a:solidFill>
                      <a:srgbClr val="0070C0"/>
                    </a:solidFill>
                    <a:latin typeface="Times New Roman" panose="02020603050405020304" pitchFamily="18" charset="0"/>
                    <a:ea typeface="+mj-ea"/>
                    <a:cs typeface="Times New Roman" panose="02020603050405020304" pitchFamily="18" charset="0"/>
                  </a:rPr>
                  <a:t>)</a:t>
                </a:r>
                <a:r>
                  <a:rPr lang="en-US" altLang="zh-TW" sz="2400" dirty="0">
                    <a:solidFill>
                      <a:schemeClr val="tx1"/>
                    </a:solidFill>
                    <a:latin typeface="Times New Roman" panose="02020603050405020304" pitchFamily="18" charset="0"/>
                    <a:ea typeface="+mj-ea"/>
                    <a:cs typeface="Times New Roman" panose="02020603050405020304" pitchFamily="18" charset="0"/>
                  </a:rPr>
                  <a:t> space and </a:t>
                </a:r>
                <a:r>
                  <a:rPr lang="en-US" altLang="zh-TW" sz="2400" dirty="0">
                    <a:solidFill>
                      <a:srgbClr val="FF0000"/>
                    </a:solidFill>
                    <a:latin typeface="Times New Roman" panose="02020603050405020304" pitchFamily="18" charset="0"/>
                    <a:ea typeface="+mj-ea"/>
                    <a:cs typeface="Times New Roman" panose="02020603050405020304" pitchFamily="18" charset="0"/>
                  </a:rPr>
                  <a:t>O( </a:t>
                </a:r>
                <a14:m>
                  <m:oMath xmlns:m="http://schemas.openxmlformats.org/officeDocument/2006/math">
                    <m:f>
                      <m:fPr>
                        <m:ctrlPr>
                          <a:rPr lang="en-US" altLang="zh-TW" sz="2400" i="1">
                            <a:solidFill>
                              <a:srgbClr val="FF0000"/>
                            </a:solidFill>
                            <a:latin typeface="Cambria Math" panose="02040503050406030204" pitchFamily="18" charset="0"/>
                            <a:ea typeface="+mj-ea"/>
                            <a:cs typeface="Times New Roman" panose="02020603050405020304" pitchFamily="18" charset="0"/>
                          </a:rPr>
                        </m:ctrlPr>
                      </m:fPr>
                      <m:num>
                        <m:r>
                          <a:rPr lang="en-US" altLang="zh-TW" sz="2400">
                            <a:solidFill>
                              <a:srgbClr val="FF0000"/>
                            </a:solidFill>
                            <a:latin typeface="Cambria Math" panose="02040503050406030204" pitchFamily="18" charset="0"/>
                            <a:ea typeface="+mj-ea"/>
                            <a:cs typeface="Times New Roman" panose="02020603050405020304" pitchFamily="18" charset="0"/>
                          </a:rPr>
                          <m:t>1</m:t>
                        </m:r>
                      </m:num>
                      <m:den>
                        <m:r>
                          <a:rPr lang="en-US" altLang="zh-TW" sz="2400">
                            <a:solidFill>
                              <a:srgbClr val="FF0000"/>
                            </a:solidFill>
                            <a:latin typeface="Cambria Math" panose="02040503050406030204" pitchFamily="18" charset="0"/>
                            <a:ea typeface="+mj-ea"/>
                            <a:cs typeface="Times New Roman" panose="02020603050405020304" pitchFamily="18" charset="0"/>
                          </a:rPr>
                          <m:t>𝑠</m:t>
                        </m:r>
                      </m:den>
                    </m:f>
                    <m:r>
                      <a:rPr lang="en-US" altLang="zh-TW" sz="2400">
                        <a:solidFill>
                          <a:srgbClr val="FF0000"/>
                        </a:solidFill>
                        <a:latin typeface="Cambria Math" panose="02040503050406030204" pitchFamily="18" charset="0"/>
                        <a:ea typeface="+mj-ea"/>
                        <a:cs typeface="Times New Roman" panose="02020603050405020304" pitchFamily="18" charset="0"/>
                      </a:rPr>
                      <m:t> </m:t>
                    </m:r>
                    <m:r>
                      <m:rPr>
                        <m:nor/>
                      </m:rPr>
                      <a:rPr lang="en-US" altLang="zh-TW" sz="2400" dirty="0">
                        <a:solidFill>
                          <a:srgbClr val="FF0000"/>
                        </a:solidFill>
                        <a:latin typeface="Times New Roman" panose="02020603050405020304" pitchFamily="18" charset="0"/>
                        <a:ea typeface="+mj-ea"/>
                        <a:cs typeface="Times New Roman" panose="02020603050405020304" pitchFamily="18" charset="0"/>
                      </a:rPr>
                      <m:t>·</m:t>
                    </m:r>
                    <m:sSup>
                      <m:sSupPr>
                        <m:ctrlPr>
                          <a:rPr lang="en-US" altLang="zh-TW" sz="2400" i="1" dirty="0">
                            <a:solidFill>
                              <a:srgbClr val="FF0000"/>
                            </a:solidFill>
                            <a:latin typeface="Cambria Math" panose="02040503050406030204" pitchFamily="18" charset="0"/>
                            <a:ea typeface="+mj-ea"/>
                            <a:cs typeface="Times New Roman" panose="02020603050405020304" pitchFamily="18" charset="0"/>
                          </a:rPr>
                        </m:ctrlPr>
                      </m:sSupPr>
                      <m:e>
                        <m:r>
                          <a:rPr lang="en-US" altLang="zh-TW" sz="2400" dirty="0">
                            <a:solidFill>
                              <a:srgbClr val="FF0000"/>
                            </a:solidFill>
                            <a:latin typeface="Cambria Math" panose="02040503050406030204" pitchFamily="18" charset="0"/>
                            <a:ea typeface="+mj-ea"/>
                            <a:cs typeface="Times New Roman" panose="02020603050405020304" pitchFamily="18" charset="0"/>
                          </a:rPr>
                          <m:t> </m:t>
                        </m:r>
                        <m:r>
                          <a:rPr lang="en-US" altLang="zh-TW" sz="2400" dirty="0">
                            <a:solidFill>
                              <a:srgbClr val="FF0000"/>
                            </a:solidFill>
                            <a:latin typeface="Cambria Math" panose="02040503050406030204" pitchFamily="18" charset="0"/>
                            <a:ea typeface="+mj-ea"/>
                            <a:cs typeface="Times New Roman" panose="02020603050405020304" pitchFamily="18" charset="0"/>
                          </a:rPr>
                          <m:t>𝑛</m:t>
                        </m:r>
                      </m:e>
                      <m:sup>
                        <m:r>
                          <a:rPr lang="en-US" altLang="zh-TW" sz="2400" dirty="0">
                            <a:solidFill>
                              <a:srgbClr val="FF0000"/>
                            </a:solidFill>
                            <a:latin typeface="Cambria Math" panose="02040503050406030204" pitchFamily="18" charset="0"/>
                            <a:ea typeface="+mj-ea"/>
                            <a:cs typeface="Times New Roman" panose="02020603050405020304" pitchFamily="18" charset="0"/>
                          </a:rPr>
                          <m:t>2</m:t>
                        </m:r>
                      </m:sup>
                    </m:sSup>
                    <m:r>
                      <a:rPr lang="en-US" altLang="zh-TW" sz="2400" dirty="0">
                        <a:solidFill>
                          <a:srgbClr val="FF0000"/>
                        </a:solidFill>
                        <a:latin typeface="Cambria Math" panose="02040503050406030204" pitchFamily="18" charset="0"/>
                        <a:ea typeface="+mj-ea"/>
                        <a:cs typeface="Times New Roman" panose="02020603050405020304" pitchFamily="18" charset="0"/>
                      </a:rPr>
                      <m:t> </m:t>
                    </m:r>
                    <m:r>
                      <m:rPr>
                        <m:nor/>
                      </m:rPr>
                      <a:rPr lang="en-US" altLang="zh-TW" sz="2400" dirty="0">
                        <a:solidFill>
                          <a:srgbClr val="FF0000"/>
                        </a:solidFill>
                        <a:latin typeface="Times New Roman" panose="02020603050405020304" pitchFamily="18" charset="0"/>
                        <a:ea typeface="+mj-ea"/>
                        <a:cs typeface="Times New Roman" panose="02020603050405020304" pitchFamily="18" charset="0"/>
                      </a:rPr>
                      <m:t>·</m:t>
                    </m:r>
                    <m:func>
                      <m:funcPr>
                        <m:ctrlPr>
                          <a:rPr lang="en-US" altLang="zh-TW" sz="2400" i="1">
                            <a:solidFill>
                              <a:srgbClr val="FF0000"/>
                            </a:solidFill>
                            <a:latin typeface="Cambria Math" panose="02040503050406030204" pitchFamily="18" charset="0"/>
                            <a:ea typeface="+mj-ea"/>
                            <a:cs typeface="Times New Roman" panose="02020603050405020304" pitchFamily="18" charset="0"/>
                          </a:rPr>
                        </m:ctrlPr>
                      </m:funcPr>
                      <m:fName>
                        <m:r>
                          <m:rPr>
                            <m:sty m:val="p"/>
                          </m:rPr>
                          <a:rPr lang="en-US" altLang="zh-TW" sz="2400">
                            <a:solidFill>
                              <a:srgbClr val="FF0000"/>
                            </a:solidFill>
                            <a:latin typeface="Cambria Math" panose="02040503050406030204" pitchFamily="18" charset="0"/>
                            <a:ea typeface="+mj-ea"/>
                            <a:cs typeface="Times New Roman" panose="02020603050405020304" pitchFamily="18" charset="0"/>
                          </a:rPr>
                          <m:t>log</m:t>
                        </m:r>
                      </m:fName>
                      <m:e>
                        <m:r>
                          <a:rPr lang="en-US" altLang="zh-TW" sz="2400">
                            <a:solidFill>
                              <a:srgbClr val="FF0000"/>
                            </a:solidFill>
                            <a:latin typeface="Cambria Math" panose="02040503050406030204" pitchFamily="18" charset="0"/>
                            <a:ea typeface="+mj-ea"/>
                            <a:cs typeface="Times New Roman" panose="02020603050405020304" pitchFamily="18" charset="0"/>
                          </a:rPr>
                          <m:t>𝑛</m:t>
                        </m:r>
                      </m:e>
                    </m:func>
                  </m:oMath>
                </a14:m>
                <a:r>
                  <a:rPr lang="en-US" altLang="zh-TW" sz="2400" dirty="0">
                    <a:solidFill>
                      <a:srgbClr val="FF0000"/>
                    </a:solidFill>
                    <a:latin typeface="Times New Roman" panose="02020603050405020304" pitchFamily="18" charset="0"/>
                    <a:ea typeface="+mj-ea"/>
                    <a:cs typeface="Times New Roman" panose="02020603050405020304" pitchFamily="18" charset="0"/>
                  </a:rPr>
                  <a:t>) </a:t>
                </a:r>
                <a:r>
                  <a:rPr lang="en-US" altLang="zh-TW" sz="2400" dirty="0">
                    <a:solidFill>
                      <a:schemeClr val="tx1"/>
                    </a:solidFill>
                    <a:latin typeface="Times New Roman" panose="02020603050405020304" pitchFamily="18" charset="0"/>
                    <a:ea typeface="+mj-ea"/>
                    <a:cs typeface="Times New Roman" panose="02020603050405020304" pitchFamily="18" charset="0"/>
                  </a:rPr>
                  <a:t>time </a:t>
                </a:r>
                <a:endParaRPr lang="zh-TW" altLang="en-US" sz="2400" dirty="0">
                  <a:solidFill>
                    <a:schemeClr val="tx1"/>
                  </a:solidFill>
                  <a:latin typeface="Times New Roman" panose="02020603050405020304" pitchFamily="18" charset="0"/>
                  <a:ea typeface="+mj-ea"/>
                  <a:cs typeface="Times New Roman" panose="02020603050405020304" pitchFamily="18" charset="0"/>
                </a:endParaRPr>
              </a:p>
            </p:txBody>
          </p:sp>
        </mc:Choice>
        <mc:Fallback>
          <p:sp>
            <p:nvSpPr>
              <p:cNvPr id="5" name="矩形 4">
                <a:extLst>
                  <a:ext uri="{FF2B5EF4-FFF2-40B4-BE49-F238E27FC236}">
                    <a16:creationId xmlns:a16="http://schemas.microsoft.com/office/drawing/2014/main" id="{0DD57701-0F93-48F9-A42B-15370D241E5E}"/>
                  </a:ext>
                </a:extLst>
              </p:cNvPr>
              <p:cNvSpPr>
                <a:spLocks noRot="1" noChangeAspect="1" noMove="1" noResize="1" noEditPoints="1" noAdjustHandles="1" noChangeArrowheads="1" noChangeShapeType="1" noTextEdit="1"/>
              </p:cNvSpPr>
              <p:nvPr/>
            </p:nvSpPr>
            <p:spPr>
              <a:xfrm>
                <a:off x="1770816" y="4814630"/>
                <a:ext cx="5602368" cy="615874"/>
              </a:xfrm>
              <a:prstGeom prst="rect">
                <a:avLst/>
              </a:prstGeom>
              <a:blipFill>
                <a:blip r:embed="rId2"/>
                <a:stretch>
                  <a:fillRect l="-1630" r="-652" b="-8911"/>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6" name="矩形 5">
                <a:extLst>
                  <a:ext uri="{FF2B5EF4-FFF2-40B4-BE49-F238E27FC236}">
                    <a16:creationId xmlns:a16="http://schemas.microsoft.com/office/drawing/2014/main" id="{79B6123E-ABCE-42CD-8BAF-C6E7343936EB}"/>
                  </a:ext>
                </a:extLst>
              </p:cNvPr>
              <p:cNvSpPr/>
              <p:nvPr/>
            </p:nvSpPr>
            <p:spPr>
              <a:xfrm>
                <a:off x="1816245" y="5890518"/>
                <a:ext cx="5511509" cy="465833"/>
              </a:xfrm>
              <a:prstGeom prst="rect">
                <a:avLst/>
              </a:prstGeom>
            </p:spPr>
            <p:txBody>
              <a:bodyPr wrap="none">
                <a:spAutoFit/>
              </a:bodyPr>
              <a:lstStyle/>
              <a:p>
                <a:r>
                  <a:rPr lang="en-US" altLang="zh-TW" sz="2400" dirty="0">
                    <a:solidFill>
                      <a:srgbClr val="0070C0"/>
                    </a:solidFill>
                    <a:latin typeface="Times New Roman" panose="02020603050405020304" pitchFamily="18" charset="0"/>
                    <a:ea typeface="+mj-ea"/>
                    <a:cs typeface="Times New Roman" panose="02020603050405020304" pitchFamily="18" charset="0"/>
                  </a:rPr>
                  <a:t>O(</a:t>
                </a:r>
                <a14:m>
                  <m:oMath xmlns:m="http://schemas.openxmlformats.org/officeDocument/2006/math">
                    <m:rad>
                      <m:radPr>
                        <m:degHide m:val="on"/>
                        <m:ctrlPr>
                          <a:rPr lang="en-US" altLang="zh-TW" sz="2400" i="1">
                            <a:solidFill>
                              <a:srgbClr val="0070C0"/>
                            </a:solidFill>
                            <a:latin typeface="Cambria Math" panose="02040503050406030204" pitchFamily="18" charset="0"/>
                            <a:ea typeface="+mj-ea"/>
                            <a:cs typeface="Times New Roman" panose="02020603050405020304" pitchFamily="18" charset="0"/>
                          </a:rPr>
                        </m:ctrlPr>
                      </m:radPr>
                      <m:deg/>
                      <m:e>
                        <m:r>
                          <a:rPr lang="en-US" altLang="zh-TW" sz="2400">
                            <a:solidFill>
                              <a:srgbClr val="0070C0"/>
                            </a:solidFill>
                            <a:latin typeface="Cambria Math" panose="02040503050406030204" pitchFamily="18" charset="0"/>
                            <a:ea typeface="+mj-ea"/>
                            <a:cs typeface="Times New Roman" panose="02020603050405020304" pitchFamily="18" charset="0"/>
                          </a:rPr>
                          <m:t>𝑛</m:t>
                        </m:r>
                      </m:e>
                    </m:rad>
                    <m:func>
                      <m:funcPr>
                        <m:ctrlPr>
                          <a:rPr lang="en-US" altLang="zh-TW" sz="2400" i="1">
                            <a:solidFill>
                              <a:srgbClr val="0070C0"/>
                            </a:solidFill>
                            <a:latin typeface="Cambria Math" panose="02040503050406030204" pitchFamily="18" charset="0"/>
                            <a:ea typeface="+mj-ea"/>
                            <a:cs typeface="Times New Roman" panose="02020603050405020304" pitchFamily="18" charset="0"/>
                          </a:rPr>
                        </m:ctrlPr>
                      </m:funcPr>
                      <m:fName>
                        <m:r>
                          <m:rPr>
                            <m:sty m:val="p"/>
                          </m:rPr>
                          <a:rPr lang="en-US" altLang="zh-TW" sz="2400">
                            <a:solidFill>
                              <a:srgbClr val="0070C0"/>
                            </a:solidFill>
                            <a:latin typeface="Cambria Math" panose="02040503050406030204" pitchFamily="18" charset="0"/>
                            <a:ea typeface="+mj-ea"/>
                            <a:cs typeface="Times New Roman" panose="02020603050405020304" pitchFamily="18" charset="0"/>
                          </a:rPr>
                          <m:t>log</m:t>
                        </m:r>
                      </m:fName>
                      <m:e>
                        <m:r>
                          <a:rPr lang="en-US" altLang="zh-TW" sz="2400">
                            <a:solidFill>
                              <a:srgbClr val="0070C0"/>
                            </a:solidFill>
                            <a:latin typeface="Cambria Math" panose="02040503050406030204" pitchFamily="18" charset="0"/>
                            <a:ea typeface="+mj-ea"/>
                            <a:cs typeface="Times New Roman" panose="02020603050405020304" pitchFamily="18" charset="0"/>
                          </a:rPr>
                          <m:t>𝑛</m:t>
                        </m:r>
                      </m:e>
                    </m:func>
                  </m:oMath>
                </a14:m>
                <a:r>
                  <a:rPr lang="en-US" altLang="zh-TW" sz="2400" dirty="0">
                    <a:solidFill>
                      <a:srgbClr val="0070C0"/>
                    </a:solidFill>
                    <a:latin typeface="Times New Roman" panose="02020603050405020304" pitchFamily="18" charset="0"/>
                    <a:ea typeface="+mj-ea"/>
                    <a:cs typeface="Times New Roman" panose="02020603050405020304" pitchFamily="18" charset="0"/>
                  </a:rPr>
                  <a:t>) </a:t>
                </a:r>
                <a:r>
                  <a:rPr lang="en-US" altLang="zh-TW" sz="2400" dirty="0">
                    <a:solidFill>
                      <a:schemeClr val="tx1"/>
                    </a:solidFill>
                    <a:latin typeface="Times New Roman" panose="02020603050405020304" pitchFamily="18" charset="0"/>
                    <a:ea typeface="+mj-ea"/>
                    <a:cs typeface="Times New Roman" panose="02020603050405020304" pitchFamily="18" charset="0"/>
                  </a:rPr>
                  <a:t>space and </a:t>
                </a:r>
                <a:r>
                  <a:rPr lang="en-US" altLang="zh-TW" sz="2400" dirty="0">
                    <a:solidFill>
                      <a:srgbClr val="FF0000"/>
                    </a:solidFill>
                    <a:latin typeface="Times New Roman" panose="02020603050405020304" pitchFamily="18" charset="0"/>
                    <a:ea typeface="+mj-ea"/>
                    <a:cs typeface="Times New Roman" panose="02020603050405020304" pitchFamily="18" charset="0"/>
                  </a:rPr>
                  <a:t>O(</a:t>
                </a:r>
                <a14:m>
                  <m:oMath xmlns:m="http://schemas.openxmlformats.org/officeDocument/2006/math">
                    <m:sSup>
                      <m:sSupPr>
                        <m:ctrlPr>
                          <a:rPr lang="en-US" altLang="zh-TW" sz="2400" i="1" dirty="0" smtClean="0">
                            <a:solidFill>
                              <a:srgbClr val="FF0000"/>
                            </a:solidFill>
                            <a:latin typeface="Cambria Math" panose="02040503050406030204" pitchFamily="18" charset="0"/>
                            <a:ea typeface="+mj-ea"/>
                            <a:cs typeface="Times New Roman" panose="02020603050405020304" pitchFamily="18" charset="0"/>
                          </a:rPr>
                        </m:ctrlPr>
                      </m:sSupPr>
                      <m:e>
                        <m:r>
                          <a:rPr lang="en-US" altLang="zh-TW" sz="2400" dirty="0">
                            <a:solidFill>
                              <a:srgbClr val="FF0000"/>
                            </a:solidFill>
                            <a:latin typeface="Cambria Math" panose="02040503050406030204" pitchFamily="18" charset="0"/>
                            <a:ea typeface="+mj-ea"/>
                            <a:cs typeface="Times New Roman" panose="02020603050405020304" pitchFamily="18" charset="0"/>
                          </a:rPr>
                          <m:t>𝑛</m:t>
                        </m:r>
                      </m:e>
                      <m:sup>
                        <m:r>
                          <a:rPr lang="en-US" altLang="zh-TW" sz="2400" b="0" i="0" dirty="0" smtClean="0">
                            <a:solidFill>
                              <a:srgbClr val="FF0000"/>
                            </a:solidFill>
                            <a:latin typeface="Cambria Math" panose="02040503050406030204" pitchFamily="18" charset="0"/>
                            <a:ea typeface="+mj-ea"/>
                            <a:cs typeface="Times New Roman" panose="02020603050405020304" pitchFamily="18" charset="0"/>
                          </a:rPr>
                          <m:t>1.5</m:t>
                        </m:r>
                      </m:sup>
                    </m:sSup>
                    <m:r>
                      <a:rPr lang="en-US" altLang="zh-TW" sz="2400" dirty="0">
                        <a:solidFill>
                          <a:srgbClr val="FF0000"/>
                        </a:solidFill>
                        <a:latin typeface="Cambria Math" panose="02040503050406030204" pitchFamily="18" charset="0"/>
                        <a:ea typeface="+mj-ea"/>
                        <a:cs typeface="Times New Roman" panose="02020603050405020304" pitchFamily="18" charset="0"/>
                      </a:rPr>
                      <m:t> </m:t>
                    </m:r>
                    <m:r>
                      <m:rPr>
                        <m:nor/>
                      </m:rPr>
                      <a:rPr lang="en-US" altLang="zh-TW" sz="2400" dirty="0">
                        <a:solidFill>
                          <a:srgbClr val="FF0000"/>
                        </a:solidFill>
                        <a:latin typeface="Times New Roman" panose="02020603050405020304" pitchFamily="18" charset="0"/>
                        <a:ea typeface="+mj-ea"/>
                        <a:cs typeface="Times New Roman" panose="02020603050405020304" pitchFamily="18" charset="0"/>
                      </a:rPr>
                      <m:t>·</m:t>
                    </m:r>
                    <m:func>
                      <m:funcPr>
                        <m:ctrlPr>
                          <a:rPr lang="en-US" altLang="zh-TW" sz="2400" i="1">
                            <a:solidFill>
                              <a:srgbClr val="FF0000"/>
                            </a:solidFill>
                            <a:latin typeface="Cambria Math" panose="02040503050406030204" pitchFamily="18" charset="0"/>
                            <a:ea typeface="+mj-ea"/>
                            <a:cs typeface="Times New Roman" panose="02020603050405020304" pitchFamily="18" charset="0"/>
                          </a:rPr>
                        </m:ctrlPr>
                      </m:funcPr>
                      <m:fName>
                        <m:r>
                          <m:rPr>
                            <m:sty m:val="p"/>
                          </m:rPr>
                          <a:rPr lang="en-US" altLang="zh-TW" sz="2400">
                            <a:solidFill>
                              <a:srgbClr val="FF0000"/>
                            </a:solidFill>
                            <a:latin typeface="Cambria Math" panose="02040503050406030204" pitchFamily="18" charset="0"/>
                            <a:ea typeface="+mj-ea"/>
                            <a:cs typeface="Times New Roman" panose="02020603050405020304" pitchFamily="18" charset="0"/>
                          </a:rPr>
                          <m:t>log</m:t>
                        </m:r>
                      </m:fName>
                      <m:e>
                        <m:r>
                          <a:rPr lang="en-US" altLang="zh-TW" sz="2400">
                            <a:solidFill>
                              <a:srgbClr val="FF0000"/>
                            </a:solidFill>
                            <a:latin typeface="Cambria Math" panose="02040503050406030204" pitchFamily="18" charset="0"/>
                            <a:ea typeface="+mj-ea"/>
                            <a:cs typeface="Times New Roman" panose="02020603050405020304" pitchFamily="18" charset="0"/>
                          </a:rPr>
                          <m:t>𝑛</m:t>
                        </m:r>
                      </m:e>
                    </m:func>
                  </m:oMath>
                </a14:m>
                <a:r>
                  <a:rPr lang="en-US" altLang="zh-TW" sz="2400" dirty="0">
                    <a:solidFill>
                      <a:srgbClr val="FF0000"/>
                    </a:solidFill>
                    <a:latin typeface="Times New Roman" panose="02020603050405020304" pitchFamily="18" charset="0"/>
                    <a:ea typeface="+mj-ea"/>
                    <a:cs typeface="Times New Roman" panose="02020603050405020304" pitchFamily="18" charset="0"/>
                  </a:rPr>
                  <a:t>) </a:t>
                </a:r>
                <a:r>
                  <a:rPr lang="en-US" altLang="zh-TW" sz="2400" dirty="0">
                    <a:solidFill>
                      <a:schemeClr val="tx1"/>
                    </a:solidFill>
                    <a:latin typeface="Times New Roman" panose="02020603050405020304" pitchFamily="18" charset="0"/>
                    <a:ea typeface="+mj-ea"/>
                    <a:cs typeface="Times New Roman" panose="02020603050405020304" pitchFamily="18" charset="0"/>
                  </a:rPr>
                  <a:t>time </a:t>
                </a:r>
                <a:endParaRPr lang="zh-TW" altLang="en-US" sz="2400" dirty="0">
                  <a:solidFill>
                    <a:schemeClr val="tx1"/>
                  </a:solidFill>
                  <a:latin typeface="Times New Roman" panose="02020603050405020304" pitchFamily="18" charset="0"/>
                  <a:ea typeface="+mj-ea"/>
                  <a:cs typeface="Times New Roman" panose="02020603050405020304" pitchFamily="18" charset="0"/>
                </a:endParaRPr>
              </a:p>
            </p:txBody>
          </p:sp>
        </mc:Choice>
        <mc:Fallback>
          <p:sp>
            <p:nvSpPr>
              <p:cNvPr id="6" name="矩形 5">
                <a:extLst>
                  <a:ext uri="{FF2B5EF4-FFF2-40B4-BE49-F238E27FC236}">
                    <a16:creationId xmlns:a16="http://schemas.microsoft.com/office/drawing/2014/main" id="{79B6123E-ABCE-42CD-8BAF-C6E7343936EB}"/>
                  </a:ext>
                </a:extLst>
              </p:cNvPr>
              <p:cNvSpPr>
                <a:spLocks noRot="1" noChangeAspect="1" noMove="1" noResize="1" noEditPoints="1" noAdjustHandles="1" noChangeArrowheads="1" noChangeShapeType="1" noTextEdit="1"/>
              </p:cNvSpPr>
              <p:nvPr/>
            </p:nvSpPr>
            <p:spPr>
              <a:xfrm>
                <a:off x="1816245" y="5890518"/>
                <a:ext cx="5511509" cy="465833"/>
              </a:xfrm>
              <a:prstGeom prst="rect">
                <a:avLst/>
              </a:prstGeom>
              <a:blipFill>
                <a:blip r:embed="rId3"/>
                <a:stretch>
                  <a:fillRect l="-1770" t="-9091" r="-664" b="-28571"/>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7" name="內容版面配置區 2">
                <a:extLst>
                  <a:ext uri="{FF2B5EF4-FFF2-40B4-BE49-F238E27FC236}">
                    <a16:creationId xmlns:a16="http://schemas.microsoft.com/office/drawing/2014/main" id="{AB33B27E-4F5F-45F9-9B12-03C2985E9DD5}"/>
                  </a:ext>
                </a:extLst>
              </p:cNvPr>
              <p:cNvSpPr txBox="1">
                <a:spLocks/>
              </p:cNvSpPr>
              <p:nvPr/>
            </p:nvSpPr>
            <p:spPr>
              <a:xfrm>
                <a:off x="4669365" y="5462142"/>
                <a:ext cx="1024474" cy="33142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buNone/>
                </a:pPr>
                <a14:m>
                  <m:oMath xmlns:m="http://schemas.openxmlformats.org/officeDocument/2006/math">
                    <m:r>
                      <a:rPr lang="en-US" altLang="zh-TW" sz="1600" i="1" smtClean="0">
                        <a:solidFill>
                          <a:schemeClr val="tx1"/>
                        </a:solidFill>
                        <a:latin typeface="Cambria Math" panose="02040503050406030204" pitchFamily="18" charset="0"/>
                        <a:cs typeface="Times New Roman" panose="02020603050405020304" pitchFamily="18" charset="0"/>
                      </a:rPr>
                      <m:t>(</m:t>
                    </m:r>
                    <m:r>
                      <a:rPr lang="en-US" altLang="zh-TW" sz="1600" b="0" i="1" smtClean="0">
                        <a:solidFill>
                          <a:schemeClr val="tx1"/>
                        </a:solidFill>
                        <a:latin typeface="Cambria Math" panose="02040503050406030204" pitchFamily="18" charset="0"/>
                        <a:cs typeface="Times New Roman" panose="02020603050405020304" pitchFamily="18" charset="0"/>
                      </a:rPr>
                      <m:t>𝑠</m:t>
                    </m:r>
                    <m:r>
                      <a:rPr lang="en-US" altLang="zh-TW" sz="1600" b="0" i="1" smtClean="0">
                        <a:solidFill>
                          <a:schemeClr val="tx1"/>
                        </a:solidFill>
                        <a:latin typeface="Cambria Math" panose="02040503050406030204" pitchFamily="18" charset="0"/>
                        <a:cs typeface="Times New Roman" panose="02020603050405020304" pitchFamily="18" charset="0"/>
                      </a:rPr>
                      <m:t>≥</m:t>
                    </m:r>
                    <m:rad>
                      <m:radPr>
                        <m:degHide m:val="on"/>
                        <m:ctrlPr>
                          <a:rPr lang="en-US" altLang="zh-TW" sz="1600" b="0" i="1" smtClean="0">
                            <a:solidFill>
                              <a:schemeClr val="tx1"/>
                            </a:solidFill>
                            <a:latin typeface="Cambria Math" panose="02040503050406030204" pitchFamily="18" charset="0"/>
                            <a:cs typeface="Times New Roman" panose="02020603050405020304" pitchFamily="18" charset="0"/>
                          </a:rPr>
                        </m:ctrlPr>
                      </m:radPr>
                      <m:deg/>
                      <m:e>
                        <m:r>
                          <a:rPr lang="en-US" altLang="zh-TW" sz="1600" b="0" i="1" smtClean="0">
                            <a:solidFill>
                              <a:schemeClr val="tx1"/>
                            </a:solidFill>
                            <a:latin typeface="Cambria Math" panose="02040503050406030204" pitchFamily="18" charset="0"/>
                            <a:cs typeface="Times New Roman" panose="02020603050405020304" pitchFamily="18" charset="0"/>
                          </a:rPr>
                          <m:t>𝑛</m:t>
                        </m:r>
                      </m:e>
                    </m:rad>
                  </m:oMath>
                </a14:m>
                <a:r>
                  <a:rPr lang="en-US" altLang="zh-TW" sz="1600" dirty="0">
                    <a:solidFill>
                      <a:schemeClr val="tx1"/>
                    </a:solidFill>
                    <a:latin typeface="Times New Roman" panose="02020603050405020304" pitchFamily="18" charset="0"/>
                    <a:cs typeface="Times New Roman" panose="02020603050405020304" pitchFamily="18" charset="0"/>
                  </a:rPr>
                  <a:t>)</a:t>
                </a:r>
                <a:endParaRPr lang="zh-TW" altLang="en-US" sz="1600" dirty="0">
                  <a:solidFill>
                    <a:schemeClr val="tx1"/>
                  </a:solidFill>
                  <a:latin typeface="Times New Roman" panose="02020603050405020304" pitchFamily="18" charset="0"/>
                  <a:cs typeface="Times New Roman" panose="02020603050405020304" pitchFamily="18" charset="0"/>
                </a:endParaRPr>
              </a:p>
            </p:txBody>
          </p:sp>
        </mc:Choice>
        <mc:Fallback>
          <p:sp>
            <p:nvSpPr>
              <p:cNvPr id="7" name="內容版面配置區 2">
                <a:extLst>
                  <a:ext uri="{FF2B5EF4-FFF2-40B4-BE49-F238E27FC236}">
                    <a16:creationId xmlns:a16="http://schemas.microsoft.com/office/drawing/2014/main" id="{AB33B27E-4F5F-45F9-9B12-03C2985E9DD5}"/>
                  </a:ext>
                </a:extLst>
              </p:cNvPr>
              <p:cNvSpPr txBox="1">
                <a:spLocks noRot="1" noChangeAspect="1" noMove="1" noResize="1" noEditPoints="1" noAdjustHandles="1" noChangeArrowheads="1" noChangeShapeType="1" noTextEdit="1"/>
              </p:cNvSpPr>
              <p:nvPr/>
            </p:nvSpPr>
            <p:spPr>
              <a:xfrm>
                <a:off x="4669365" y="5462142"/>
                <a:ext cx="1024474" cy="331423"/>
              </a:xfrm>
              <a:prstGeom prst="rect">
                <a:avLst/>
              </a:prstGeom>
              <a:blipFill>
                <a:blip r:embed="rId4"/>
                <a:stretch>
                  <a:fillRect t="-3704" b="-27778"/>
                </a:stretch>
              </a:blipFill>
            </p:spPr>
            <p:txBody>
              <a:bodyPr/>
              <a:lstStyle/>
              <a:p>
                <a:r>
                  <a:rPr lang="zh-TW" altLang="en-US">
                    <a:noFill/>
                  </a:rPr>
                  <a:t> </a:t>
                </a:r>
              </a:p>
            </p:txBody>
          </p:sp>
        </mc:Fallback>
      </mc:AlternateContent>
      <p:cxnSp>
        <p:nvCxnSpPr>
          <p:cNvPr id="8" name="直線單箭頭接點 7">
            <a:extLst>
              <a:ext uri="{FF2B5EF4-FFF2-40B4-BE49-F238E27FC236}">
                <a16:creationId xmlns:a16="http://schemas.microsoft.com/office/drawing/2014/main" id="{5F8440B4-5ACA-4F39-AD70-03BEC78A9717}"/>
              </a:ext>
            </a:extLst>
          </p:cNvPr>
          <p:cNvCxnSpPr>
            <a:cxnSpLocks/>
            <a:stCxn id="5" idx="2"/>
            <a:endCxn id="6" idx="0"/>
          </p:cNvCxnSpPr>
          <p:nvPr/>
        </p:nvCxnSpPr>
        <p:spPr>
          <a:xfrm>
            <a:off x="4572000" y="5430504"/>
            <a:ext cx="0" cy="4600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9563679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E4B4EA4D-79CA-49E6-A0CF-575DAD434141}"/>
              </a:ext>
            </a:extLst>
          </p:cNvPr>
          <p:cNvSpPr/>
          <p:nvPr/>
        </p:nvSpPr>
        <p:spPr>
          <a:xfrm>
            <a:off x="471956" y="1110172"/>
            <a:ext cx="7071844" cy="880369"/>
          </a:xfrm>
          <a:prstGeom prst="rect">
            <a:avLst/>
          </a:prstGeom>
        </p:spPr>
        <p:txBody>
          <a:bodyPr wrap="square">
            <a:spAutoFit/>
          </a:bodyPr>
          <a:lstStyle/>
          <a:p>
            <a:pPr>
              <a:lnSpc>
                <a:spcPct val="150000"/>
              </a:lnSpc>
            </a:pPr>
            <a:endParaRPr lang="en-US" altLang="zh-TW" dirty="0">
              <a:solidFill>
                <a:schemeClr val="bg1"/>
              </a:solidFill>
            </a:endParaRPr>
          </a:p>
          <a:p>
            <a:pPr>
              <a:lnSpc>
                <a:spcPct val="150000"/>
              </a:lnSpc>
            </a:pPr>
            <a:r>
              <a:rPr lang="en-US" altLang="zh-TW" dirty="0">
                <a:solidFill>
                  <a:schemeClr val="bg1"/>
                </a:solidFill>
              </a:rPr>
              <a:t>http://shmilyaw-hotmail-com.iteye.com/blog/1721524</a:t>
            </a:r>
            <a:endParaRPr lang="en-US" altLang="zh-TW" dirty="0">
              <a:solidFill>
                <a:schemeClr val="bg1"/>
              </a:solidFill>
              <a:hlinkClick r:id="rId3"/>
            </a:endParaRPr>
          </a:p>
        </p:txBody>
      </p:sp>
      <p:sp>
        <p:nvSpPr>
          <p:cNvPr id="2" name="矩形 1">
            <a:extLst>
              <a:ext uri="{FF2B5EF4-FFF2-40B4-BE49-F238E27FC236}">
                <a16:creationId xmlns:a16="http://schemas.microsoft.com/office/drawing/2014/main" id="{1A3079EE-88ED-4719-8FC2-30EB669B900D}"/>
              </a:ext>
            </a:extLst>
          </p:cNvPr>
          <p:cNvSpPr/>
          <p:nvPr/>
        </p:nvSpPr>
        <p:spPr>
          <a:xfrm>
            <a:off x="471956" y="1110172"/>
            <a:ext cx="8200088" cy="3831818"/>
          </a:xfrm>
          <a:prstGeom prst="rect">
            <a:avLst/>
          </a:prstGeom>
        </p:spPr>
        <p:txBody>
          <a:bodyPr wrap="square">
            <a:spAutoFit/>
          </a:bodyPr>
          <a:lstStyle/>
          <a:p>
            <a:pPr>
              <a:lnSpc>
                <a:spcPct val="150000"/>
              </a:lnSpc>
            </a:pPr>
            <a:r>
              <a:rPr lang="en-US" altLang="zh-TW" b="1" dirty="0">
                <a:solidFill>
                  <a:schemeClr val="bg1"/>
                </a:solidFill>
              </a:rPr>
              <a:t>Young tableaus(</a:t>
            </a:r>
            <a:r>
              <a:rPr lang="zh-TW" altLang="en-US" b="1" dirty="0">
                <a:solidFill>
                  <a:schemeClr val="bg1"/>
                </a:solidFill>
              </a:rPr>
              <a:t>杨氏矩阵</a:t>
            </a:r>
            <a:r>
              <a:rPr lang="en-US" altLang="zh-TW" b="1" dirty="0">
                <a:solidFill>
                  <a:schemeClr val="bg1"/>
                </a:solidFill>
              </a:rPr>
              <a:t>)</a:t>
            </a:r>
            <a:r>
              <a:rPr lang="zh-TW" altLang="en-US" b="1" dirty="0">
                <a:solidFill>
                  <a:schemeClr val="bg1"/>
                </a:solidFill>
              </a:rPr>
              <a:t>的分析</a:t>
            </a:r>
            <a:endParaRPr lang="en-US" altLang="zh-TW" b="1" dirty="0">
              <a:solidFill>
                <a:schemeClr val="bg1"/>
              </a:solidFill>
            </a:endParaRPr>
          </a:p>
          <a:p>
            <a:pPr>
              <a:lnSpc>
                <a:spcPct val="150000"/>
              </a:lnSpc>
            </a:pPr>
            <a:endParaRPr lang="en-US" altLang="zh-TW" b="1" dirty="0">
              <a:solidFill>
                <a:schemeClr val="bg1"/>
              </a:solidFill>
            </a:endParaRPr>
          </a:p>
          <a:p>
            <a:pPr>
              <a:lnSpc>
                <a:spcPct val="150000"/>
              </a:lnSpc>
            </a:pPr>
            <a:endParaRPr lang="en-US" altLang="zh-TW" b="1" dirty="0">
              <a:solidFill>
                <a:schemeClr val="bg1"/>
              </a:solidFill>
            </a:endParaRPr>
          </a:p>
          <a:p>
            <a:pPr>
              <a:lnSpc>
                <a:spcPct val="150000"/>
              </a:lnSpc>
            </a:pPr>
            <a:endParaRPr lang="en-US" altLang="zh-TW" b="1" dirty="0">
              <a:solidFill>
                <a:schemeClr val="bg1"/>
              </a:solidFill>
            </a:endParaRPr>
          </a:p>
          <a:p>
            <a:pPr>
              <a:lnSpc>
                <a:spcPct val="150000"/>
              </a:lnSpc>
            </a:pPr>
            <a:endParaRPr lang="en-US" altLang="zh-TW" b="1" dirty="0">
              <a:solidFill>
                <a:schemeClr val="bg1"/>
              </a:solidFill>
            </a:endParaRPr>
          </a:p>
          <a:p>
            <a:pPr>
              <a:lnSpc>
                <a:spcPct val="150000"/>
              </a:lnSpc>
            </a:pPr>
            <a:endParaRPr lang="en-US" altLang="zh-TW" b="1" dirty="0">
              <a:solidFill>
                <a:schemeClr val="bg1"/>
              </a:solidFill>
            </a:endParaRPr>
          </a:p>
          <a:p>
            <a:pPr>
              <a:lnSpc>
                <a:spcPct val="150000"/>
              </a:lnSpc>
            </a:pPr>
            <a:endParaRPr lang="en-US" altLang="zh-TW" b="1" dirty="0">
              <a:solidFill>
                <a:schemeClr val="bg1"/>
              </a:solidFill>
            </a:endParaRPr>
          </a:p>
          <a:p>
            <a:pPr>
              <a:lnSpc>
                <a:spcPct val="150000"/>
              </a:lnSpc>
            </a:pPr>
            <a:endParaRPr lang="en-US" altLang="zh-TW" b="1" dirty="0">
              <a:solidFill>
                <a:schemeClr val="bg1"/>
              </a:solidFill>
            </a:endParaRPr>
          </a:p>
          <a:p>
            <a:pPr>
              <a:lnSpc>
                <a:spcPct val="150000"/>
              </a:lnSpc>
            </a:pPr>
            <a:endParaRPr lang="en-US" altLang="zh-TW" b="1" dirty="0">
              <a:solidFill>
                <a:schemeClr val="bg1"/>
              </a:solidFill>
            </a:endParaRPr>
          </a:p>
        </p:txBody>
      </p:sp>
      <p:sp>
        <p:nvSpPr>
          <p:cNvPr id="4" name="投影片編號版面配置區 3">
            <a:extLst>
              <a:ext uri="{FF2B5EF4-FFF2-40B4-BE49-F238E27FC236}">
                <a16:creationId xmlns:a16="http://schemas.microsoft.com/office/drawing/2014/main" id="{9E93C142-BE95-4B92-8357-C65D5B6B12A7}"/>
              </a:ext>
            </a:extLst>
          </p:cNvPr>
          <p:cNvSpPr>
            <a:spLocks noGrp="1"/>
          </p:cNvSpPr>
          <p:nvPr>
            <p:ph type="sldNum" sz="quarter" idx="12"/>
          </p:nvPr>
        </p:nvSpPr>
        <p:spPr/>
        <p:txBody>
          <a:bodyPr/>
          <a:lstStyle/>
          <a:p>
            <a:fld id="{872633CA-77E0-4863-94F8-E28139DFB2B4}" type="slidenum">
              <a:rPr lang="zh-TW" altLang="en-US" smtClean="0"/>
              <a:t>21</a:t>
            </a:fld>
            <a:endParaRPr lang="zh-TW" altLang="en-US"/>
          </a:p>
        </p:txBody>
      </p:sp>
      <p:sp>
        <p:nvSpPr>
          <p:cNvPr id="5" name="標題 1">
            <a:extLst>
              <a:ext uri="{FF2B5EF4-FFF2-40B4-BE49-F238E27FC236}">
                <a16:creationId xmlns:a16="http://schemas.microsoft.com/office/drawing/2014/main" id="{C4F6B907-8E89-4AA8-AAC4-854A4A340A52}"/>
              </a:ext>
            </a:extLst>
          </p:cNvPr>
          <p:cNvSpPr txBox="1">
            <a:spLocks/>
          </p:cNvSpPr>
          <p:nvPr/>
        </p:nvSpPr>
        <p:spPr>
          <a:xfrm>
            <a:off x="471956" y="414725"/>
            <a:ext cx="7886700" cy="5833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2900" dirty="0">
                <a:latin typeface="Times New Roman" panose="02020603050405020304" pitchFamily="18" charset="0"/>
                <a:cs typeface="Times New Roman" panose="02020603050405020304" pitchFamily="18" charset="0"/>
              </a:rPr>
              <a:t>Reference</a:t>
            </a:r>
            <a:endParaRPr lang="zh-TW" altLang="en-US" sz="29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0579293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7F4D9D44-6606-42C2-BA3D-F1765E7EF123}"/>
              </a:ext>
            </a:extLst>
          </p:cNvPr>
          <p:cNvSpPr>
            <a:spLocks noGrp="1"/>
          </p:cNvSpPr>
          <p:nvPr>
            <p:ph type="sldNum" sz="quarter" idx="12"/>
          </p:nvPr>
        </p:nvSpPr>
        <p:spPr/>
        <p:txBody>
          <a:bodyPr/>
          <a:lstStyle/>
          <a:p>
            <a:fld id="{872633CA-77E0-4863-94F8-E28139DFB2B4}" type="slidenum">
              <a:rPr lang="zh-TW" altLang="en-US" smtClean="0"/>
              <a:t>22</a:t>
            </a:fld>
            <a:endParaRPr lang="zh-TW" altLang="en-US"/>
          </a:p>
        </p:txBody>
      </p:sp>
      <p:sp>
        <p:nvSpPr>
          <p:cNvPr id="5" name="標題 1">
            <a:extLst>
              <a:ext uri="{FF2B5EF4-FFF2-40B4-BE49-F238E27FC236}">
                <a16:creationId xmlns:a16="http://schemas.microsoft.com/office/drawing/2014/main" id="{5A46E66C-CC98-4C59-8C7A-FC35658B9B20}"/>
              </a:ext>
            </a:extLst>
          </p:cNvPr>
          <p:cNvSpPr txBox="1">
            <a:spLocks/>
          </p:cNvSpPr>
          <p:nvPr/>
        </p:nvSpPr>
        <p:spPr>
          <a:xfrm>
            <a:off x="471956" y="414725"/>
            <a:ext cx="7886700" cy="5833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3200" dirty="0">
                <a:latin typeface="Times New Roman" panose="02020603050405020304" pitchFamily="18" charset="0"/>
                <a:cs typeface="Times New Roman" panose="02020603050405020304" pitchFamily="18" charset="0"/>
              </a:rPr>
              <a:t>Step by step (Iteration 2)</a:t>
            </a:r>
            <a:endParaRPr lang="zh-TW" altLang="en-US" sz="3200" dirty="0">
              <a:latin typeface="Times New Roman" panose="02020603050405020304" pitchFamily="18" charset="0"/>
              <a:cs typeface="Times New Roman" panose="02020603050405020304" pitchFamily="18" charset="0"/>
            </a:endParaRPr>
          </a:p>
        </p:txBody>
      </p:sp>
      <p:pic>
        <p:nvPicPr>
          <p:cNvPr id="2" name="圖片 1">
            <a:extLst>
              <a:ext uri="{FF2B5EF4-FFF2-40B4-BE49-F238E27FC236}">
                <a16:creationId xmlns:a16="http://schemas.microsoft.com/office/drawing/2014/main" id="{10941936-47F8-4B33-9F4A-0929A1113553}"/>
              </a:ext>
            </a:extLst>
          </p:cNvPr>
          <p:cNvPicPr>
            <a:picLocks noChangeAspect="1"/>
          </p:cNvPicPr>
          <p:nvPr/>
        </p:nvPicPr>
        <p:blipFill>
          <a:blip r:embed="rId2"/>
          <a:stretch>
            <a:fillRect/>
          </a:stretch>
        </p:blipFill>
        <p:spPr>
          <a:xfrm>
            <a:off x="463658" y="3045469"/>
            <a:ext cx="7287744" cy="3526867"/>
          </a:xfrm>
          <a:prstGeom prst="rect">
            <a:avLst/>
          </a:prstGeom>
        </p:spPr>
      </p:pic>
      <p:pic>
        <p:nvPicPr>
          <p:cNvPr id="8" name="圖片 7">
            <a:extLst>
              <a:ext uri="{FF2B5EF4-FFF2-40B4-BE49-F238E27FC236}">
                <a16:creationId xmlns:a16="http://schemas.microsoft.com/office/drawing/2014/main" id="{9B78B21A-CAA3-41A6-B615-2A8D21838C14}"/>
              </a:ext>
            </a:extLst>
          </p:cNvPr>
          <p:cNvPicPr>
            <a:picLocks noChangeAspect="1"/>
          </p:cNvPicPr>
          <p:nvPr/>
        </p:nvPicPr>
        <p:blipFill rotWithShape="1">
          <a:blip r:embed="rId3"/>
          <a:srcRect l="19661"/>
          <a:stretch/>
        </p:blipFill>
        <p:spPr>
          <a:xfrm>
            <a:off x="7421686" y="365630"/>
            <a:ext cx="1174445" cy="1491488"/>
          </a:xfrm>
          <a:prstGeom prst="rect">
            <a:avLst/>
          </a:prstGeom>
        </p:spPr>
      </p:pic>
      <p:sp>
        <p:nvSpPr>
          <p:cNvPr id="9" name="矩形: 圓角 8">
            <a:extLst>
              <a:ext uri="{FF2B5EF4-FFF2-40B4-BE49-F238E27FC236}">
                <a16:creationId xmlns:a16="http://schemas.microsoft.com/office/drawing/2014/main" id="{DCE01D28-1BC6-4FB2-B0E3-7A047ACD49DE}"/>
              </a:ext>
            </a:extLst>
          </p:cNvPr>
          <p:cNvSpPr/>
          <p:nvPr/>
        </p:nvSpPr>
        <p:spPr>
          <a:xfrm>
            <a:off x="7522303" y="285665"/>
            <a:ext cx="342900" cy="1584528"/>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rgbClr val="FF0000"/>
              </a:solidFill>
            </a:endParaRPr>
          </a:p>
        </p:txBody>
      </p:sp>
      <mc:AlternateContent xmlns:mc="http://schemas.openxmlformats.org/markup-compatibility/2006">
        <mc:Choice xmlns:a14="http://schemas.microsoft.com/office/drawing/2010/main" Requires="a14">
          <p:sp>
            <p:nvSpPr>
              <p:cNvPr id="13" name="標題 1">
                <a:extLst>
                  <a:ext uri="{FF2B5EF4-FFF2-40B4-BE49-F238E27FC236}">
                    <a16:creationId xmlns:a16="http://schemas.microsoft.com/office/drawing/2014/main" id="{CF480C55-80E1-4321-832C-4E4BBBE39C18}"/>
                  </a:ext>
                </a:extLst>
              </p:cNvPr>
              <p:cNvSpPr txBox="1">
                <a:spLocks/>
              </p:cNvSpPr>
              <p:nvPr/>
            </p:nvSpPr>
            <p:spPr>
              <a:xfrm>
                <a:off x="1528337" y="1198384"/>
                <a:ext cx="4573481" cy="5833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14:m>
                  <m:oMathPara xmlns:m="http://schemas.openxmlformats.org/officeDocument/2006/math">
                    <m:oMathParaPr>
                      <m:jc m:val="left"/>
                    </m:oMathParaPr>
                    <m:oMath xmlns:m="http://schemas.openxmlformats.org/officeDocument/2006/math">
                      <m:sSub>
                        <m:sSubPr>
                          <m:ctrlPr>
                            <a:rPr lang="en-US" altLang="zh-TW" sz="2800" b="0" i="1" smtClean="0">
                              <a:latin typeface="Cambria Math" panose="02040503050406030204" pitchFamily="18" charset="0"/>
                              <a:cs typeface="Times New Roman" panose="02020603050405020304" pitchFamily="18" charset="0"/>
                            </a:rPr>
                          </m:ctrlPr>
                        </m:sSubPr>
                        <m:e>
                          <m:r>
                            <a:rPr lang="en-US" altLang="zh-TW" sz="2800" b="0" i="1" smtClean="0">
                              <a:latin typeface="Cambria Math" panose="02040503050406030204" pitchFamily="18" charset="0"/>
                              <a:cs typeface="Times New Roman" panose="02020603050405020304" pitchFamily="18" charset="0"/>
                            </a:rPr>
                            <m:t>𝜏</m:t>
                          </m:r>
                        </m:e>
                        <m:sub>
                          <m:r>
                            <a:rPr lang="en-US" altLang="zh-TW" sz="2800" b="0" i="1" smtClean="0">
                              <a:latin typeface="Cambria Math" panose="02040503050406030204" pitchFamily="18" charset="0"/>
                              <a:cs typeface="Times New Roman" panose="02020603050405020304" pitchFamily="18" charset="0"/>
                            </a:rPr>
                            <m:t>2</m:t>
                          </m:r>
                        </m:sub>
                      </m:sSub>
                      <m:r>
                        <a:rPr lang="en-US" altLang="zh-TW" sz="2800" b="0" i="1" smtClean="0">
                          <a:latin typeface="Cambria Math" panose="02040503050406030204" pitchFamily="18" charset="0"/>
                          <a:cs typeface="Times New Roman" panose="02020603050405020304" pitchFamily="18" charset="0"/>
                        </a:rPr>
                        <m:t>= &lt;8, 4, 9, 5, 7, 6, 3&gt;</m:t>
                      </m:r>
                    </m:oMath>
                  </m:oMathPara>
                </a14:m>
                <a:endParaRPr lang="zh-TW" altLang="en-US" sz="2800" dirty="0">
                  <a:latin typeface="Times New Roman" panose="02020603050405020304" pitchFamily="18" charset="0"/>
                  <a:cs typeface="Times New Roman" panose="02020603050405020304" pitchFamily="18" charset="0"/>
                </a:endParaRPr>
              </a:p>
            </p:txBody>
          </p:sp>
        </mc:Choice>
        <mc:Fallback>
          <p:sp>
            <p:nvSpPr>
              <p:cNvPr id="13" name="標題 1">
                <a:extLst>
                  <a:ext uri="{FF2B5EF4-FFF2-40B4-BE49-F238E27FC236}">
                    <a16:creationId xmlns:a16="http://schemas.microsoft.com/office/drawing/2014/main" id="{CF480C55-80E1-4321-832C-4E4BBBE39C18}"/>
                  </a:ext>
                </a:extLst>
              </p:cNvPr>
              <p:cNvSpPr txBox="1">
                <a:spLocks noRot="1" noChangeAspect="1" noMove="1" noResize="1" noEditPoints="1" noAdjustHandles="1" noChangeArrowheads="1" noChangeShapeType="1" noTextEdit="1"/>
              </p:cNvSpPr>
              <p:nvPr/>
            </p:nvSpPr>
            <p:spPr>
              <a:xfrm>
                <a:off x="1528337" y="1198384"/>
                <a:ext cx="4573481" cy="583367"/>
              </a:xfrm>
              <a:prstGeom prst="rect">
                <a:avLst/>
              </a:prstGeom>
              <a:blipFill>
                <a:blip r:embed="rId4"/>
                <a:stretch>
                  <a:fillRect/>
                </a:stretch>
              </a:blipFill>
            </p:spPr>
            <p:txBody>
              <a:bodyPr/>
              <a:lstStyle/>
              <a:p>
                <a:r>
                  <a:rPr lang="zh-TW" altLang="en-US">
                    <a:noFill/>
                  </a:rPr>
                  <a:t> </a:t>
                </a:r>
              </a:p>
            </p:txBody>
          </p:sp>
        </mc:Fallback>
      </mc:AlternateContent>
      <p:grpSp>
        <p:nvGrpSpPr>
          <p:cNvPr id="31" name="群組 30">
            <a:extLst>
              <a:ext uri="{FF2B5EF4-FFF2-40B4-BE49-F238E27FC236}">
                <a16:creationId xmlns:a16="http://schemas.microsoft.com/office/drawing/2014/main" id="{99D3FE43-588B-40FA-9A8C-0FEBFFAFD0F1}"/>
              </a:ext>
            </a:extLst>
          </p:cNvPr>
          <p:cNvGrpSpPr/>
          <p:nvPr/>
        </p:nvGrpSpPr>
        <p:grpSpPr>
          <a:xfrm>
            <a:off x="6585563" y="966848"/>
            <a:ext cx="717905" cy="523220"/>
            <a:chOff x="6190895" y="991029"/>
            <a:chExt cx="717905" cy="523220"/>
          </a:xfrm>
        </p:grpSpPr>
        <p:cxnSp>
          <p:nvCxnSpPr>
            <p:cNvPr id="10" name="直線單箭頭接點 9">
              <a:extLst>
                <a:ext uri="{FF2B5EF4-FFF2-40B4-BE49-F238E27FC236}">
                  <a16:creationId xmlns:a16="http://schemas.microsoft.com/office/drawing/2014/main" id="{E9E9704E-5414-4B07-A814-9EDD884A73FE}"/>
                </a:ext>
              </a:extLst>
            </p:cNvPr>
            <p:cNvCxnSpPr>
              <a:cxnSpLocks/>
            </p:cNvCxnSpPr>
            <p:nvPr/>
          </p:nvCxnSpPr>
          <p:spPr>
            <a:xfrm>
              <a:off x="6565900" y="1306760"/>
              <a:ext cx="342900" cy="0"/>
            </a:xfrm>
            <a:prstGeom prst="straightConnector1">
              <a:avLst/>
            </a:prstGeom>
            <a:noFill/>
            <a:ln w="28575">
              <a:solidFill>
                <a:srgbClr val="FF0000"/>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cxnSp>
        <mc:AlternateContent xmlns:mc="http://schemas.openxmlformats.org/markup-compatibility/2006" xmlns:a14="http://schemas.microsoft.com/office/drawing/2010/main">
          <mc:Choice Requires="a14">
            <p:sp>
              <p:nvSpPr>
                <p:cNvPr id="14" name="矩形 13">
                  <a:extLst>
                    <a:ext uri="{FF2B5EF4-FFF2-40B4-BE49-F238E27FC236}">
                      <a16:creationId xmlns:a16="http://schemas.microsoft.com/office/drawing/2014/main" id="{F5C27E8C-E866-4B5F-B16C-FB8C4FA3AF87}"/>
                    </a:ext>
                  </a:extLst>
                </p:cNvPr>
                <p:cNvSpPr/>
                <p:nvPr/>
              </p:nvSpPr>
              <p:spPr>
                <a:xfrm>
                  <a:off x="6190895" y="991029"/>
                  <a:ext cx="453842"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sz="2800" b="0" i="1" dirty="0" smtClean="0">
                            <a:solidFill>
                              <a:srgbClr val="FF0000"/>
                            </a:solidFill>
                            <a:latin typeface="Cambria Math" panose="02040503050406030204" pitchFamily="18" charset="0"/>
                            <a:cs typeface="Times New Roman" panose="02020603050405020304" pitchFamily="18" charset="0"/>
                          </a:rPr>
                          <m:t>𝑟</m:t>
                        </m:r>
                      </m:oMath>
                    </m:oMathPara>
                  </a14:m>
                  <a:endParaRPr lang="zh-TW" altLang="en-US" sz="2800" i="1" dirty="0">
                    <a:solidFill>
                      <a:srgbClr val="FF0000"/>
                    </a:solidFill>
                    <a:latin typeface="Times New Roman" panose="02020603050405020304" pitchFamily="18" charset="0"/>
                    <a:cs typeface="Times New Roman" panose="02020603050405020304" pitchFamily="18" charset="0"/>
                  </a:endParaRPr>
                </a:p>
              </p:txBody>
            </p:sp>
          </mc:Choice>
          <mc:Fallback xmlns="">
            <p:sp>
              <p:nvSpPr>
                <p:cNvPr id="14" name="矩形 13">
                  <a:extLst>
                    <a:ext uri="{FF2B5EF4-FFF2-40B4-BE49-F238E27FC236}">
                      <a16:creationId xmlns:a16="http://schemas.microsoft.com/office/drawing/2014/main" id="{F5C27E8C-E866-4B5F-B16C-FB8C4FA3AF87}"/>
                    </a:ext>
                  </a:extLst>
                </p:cNvPr>
                <p:cNvSpPr>
                  <a:spLocks noRot="1" noChangeAspect="1" noMove="1" noResize="1" noEditPoints="1" noAdjustHandles="1" noChangeArrowheads="1" noChangeShapeType="1" noTextEdit="1"/>
                </p:cNvSpPr>
                <p:nvPr/>
              </p:nvSpPr>
              <p:spPr>
                <a:xfrm>
                  <a:off x="6190895" y="991029"/>
                  <a:ext cx="453842" cy="523220"/>
                </a:xfrm>
                <a:prstGeom prst="rect">
                  <a:avLst/>
                </a:prstGeom>
                <a:blipFill>
                  <a:blip r:embed="rId5"/>
                  <a:stretch>
                    <a:fillRect/>
                  </a:stretch>
                </a:blipFill>
              </p:spPr>
              <p:txBody>
                <a:bodyPr/>
                <a:lstStyle/>
                <a:p>
                  <a:r>
                    <a:rPr lang="zh-TW" altLang="en-US">
                      <a:noFill/>
                    </a:rPr>
                    <a:t> </a:t>
                  </a:r>
                </a:p>
              </p:txBody>
            </p:sp>
          </mc:Fallback>
        </mc:AlternateContent>
      </p:grpSp>
      <p:cxnSp>
        <p:nvCxnSpPr>
          <p:cNvPr id="16" name="直線單箭頭接點 15">
            <a:extLst>
              <a:ext uri="{FF2B5EF4-FFF2-40B4-BE49-F238E27FC236}">
                <a16:creationId xmlns:a16="http://schemas.microsoft.com/office/drawing/2014/main" id="{13803DD1-CD9D-490C-9461-2A48F4A598FC}"/>
              </a:ext>
            </a:extLst>
          </p:cNvPr>
          <p:cNvCxnSpPr>
            <a:cxnSpLocks/>
          </p:cNvCxnSpPr>
          <p:nvPr/>
        </p:nvCxnSpPr>
        <p:spPr>
          <a:xfrm flipV="1">
            <a:off x="2715741" y="1304691"/>
            <a:ext cx="317500" cy="324052"/>
          </a:xfrm>
          <a:prstGeom prst="straightConnector1">
            <a:avLst/>
          </a:prstGeom>
          <a:noFill/>
          <a:ln w="28575">
            <a:solidFill>
              <a:srgbClr val="FF0000"/>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cxnSp>
      <mc:AlternateContent xmlns:mc="http://schemas.openxmlformats.org/markup-compatibility/2006">
        <mc:Choice xmlns:a14="http://schemas.microsoft.com/office/drawing/2010/main" Requires="a14">
          <p:sp>
            <p:nvSpPr>
              <p:cNvPr id="20" name="標題 1">
                <a:extLst>
                  <a:ext uri="{FF2B5EF4-FFF2-40B4-BE49-F238E27FC236}">
                    <a16:creationId xmlns:a16="http://schemas.microsoft.com/office/drawing/2014/main" id="{1687287B-8E67-4D7E-B41C-C5050E04C2F0}"/>
                  </a:ext>
                </a:extLst>
              </p:cNvPr>
              <p:cNvSpPr txBox="1">
                <a:spLocks/>
              </p:cNvSpPr>
              <p:nvPr/>
            </p:nvSpPr>
            <p:spPr>
              <a:xfrm>
                <a:off x="1528337" y="1925526"/>
                <a:ext cx="4713181" cy="5833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14:m>
                  <m:oMathPara xmlns:m="http://schemas.openxmlformats.org/officeDocument/2006/math">
                    <m:oMathParaPr>
                      <m:jc m:val="left"/>
                    </m:oMathParaPr>
                    <m:oMath xmlns:m="http://schemas.openxmlformats.org/officeDocument/2006/math">
                      <m:sSub>
                        <m:sSubPr>
                          <m:ctrlPr>
                            <a:rPr lang="en-US" altLang="zh-TW" sz="2800" b="0" i="1" smtClean="0">
                              <a:latin typeface="Cambria Math" panose="02040503050406030204" pitchFamily="18" charset="0"/>
                              <a:cs typeface="Times New Roman" panose="02020603050405020304" pitchFamily="18" charset="0"/>
                            </a:rPr>
                          </m:ctrlPr>
                        </m:sSubPr>
                        <m:e>
                          <m:r>
                            <a:rPr lang="en-US" altLang="zh-TW" sz="2800" b="0" i="1" smtClean="0">
                              <a:latin typeface="Cambria Math" panose="02040503050406030204" pitchFamily="18" charset="0"/>
                              <a:cs typeface="Times New Roman" panose="02020603050405020304" pitchFamily="18" charset="0"/>
                            </a:rPr>
                            <m:t>𝜏</m:t>
                          </m:r>
                        </m:e>
                        <m:sub>
                          <m:r>
                            <a:rPr lang="en-US" altLang="zh-TW" sz="2800" b="0" i="1" smtClean="0">
                              <a:latin typeface="Cambria Math" panose="02040503050406030204" pitchFamily="18" charset="0"/>
                              <a:cs typeface="Times New Roman" panose="02020603050405020304" pitchFamily="18" charset="0"/>
                            </a:rPr>
                            <m:t>2</m:t>
                          </m:r>
                        </m:sub>
                      </m:sSub>
                      <m:r>
                        <a:rPr lang="en-US" altLang="zh-TW" sz="2800" b="0" i="1" smtClean="0">
                          <a:latin typeface="Cambria Math" panose="02040503050406030204" pitchFamily="18" charset="0"/>
                          <a:cs typeface="Times New Roman" panose="02020603050405020304" pitchFamily="18" charset="0"/>
                        </a:rPr>
                        <m:t>= &lt;</m:t>
                      </m:r>
                      <m:r>
                        <a:rPr lang="zh-TW" altLang="en-US" sz="2800" i="1" smtClean="0">
                          <a:latin typeface="Cambria Math" panose="02040503050406030204" pitchFamily="18" charset="0"/>
                          <a:cs typeface="Times New Roman" panose="02020603050405020304" pitchFamily="18" charset="0"/>
                        </a:rPr>
                        <m:t>　　</m:t>
                      </m:r>
                      <m:r>
                        <a:rPr lang="zh-TW" altLang="en-US" sz="2800" i="1">
                          <a:latin typeface="Cambria Math" panose="02040503050406030204" pitchFamily="18" charset="0"/>
                          <a:cs typeface="Times New Roman" panose="02020603050405020304" pitchFamily="18" charset="0"/>
                        </a:rPr>
                        <m:t>　</m:t>
                      </m:r>
                      <m:r>
                        <a:rPr lang="zh-TW" altLang="en-US" sz="2800" i="1" smtClean="0">
                          <a:latin typeface="Cambria Math" panose="02040503050406030204" pitchFamily="18" charset="0"/>
                          <a:cs typeface="Times New Roman" panose="02020603050405020304" pitchFamily="18" charset="0"/>
                        </a:rPr>
                        <m:t>　</m:t>
                      </m:r>
                      <m:r>
                        <a:rPr lang="zh-TW" altLang="en-US" sz="2800" i="1">
                          <a:latin typeface="Cambria Math" panose="02040503050406030204" pitchFamily="18" charset="0"/>
                          <a:cs typeface="Times New Roman" panose="02020603050405020304" pitchFamily="18" charset="0"/>
                        </a:rPr>
                        <m:t>　</m:t>
                      </m:r>
                      <m:r>
                        <a:rPr lang="en-US" altLang="zh-TW" sz="2800" b="0" i="1" smtClean="0">
                          <a:latin typeface="Cambria Math" panose="02040503050406030204" pitchFamily="18" charset="0"/>
                          <a:cs typeface="Times New Roman" panose="02020603050405020304" pitchFamily="18" charset="0"/>
                        </a:rPr>
                        <m:t>     </m:t>
                      </m:r>
                      <m:r>
                        <a:rPr lang="en-US" altLang="zh-TW" sz="2800" b="0" i="1" smtClean="0">
                          <a:latin typeface="Cambria Math" panose="02040503050406030204" pitchFamily="18" charset="0"/>
                          <a:cs typeface="Times New Roman" panose="02020603050405020304" pitchFamily="18" charset="0"/>
                        </a:rPr>
                        <m:t>&gt;</m:t>
                      </m:r>
                    </m:oMath>
                  </m:oMathPara>
                </a14:m>
                <a:endParaRPr lang="zh-TW" altLang="en-US" sz="2800" dirty="0">
                  <a:latin typeface="Times New Roman" panose="02020603050405020304" pitchFamily="18" charset="0"/>
                  <a:cs typeface="Times New Roman" panose="02020603050405020304" pitchFamily="18" charset="0"/>
                </a:endParaRPr>
              </a:p>
            </p:txBody>
          </p:sp>
        </mc:Choice>
        <mc:Fallback>
          <p:sp>
            <p:nvSpPr>
              <p:cNvPr id="20" name="標題 1">
                <a:extLst>
                  <a:ext uri="{FF2B5EF4-FFF2-40B4-BE49-F238E27FC236}">
                    <a16:creationId xmlns:a16="http://schemas.microsoft.com/office/drawing/2014/main" id="{1687287B-8E67-4D7E-B41C-C5050E04C2F0}"/>
                  </a:ext>
                </a:extLst>
              </p:cNvPr>
              <p:cNvSpPr txBox="1">
                <a:spLocks noRot="1" noChangeAspect="1" noMove="1" noResize="1" noEditPoints="1" noAdjustHandles="1" noChangeArrowheads="1" noChangeShapeType="1" noTextEdit="1"/>
              </p:cNvSpPr>
              <p:nvPr/>
            </p:nvSpPr>
            <p:spPr>
              <a:xfrm>
                <a:off x="1528337" y="1925526"/>
                <a:ext cx="4713181" cy="583367"/>
              </a:xfrm>
              <a:prstGeom prst="rect">
                <a:avLst/>
              </a:prstGeom>
              <a:blipFill>
                <a:blip r:embed="rId6"/>
                <a:stretch>
                  <a:fillRect/>
                </a:stretch>
              </a:blipFill>
            </p:spPr>
            <p:txBody>
              <a:bodyPr/>
              <a:lstStyle/>
              <a:p>
                <a:r>
                  <a:rPr lang="zh-TW" altLang="en-US">
                    <a:noFill/>
                  </a:rPr>
                  <a:t> </a:t>
                </a:r>
              </a:p>
            </p:txBody>
          </p:sp>
        </mc:Fallback>
      </mc:AlternateContent>
      <p:cxnSp>
        <p:nvCxnSpPr>
          <p:cNvPr id="21" name="直線單箭頭接點 20">
            <a:extLst>
              <a:ext uri="{FF2B5EF4-FFF2-40B4-BE49-F238E27FC236}">
                <a16:creationId xmlns:a16="http://schemas.microsoft.com/office/drawing/2014/main" id="{58A39743-37E3-49D9-81C4-353819BBD59F}"/>
              </a:ext>
            </a:extLst>
          </p:cNvPr>
          <p:cNvCxnSpPr>
            <a:cxnSpLocks/>
          </p:cNvCxnSpPr>
          <p:nvPr/>
        </p:nvCxnSpPr>
        <p:spPr>
          <a:xfrm flipV="1">
            <a:off x="3062502" y="1304691"/>
            <a:ext cx="317500" cy="324052"/>
          </a:xfrm>
          <a:prstGeom prst="straightConnector1">
            <a:avLst/>
          </a:prstGeom>
          <a:noFill/>
          <a:ln w="28575">
            <a:solidFill>
              <a:srgbClr val="FF0000"/>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cxnSp>
      <p:cxnSp>
        <p:nvCxnSpPr>
          <p:cNvPr id="25" name="直線單箭頭接點 24">
            <a:extLst>
              <a:ext uri="{FF2B5EF4-FFF2-40B4-BE49-F238E27FC236}">
                <a16:creationId xmlns:a16="http://schemas.microsoft.com/office/drawing/2014/main" id="{D44E427D-7132-4CDD-B164-614E1EFA5E90}"/>
              </a:ext>
            </a:extLst>
          </p:cNvPr>
          <p:cNvCxnSpPr>
            <a:cxnSpLocks/>
          </p:cNvCxnSpPr>
          <p:nvPr/>
        </p:nvCxnSpPr>
        <p:spPr>
          <a:xfrm flipV="1">
            <a:off x="3404716" y="1304691"/>
            <a:ext cx="317500" cy="324052"/>
          </a:xfrm>
          <a:prstGeom prst="straightConnector1">
            <a:avLst/>
          </a:prstGeom>
          <a:noFill/>
          <a:ln w="28575">
            <a:solidFill>
              <a:srgbClr val="FF0000"/>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cxnSp>
      <mc:AlternateContent xmlns:mc="http://schemas.openxmlformats.org/markup-compatibility/2006" xmlns:a14="http://schemas.microsoft.com/office/drawing/2010/main">
        <mc:Choice Requires="a14">
          <p:sp>
            <p:nvSpPr>
              <p:cNvPr id="26" name="矩形 25">
                <a:extLst>
                  <a:ext uri="{FF2B5EF4-FFF2-40B4-BE49-F238E27FC236}">
                    <a16:creationId xmlns:a16="http://schemas.microsoft.com/office/drawing/2014/main" id="{7B91D267-5D93-4E0C-A633-7A81F983C32A}"/>
                  </a:ext>
                </a:extLst>
              </p:cNvPr>
              <p:cNvSpPr/>
              <p:nvPr/>
            </p:nvSpPr>
            <p:spPr>
              <a:xfrm>
                <a:off x="3306835" y="1994483"/>
                <a:ext cx="465192"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sz="2800" i="1">
                          <a:latin typeface="Cambria Math" panose="02040503050406030204" pitchFamily="18" charset="0"/>
                        </a:rPr>
                        <m:t>9</m:t>
                      </m:r>
                    </m:oMath>
                  </m:oMathPara>
                </a14:m>
                <a:endParaRPr lang="zh-TW" altLang="en-US" sz="2800" dirty="0"/>
              </a:p>
            </p:txBody>
          </p:sp>
        </mc:Choice>
        <mc:Fallback xmlns="">
          <p:sp>
            <p:nvSpPr>
              <p:cNvPr id="26" name="矩形 25">
                <a:extLst>
                  <a:ext uri="{FF2B5EF4-FFF2-40B4-BE49-F238E27FC236}">
                    <a16:creationId xmlns:a16="http://schemas.microsoft.com/office/drawing/2014/main" id="{7B91D267-5D93-4E0C-A633-7A81F983C32A}"/>
                  </a:ext>
                </a:extLst>
              </p:cNvPr>
              <p:cNvSpPr>
                <a:spLocks noRot="1" noChangeAspect="1" noMove="1" noResize="1" noEditPoints="1" noAdjustHandles="1" noChangeArrowheads="1" noChangeShapeType="1" noTextEdit="1"/>
              </p:cNvSpPr>
              <p:nvPr/>
            </p:nvSpPr>
            <p:spPr>
              <a:xfrm>
                <a:off x="3306835" y="1994483"/>
                <a:ext cx="465192" cy="523220"/>
              </a:xfrm>
              <a:prstGeom prst="rect">
                <a:avLst/>
              </a:prstGeom>
              <a:blipFill>
                <a:blip r:embed="rId8"/>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7" name="矩形 26">
                <a:extLst>
                  <a:ext uri="{FF2B5EF4-FFF2-40B4-BE49-F238E27FC236}">
                    <a16:creationId xmlns:a16="http://schemas.microsoft.com/office/drawing/2014/main" id="{5681FA50-0903-4367-A3BC-A92F1B8BC279}"/>
                  </a:ext>
                </a:extLst>
              </p:cNvPr>
              <p:cNvSpPr/>
              <p:nvPr/>
            </p:nvSpPr>
            <p:spPr>
              <a:xfrm>
                <a:off x="3653595" y="1994483"/>
                <a:ext cx="465191"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sz="2800" i="1">
                          <a:latin typeface="Cambria Math" panose="02040503050406030204" pitchFamily="18" charset="0"/>
                          <a:cs typeface="Times New Roman" panose="02020603050405020304" pitchFamily="18" charset="0"/>
                        </a:rPr>
                        <m:t>5</m:t>
                      </m:r>
                    </m:oMath>
                  </m:oMathPara>
                </a14:m>
                <a:endParaRPr lang="zh-TW" altLang="en-US" sz="2800" dirty="0"/>
              </a:p>
            </p:txBody>
          </p:sp>
        </mc:Choice>
        <mc:Fallback xmlns="">
          <p:sp>
            <p:nvSpPr>
              <p:cNvPr id="27" name="矩形 26">
                <a:extLst>
                  <a:ext uri="{FF2B5EF4-FFF2-40B4-BE49-F238E27FC236}">
                    <a16:creationId xmlns:a16="http://schemas.microsoft.com/office/drawing/2014/main" id="{5681FA50-0903-4367-A3BC-A92F1B8BC279}"/>
                  </a:ext>
                </a:extLst>
              </p:cNvPr>
              <p:cNvSpPr>
                <a:spLocks noRot="1" noChangeAspect="1" noMove="1" noResize="1" noEditPoints="1" noAdjustHandles="1" noChangeArrowheads="1" noChangeShapeType="1" noTextEdit="1"/>
              </p:cNvSpPr>
              <p:nvPr/>
            </p:nvSpPr>
            <p:spPr>
              <a:xfrm>
                <a:off x="3653595" y="1994483"/>
                <a:ext cx="465191" cy="523220"/>
              </a:xfrm>
              <a:prstGeom prst="rect">
                <a:avLst/>
              </a:prstGeom>
              <a:blipFill>
                <a:blip r:embed="rId9"/>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8" name="矩形 27">
                <a:extLst>
                  <a:ext uri="{FF2B5EF4-FFF2-40B4-BE49-F238E27FC236}">
                    <a16:creationId xmlns:a16="http://schemas.microsoft.com/office/drawing/2014/main" id="{7D503331-34D9-4347-84EB-209EAACB2BAB}"/>
                  </a:ext>
                </a:extLst>
              </p:cNvPr>
              <p:cNvSpPr/>
              <p:nvPr/>
            </p:nvSpPr>
            <p:spPr>
              <a:xfrm>
                <a:off x="3957203" y="1994483"/>
                <a:ext cx="465191"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sz="2800" i="1">
                          <a:latin typeface="Cambria Math" panose="02040503050406030204" pitchFamily="18" charset="0"/>
                          <a:cs typeface="Times New Roman" panose="02020603050405020304" pitchFamily="18" charset="0"/>
                        </a:rPr>
                        <m:t>7</m:t>
                      </m:r>
                    </m:oMath>
                  </m:oMathPara>
                </a14:m>
                <a:endParaRPr lang="zh-TW" altLang="en-US" sz="2800" dirty="0"/>
              </a:p>
            </p:txBody>
          </p:sp>
        </mc:Choice>
        <mc:Fallback xmlns="">
          <p:sp>
            <p:nvSpPr>
              <p:cNvPr id="28" name="矩形 27">
                <a:extLst>
                  <a:ext uri="{FF2B5EF4-FFF2-40B4-BE49-F238E27FC236}">
                    <a16:creationId xmlns:a16="http://schemas.microsoft.com/office/drawing/2014/main" id="{7D503331-34D9-4347-84EB-209EAACB2BAB}"/>
                  </a:ext>
                </a:extLst>
              </p:cNvPr>
              <p:cNvSpPr>
                <a:spLocks noRot="1" noChangeAspect="1" noMove="1" noResize="1" noEditPoints="1" noAdjustHandles="1" noChangeArrowheads="1" noChangeShapeType="1" noTextEdit="1"/>
              </p:cNvSpPr>
              <p:nvPr/>
            </p:nvSpPr>
            <p:spPr>
              <a:xfrm>
                <a:off x="3957203" y="1994483"/>
                <a:ext cx="465191" cy="523220"/>
              </a:xfrm>
              <a:prstGeom prst="rect">
                <a:avLst/>
              </a:prstGeom>
              <a:blipFill>
                <a:blip r:embed="rId10"/>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9" name="矩形 28">
                <a:extLst>
                  <a:ext uri="{FF2B5EF4-FFF2-40B4-BE49-F238E27FC236}">
                    <a16:creationId xmlns:a16="http://schemas.microsoft.com/office/drawing/2014/main" id="{C8A1AFE3-AA5C-471E-B9B6-5C0DC7A9F1B6}"/>
                  </a:ext>
                </a:extLst>
              </p:cNvPr>
              <p:cNvSpPr/>
              <p:nvPr/>
            </p:nvSpPr>
            <p:spPr>
              <a:xfrm>
                <a:off x="4282216" y="1994483"/>
                <a:ext cx="465191"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sz="2800" i="1">
                          <a:latin typeface="Cambria Math" panose="02040503050406030204" pitchFamily="18" charset="0"/>
                          <a:cs typeface="Times New Roman" panose="02020603050405020304" pitchFamily="18" charset="0"/>
                        </a:rPr>
                        <m:t>6</m:t>
                      </m:r>
                    </m:oMath>
                  </m:oMathPara>
                </a14:m>
                <a:endParaRPr lang="zh-TW" altLang="en-US" sz="2800" dirty="0"/>
              </a:p>
            </p:txBody>
          </p:sp>
        </mc:Choice>
        <mc:Fallback xmlns="">
          <p:sp>
            <p:nvSpPr>
              <p:cNvPr id="29" name="矩形 28">
                <a:extLst>
                  <a:ext uri="{FF2B5EF4-FFF2-40B4-BE49-F238E27FC236}">
                    <a16:creationId xmlns:a16="http://schemas.microsoft.com/office/drawing/2014/main" id="{C8A1AFE3-AA5C-471E-B9B6-5C0DC7A9F1B6}"/>
                  </a:ext>
                </a:extLst>
              </p:cNvPr>
              <p:cNvSpPr>
                <a:spLocks noRot="1" noChangeAspect="1" noMove="1" noResize="1" noEditPoints="1" noAdjustHandles="1" noChangeArrowheads="1" noChangeShapeType="1" noTextEdit="1"/>
              </p:cNvSpPr>
              <p:nvPr/>
            </p:nvSpPr>
            <p:spPr>
              <a:xfrm>
                <a:off x="4282216" y="1994483"/>
                <a:ext cx="465191" cy="523220"/>
              </a:xfrm>
              <a:prstGeom prst="rect">
                <a:avLst/>
              </a:prstGeom>
              <a:blipFill>
                <a:blip r:embed="rId11"/>
                <a:stretch>
                  <a:fillRect/>
                </a:stretch>
              </a:blipFill>
            </p:spPr>
            <p:txBody>
              <a:bodyPr/>
              <a:lstStyle/>
              <a:p>
                <a:r>
                  <a:rPr lang="zh-TW" altLang="en-US">
                    <a:noFill/>
                  </a:rPr>
                  <a:t> </a:t>
                </a:r>
              </a:p>
            </p:txBody>
          </p:sp>
        </mc:Fallback>
      </mc:AlternateContent>
      <p:cxnSp>
        <p:nvCxnSpPr>
          <p:cNvPr id="32" name="直線單箭頭接點 31">
            <a:extLst>
              <a:ext uri="{FF2B5EF4-FFF2-40B4-BE49-F238E27FC236}">
                <a16:creationId xmlns:a16="http://schemas.microsoft.com/office/drawing/2014/main" id="{D01A1DDC-1B38-431E-B7DF-77CA0446CD38}"/>
              </a:ext>
            </a:extLst>
          </p:cNvPr>
          <p:cNvCxnSpPr>
            <a:cxnSpLocks/>
          </p:cNvCxnSpPr>
          <p:nvPr/>
        </p:nvCxnSpPr>
        <p:spPr>
          <a:xfrm flipV="1">
            <a:off x="3728566" y="1304691"/>
            <a:ext cx="317500" cy="324052"/>
          </a:xfrm>
          <a:prstGeom prst="straightConnector1">
            <a:avLst/>
          </a:prstGeom>
          <a:noFill/>
          <a:ln w="28575">
            <a:solidFill>
              <a:srgbClr val="FF0000"/>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cxnSp>
      <p:cxnSp>
        <p:nvCxnSpPr>
          <p:cNvPr id="33" name="直線單箭頭接點 32">
            <a:extLst>
              <a:ext uri="{FF2B5EF4-FFF2-40B4-BE49-F238E27FC236}">
                <a16:creationId xmlns:a16="http://schemas.microsoft.com/office/drawing/2014/main" id="{0BCC3FE7-E271-4880-BD16-CF537CED5EA2}"/>
              </a:ext>
            </a:extLst>
          </p:cNvPr>
          <p:cNvCxnSpPr>
            <a:cxnSpLocks/>
          </p:cNvCxnSpPr>
          <p:nvPr/>
        </p:nvCxnSpPr>
        <p:spPr>
          <a:xfrm flipV="1">
            <a:off x="4038471" y="1304691"/>
            <a:ext cx="317500" cy="324052"/>
          </a:xfrm>
          <a:prstGeom prst="straightConnector1">
            <a:avLst/>
          </a:prstGeom>
          <a:noFill/>
          <a:ln w="28575">
            <a:solidFill>
              <a:srgbClr val="FF0000"/>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cxnSp>
      <p:cxnSp>
        <p:nvCxnSpPr>
          <p:cNvPr id="34" name="直線單箭頭接點 33">
            <a:extLst>
              <a:ext uri="{FF2B5EF4-FFF2-40B4-BE49-F238E27FC236}">
                <a16:creationId xmlns:a16="http://schemas.microsoft.com/office/drawing/2014/main" id="{E8F2A432-E5FF-48A2-AC37-4C17F1F02428}"/>
              </a:ext>
            </a:extLst>
          </p:cNvPr>
          <p:cNvCxnSpPr>
            <a:cxnSpLocks/>
          </p:cNvCxnSpPr>
          <p:nvPr/>
        </p:nvCxnSpPr>
        <p:spPr>
          <a:xfrm flipV="1">
            <a:off x="4355971" y="1304691"/>
            <a:ext cx="317500" cy="324052"/>
          </a:xfrm>
          <a:prstGeom prst="straightConnector1">
            <a:avLst/>
          </a:prstGeom>
          <a:noFill/>
          <a:ln w="28575">
            <a:solidFill>
              <a:srgbClr val="FF0000"/>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cxnSp>
      <p:cxnSp>
        <p:nvCxnSpPr>
          <p:cNvPr id="35" name="直線單箭頭接點 34">
            <a:extLst>
              <a:ext uri="{FF2B5EF4-FFF2-40B4-BE49-F238E27FC236}">
                <a16:creationId xmlns:a16="http://schemas.microsoft.com/office/drawing/2014/main" id="{4F2F8EB5-9766-488B-BE27-6A3032D658BF}"/>
              </a:ext>
            </a:extLst>
          </p:cNvPr>
          <p:cNvCxnSpPr>
            <a:cxnSpLocks/>
          </p:cNvCxnSpPr>
          <p:nvPr/>
        </p:nvCxnSpPr>
        <p:spPr>
          <a:xfrm flipV="1">
            <a:off x="4707963" y="1304691"/>
            <a:ext cx="317500" cy="324052"/>
          </a:xfrm>
          <a:prstGeom prst="straightConnector1">
            <a:avLst/>
          </a:prstGeom>
          <a:noFill/>
          <a:ln w="28575">
            <a:solidFill>
              <a:srgbClr val="FF0000"/>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cxnSp>
      <p:sp>
        <p:nvSpPr>
          <p:cNvPr id="30" name="矩形 29">
            <a:extLst>
              <a:ext uri="{FF2B5EF4-FFF2-40B4-BE49-F238E27FC236}">
                <a16:creationId xmlns:a16="http://schemas.microsoft.com/office/drawing/2014/main" id="{4D77724B-4AB1-4C0D-8D07-2E51B2ED11E4}"/>
              </a:ext>
            </a:extLst>
          </p:cNvPr>
          <p:cNvSpPr/>
          <p:nvPr/>
        </p:nvSpPr>
        <p:spPr>
          <a:xfrm>
            <a:off x="7937652" y="296947"/>
            <a:ext cx="796009" cy="1628853"/>
          </a:xfrm>
          <a:prstGeom prst="rect">
            <a:avLst/>
          </a:pr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rgbClr val="FF0000"/>
              </a:solidFill>
            </a:endParaRPr>
          </a:p>
        </p:txBody>
      </p:sp>
    </p:spTree>
    <p:extLst>
      <p:ext uri="{BB962C8B-B14F-4D97-AF65-F5344CB8AC3E}">
        <p14:creationId xmlns:p14="http://schemas.microsoft.com/office/powerpoint/2010/main" val="26756858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21"/>
                                        </p:tgtEl>
                                        <p:attrNameLst>
                                          <p:attrName>style.visibility</p:attrName>
                                        </p:attrNameLst>
                                      </p:cBhvr>
                                      <p:to>
                                        <p:strVal val="visible"/>
                                      </p:to>
                                    </p:set>
                                    <p:animEffect transition="in" filter="fade">
                                      <p:cBhvr>
                                        <p:cTn id="11" dur="500"/>
                                        <p:tgtEl>
                                          <p:spTgt spid="21"/>
                                        </p:tgtEl>
                                      </p:cBhvr>
                                    </p:animEffect>
                                  </p:childTnLst>
                                </p:cTn>
                              </p:par>
                              <p:par>
                                <p:cTn id="12" presetID="42" presetClass="path" presetSubtype="0" fill="hold" nodeType="withEffect">
                                  <p:stCondLst>
                                    <p:cond delay="0"/>
                                  </p:stCondLst>
                                  <p:childTnLst>
                                    <p:animMotion origin="layout" path="M 5E-6 3.33333E-6 L -0.00052 -0.05996 " pathEditMode="relative" rAng="0" ptsTypes="AA">
                                      <p:cBhvr>
                                        <p:cTn id="13" dur="500" fill="hold"/>
                                        <p:tgtEl>
                                          <p:spTgt spid="31"/>
                                        </p:tgtEl>
                                        <p:attrNameLst>
                                          <p:attrName>ppt_x</p:attrName>
                                          <p:attrName>ppt_y</p:attrName>
                                        </p:attrNameLst>
                                      </p:cBhvr>
                                      <p:rCtr x="-35" y="-3009"/>
                                    </p:animMotion>
                                  </p:childTnLst>
                                </p:cTn>
                              </p:par>
                            </p:childTnLst>
                          </p:cTn>
                        </p:par>
                        <p:par>
                          <p:cTn id="14" fill="hold">
                            <p:stCondLst>
                              <p:cond delay="1000"/>
                            </p:stCondLst>
                            <p:childTnLst>
                              <p:par>
                                <p:cTn id="15" presetID="10" presetClass="entr" presetSubtype="0" fill="hold" nodeType="afterEffect">
                                  <p:stCondLst>
                                    <p:cond delay="0"/>
                                  </p:stCondLst>
                                  <p:childTnLst>
                                    <p:set>
                                      <p:cBhvr>
                                        <p:cTn id="16" dur="1" fill="hold">
                                          <p:stCondLst>
                                            <p:cond delay="0"/>
                                          </p:stCondLst>
                                        </p:cTn>
                                        <p:tgtEl>
                                          <p:spTgt spid="25"/>
                                        </p:tgtEl>
                                        <p:attrNameLst>
                                          <p:attrName>style.visibility</p:attrName>
                                        </p:attrNameLst>
                                      </p:cBhvr>
                                      <p:to>
                                        <p:strVal val="visible"/>
                                      </p:to>
                                    </p:set>
                                    <p:animEffect transition="in" filter="fade">
                                      <p:cBhvr>
                                        <p:cTn id="17" dur="500"/>
                                        <p:tgtEl>
                                          <p:spTgt spid="25"/>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26"/>
                                        </p:tgtEl>
                                        <p:attrNameLst>
                                          <p:attrName>style.visibility</p:attrName>
                                        </p:attrNameLst>
                                      </p:cBhvr>
                                      <p:to>
                                        <p:strVal val="visible"/>
                                      </p:to>
                                    </p:set>
                                    <p:animEffect transition="in" filter="fade">
                                      <p:cBhvr>
                                        <p:cTn id="20" dur="500"/>
                                        <p:tgtEl>
                                          <p:spTgt spid="26"/>
                                        </p:tgtEl>
                                      </p:cBhvr>
                                    </p:animEffect>
                                  </p:childTnLst>
                                </p:cTn>
                              </p:par>
                            </p:childTnLst>
                          </p:cTn>
                        </p:par>
                        <p:par>
                          <p:cTn id="21" fill="hold">
                            <p:stCondLst>
                              <p:cond delay="1500"/>
                            </p:stCondLst>
                            <p:childTnLst>
                              <p:par>
                                <p:cTn id="22" presetID="10" presetClass="entr" presetSubtype="0" fill="hold" nodeType="afterEffect">
                                  <p:stCondLst>
                                    <p:cond delay="0"/>
                                  </p:stCondLst>
                                  <p:childTnLst>
                                    <p:set>
                                      <p:cBhvr>
                                        <p:cTn id="23" dur="1" fill="hold">
                                          <p:stCondLst>
                                            <p:cond delay="0"/>
                                          </p:stCondLst>
                                        </p:cTn>
                                        <p:tgtEl>
                                          <p:spTgt spid="32"/>
                                        </p:tgtEl>
                                        <p:attrNameLst>
                                          <p:attrName>style.visibility</p:attrName>
                                        </p:attrNameLst>
                                      </p:cBhvr>
                                      <p:to>
                                        <p:strVal val="visible"/>
                                      </p:to>
                                    </p:set>
                                    <p:animEffect transition="in" filter="fade">
                                      <p:cBhvr>
                                        <p:cTn id="24" dur="500"/>
                                        <p:tgtEl>
                                          <p:spTgt spid="32"/>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27"/>
                                        </p:tgtEl>
                                        <p:attrNameLst>
                                          <p:attrName>style.visibility</p:attrName>
                                        </p:attrNameLst>
                                      </p:cBhvr>
                                      <p:to>
                                        <p:strVal val="visible"/>
                                      </p:to>
                                    </p:set>
                                    <p:animEffect transition="in" filter="fade">
                                      <p:cBhvr>
                                        <p:cTn id="27" dur="500"/>
                                        <p:tgtEl>
                                          <p:spTgt spid="27"/>
                                        </p:tgtEl>
                                      </p:cBhvr>
                                    </p:animEffect>
                                  </p:childTnLst>
                                </p:cTn>
                              </p:par>
                            </p:childTnLst>
                          </p:cTn>
                        </p:par>
                        <p:par>
                          <p:cTn id="28" fill="hold">
                            <p:stCondLst>
                              <p:cond delay="2000"/>
                            </p:stCondLst>
                            <p:childTnLst>
                              <p:par>
                                <p:cTn id="29" presetID="10" presetClass="entr" presetSubtype="0" fill="hold" nodeType="afterEffect">
                                  <p:stCondLst>
                                    <p:cond delay="0"/>
                                  </p:stCondLst>
                                  <p:childTnLst>
                                    <p:set>
                                      <p:cBhvr>
                                        <p:cTn id="30" dur="1" fill="hold">
                                          <p:stCondLst>
                                            <p:cond delay="0"/>
                                          </p:stCondLst>
                                        </p:cTn>
                                        <p:tgtEl>
                                          <p:spTgt spid="33"/>
                                        </p:tgtEl>
                                        <p:attrNameLst>
                                          <p:attrName>style.visibility</p:attrName>
                                        </p:attrNameLst>
                                      </p:cBhvr>
                                      <p:to>
                                        <p:strVal val="visible"/>
                                      </p:to>
                                    </p:set>
                                    <p:animEffect transition="in" filter="fade">
                                      <p:cBhvr>
                                        <p:cTn id="31" dur="500"/>
                                        <p:tgtEl>
                                          <p:spTgt spid="33"/>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8"/>
                                        </p:tgtEl>
                                        <p:attrNameLst>
                                          <p:attrName>style.visibility</p:attrName>
                                        </p:attrNameLst>
                                      </p:cBhvr>
                                      <p:to>
                                        <p:strVal val="visible"/>
                                      </p:to>
                                    </p:set>
                                    <p:animEffect transition="in" filter="fade">
                                      <p:cBhvr>
                                        <p:cTn id="34" dur="500"/>
                                        <p:tgtEl>
                                          <p:spTgt spid="28"/>
                                        </p:tgtEl>
                                      </p:cBhvr>
                                    </p:animEffect>
                                  </p:childTnLst>
                                </p:cTn>
                              </p:par>
                            </p:childTnLst>
                          </p:cTn>
                        </p:par>
                        <p:par>
                          <p:cTn id="35" fill="hold">
                            <p:stCondLst>
                              <p:cond delay="2500"/>
                            </p:stCondLst>
                            <p:childTnLst>
                              <p:par>
                                <p:cTn id="36" presetID="10" presetClass="entr" presetSubtype="0" fill="hold" nodeType="afterEffect">
                                  <p:stCondLst>
                                    <p:cond delay="0"/>
                                  </p:stCondLst>
                                  <p:childTnLst>
                                    <p:set>
                                      <p:cBhvr>
                                        <p:cTn id="37" dur="1" fill="hold">
                                          <p:stCondLst>
                                            <p:cond delay="0"/>
                                          </p:stCondLst>
                                        </p:cTn>
                                        <p:tgtEl>
                                          <p:spTgt spid="34"/>
                                        </p:tgtEl>
                                        <p:attrNameLst>
                                          <p:attrName>style.visibility</p:attrName>
                                        </p:attrNameLst>
                                      </p:cBhvr>
                                      <p:to>
                                        <p:strVal val="visible"/>
                                      </p:to>
                                    </p:set>
                                    <p:animEffect transition="in" filter="fade">
                                      <p:cBhvr>
                                        <p:cTn id="38" dur="500"/>
                                        <p:tgtEl>
                                          <p:spTgt spid="3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29"/>
                                        </p:tgtEl>
                                        <p:attrNameLst>
                                          <p:attrName>style.visibility</p:attrName>
                                        </p:attrNameLst>
                                      </p:cBhvr>
                                      <p:to>
                                        <p:strVal val="visible"/>
                                      </p:to>
                                    </p:set>
                                    <p:animEffect transition="in" filter="fade">
                                      <p:cBhvr>
                                        <p:cTn id="41" dur="500"/>
                                        <p:tgtEl>
                                          <p:spTgt spid="29"/>
                                        </p:tgtEl>
                                      </p:cBhvr>
                                    </p:animEffect>
                                  </p:childTnLst>
                                </p:cTn>
                              </p:par>
                            </p:childTnLst>
                          </p:cTn>
                        </p:par>
                        <p:par>
                          <p:cTn id="42" fill="hold">
                            <p:stCondLst>
                              <p:cond delay="3000"/>
                            </p:stCondLst>
                            <p:childTnLst>
                              <p:par>
                                <p:cTn id="43" presetID="10" presetClass="entr" presetSubtype="0" fill="hold" nodeType="afterEffect">
                                  <p:stCondLst>
                                    <p:cond delay="0"/>
                                  </p:stCondLst>
                                  <p:childTnLst>
                                    <p:set>
                                      <p:cBhvr>
                                        <p:cTn id="44" dur="1" fill="hold">
                                          <p:stCondLst>
                                            <p:cond delay="0"/>
                                          </p:stCondLst>
                                        </p:cTn>
                                        <p:tgtEl>
                                          <p:spTgt spid="35"/>
                                        </p:tgtEl>
                                        <p:attrNameLst>
                                          <p:attrName>style.visibility</p:attrName>
                                        </p:attrNameLst>
                                      </p:cBhvr>
                                      <p:to>
                                        <p:strVal val="visible"/>
                                      </p:to>
                                    </p:set>
                                    <p:animEffect transition="in" filter="fade">
                                      <p:cBhvr>
                                        <p:cTn id="45" dur="500"/>
                                        <p:tgtEl>
                                          <p:spTgt spid="35"/>
                                        </p:tgtEl>
                                      </p:cBhvr>
                                    </p:animEffect>
                                  </p:childTnLst>
                                </p:cTn>
                              </p:par>
                              <p:par>
                                <p:cTn id="46" presetID="42" presetClass="path" presetSubtype="0" accel="50000" decel="50000" fill="hold" nodeType="withEffect">
                                  <p:stCondLst>
                                    <p:cond delay="0"/>
                                  </p:stCondLst>
                                  <p:childTnLst>
                                    <p:animMotion origin="layout" path="M -0.00052 -0.05996 L -0.00052 -0.10996 " pathEditMode="relative" rAng="0" ptsTypes="AA">
                                      <p:cBhvr>
                                        <p:cTn id="47" dur="500" fill="hold"/>
                                        <p:tgtEl>
                                          <p:spTgt spid="31"/>
                                        </p:tgtEl>
                                        <p:attrNameLst>
                                          <p:attrName>ppt_x</p:attrName>
                                          <p:attrName>ppt_y</p:attrName>
                                        </p:attrNameLst>
                                      </p:cBhvr>
                                      <p:rCtr x="0" y="-2500"/>
                                    </p:animMotion>
                                  </p:childTnLst>
                                </p:cTn>
                              </p:par>
                            </p:childTnLst>
                          </p:cTn>
                        </p:par>
                      </p:childTnLst>
                    </p:cTn>
                  </p:par>
                  <p:par>
                    <p:cTn id="48" fill="hold">
                      <p:stCondLst>
                        <p:cond delay="indefinite"/>
                      </p:stCondLst>
                      <p:childTnLst>
                        <p:par>
                          <p:cTn id="49" fill="hold">
                            <p:stCondLst>
                              <p:cond delay="0"/>
                            </p:stCondLst>
                            <p:childTnLst>
                              <p:par>
                                <p:cTn id="50" presetID="10" presetClass="exit" presetSubtype="0" fill="hold" grpId="0" nodeType="clickEffect">
                                  <p:stCondLst>
                                    <p:cond delay="0"/>
                                  </p:stCondLst>
                                  <p:childTnLst>
                                    <p:animEffect transition="out" filter="fade">
                                      <p:cBhvr>
                                        <p:cTn id="51" dur="500"/>
                                        <p:tgtEl>
                                          <p:spTgt spid="30"/>
                                        </p:tgtEl>
                                      </p:cBhvr>
                                    </p:animEffect>
                                    <p:set>
                                      <p:cBhvr>
                                        <p:cTn id="52" dur="1" fill="hold">
                                          <p:stCondLst>
                                            <p:cond delay="499"/>
                                          </p:stCondLst>
                                        </p:cTn>
                                        <p:tgtEl>
                                          <p:spTgt spid="3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27" grpId="0"/>
      <p:bldP spid="28" grpId="0"/>
      <p:bldP spid="29" grpId="0"/>
      <p:bldP spid="30" grpId="0" animBg="1"/>
    </p:bldLst>
  </p:timing>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0" name="標題 1">
                <a:extLst>
                  <a:ext uri="{FF2B5EF4-FFF2-40B4-BE49-F238E27FC236}">
                    <a16:creationId xmlns:a16="http://schemas.microsoft.com/office/drawing/2014/main" id="{1687287B-8E67-4D7E-B41C-C5050E04C2F0}"/>
                  </a:ext>
                </a:extLst>
              </p:cNvPr>
              <p:cNvSpPr txBox="1">
                <a:spLocks/>
              </p:cNvSpPr>
              <p:nvPr/>
            </p:nvSpPr>
            <p:spPr>
              <a:xfrm>
                <a:off x="455591" y="1925526"/>
                <a:ext cx="6164120" cy="5833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14:m>
                  <m:oMathPara xmlns:m="http://schemas.openxmlformats.org/officeDocument/2006/math">
                    <m:oMathParaPr>
                      <m:jc m:val="left"/>
                    </m:oMathParaPr>
                    <m:oMath xmlns:m="http://schemas.openxmlformats.org/officeDocument/2006/math">
                      <m:sSub>
                        <m:sSubPr>
                          <m:ctrlPr>
                            <a:rPr lang="en-US" altLang="zh-TW" sz="2800" b="0" i="1" smtClean="0">
                              <a:latin typeface="Cambria Math" panose="02040503050406030204" pitchFamily="18" charset="0"/>
                              <a:cs typeface="Times New Roman" panose="02020603050405020304" pitchFamily="18" charset="0"/>
                            </a:rPr>
                          </m:ctrlPr>
                        </m:sSubPr>
                        <m:e>
                          <m:r>
                            <a:rPr lang="en-US" altLang="zh-TW" sz="2800" b="0" i="1" smtClean="0">
                              <a:latin typeface="Cambria Math" panose="02040503050406030204" pitchFamily="18" charset="0"/>
                              <a:cs typeface="Times New Roman" panose="02020603050405020304" pitchFamily="18" charset="0"/>
                            </a:rPr>
                            <m:t>𝜏</m:t>
                          </m:r>
                        </m:e>
                        <m:sub>
                          <m:r>
                            <a:rPr lang="en-US" altLang="zh-TW" sz="2800" b="0" i="1" smtClean="0">
                              <a:latin typeface="Cambria Math" panose="02040503050406030204" pitchFamily="18" charset="0"/>
                              <a:cs typeface="Times New Roman" panose="02020603050405020304" pitchFamily="18" charset="0"/>
                            </a:rPr>
                            <m:t>2</m:t>
                          </m:r>
                        </m:sub>
                      </m:sSub>
                      <m:r>
                        <a:rPr lang="en-US" altLang="zh-TW" sz="2800" b="0" i="1" smtClean="0">
                          <a:latin typeface="Cambria Math" panose="02040503050406030204" pitchFamily="18" charset="0"/>
                          <a:cs typeface="Times New Roman" panose="02020603050405020304" pitchFamily="18" charset="0"/>
                        </a:rPr>
                        <m:t>= &lt;</m:t>
                      </m:r>
                      <m:r>
                        <a:rPr lang="zh-TW" altLang="en-US" sz="2800" i="1" smtClean="0">
                          <a:latin typeface="Cambria Math" panose="02040503050406030204" pitchFamily="18" charset="0"/>
                          <a:cs typeface="Times New Roman" panose="02020603050405020304" pitchFamily="18" charset="0"/>
                        </a:rPr>
                        <m:t>　</m:t>
                      </m:r>
                      <m:r>
                        <a:rPr lang="zh-TW" altLang="en-US" sz="2800" i="1">
                          <a:latin typeface="Cambria Math" panose="02040503050406030204" pitchFamily="18" charset="0"/>
                          <a:cs typeface="Times New Roman" panose="02020603050405020304" pitchFamily="18" charset="0"/>
                        </a:rPr>
                        <m:t>　</m:t>
                      </m:r>
                      <m:r>
                        <a:rPr lang="zh-TW" altLang="en-US" sz="2800" i="1" smtClean="0">
                          <a:latin typeface="Cambria Math" panose="02040503050406030204" pitchFamily="18" charset="0"/>
                          <a:cs typeface="Times New Roman" panose="02020603050405020304" pitchFamily="18" charset="0"/>
                        </a:rPr>
                        <m:t>　</m:t>
                      </m:r>
                      <m:r>
                        <a:rPr lang="zh-TW" altLang="en-US" sz="2800" i="1">
                          <a:latin typeface="Cambria Math" panose="02040503050406030204" pitchFamily="18" charset="0"/>
                          <a:cs typeface="Times New Roman" panose="02020603050405020304" pitchFamily="18" charset="0"/>
                        </a:rPr>
                        <m:t>　</m:t>
                      </m:r>
                      <m:r>
                        <a:rPr lang="zh-TW" altLang="en-US" sz="2800" i="1" smtClean="0">
                          <a:latin typeface="Cambria Math" panose="02040503050406030204" pitchFamily="18" charset="0"/>
                          <a:cs typeface="Times New Roman" panose="02020603050405020304" pitchFamily="18" charset="0"/>
                        </a:rPr>
                        <m:t>　</m:t>
                      </m:r>
                      <m:r>
                        <a:rPr lang="zh-TW" altLang="en-US" sz="2800" i="1" smtClean="0">
                          <a:latin typeface="Cambria Math" panose="02040503050406030204" pitchFamily="18" charset="0"/>
                          <a:cs typeface="Times New Roman" panose="02020603050405020304" pitchFamily="18" charset="0"/>
                        </a:rPr>
                        <m:t>　</m:t>
                      </m:r>
                      <m:r>
                        <a:rPr lang="zh-TW" altLang="en-US" sz="2800" i="1">
                          <a:latin typeface="Cambria Math" panose="02040503050406030204" pitchFamily="18" charset="0"/>
                          <a:cs typeface="Times New Roman" panose="02020603050405020304" pitchFamily="18" charset="0"/>
                        </a:rPr>
                        <m:t>　</m:t>
                      </m:r>
                      <m:r>
                        <a:rPr lang="zh-TW" altLang="en-US" sz="2800" i="1" smtClean="0">
                          <a:latin typeface="Cambria Math" panose="02040503050406030204" pitchFamily="18" charset="0"/>
                          <a:cs typeface="Times New Roman" panose="02020603050405020304" pitchFamily="18" charset="0"/>
                        </a:rPr>
                        <m:t>　</m:t>
                      </m:r>
                      <m:r>
                        <a:rPr lang="zh-TW" altLang="en-US" sz="2800" i="1">
                          <a:latin typeface="Cambria Math" panose="02040503050406030204" pitchFamily="18" charset="0"/>
                          <a:cs typeface="Times New Roman" panose="02020603050405020304" pitchFamily="18" charset="0"/>
                        </a:rPr>
                        <m:t>　</m:t>
                      </m:r>
                      <m:r>
                        <a:rPr lang="zh-TW" altLang="en-US" sz="2800" i="1" smtClean="0">
                          <a:latin typeface="Cambria Math" panose="02040503050406030204" pitchFamily="18" charset="0"/>
                          <a:cs typeface="Times New Roman" panose="02020603050405020304" pitchFamily="18" charset="0"/>
                        </a:rPr>
                        <m:t>　</m:t>
                      </m:r>
                      <m:r>
                        <a:rPr lang="zh-TW" altLang="en-US" sz="2800" i="1">
                          <a:latin typeface="Cambria Math" panose="02040503050406030204" pitchFamily="18" charset="0"/>
                          <a:cs typeface="Times New Roman" panose="02020603050405020304" pitchFamily="18" charset="0"/>
                        </a:rPr>
                        <m:t>　</m:t>
                      </m:r>
                      <m:r>
                        <a:rPr lang="en-US" altLang="zh-TW" sz="2800" b="0" i="1" smtClean="0">
                          <a:latin typeface="Cambria Math" panose="02040503050406030204" pitchFamily="18" charset="0"/>
                          <a:cs typeface="Times New Roman" panose="02020603050405020304" pitchFamily="18" charset="0"/>
                        </a:rPr>
                        <m:t>      </m:t>
                      </m:r>
                      <m:r>
                        <a:rPr lang="en-US" altLang="zh-TW" sz="2800" b="0" i="1" smtClean="0">
                          <a:latin typeface="Cambria Math" panose="02040503050406030204" pitchFamily="18" charset="0"/>
                          <a:cs typeface="Times New Roman" panose="02020603050405020304" pitchFamily="18" charset="0"/>
                        </a:rPr>
                        <m:t>&gt;</m:t>
                      </m:r>
                    </m:oMath>
                  </m:oMathPara>
                </a14:m>
                <a:endParaRPr lang="zh-TW" altLang="en-US" sz="2800" dirty="0">
                  <a:latin typeface="Times New Roman" panose="02020603050405020304" pitchFamily="18" charset="0"/>
                  <a:cs typeface="Times New Roman" panose="02020603050405020304" pitchFamily="18" charset="0"/>
                </a:endParaRPr>
              </a:p>
            </p:txBody>
          </p:sp>
        </mc:Choice>
        <mc:Fallback>
          <p:sp>
            <p:nvSpPr>
              <p:cNvPr id="20" name="標題 1">
                <a:extLst>
                  <a:ext uri="{FF2B5EF4-FFF2-40B4-BE49-F238E27FC236}">
                    <a16:creationId xmlns:a16="http://schemas.microsoft.com/office/drawing/2014/main" id="{1687287B-8E67-4D7E-B41C-C5050E04C2F0}"/>
                  </a:ext>
                </a:extLst>
              </p:cNvPr>
              <p:cNvSpPr txBox="1">
                <a:spLocks noRot="1" noChangeAspect="1" noMove="1" noResize="1" noEditPoints="1" noAdjustHandles="1" noChangeArrowheads="1" noChangeShapeType="1" noTextEdit="1"/>
              </p:cNvSpPr>
              <p:nvPr/>
            </p:nvSpPr>
            <p:spPr>
              <a:xfrm>
                <a:off x="455591" y="1925526"/>
                <a:ext cx="6164120" cy="583367"/>
              </a:xfrm>
              <a:prstGeom prst="rect">
                <a:avLst/>
              </a:prstGeom>
              <a:blipFill>
                <a:blip r:embed="rId2"/>
                <a:stretch>
                  <a:fillRect/>
                </a:stretch>
              </a:blipFill>
            </p:spPr>
            <p:txBody>
              <a:bodyPr/>
              <a:lstStyle/>
              <a:p>
                <a:r>
                  <a:rPr lang="zh-TW" altLang="en-US">
                    <a:noFill/>
                  </a:rPr>
                  <a:t> </a:t>
                </a:r>
              </a:p>
            </p:txBody>
          </p:sp>
        </mc:Fallback>
      </mc:AlternateContent>
      <p:sp>
        <p:nvSpPr>
          <p:cNvPr id="4" name="投影片編號版面配置區 3">
            <a:extLst>
              <a:ext uri="{FF2B5EF4-FFF2-40B4-BE49-F238E27FC236}">
                <a16:creationId xmlns:a16="http://schemas.microsoft.com/office/drawing/2014/main" id="{7F4D9D44-6606-42C2-BA3D-F1765E7EF123}"/>
              </a:ext>
            </a:extLst>
          </p:cNvPr>
          <p:cNvSpPr>
            <a:spLocks noGrp="1"/>
          </p:cNvSpPr>
          <p:nvPr>
            <p:ph type="sldNum" sz="quarter" idx="12"/>
          </p:nvPr>
        </p:nvSpPr>
        <p:spPr/>
        <p:txBody>
          <a:bodyPr/>
          <a:lstStyle/>
          <a:p>
            <a:fld id="{872633CA-77E0-4863-94F8-E28139DFB2B4}" type="slidenum">
              <a:rPr lang="zh-TW" altLang="en-US" smtClean="0"/>
              <a:t>23</a:t>
            </a:fld>
            <a:endParaRPr lang="zh-TW" altLang="en-US"/>
          </a:p>
        </p:txBody>
      </p:sp>
      <p:sp>
        <p:nvSpPr>
          <p:cNvPr id="5" name="標題 1">
            <a:extLst>
              <a:ext uri="{FF2B5EF4-FFF2-40B4-BE49-F238E27FC236}">
                <a16:creationId xmlns:a16="http://schemas.microsoft.com/office/drawing/2014/main" id="{5A46E66C-CC98-4C59-8C7A-FC35658B9B20}"/>
              </a:ext>
            </a:extLst>
          </p:cNvPr>
          <p:cNvSpPr txBox="1">
            <a:spLocks/>
          </p:cNvSpPr>
          <p:nvPr/>
        </p:nvSpPr>
        <p:spPr>
          <a:xfrm>
            <a:off x="471956" y="414725"/>
            <a:ext cx="7886700" cy="5833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3200" dirty="0">
                <a:latin typeface="Times New Roman" panose="02020603050405020304" pitchFamily="18" charset="0"/>
                <a:cs typeface="Times New Roman" panose="02020603050405020304" pitchFamily="18" charset="0"/>
              </a:rPr>
              <a:t>Step by step (Iteration 1)</a:t>
            </a:r>
            <a:endParaRPr lang="zh-TW" altLang="en-US" sz="3200" dirty="0">
              <a:latin typeface="Times New Roman" panose="02020603050405020304" pitchFamily="18" charset="0"/>
              <a:cs typeface="Times New Roman" panose="02020603050405020304" pitchFamily="18" charset="0"/>
            </a:endParaRPr>
          </a:p>
        </p:txBody>
      </p:sp>
      <p:pic>
        <p:nvPicPr>
          <p:cNvPr id="2" name="圖片 1">
            <a:extLst>
              <a:ext uri="{FF2B5EF4-FFF2-40B4-BE49-F238E27FC236}">
                <a16:creationId xmlns:a16="http://schemas.microsoft.com/office/drawing/2014/main" id="{10941936-47F8-4B33-9F4A-0929A1113553}"/>
              </a:ext>
            </a:extLst>
          </p:cNvPr>
          <p:cNvPicPr>
            <a:picLocks noChangeAspect="1"/>
          </p:cNvPicPr>
          <p:nvPr/>
        </p:nvPicPr>
        <p:blipFill>
          <a:blip r:embed="rId3"/>
          <a:stretch>
            <a:fillRect/>
          </a:stretch>
        </p:blipFill>
        <p:spPr>
          <a:xfrm>
            <a:off x="463658" y="3045469"/>
            <a:ext cx="7287744" cy="3526867"/>
          </a:xfrm>
          <a:prstGeom prst="rect">
            <a:avLst/>
          </a:prstGeom>
        </p:spPr>
      </p:pic>
      <p:pic>
        <p:nvPicPr>
          <p:cNvPr id="8" name="圖片 7">
            <a:extLst>
              <a:ext uri="{FF2B5EF4-FFF2-40B4-BE49-F238E27FC236}">
                <a16:creationId xmlns:a16="http://schemas.microsoft.com/office/drawing/2014/main" id="{9B78B21A-CAA3-41A6-B615-2A8D21838C14}"/>
              </a:ext>
            </a:extLst>
          </p:cNvPr>
          <p:cNvPicPr>
            <a:picLocks noChangeAspect="1"/>
          </p:cNvPicPr>
          <p:nvPr/>
        </p:nvPicPr>
        <p:blipFill rotWithShape="1">
          <a:blip r:embed="rId4"/>
          <a:srcRect r="72599"/>
          <a:stretch/>
        </p:blipFill>
        <p:spPr>
          <a:xfrm>
            <a:off x="7226556" y="986416"/>
            <a:ext cx="400566" cy="1491488"/>
          </a:xfrm>
          <a:prstGeom prst="rect">
            <a:avLst/>
          </a:prstGeom>
        </p:spPr>
      </p:pic>
      <p:sp>
        <p:nvSpPr>
          <p:cNvPr id="9" name="矩形: 圓角 8">
            <a:extLst>
              <a:ext uri="{FF2B5EF4-FFF2-40B4-BE49-F238E27FC236}">
                <a16:creationId xmlns:a16="http://schemas.microsoft.com/office/drawing/2014/main" id="{DCE01D28-1BC6-4FB2-B0E3-7A047ACD49DE}"/>
              </a:ext>
            </a:extLst>
          </p:cNvPr>
          <p:cNvSpPr/>
          <p:nvPr/>
        </p:nvSpPr>
        <p:spPr>
          <a:xfrm>
            <a:off x="7256252" y="1234673"/>
            <a:ext cx="342900" cy="1229143"/>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rgbClr val="FF0000"/>
              </a:solidFill>
            </a:endParaRPr>
          </a:p>
        </p:txBody>
      </p:sp>
      <mc:AlternateContent xmlns:mc="http://schemas.openxmlformats.org/markup-compatibility/2006">
        <mc:Choice xmlns:a14="http://schemas.microsoft.com/office/drawing/2010/main" Requires="a14">
          <p:sp>
            <p:nvSpPr>
              <p:cNvPr id="13" name="標題 1">
                <a:extLst>
                  <a:ext uri="{FF2B5EF4-FFF2-40B4-BE49-F238E27FC236}">
                    <a16:creationId xmlns:a16="http://schemas.microsoft.com/office/drawing/2014/main" id="{CF480C55-80E1-4321-832C-4E4BBBE39C18}"/>
                  </a:ext>
                </a:extLst>
              </p:cNvPr>
              <p:cNvSpPr txBox="1">
                <a:spLocks/>
              </p:cNvSpPr>
              <p:nvPr/>
            </p:nvSpPr>
            <p:spPr>
              <a:xfrm>
                <a:off x="455590" y="1198384"/>
                <a:ext cx="6247159" cy="5833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14:m>
                  <m:oMathPara xmlns:m="http://schemas.openxmlformats.org/officeDocument/2006/math">
                    <m:oMathParaPr>
                      <m:jc m:val="left"/>
                    </m:oMathParaPr>
                    <m:oMath xmlns:m="http://schemas.openxmlformats.org/officeDocument/2006/math">
                      <m:sSub>
                        <m:sSubPr>
                          <m:ctrlPr>
                            <a:rPr lang="en-US" altLang="zh-TW" sz="2800" b="0" i="1" smtClean="0">
                              <a:latin typeface="Cambria Math" panose="02040503050406030204" pitchFamily="18" charset="0"/>
                              <a:cs typeface="Times New Roman" panose="02020603050405020304" pitchFamily="18" charset="0"/>
                            </a:rPr>
                          </m:ctrlPr>
                        </m:sSubPr>
                        <m:e>
                          <m:r>
                            <a:rPr lang="en-US" altLang="zh-TW" sz="2800" b="0" i="1" smtClean="0">
                              <a:latin typeface="Cambria Math" panose="02040503050406030204" pitchFamily="18" charset="0"/>
                              <a:cs typeface="Times New Roman" panose="02020603050405020304" pitchFamily="18" charset="0"/>
                            </a:rPr>
                            <m:t>𝜏</m:t>
                          </m:r>
                        </m:e>
                        <m:sub>
                          <m:r>
                            <a:rPr lang="en-US" altLang="zh-TW" sz="2800" b="0" i="1" smtClean="0">
                              <a:latin typeface="Cambria Math" panose="02040503050406030204" pitchFamily="18" charset="0"/>
                              <a:cs typeface="Times New Roman" panose="02020603050405020304" pitchFamily="18" charset="0"/>
                            </a:rPr>
                            <m:t>1</m:t>
                          </m:r>
                        </m:sub>
                      </m:sSub>
                      <m:r>
                        <a:rPr lang="en-US" altLang="zh-TW" sz="2800" b="0" i="1" smtClean="0">
                          <a:latin typeface="Cambria Math" panose="02040503050406030204" pitchFamily="18" charset="0"/>
                          <a:cs typeface="Times New Roman" panose="02020603050405020304" pitchFamily="18" charset="0"/>
                        </a:rPr>
                        <m:t>= &lt;2, </m:t>
                      </m:r>
                      <m:r>
                        <a:rPr lang="en-US" altLang="zh-TW" sz="2800" b="0" i="1" smtClean="0">
                          <a:latin typeface="Cambria Math" panose="02040503050406030204" pitchFamily="18" charset="0"/>
                          <a:cs typeface="Times New Roman" panose="02020603050405020304" pitchFamily="18" charset="0"/>
                        </a:rPr>
                        <m:t>6</m:t>
                      </m:r>
                      <m:r>
                        <a:rPr lang="en-US" altLang="zh-TW" sz="2800" b="0" i="1" smtClean="0">
                          <a:latin typeface="Cambria Math" panose="02040503050406030204" pitchFamily="18" charset="0"/>
                          <a:cs typeface="Times New Roman" panose="02020603050405020304" pitchFamily="18" charset="0"/>
                        </a:rPr>
                        <m:t>, 4, </m:t>
                      </m:r>
                      <m:r>
                        <a:rPr lang="en-US" altLang="zh-TW" sz="2800" b="0" i="1" smtClean="0">
                          <a:latin typeface="Cambria Math" panose="02040503050406030204" pitchFamily="18" charset="0"/>
                          <a:cs typeface="Times New Roman" panose="02020603050405020304" pitchFamily="18" charset="0"/>
                        </a:rPr>
                        <m:t>3, 7</m:t>
                      </m:r>
                      <m:r>
                        <a:rPr lang="en-US" altLang="zh-TW" sz="2800" b="0" i="1" smtClean="0">
                          <a:latin typeface="Cambria Math" panose="02040503050406030204" pitchFamily="18" charset="0"/>
                          <a:cs typeface="Times New Roman" panose="02020603050405020304" pitchFamily="18" charset="0"/>
                        </a:rPr>
                        <m:t>, 5, 1, </m:t>
                      </m:r>
                      <m:r>
                        <a:rPr lang="en-US" altLang="zh-TW" sz="2800" b="0" i="1" smtClean="0">
                          <a:latin typeface="Cambria Math" panose="02040503050406030204" pitchFamily="18" charset="0"/>
                          <a:cs typeface="Times New Roman" panose="02020603050405020304" pitchFamily="18" charset="0"/>
                        </a:rPr>
                        <m:t>12</m:t>
                      </m:r>
                      <m:r>
                        <a:rPr lang="en-US" altLang="zh-TW" sz="2800" b="0" i="1" smtClean="0">
                          <a:latin typeface="Cambria Math" panose="02040503050406030204" pitchFamily="18" charset="0"/>
                          <a:cs typeface="Times New Roman" panose="02020603050405020304" pitchFamily="18" charset="0"/>
                        </a:rPr>
                        <m:t>, </m:t>
                      </m:r>
                      <m:r>
                        <a:rPr lang="en-US" altLang="zh-TW" sz="2800" b="0" i="1" smtClean="0">
                          <a:latin typeface="Cambria Math" panose="02040503050406030204" pitchFamily="18" charset="0"/>
                          <a:cs typeface="Times New Roman" panose="02020603050405020304" pitchFamily="18" charset="0"/>
                        </a:rPr>
                        <m:t>11</m:t>
                      </m:r>
                      <m:r>
                        <a:rPr lang="en-US" altLang="zh-TW" sz="2800" b="0" i="1" smtClean="0">
                          <a:latin typeface="Cambria Math" panose="02040503050406030204" pitchFamily="18" charset="0"/>
                          <a:cs typeface="Times New Roman" panose="02020603050405020304" pitchFamily="18" charset="0"/>
                        </a:rPr>
                        <m:t>, </m:t>
                      </m:r>
                      <m:r>
                        <a:rPr lang="en-US" altLang="zh-TW" sz="2800" b="0" i="1" smtClean="0">
                          <a:latin typeface="Cambria Math" panose="02040503050406030204" pitchFamily="18" charset="0"/>
                          <a:cs typeface="Times New Roman" panose="02020603050405020304" pitchFamily="18" charset="0"/>
                        </a:rPr>
                        <m:t>10, 9, 8</m:t>
                      </m:r>
                      <m:r>
                        <a:rPr lang="en-US" altLang="zh-TW" sz="2800" b="0" i="1" smtClean="0">
                          <a:latin typeface="Cambria Math" panose="02040503050406030204" pitchFamily="18" charset="0"/>
                          <a:cs typeface="Times New Roman" panose="02020603050405020304" pitchFamily="18" charset="0"/>
                        </a:rPr>
                        <m:t>&gt;</m:t>
                      </m:r>
                    </m:oMath>
                  </m:oMathPara>
                </a14:m>
                <a:endParaRPr lang="zh-TW" altLang="en-US" sz="2800" dirty="0">
                  <a:latin typeface="Times New Roman" panose="02020603050405020304" pitchFamily="18" charset="0"/>
                  <a:cs typeface="Times New Roman" panose="02020603050405020304" pitchFamily="18" charset="0"/>
                </a:endParaRPr>
              </a:p>
            </p:txBody>
          </p:sp>
        </mc:Choice>
        <mc:Fallback>
          <p:sp>
            <p:nvSpPr>
              <p:cNvPr id="13" name="標題 1">
                <a:extLst>
                  <a:ext uri="{FF2B5EF4-FFF2-40B4-BE49-F238E27FC236}">
                    <a16:creationId xmlns:a16="http://schemas.microsoft.com/office/drawing/2014/main" id="{CF480C55-80E1-4321-832C-4E4BBBE39C18}"/>
                  </a:ext>
                </a:extLst>
              </p:cNvPr>
              <p:cNvSpPr txBox="1">
                <a:spLocks noRot="1" noChangeAspect="1" noMove="1" noResize="1" noEditPoints="1" noAdjustHandles="1" noChangeArrowheads="1" noChangeShapeType="1" noTextEdit="1"/>
              </p:cNvSpPr>
              <p:nvPr/>
            </p:nvSpPr>
            <p:spPr>
              <a:xfrm>
                <a:off x="455590" y="1198384"/>
                <a:ext cx="6247159" cy="583367"/>
              </a:xfrm>
              <a:prstGeom prst="rect">
                <a:avLst/>
              </a:prstGeom>
              <a:blipFill>
                <a:blip r:embed="rId5"/>
                <a:stretch>
                  <a:fillRect/>
                </a:stretch>
              </a:blipFill>
            </p:spPr>
            <p:txBody>
              <a:bodyPr/>
              <a:lstStyle/>
              <a:p>
                <a:r>
                  <a:rPr lang="zh-TW" altLang="en-US">
                    <a:noFill/>
                  </a:rPr>
                  <a:t> </a:t>
                </a:r>
              </a:p>
            </p:txBody>
          </p:sp>
        </mc:Fallback>
      </mc:AlternateContent>
      <p:grpSp>
        <p:nvGrpSpPr>
          <p:cNvPr id="31" name="群組 30">
            <a:extLst>
              <a:ext uri="{FF2B5EF4-FFF2-40B4-BE49-F238E27FC236}">
                <a16:creationId xmlns:a16="http://schemas.microsoft.com/office/drawing/2014/main" id="{99D3FE43-588B-40FA-9A8C-0FEBFFAFD0F1}"/>
              </a:ext>
            </a:extLst>
          </p:cNvPr>
          <p:cNvGrpSpPr/>
          <p:nvPr/>
        </p:nvGrpSpPr>
        <p:grpSpPr>
          <a:xfrm>
            <a:off x="6421055" y="1587634"/>
            <a:ext cx="717905" cy="523220"/>
            <a:chOff x="6190895" y="991029"/>
            <a:chExt cx="717905" cy="523220"/>
          </a:xfrm>
        </p:grpSpPr>
        <p:cxnSp>
          <p:nvCxnSpPr>
            <p:cNvPr id="10" name="直線單箭頭接點 9">
              <a:extLst>
                <a:ext uri="{FF2B5EF4-FFF2-40B4-BE49-F238E27FC236}">
                  <a16:creationId xmlns:a16="http://schemas.microsoft.com/office/drawing/2014/main" id="{E9E9704E-5414-4B07-A814-9EDD884A73FE}"/>
                </a:ext>
              </a:extLst>
            </p:cNvPr>
            <p:cNvCxnSpPr>
              <a:cxnSpLocks/>
            </p:cNvCxnSpPr>
            <p:nvPr/>
          </p:nvCxnSpPr>
          <p:spPr>
            <a:xfrm>
              <a:off x="6565900" y="1306760"/>
              <a:ext cx="342900" cy="0"/>
            </a:xfrm>
            <a:prstGeom prst="straightConnector1">
              <a:avLst/>
            </a:prstGeom>
            <a:noFill/>
            <a:ln w="28575">
              <a:solidFill>
                <a:srgbClr val="FF0000"/>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cxnSp>
        <mc:AlternateContent xmlns:mc="http://schemas.openxmlformats.org/markup-compatibility/2006" xmlns:a14="http://schemas.microsoft.com/office/drawing/2010/main">
          <mc:Choice Requires="a14">
            <p:sp>
              <p:nvSpPr>
                <p:cNvPr id="14" name="矩形 13">
                  <a:extLst>
                    <a:ext uri="{FF2B5EF4-FFF2-40B4-BE49-F238E27FC236}">
                      <a16:creationId xmlns:a16="http://schemas.microsoft.com/office/drawing/2014/main" id="{F5C27E8C-E866-4B5F-B16C-FB8C4FA3AF87}"/>
                    </a:ext>
                  </a:extLst>
                </p:cNvPr>
                <p:cNvSpPr/>
                <p:nvPr/>
              </p:nvSpPr>
              <p:spPr>
                <a:xfrm>
                  <a:off x="6190895" y="991029"/>
                  <a:ext cx="453842"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sz="2800" b="0" i="1" dirty="0" smtClean="0">
                            <a:solidFill>
                              <a:srgbClr val="FF0000"/>
                            </a:solidFill>
                            <a:latin typeface="Cambria Math" panose="02040503050406030204" pitchFamily="18" charset="0"/>
                            <a:cs typeface="Times New Roman" panose="02020603050405020304" pitchFamily="18" charset="0"/>
                          </a:rPr>
                          <m:t>𝑟</m:t>
                        </m:r>
                      </m:oMath>
                    </m:oMathPara>
                  </a14:m>
                  <a:endParaRPr lang="zh-TW" altLang="en-US" sz="2800" i="1" dirty="0">
                    <a:solidFill>
                      <a:srgbClr val="FF0000"/>
                    </a:solidFill>
                    <a:latin typeface="Times New Roman" panose="02020603050405020304" pitchFamily="18" charset="0"/>
                    <a:cs typeface="Times New Roman" panose="02020603050405020304" pitchFamily="18" charset="0"/>
                  </a:endParaRPr>
                </a:p>
              </p:txBody>
            </p:sp>
          </mc:Choice>
          <mc:Fallback xmlns="">
            <p:sp>
              <p:nvSpPr>
                <p:cNvPr id="14" name="矩形 13">
                  <a:extLst>
                    <a:ext uri="{FF2B5EF4-FFF2-40B4-BE49-F238E27FC236}">
                      <a16:creationId xmlns:a16="http://schemas.microsoft.com/office/drawing/2014/main" id="{F5C27E8C-E866-4B5F-B16C-FB8C4FA3AF87}"/>
                    </a:ext>
                  </a:extLst>
                </p:cNvPr>
                <p:cNvSpPr>
                  <a:spLocks noRot="1" noChangeAspect="1" noMove="1" noResize="1" noEditPoints="1" noAdjustHandles="1" noChangeArrowheads="1" noChangeShapeType="1" noTextEdit="1"/>
                </p:cNvSpPr>
                <p:nvPr/>
              </p:nvSpPr>
              <p:spPr>
                <a:xfrm>
                  <a:off x="6190895" y="991029"/>
                  <a:ext cx="453842" cy="523220"/>
                </a:xfrm>
                <a:prstGeom prst="rect">
                  <a:avLst/>
                </a:prstGeom>
                <a:blipFill>
                  <a:blip r:embed="rId14"/>
                  <a:stretch>
                    <a:fillRect/>
                  </a:stretch>
                </a:blipFill>
              </p:spPr>
              <p:txBody>
                <a:bodyPr/>
                <a:lstStyle/>
                <a:p>
                  <a:r>
                    <a:rPr lang="zh-TW" altLang="en-US">
                      <a:noFill/>
                    </a:rPr>
                    <a:t> </a:t>
                  </a:r>
                </a:p>
              </p:txBody>
            </p:sp>
          </mc:Fallback>
        </mc:AlternateContent>
      </p:grpSp>
      <p:cxnSp>
        <p:nvCxnSpPr>
          <p:cNvPr id="16" name="直線單箭頭接點 15">
            <a:extLst>
              <a:ext uri="{FF2B5EF4-FFF2-40B4-BE49-F238E27FC236}">
                <a16:creationId xmlns:a16="http://schemas.microsoft.com/office/drawing/2014/main" id="{13803DD1-CD9D-490C-9461-2A48F4A598FC}"/>
              </a:ext>
            </a:extLst>
          </p:cNvPr>
          <p:cNvCxnSpPr>
            <a:cxnSpLocks/>
          </p:cNvCxnSpPr>
          <p:nvPr/>
        </p:nvCxnSpPr>
        <p:spPr>
          <a:xfrm flipV="1">
            <a:off x="1604972" y="1299783"/>
            <a:ext cx="317500" cy="324052"/>
          </a:xfrm>
          <a:prstGeom prst="straightConnector1">
            <a:avLst/>
          </a:prstGeom>
          <a:noFill/>
          <a:ln w="28575">
            <a:solidFill>
              <a:srgbClr val="FF0000"/>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cxnSp>
      <p:cxnSp>
        <p:nvCxnSpPr>
          <p:cNvPr id="21" name="直線單箭頭接點 20">
            <a:extLst>
              <a:ext uri="{FF2B5EF4-FFF2-40B4-BE49-F238E27FC236}">
                <a16:creationId xmlns:a16="http://schemas.microsoft.com/office/drawing/2014/main" id="{58A39743-37E3-49D9-81C4-353819BBD59F}"/>
              </a:ext>
            </a:extLst>
          </p:cNvPr>
          <p:cNvCxnSpPr>
            <a:cxnSpLocks/>
          </p:cNvCxnSpPr>
          <p:nvPr/>
        </p:nvCxnSpPr>
        <p:spPr>
          <a:xfrm flipV="1">
            <a:off x="1951733" y="1299783"/>
            <a:ext cx="317500" cy="324052"/>
          </a:xfrm>
          <a:prstGeom prst="straightConnector1">
            <a:avLst/>
          </a:prstGeom>
          <a:noFill/>
          <a:ln w="28575">
            <a:solidFill>
              <a:srgbClr val="FF0000"/>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cxnSp>
      <mc:AlternateContent xmlns:mc="http://schemas.openxmlformats.org/markup-compatibility/2006">
        <mc:Choice xmlns:a14="http://schemas.microsoft.com/office/drawing/2010/main" Requires="a14">
          <p:sp>
            <p:nvSpPr>
              <p:cNvPr id="23" name="矩形 22">
                <a:extLst>
                  <a:ext uri="{FF2B5EF4-FFF2-40B4-BE49-F238E27FC236}">
                    <a16:creationId xmlns:a16="http://schemas.microsoft.com/office/drawing/2014/main" id="{C9422B26-86F6-425D-8E11-0105FB5143AA}"/>
                  </a:ext>
                </a:extLst>
              </p:cNvPr>
              <p:cNvSpPr/>
              <p:nvPr/>
            </p:nvSpPr>
            <p:spPr>
              <a:xfrm>
                <a:off x="1874542" y="1994483"/>
                <a:ext cx="465191"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sz="2800" b="0" i="1" smtClean="0">
                          <a:latin typeface="Cambria Math" panose="02040503050406030204" pitchFamily="18" charset="0"/>
                          <a:cs typeface="Times New Roman" panose="02020603050405020304" pitchFamily="18" charset="0"/>
                        </a:rPr>
                        <m:t>6</m:t>
                      </m:r>
                    </m:oMath>
                  </m:oMathPara>
                </a14:m>
                <a:endParaRPr lang="zh-TW" altLang="en-US" sz="2800" dirty="0"/>
              </a:p>
            </p:txBody>
          </p:sp>
        </mc:Choice>
        <mc:Fallback>
          <p:sp>
            <p:nvSpPr>
              <p:cNvPr id="23" name="矩形 22">
                <a:extLst>
                  <a:ext uri="{FF2B5EF4-FFF2-40B4-BE49-F238E27FC236}">
                    <a16:creationId xmlns:a16="http://schemas.microsoft.com/office/drawing/2014/main" id="{C9422B26-86F6-425D-8E11-0105FB5143AA}"/>
                  </a:ext>
                </a:extLst>
              </p:cNvPr>
              <p:cNvSpPr>
                <a:spLocks noRot="1" noChangeAspect="1" noMove="1" noResize="1" noEditPoints="1" noAdjustHandles="1" noChangeArrowheads="1" noChangeShapeType="1" noTextEdit="1"/>
              </p:cNvSpPr>
              <p:nvPr/>
            </p:nvSpPr>
            <p:spPr>
              <a:xfrm>
                <a:off x="1874542" y="1994483"/>
                <a:ext cx="465191" cy="523220"/>
              </a:xfrm>
              <a:prstGeom prst="rect">
                <a:avLst/>
              </a:prstGeom>
              <a:blipFill>
                <a:blip r:embed="rId15"/>
                <a:stretch>
                  <a:fillRect/>
                </a:stretch>
              </a:blipFill>
            </p:spPr>
            <p:txBody>
              <a:bodyPr/>
              <a:lstStyle/>
              <a:p>
                <a:r>
                  <a:rPr lang="zh-TW" altLang="en-US">
                    <a:noFill/>
                  </a:rPr>
                  <a:t> </a:t>
                </a:r>
              </a:p>
            </p:txBody>
          </p:sp>
        </mc:Fallback>
      </mc:AlternateContent>
      <p:cxnSp>
        <p:nvCxnSpPr>
          <p:cNvPr id="25" name="直線單箭頭接點 24">
            <a:extLst>
              <a:ext uri="{FF2B5EF4-FFF2-40B4-BE49-F238E27FC236}">
                <a16:creationId xmlns:a16="http://schemas.microsoft.com/office/drawing/2014/main" id="{D44E427D-7132-4CDD-B164-614E1EFA5E90}"/>
              </a:ext>
            </a:extLst>
          </p:cNvPr>
          <p:cNvCxnSpPr>
            <a:cxnSpLocks/>
          </p:cNvCxnSpPr>
          <p:nvPr/>
        </p:nvCxnSpPr>
        <p:spPr>
          <a:xfrm flipV="1">
            <a:off x="2293947" y="1299783"/>
            <a:ext cx="317500" cy="324052"/>
          </a:xfrm>
          <a:prstGeom prst="straightConnector1">
            <a:avLst/>
          </a:prstGeom>
          <a:noFill/>
          <a:ln w="28575">
            <a:solidFill>
              <a:srgbClr val="FF0000"/>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cxnSp>
      <mc:AlternateContent xmlns:mc="http://schemas.openxmlformats.org/markup-compatibility/2006">
        <mc:Choice xmlns:a14="http://schemas.microsoft.com/office/drawing/2010/main" Requires="a14">
          <p:sp>
            <p:nvSpPr>
              <p:cNvPr id="26" name="矩形 25">
                <a:extLst>
                  <a:ext uri="{FF2B5EF4-FFF2-40B4-BE49-F238E27FC236}">
                    <a16:creationId xmlns:a16="http://schemas.microsoft.com/office/drawing/2014/main" id="{7B91D267-5D93-4E0C-A633-7A81F983C32A}"/>
                  </a:ext>
                </a:extLst>
              </p:cNvPr>
              <p:cNvSpPr/>
              <p:nvPr/>
            </p:nvSpPr>
            <p:spPr>
              <a:xfrm>
                <a:off x="2870832" y="1994483"/>
                <a:ext cx="465192"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sz="2800" b="0" i="1" smtClean="0">
                          <a:latin typeface="Cambria Math" panose="02040503050406030204" pitchFamily="18" charset="0"/>
                        </a:rPr>
                        <m:t>7</m:t>
                      </m:r>
                    </m:oMath>
                  </m:oMathPara>
                </a14:m>
                <a:endParaRPr lang="zh-TW" altLang="en-US" sz="2800" dirty="0"/>
              </a:p>
            </p:txBody>
          </p:sp>
        </mc:Choice>
        <mc:Fallback>
          <p:sp>
            <p:nvSpPr>
              <p:cNvPr id="26" name="矩形 25">
                <a:extLst>
                  <a:ext uri="{FF2B5EF4-FFF2-40B4-BE49-F238E27FC236}">
                    <a16:creationId xmlns:a16="http://schemas.microsoft.com/office/drawing/2014/main" id="{7B91D267-5D93-4E0C-A633-7A81F983C32A}"/>
                  </a:ext>
                </a:extLst>
              </p:cNvPr>
              <p:cNvSpPr>
                <a:spLocks noRot="1" noChangeAspect="1" noMove="1" noResize="1" noEditPoints="1" noAdjustHandles="1" noChangeArrowheads="1" noChangeShapeType="1" noTextEdit="1"/>
              </p:cNvSpPr>
              <p:nvPr/>
            </p:nvSpPr>
            <p:spPr>
              <a:xfrm>
                <a:off x="2870832" y="1994483"/>
                <a:ext cx="465192" cy="523220"/>
              </a:xfrm>
              <a:prstGeom prst="rect">
                <a:avLst/>
              </a:prstGeom>
              <a:blipFill>
                <a:blip r:embed="rId16"/>
                <a:stretch>
                  <a:fillRect/>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27" name="矩形 26">
                <a:extLst>
                  <a:ext uri="{FF2B5EF4-FFF2-40B4-BE49-F238E27FC236}">
                    <a16:creationId xmlns:a16="http://schemas.microsoft.com/office/drawing/2014/main" id="{5681FA50-0903-4367-A3BC-A92F1B8BC279}"/>
                  </a:ext>
                </a:extLst>
              </p:cNvPr>
              <p:cNvSpPr/>
              <p:nvPr/>
            </p:nvSpPr>
            <p:spPr>
              <a:xfrm>
                <a:off x="3873095" y="1994483"/>
                <a:ext cx="663964"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sz="2800" b="0" i="1" smtClean="0">
                          <a:latin typeface="Cambria Math" panose="02040503050406030204" pitchFamily="18" charset="0"/>
                          <a:cs typeface="Times New Roman" panose="02020603050405020304" pitchFamily="18" charset="0"/>
                        </a:rPr>
                        <m:t>12</m:t>
                      </m:r>
                    </m:oMath>
                  </m:oMathPara>
                </a14:m>
                <a:endParaRPr lang="zh-TW" altLang="en-US" sz="2800" dirty="0"/>
              </a:p>
            </p:txBody>
          </p:sp>
        </mc:Choice>
        <mc:Fallback>
          <p:sp>
            <p:nvSpPr>
              <p:cNvPr id="27" name="矩形 26">
                <a:extLst>
                  <a:ext uri="{FF2B5EF4-FFF2-40B4-BE49-F238E27FC236}">
                    <a16:creationId xmlns:a16="http://schemas.microsoft.com/office/drawing/2014/main" id="{5681FA50-0903-4367-A3BC-A92F1B8BC279}"/>
                  </a:ext>
                </a:extLst>
              </p:cNvPr>
              <p:cNvSpPr>
                <a:spLocks noRot="1" noChangeAspect="1" noMove="1" noResize="1" noEditPoints="1" noAdjustHandles="1" noChangeArrowheads="1" noChangeShapeType="1" noTextEdit="1"/>
              </p:cNvSpPr>
              <p:nvPr/>
            </p:nvSpPr>
            <p:spPr>
              <a:xfrm>
                <a:off x="3873095" y="1994483"/>
                <a:ext cx="663964" cy="523220"/>
              </a:xfrm>
              <a:prstGeom prst="rect">
                <a:avLst/>
              </a:prstGeom>
              <a:blipFill>
                <a:blip r:embed="rId17"/>
                <a:stretch>
                  <a:fillRect/>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28" name="矩形 27">
                <a:extLst>
                  <a:ext uri="{FF2B5EF4-FFF2-40B4-BE49-F238E27FC236}">
                    <a16:creationId xmlns:a16="http://schemas.microsoft.com/office/drawing/2014/main" id="{7D503331-34D9-4347-84EB-209EAACB2BAB}"/>
                  </a:ext>
                </a:extLst>
              </p:cNvPr>
              <p:cNvSpPr/>
              <p:nvPr/>
            </p:nvSpPr>
            <p:spPr>
              <a:xfrm>
                <a:off x="4390293" y="1994483"/>
                <a:ext cx="663964"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sz="2800" b="0" i="1" smtClean="0">
                          <a:latin typeface="Cambria Math" panose="02040503050406030204" pitchFamily="18" charset="0"/>
                          <a:cs typeface="Times New Roman" panose="02020603050405020304" pitchFamily="18" charset="0"/>
                        </a:rPr>
                        <m:t>11</m:t>
                      </m:r>
                    </m:oMath>
                  </m:oMathPara>
                </a14:m>
                <a:endParaRPr lang="zh-TW" altLang="en-US" sz="2800" dirty="0"/>
              </a:p>
            </p:txBody>
          </p:sp>
        </mc:Choice>
        <mc:Fallback>
          <p:sp>
            <p:nvSpPr>
              <p:cNvPr id="28" name="矩形 27">
                <a:extLst>
                  <a:ext uri="{FF2B5EF4-FFF2-40B4-BE49-F238E27FC236}">
                    <a16:creationId xmlns:a16="http://schemas.microsoft.com/office/drawing/2014/main" id="{7D503331-34D9-4347-84EB-209EAACB2BAB}"/>
                  </a:ext>
                </a:extLst>
              </p:cNvPr>
              <p:cNvSpPr>
                <a:spLocks noRot="1" noChangeAspect="1" noMove="1" noResize="1" noEditPoints="1" noAdjustHandles="1" noChangeArrowheads="1" noChangeShapeType="1" noTextEdit="1"/>
              </p:cNvSpPr>
              <p:nvPr/>
            </p:nvSpPr>
            <p:spPr>
              <a:xfrm>
                <a:off x="4390293" y="1994483"/>
                <a:ext cx="663964" cy="523220"/>
              </a:xfrm>
              <a:prstGeom prst="rect">
                <a:avLst/>
              </a:prstGeom>
              <a:blipFill>
                <a:blip r:embed="rId18"/>
                <a:stretch>
                  <a:fillRect/>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29" name="矩形 28">
                <a:extLst>
                  <a:ext uri="{FF2B5EF4-FFF2-40B4-BE49-F238E27FC236}">
                    <a16:creationId xmlns:a16="http://schemas.microsoft.com/office/drawing/2014/main" id="{C8A1AFE3-AA5C-471E-B9B6-5C0DC7A9F1B6}"/>
                  </a:ext>
                </a:extLst>
              </p:cNvPr>
              <p:cNvSpPr/>
              <p:nvPr/>
            </p:nvSpPr>
            <p:spPr>
              <a:xfrm>
                <a:off x="4874864" y="1994483"/>
                <a:ext cx="663964"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sz="2800" b="0" i="1" smtClean="0">
                          <a:latin typeface="Cambria Math" panose="02040503050406030204" pitchFamily="18" charset="0"/>
                          <a:cs typeface="Times New Roman" panose="02020603050405020304" pitchFamily="18" charset="0"/>
                        </a:rPr>
                        <m:t>10</m:t>
                      </m:r>
                    </m:oMath>
                  </m:oMathPara>
                </a14:m>
                <a:endParaRPr lang="zh-TW" altLang="en-US" sz="2800" dirty="0"/>
              </a:p>
            </p:txBody>
          </p:sp>
        </mc:Choice>
        <mc:Fallback>
          <p:sp>
            <p:nvSpPr>
              <p:cNvPr id="29" name="矩形 28">
                <a:extLst>
                  <a:ext uri="{FF2B5EF4-FFF2-40B4-BE49-F238E27FC236}">
                    <a16:creationId xmlns:a16="http://schemas.microsoft.com/office/drawing/2014/main" id="{C8A1AFE3-AA5C-471E-B9B6-5C0DC7A9F1B6}"/>
                  </a:ext>
                </a:extLst>
              </p:cNvPr>
              <p:cNvSpPr>
                <a:spLocks noRot="1" noChangeAspect="1" noMove="1" noResize="1" noEditPoints="1" noAdjustHandles="1" noChangeArrowheads="1" noChangeShapeType="1" noTextEdit="1"/>
              </p:cNvSpPr>
              <p:nvPr/>
            </p:nvSpPr>
            <p:spPr>
              <a:xfrm>
                <a:off x="4874864" y="1994483"/>
                <a:ext cx="663964" cy="523220"/>
              </a:xfrm>
              <a:prstGeom prst="rect">
                <a:avLst/>
              </a:prstGeom>
              <a:blipFill>
                <a:blip r:embed="rId19"/>
                <a:stretch>
                  <a:fillRect/>
                </a:stretch>
              </a:blipFill>
            </p:spPr>
            <p:txBody>
              <a:bodyPr/>
              <a:lstStyle/>
              <a:p>
                <a:r>
                  <a:rPr lang="zh-TW" altLang="en-US">
                    <a:noFill/>
                  </a:rPr>
                  <a:t> </a:t>
                </a:r>
              </a:p>
            </p:txBody>
          </p:sp>
        </mc:Fallback>
      </mc:AlternateContent>
      <p:cxnSp>
        <p:nvCxnSpPr>
          <p:cNvPr id="32" name="直線單箭頭接點 31">
            <a:extLst>
              <a:ext uri="{FF2B5EF4-FFF2-40B4-BE49-F238E27FC236}">
                <a16:creationId xmlns:a16="http://schemas.microsoft.com/office/drawing/2014/main" id="{D01A1DDC-1B38-431E-B7DF-77CA0446CD38}"/>
              </a:ext>
            </a:extLst>
          </p:cNvPr>
          <p:cNvCxnSpPr>
            <a:cxnSpLocks/>
          </p:cNvCxnSpPr>
          <p:nvPr/>
        </p:nvCxnSpPr>
        <p:spPr>
          <a:xfrm flipV="1">
            <a:off x="2953357" y="1299783"/>
            <a:ext cx="317500" cy="324052"/>
          </a:xfrm>
          <a:prstGeom prst="straightConnector1">
            <a:avLst/>
          </a:prstGeom>
          <a:noFill/>
          <a:ln w="28575">
            <a:solidFill>
              <a:srgbClr val="FF0000"/>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cxnSp>
      <p:cxnSp>
        <p:nvCxnSpPr>
          <p:cNvPr id="33" name="直線單箭頭接點 32">
            <a:extLst>
              <a:ext uri="{FF2B5EF4-FFF2-40B4-BE49-F238E27FC236}">
                <a16:creationId xmlns:a16="http://schemas.microsoft.com/office/drawing/2014/main" id="{0BCC3FE7-E271-4880-BD16-CF537CED5EA2}"/>
              </a:ext>
            </a:extLst>
          </p:cNvPr>
          <p:cNvCxnSpPr>
            <a:cxnSpLocks/>
          </p:cNvCxnSpPr>
          <p:nvPr/>
        </p:nvCxnSpPr>
        <p:spPr>
          <a:xfrm flipV="1">
            <a:off x="3263262" y="1299783"/>
            <a:ext cx="317500" cy="324052"/>
          </a:xfrm>
          <a:prstGeom prst="straightConnector1">
            <a:avLst/>
          </a:prstGeom>
          <a:noFill/>
          <a:ln w="28575">
            <a:solidFill>
              <a:srgbClr val="FF0000"/>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cxnSp>
      <p:cxnSp>
        <p:nvCxnSpPr>
          <p:cNvPr id="34" name="直線單箭頭接點 33">
            <a:extLst>
              <a:ext uri="{FF2B5EF4-FFF2-40B4-BE49-F238E27FC236}">
                <a16:creationId xmlns:a16="http://schemas.microsoft.com/office/drawing/2014/main" id="{E8F2A432-E5FF-48A2-AC37-4C17F1F02428}"/>
              </a:ext>
            </a:extLst>
          </p:cNvPr>
          <p:cNvCxnSpPr>
            <a:cxnSpLocks/>
          </p:cNvCxnSpPr>
          <p:nvPr/>
        </p:nvCxnSpPr>
        <p:spPr>
          <a:xfrm flipV="1">
            <a:off x="3580762" y="1299783"/>
            <a:ext cx="317500" cy="324052"/>
          </a:xfrm>
          <a:prstGeom prst="straightConnector1">
            <a:avLst/>
          </a:prstGeom>
          <a:noFill/>
          <a:ln w="28575">
            <a:solidFill>
              <a:srgbClr val="FF0000"/>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cxnSp>
      <p:cxnSp>
        <p:nvCxnSpPr>
          <p:cNvPr id="35" name="直線單箭頭接點 34">
            <a:extLst>
              <a:ext uri="{FF2B5EF4-FFF2-40B4-BE49-F238E27FC236}">
                <a16:creationId xmlns:a16="http://schemas.microsoft.com/office/drawing/2014/main" id="{4F2F8EB5-9766-488B-BE27-6A3032D658BF}"/>
              </a:ext>
            </a:extLst>
          </p:cNvPr>
          <p:cNvCxnSpPr>
            <a:cxnSpLocks/>
          </p:cNvCxnSpPr>
          <p:nvPr/>
        </p:nvCxnSpPr>
        <p:spPr>
          <a:xfrm flipV="1">
            <a:off x="4078922" y="1299783"/>
            <a:ext cx="317500" cy="324052"/>
          </a:xfrm>
          <a:prstGeom prst="straightConnector1">
            <a:avLst/>
          </a:prstGeom>
          <a:noFill/>
          <a:ln w="28575">
            <a:solidFill>
              <a:srgbClr val="FF0000"/>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cxnSp>
      <p:cxnSp>
        <p:nvCxnSpPr>
          <p:cNvPr id="36" name="直線單箭頭接點 35">
            <a:extLst>
              <a:ext uri="{FF2B5EF4-FFF2-40B4-BE49-F238E27FC236}">
                <a16:creationId xmlns:a16="http://schemas.microsoft.com/office/drawing/2014/main" id="{9BDEC0F8-95C9-4B8C-A761-E2DE600A8DF8}"/>
              </a:ext>
            </a:extLst>
          </p:cNvPr>
          <p:cNvCxnSpPr>
            <a:cxnSpLocks/>
          </p:cNvCxnSpPr>
          <p:nvPr/>
        </p:nvCxnSpPr>
        <p:spPr>
          <a:xfrm flipV="1">
            <a:off x="4619138" y="1299783"/>
            <a:ext cx="317500" cy="324052"/>
          </a:xfrm>
          <a:prstGeom prst="straightConnector1">
            <a:avLst/>
          </a:prstGeom>
          <a:noFill/>
          <a:ln w="28575">
            <a:solidFill>
              <a:srgbClr val="FF0000"/>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cxnSp>
      <p:cxnSp>
        <p:nvCxnSpPr>
          <p:cNvPr id="37" name="直線單箭頭接點 36">
            <a:extLst>
              <a:ext uri="{FF2B5EF4-FFF2-40B4-BE49-F238E27FC236}">
                <a16:creationId xmlns:a16="http://schemas.microsoft.com/office/drawing/2014/main" id="{14A5EB32-F172-4433-A954-1FC158EA56E2}"/>
              </a:ext>
            </a:extLst>
          </p:cNvPr>
          <p:cNvCxnSpPr>
            <a:cxnSpLocks/>
          </p:cNvCxnSpPr>
          <p:nvPr/>
        </p:nvCxnSpPr>
        <p:spPr>
          <a:xfrm flipV="1">
            <a:off x="5099912" y="1282579"/>
            <a:ext cx="317500" cy="324052"/>
          </a:xfrm>
          <a:prstGeom prst="straightConnector1">
            <a:avLst/>
          </a:prstGeom>
          <a:noFill/>
          <a:ln w="28575">
            <a:solidFill>
              <a:srgbClr val="FF0000"/>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cxnSp>
      <mc:AlternateContent xmlns:mc="http://schemas.openxmlformats.org/markup-compatibility/2006">
        <mc:Choice xmlns:a14="http://schemas.microsoft.com/office/drawing/2010/main" Requires="a14">
          <p:sp>
            <p:nvSpPr>
              <p:cNvPr id="38" name="矩形 37">
                <a:extLst>
                  <a:ext uri="{FF2B5EF4-FFF2-40B4-BE49-F238E27FC236}">
                    <a16:creationId xmlns:a16="http://schemas.microsoft.com/office/drawing/2014/main" id="{C497113A-A4C7-4B98-9269-1A5C19F57BA1}"/>
                  </a:ext>
                </a:extLst>
              </p:cNvPr>
              <p:cNvSpPr/>
              <p:nvPr/>
            </p:nvSpPr>
            <p:spPr>
              <a:xfrm>
                <a:off x="5411442" y="1994483"/>
                <a:ext cx="465191" cy="523220"/>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TW" sz="2800" i="1">
                          <a:latin typeface="Cambria Math" panose="02040503050406030204" pitchFamily="18" charset="0"/>
                          <a:cs typeface="Times New Roman" panose="02020603050405020304" pitchFamily="18" charset="0"/>
                        </a:rPr>
                        <m:t>9</m:t>
                      </m:r>
                    </m:oMath>
                  </m:oMathPara>
                </a14:m>
                <a:endParaRPr lang="zh-TW" altLang="en-US" sz="2800" dirty="0"/>
              </a:p>
            </p:txBody>
          </p:sp>
        </mc:Choice>
        <mc:Fallback>
          <p:sp>
            <p:nvSpPr>
              <p:cNvPr id="38" name="矩形 37">
                <a:extLst>
                  <a:ext uri="{FF2B5EF4-FFF2-40B4-BE49-F238E27FC236}">
                    <a16:creationId xmlns:a16="http://schemas.microsoft.com/office/drawing/2014/main" id="{C497113A-A4C7-4B98-9269-1A5C19F57BA1}"/>
                  </a:ext>
                </a:extLst>
              </p:cNvPr>
              <p:cNvSpPr>
                <a:spLocks noRot="1" noChangeAspect="1" noMove="1" noResize="1" noEditPoints="1" noAdjustHandles="1" noChangeArrowheads="1" noChangeShapeType="1" noTextEdit="1"/>
              </p:cNvSpPr>
              <p:nvPr/>
            </p:nvSpPr>
            <p:spPr>
              <a:xfrm>
                <a:off x="5411442" y="1994483"/>
                <a:ext cx="465191" cy="523220"/>
              </a:xfrm>
              <a:prstGeom prst="rect">
                <a:avLst/>
              </a:prstGeom>
              <a:blipFill>
                <a:blip r:embed="rId20"/>
                <a:stretch>
                  <a:fillRect/>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39" name="矩形 38">
                <a:extLst>
                  <a:ext uri="{FF2B5EF4-FFF2-40B4-BE49-F238E27FC236}">
                    <a16:creationId xmlns:a16="http://schemas.microsoft.com/office/drawing/2014/main" id="{349E12F3-CD71-46CE-BD93-CBD3E40F71AF}"/>
                  </a:ext>
                </a:extLst>
              </p:cNvPr>
              <p:cNvSpPr/>
              <p:nvPr/>
            </p:nvSpPr>
            <p:spPr>
              <a:xfrm>
                <a:off x="2220101" y="1994483"/>
                <a:ext cx="465191" cy="523220"/>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TW" sz="2800" i="1">
                          <a:latin typeface="Cambria Math" panose="02040503050406030204" pitchFamily="18" charset="0"/>
                          <a:cs typeface="Times New Roman" panose="02020603050405020304" pitchFamily="18" charset="0"/>
                        </a:rPr>
                        <m:t>4</m:t>
                      </m:r>
                    </m:oMath>
                  </m:oMathPara>
                </a14:m>
                <a:endParaRPr lang="zh-TW" altLang="en-US" sz="2800" dirty="0"/>
              </a:p>
            </p:txBody>
          </p:sp>
        </mc:Choice>
        <mc:Fallback>
          <p:sp>
            <p:nvSpPr>
              <p:cNvPr id="39" name="矩形 38">
                <a:extLst>
                  <a:ext uri="{FF2B5EF4-FFF2-40B4-BE49-F238E27FC236}">
                    <a16:creationId xmlns:a16="http://schemas.microsoft.com/office/drawing/2014/main" id="{349E12F3-CD71-46CE-BD93-CBD3E40F71AF}"/>
                  </a:ext>
                </a:extLst>
              </p:cNvPr>
              <p:cNvSpPr>
                <a:spLocks noRot="1" noChangeAspect="1" noMove="1" noResize="1" noEditPoints="1" noAdjustHandles="1" noChangeArrowheads="1" noChangeShapeType="1" noTextEdit="1"/>
              </p:cNvSpPr>
              <p:nvPr/>
            </p:nvSpPr>
            <p:spPr>
              <a:xfrm>
                <a:off x="2220101" y="1994483"/>
                <a:ext cx="465191" cy="523220"/>
              </a:xfrm>
              <a:prstGeom prst="rect">
                <a:avLst/>
              </a:prstGeom>
              <a:blipFill>
                <a:blip r:embed="rId21"/>
                <a:stretch>
                  <a:fillRect/>
                </a:stretch>
              </a:blipFill>
            </p:spPr>
            <p:txBody>
              <a:bodyPr/>
              <a:lstStyle/>
              <a:p>
                <a:r>
                  <a:rPr lang="zh-TW" altLang="en-US">
                    <a:noFill/>
                  </a:rPr>
                  <a:t> </a:t>
                </a:r>
              </a:p>
            </p:txBody>
          </p:sp>
        </mc:Fallback>
      </mc:AlternateContent>
      <p:grpSp>
        <p:nvGrpSpPr>
          <p:cNvPr id="48" name="群組 47">
            <a:extLst>
              <a:ext uri="{FF2B5EF4-FFF2-40B4-BE49-F238E27FC236}">
                <a16:creationId xmlns:a16="http://schemas.microsoft.com/office/drawing/2014/main" id="{E1D94E85-523B-40D4-AF8A-B7C6209D74B5}"/>
              </a:ext>
            </a:extLst>
          </p:cNvPr>
          <p:cNvGrpSpPr/>
          <p:nvPr/>
        </p:nvGrpSpPr>
        <p:grpSpPr>
          <a:xfrm>
            <a:off x="5363813" y="4744272"/>
            <a:ext cx="1940274" cy="1408217"/>
            <a:chOff x="5161045" y="2788208"/>
            <a:chExt cx="1940274" cy="1408217"/>
          </a:xfrm>
        </p:grpSpPr>
        <p:grpSp>
          <p:nvGrpSpPr>
            <p:cNvPr id="50" name="群組 49">
              <a:extLst>
                <a:ext uri="{FF2B5EF4-FFF2-40B4-BE49-F238E27FC236}">
                  <a16:creationId xmlns:a16="http://schemas.microsoft.com/office/drawing/2014/main" id="{31D67B87-E431-4AE2-B9CB-D52C60D23BAC}"/>
                </a:ext>
              </a:extLst>
            </p:cNvPr>
            <p:cNvGrpSpPr/>
            <p:nvPr/>
          </p:nvGrpSpPr>
          <p:grpSpPr>
            <a:xfrm>
              <a:off x="5161045" y="2788208"/>
              <a:ext cx="1703081" cy="1408217"/>
              <a:chOff x="884728" y="357428"/>
              <a:chExt cx="1703081" cy="1408217"/>
            </a:xfrm>
          </p:grpSpPr>
          <mc:AlternateContent xmlns:mc="http://schemas.openxmlformats.org/markup-compatibility/2006" xmlns:a14="http://schemas.microsoft.com/office/drawing/2010/main">
            <mc:Choice Requires="a14">
              <p:sp>
                <p:nvSpPr>
                  <p:cNvPr id="52" name="文字方塊 51">
                    <a:extLst>
                      <a:ext uri="{FF2B5EF4-FFF2-40B4-BE49-F238E27FC236}">
                        <a16:creationId xmlns:a16="http://schemas.microsoft.com/office/drawing/2014/main" id="{D7FBC545-6133-45DD-8462-92C0DFCCA1FF}"/>
                      </a:ext>
                    </a:extLst>
                  </p:cNvPr>
                  <p:cNvSpPr txBox="1"/>
                  <p:nvPr/>
                </p:nvSpPr>
                <p:spPr>
                  <a:xfrm>
                    <a:off x="1229360" y="1303980"/>
                    <a:ext cx="1358449"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400" i="1" smtClean="0">
                                  <a:solidFill>
                                    <a:schemeClr val="tx1"/>
                                  </a:solidFill>
                                  <a:latin typeface="Cambria Math" panose="02040503050406030204" pitchFamily="18" charset="0"/>
                                  <a:cs typeface="Times New Roman" panose="02020603050405020304" pitchFamily="18" charset="0"/>
                                </a:rPr>
                              </m:ctrlPr>
                            </m:sSubPr>
                            <m:e>
                              <m:r>
                                <m:rPr>
                                  <m:sty m:val="p"/>
                                </m:rPr>
                                <a:rPr lang="en-US" altLang="zh-TW" sz="2400" b="0" i="0" smtClean="0">
                                  <a:solidFill>
                                    <a:schemeClr val="tx1"/>
                                  </a:solidFill>
                                  <a:latin typeface="Cambria Math" panose="02040503050406030204" pitchFamily="18" charset="0"/>
                                  <a:cs typeface="Times New Roman" panose="02020603050405020304" pitchFamily="18" charset="0"/>
                                </a:rPr>
                                <m:t>P</m:t>
                              </m:r>
                            </m:e>
                            <m:sub>
                              <m:r>
                                <a:rPr lang="en-US" altLang="zh-TW" sz="2400" b="0" i="0">
                                  <a:solidFill>
                                    <a:schemeClr val="tx1"/>
                                  </a:solidFill>
                                  <a:latin typeface="Cambria Math" panose="02040503050406030204" pitchFamily="18" charset="0"/>
                                  <a:cs typeface="Times New Roman" panose="02020603050405020304" pitchFamily="18" charset="0"/>
                                </a:rPr>
                                <m:t>2</m:t>
                              </m:r>
                            </m:sub>
                          </m:sSub>
                          <m:sSub>
                            <m:sSubPr>
                              <m:ctrlPr>
                                <a:rPr lang="en-US" altLang="zh-TW" sz="2400" i="1" smtClean="0">
                                  <a:solidFill>
                                    <a:schemeClr val="tx1"/>
                                  </a:solidFill>
                                  <a:latin typeface="Cambria Math" panose="02040503050406030204" pitchFamily="18" charset="0"/>
                                  <a:cs typeface="Times New Roman" panose="02020603050405020304" pitchFamily="18" charset="0"/>
                                </a:rPr>
                              </m:ctrlPr>
                            </m:sSubPr>
                            <m:e>
                              <m:r>
                                <a:rPr lang="zh-TW" altLang="en-US" sz="2400" b="0" i="0">
                                  <a:solidFill>
                                    <a:schemeClr val="tx1"/>
                                  </a:solidFill>
                                  <a:latin typeface="Cambria Math" panose="02040503050406030204" pitchFamily="18" charset="0"/>
                                  <a:cs typeface="Times New Roman" panose="02020603050405020304" pitchFamily="18" charset="0"/>
                                </a:rPr>
                                <m:t>  </m:t>
                              </m:r>
                              <m:r>
                                <m:rPr>
                                  <m:sty m:val="p"/>
                                </m:rPr>
                                <a:rPr lang="en-US" altLang="zh-TW" sz="2400" b="0" i="0" smtClean="0">
                                  <a:solidFill>
                                    <a:schemeClr val="tx1"/>
                                  </a:solidFill>
                                  <a:latin typeface="Cambria Math" panose="02040503050406030204" pitchFamily="18" charset="0"/>
                                  <a:cs typeface="Times New Roman" panose="02020603050405020304" pitchFamily="18" charset="0"/>
                                </a:rPr>
                                <m:t>P</m:t>
                              </m:r>
                            </m:e>
                            <m:sub>
                              <m:r>
                                <a:rPr lang="en-US" altLang="zh-TW" sz="2400" b="0" i="0">
                                  <a:solidFill>
                                    <a:schemeClr val="tx1"/>
                                  </a:solidFill>
                                  <a:latin typeface="Cambria Math" panose="02040503050406030204" pitchFamily="18" charset="0"/>
                                  <a:cs typeface="Times New Roman" panose="02020603050405020304" pitchFamily="18" charset="0"/>
                                </a:rPr>
                                <m:t>3</m:t>
                              </m:r>
                            </m:sub>
                          </m:sSub>
                          <m:sSub>
                            <m:sSubPr>
                              <m:ctrlPr>
                                <a:rPr lang="en-US" altLang="zh-TW" sz="2400" i="1" smtClean="0">
                                  <a:solidFill>
                                    <a:schemeClr val="tx1"/>
                                  </a:solidFill>
                                  <a:latin typeface="Cambria Math" panose="02040503050406030204" pitchFamily="18" charset="0"/>
                                  <a:cs typeface="Times New Roman" panose="02020603050405020304" pitchFamily="18" charset="0"/>
                                </a:rPr>
                              </m:ctrlPr>
                            </m:sSubPr>
                            <m:e>
                              <m:r>
                                <a:rPr lang="zh-TW" altLang="en-US" sz="2400" b="0" i="0">
                                  <a:solidFill>
                                    <a:schemeClr val="tx1"/>
                                  </a:solidFill>
                                  <a:latin typeface="Cambria Math" panose="02040503050406030204" pitchFamily="18" charset="0"/>
                                  <a:cs typeface="Times New Roman" panose="02020603050405020304" pitchFamily="18" charset="0"/>
                                </a:rPr>
                                <m:t>  </m:t>
                              </m:r>
                              <m:r>
                                <m:rPr>
                                  <m:sty m:val="p"/>
                                </m:rPr>
                                <a:rPr lang="en-US" altLang="zh-TW" sz="2400" b="0" i="0" smtClean="0">
                                  <a:solidFill>
                                    <a:schemeClr val="tx1"/>
                                  </a:solidFill>
                                  <a:latin typeface="Cambria Math" panose="02040503050406030204" pitchFamily="18" charset="0"/>
                                  <a:cs typeface="Times New Roman" panose="02020603050405020304" pitchFamily="18" charset="0"/>
                                </a:rPr>
                                <m:t>P</m:t>
                              </m:r>
                            </m:e>
                            <m:sub>
                              <m:r>
                                <a:rPr lang="en-US" altLang="zh-TW" sz="2400" b="0" i="0">
                                  <a:solidFill>
                                    <a:schemeClr val="tx1"/>
                                  </a:solidFill>
                                  <a:latin typeface="Cambria Math" panose="02040503050406030204" pitchFamily="18" charset="0"/>
                                  <a:cs typeface="Times New Roman" panose="02020603050405020304" pitchFamily="18" charset="0"/>
                                </a:rPr>
                                <m:t>4</m:t>
                              </m:r>
                            </m:sub>
                          </m:sSub>
                        </m:oMath>
                      </m:oMathPara>
                    </a14:m>
                    <a:endParaRPr lang="zh-TW" altLang="en-US" sz="2400" dirty="0">
                      <a:solidFill>
                        <a:schemeClr val="tx1"/>
                      </a:solidFill>
                      <a:latin typeface="Times New Roman" panose="02020603050405020304" pitchFamily="18" charset="0"/>
                      <a:cs typeface="Times New Roman" panose="02020603050405020304" pitchFamily="18" charset="0"/>
                    </a:endParaRPr>
                  </a:p>
                </p:txBody>
              </p:sp>
            </mc:Choice>
            <mc:Fallback xmlns="">
              <p:sp>
                <p:nvSpPr>
                  <p:cNvPr id="52" name="文字方塊 51">
                    <a:extLst>
                      <a:ext uri="{FF2B5EF4-FFF2-40B4-BE49-F238E27FC236}">
                        <a16:creationId xmlns:a16="http://schemas.microsoft.com/office/drawing/2014/main" id="{D7FBC545-6133-45DD-8462-92C0DFCCA1FF}"/>
                      </a:ext>
                    </a:extLst>
                  </p:cNvPr>
                  <p:cNvSpPr txBox="1">
                    <a:spLocks noRot="1" noChangeAspect="1" noMove="1" noResize="1" noEditPoints="1" noAdjustHandles="1" noChangeArrowheads="1" noChangeShapeType="1" noTextEdit="1"/>
                  </p:cNvSpPr>
                  <p:nvPr/>
                </p:nvSpPr>
                <p:spPr>
                  <a:xfrm>
                    <a:off x="1229360" y="1303980"/>
                    <a:ext cx="1358449" cy="461665"/>
                  </a:xfrm>
                  <a:prstGeom prst="rect">
                    <a:avLst/>
                  </a:prstGeom>
                  <a:blipFill>
                    <a:blip r:embed="rId29"/>
                    <a:stretch>
                      <a:fillRect b="-2667"/>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54" name="文字方塊 53">
                    <a:extLst>
                      <a:ext uri="{FF2B5EF4-FFF2-40B4-BE49-F238E27FC236}">
                        <a16:creationId xmlns:a16="http://schemas.microsoft.com/office/drawing/2014/main" id="{09952611-6359-40AB-B920-1B779CB92BA0}"/>
                      </a:ext>
                    </a:extLst>
                  </p:cNvPr>
                  <p:cNvSpPr txBox="1"/>
                  <p:nvPr/>
                </p:nvSpPr>
                <p:spPr>
                  <a:xfrm>
                    <a:off x="1316256" y="833327"/>
                    <a:ext cx="431528" cy="461665"/>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altLang="zh-TW" sz="2400" b="0" i="1" smtClean="0">
                              <a:solidFill>
                                <a:schemeClr val="tx1"/>
                              </a:solidFill>
                              <a:latin typeface="Cambria Math" panose="02040503050406030204" pitchFamily="18" charset="0"/>
                              <a:cs typeface="Times New Roman" panose="02020603050405020304" pitchFamily="18" charset="0"/>
                            </a:rPr>
                            <m:t>3</m:t>
                          </m:r>
                        </m:oMath>
                      </m:oMathPara>
                    </a14:m>
                    <a:endParaRPr lang="zh-TW" altLang="en-US" sz="2400" dirty="0">
                      <a:solidFill>
                        <a:schemeClr val="tx1"/>
                      </a:solidFill>
                      <a:latin typeface="Times New Roman" panose="02020603050405020304" pitchFamily="18" charset="0"/>
                      <a:cs typeface="Times New Roman" panose="02020603050405020304" pitchFamily="18" charset="0"/>
                    </a:endParaRPr>
                  </a:p>
                </p:txBody>
              </p:sp>
            </mc:Choice>
            <mc:Fallback>
              <p:sp>
                <p:nvSpPr>
                  <p:cNvPr id="54" name="文字方塊 53">
                    <a:extLst>
                      <a:ext uri="{FF2B5EF4-FFF2-40B4-BE49-F238E27FC236}">
                        <a16:creationId xmlns:a16="http://schemas.microsoft.com/office/drawing/2014/main" id="{09952611-6359-40AB-B920-1B779CB92BA0}"/>
                      </a:ext>
                    </a:extLst>
                  </p:cNvPr>
                  <p:cNvSpPr txBox="1">
                    <a:spLocks noRot="1" noChangeAspect="1" noMove="1" noResize="1" noEditPoints="1" noAdjustHandles="1" noChangeArrowheads="1" noChangeShapeType="1" noTextEdit="1"/>
                  </p:cNvSpPr>
                  <p:nvPr/>
                </p:nvSpPr>
                <p:spPr>
                  <a:xfrm>
                    <a:off x="1316256" y="833327"/>
                    <a:ext cx="431528" cy="461665"/>
                  </a:xfrm>
                  <a:prstGeom prst="rect">
                    <a:avLst/>
                  </a:prstGeom>
                  <a:blipFill>
                    <a:blip r:embed="rId30"/>
                    <a:stretch>
                      <a:fillRect/>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41" name="文字方塊 40">
                    <a:extLst>
                      <a:ext uri="{FF2B5EF4-FFF2-40B4-BE49-F238E27FC236}">
                        <a16:creationId xmlns:a16="http://schemas.microsoft.com/office/drawing/2014/main" id="{34B91213-F40E-45AE-80FC-220BD501707B}"/>
                      </a:ext>
                    </a:extLst>
                  </p:cNvPr>
                  <p:cNvSpPr txBox="1"/>
                  <p:nvPr/>
                </p:nvSpPr>
                <p:spPr>
                  <a:xfrm>
                    <a:off x="1316256" y="364684"/>
                    <a:ext cx="431528" cy="461665"/>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altLang="zh-TW" sz="2400" b="0" i="1" smtClean="0">
                              <a:solidFill>
                                <a:schemeClr val="tx1"/>
                              </a:solidFill>
                              <a:latin typeface="Cambria Math" panose="02040503050406030204" pitchFamily="18" charset="0"/>
                              <a:cs typeface="Times New Roman" panose="02020603050405020304" pitchFamily="18" charset="0"/>
                            </a:rPr>
                            <m:t>3</m:t>
                          </m:r>
                        </m:oMath>
                      </m:oMathPara>
                    </a14:m>
                    <a:endParaRPr lang="zh-TW" altLang="en-US" sz="2400" dirty="0">
                      <a:solidFill>
                        <a:schemeClr val="tx1"/>
                      </a:solidFill>
                      <a:latin typeface="Times New Roman" panose="02020603050405020304" pitchFamily="18" charset="0"/>
                      <a:cs typeface="Times New Roman" panose="02020603050405020304" pitchFamily="18" charset="0"/>
                    </a:endParaRPr>
                  </a:p>
                </p:txBody>
              </p:sp>
            </mc:Choice>
            <mc:Fallback>
              <p:sp>
                <p:nvSpPr>
                  <p:cNvPr id="41" name="文字方塊 40">
                    <a:extLst>
                      <a:ext uri="{FF2B5EF4-FFF2-40B4-BE49-F238E27FC236}">
                        <a16:creationId xmlns:a16="http://schemas.microsoft.com/office/drawing/2014/main" id="{34B91213-F40E-45AE-80FC-220BD501707B}"/>
                      </a:ext>
                    </a:extLst>
                  </p:cNvPr>
                  <p:cNvSpPr txBox="1">
                    <a:spLocks noRot="1" noChangeAspect="1" noMove="1" noResize="1" noEditPoints="1" noAdjustHandles="1" noChangeArrowheads="1" noChangeShapeType="1" noTextEdit="1"/>
                  </p:cNvSpPr>
                  <p:nvPr/>
                </p:nvSpPr>
                <p:spPr>
                  <a:xfrm>
                    <a:off x="1316256" y="364684"/>
                    <a:ext cx="431528" cy="461665"/>
                  </a:xfrm>
                  <a:prstGeom prst="rect">
                    <a:avLst/>
                  </a:prstGeom>
                  <a:blipFill>
                    <a:blip r:embed="rId31"/>
                    <a:stretch>
                      <a:fillRect/>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42" name="文字方塊 41">
                    <a:extLst>
                      <a:ext uri="{FF2B5EF4-FFF2-40B4-BE49-F238E27FC236}">
                        <a16:creationId xmlns:a16="http://schemas.microsoft.com/office/drawing/2014/main" id="{25A3DBA2-9C33-44DA-A075-0FBAC2652920}"/>
                      </a:ext>
                    </a:extLst>
                  </p:cNvPr>
                  <p:cNvSpPr txBox="1"/>
                  <p:nvPr/>
                </p:nvSpPr>
                <p:spPr>
                  <a:xfrm>
                    <a:off x="884728" y="357428"/>
                    <a:ext cx="412421" cy="461665"/>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altLang="zh-TW" sz="2400" b="0" i="1" smtClean="0">
                              <a:solidFill>
                                <a:schemeClr val="tx1"/>
                              </a:solidFill>
                              <a:latin typeface="Cambria Math" panose="02040503050406030204" pitchFamily="18" charset="0"/>
                              <a:cs typeface="Times New Roman" panose="02020603050405020304" pitchFamily="18" charset="0"/>
                            </a:rPr>
                            <m:t>𝑐</m:t>
                          </m:r>
                        </m:oMath>
                      </m:oMathPara>
                    </a14:m>
                    <a:endParaRPr lang="zh-TW" altLang="en-US" sz="2400" dirty="0">
                      <a:solidFill>
                        <a:schemeClr val="tx1"/>
                      </a:solidFill>
                      <a:latin typeface="Times New Roman" panose="02020603050405020304" pitchFamily="18" charset="0"/>
                      <a:cs typeface="Times New Roman" panose="02020603050405020304" pitchFamily="18" charset="0"/>
                    </a:endParaRPr>
                  </a:p>
                </p:txBody>
              </p:sp>
            </mc:Choice>
            <mc:Fallback>
              <p:sp>
                <p:nvSpPr>
                  <p:cNvPr id="42" name="文字方塊 41">
                    <a:extLst>
                      <a:ext uri="{FF2B5EF4-FFF2-40B4-BE49-F238E27FC236}">
                        <a16:creationId xmlns:a16="http://schemas.microsoft.com/office/drawing/2014/main" id="{25A3DBA2-9C33-44DA-A075-0FBAC2652920}"/>
                      </a:ext>
                    </a:extLst>
                  </p:cNvPr>
                  <p:cNvSpPr txBox="1">
                    <a:spLocks noRot="1" noChangeAspect="1" noMove="1" noResize="1" noEditPoints="1" noAdjustHandles="1" noChangeArrowheads="1" noChangeShapeType="1" noTextEdit="1"/>
                  </p:cNvSpPr>
                  <p:nvPr/>
                </p:nvSpPr>
                <p:spPr>
                  <a:xfrm>
                    <a:off x="884728" y="357428"/>
                    <a:ext cx="412421" cy="461665"/>
                  </a:xfrm>
                  <a:prstGeom prst="rect">
                    <a:avLst/>
                  </a:prstGeom>
                  <a:blipFill>
                    <a:blip r:embed="rId32"/>
                    <a:stretch>
                      <a:fillRect/>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43" name="文字方塊 42">
                    <a:extLst>
                      <a:ext uri="{FF2B5EF4-FFF2-40B4-BE49-F238E27FC236}">
                        <a16:creationId xmlns:a16="http://schemas.microsoft.com/office/drawing/2014/main" id="{00E00DE1-B467-4123-B0A6-1CB71ABD45F0}"/>
                      </a:ext>
                    </a:extLst>
                  </p:cNvPr>
                  <p:cNvSpPr txBox="1"/>
                  <p:nvPr/>
                </p:nvSpPr>
                <p:spPr>
                  <a:xfrm>
                    <a:off x="884728" y="790366"/>
                    <a:ext cx="436914" cy="461665"/>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altLang="zh-TW" sz="2400" b="0" i="1" smtClean="0">
                              <a:solidFill>
                                <a:schemeClr val="tx1"/>
                              </a:solidFill>
                              <a:latin typeface="Cambria Math" panose="02040503050406030204" pitchFamily="18" charset="0"/>
                              <a:cs typeface="Times New Roman" panose="02020603050405020304" pitchFamily="18" charset="0"/>
                            </a:rPr>
                            <m:t>𝑝</m:t>
                          </m:r>
                        </m:oMath>
                      </m:oMathPara>
                    </a14:m>
                    <a:endParaRPr lang="zh-TW" altLang="en-US" sz="2400" dirty="0">
                      <a:solidFill>
                        <a:schemeClr val="tx1"/>
                      </a:solidFill>
                      <a:latin typeface="Times New Roman" panose="02020603050405020304" pitchFamily="18" charset="0"/>
                      <a:cs typeface="Times New Roman" panose="02020603050405020304" pitchFamily="18" charset="0"/>
                    </a:endParaRPr>
                  </a:p>
                </p:txBody>
              </p:sp>
            </mc:Choice>
            <mc:Fallback>
              <p:sp>
                <p:nvSpPr>
                  <p:cNvPr id="43" name="文字方塊 42">
                    <a:extLst>
                      <a:ext uri="{FF2B5EF4-FFF2-40B4-BE49-F238E27FC236}">
                        <a16:creationId xmlns:a16="http://schemas.microsoft.com/office/drawing/2014/main" id="{00E00DE1-B467-4123-B0A6-1CB71ABD45F0}"/>
                      </a:ext>
                    </a:extLst>
                  </p:cNvPr>
                  <p:cNvSpPr txBox="1">
                    <a:spLocks noRot="1" noChangeAspect="1" noMove="1" noResize="1" noEditPoints="1" noAdjustHandles="1" noChangeArrowheads="1" noChangeShapeType="1" noTextEdit="1"/>
                  </p:cNvSpPr>
                  <p:nvPr/>
                </p:nvSpPr>
                <p:spPr>
                  <a:xfrm>
                    <a:off x="884728" y="790366"/>
                    <a:ext cx="436914" cy="461665"/>
                  </a:xfrm>
                  <a:prstGeom prst="rect">
                    <a:avLst/>
                  </a:prstGeom>
                  <a:blipFill>
                    <a:blip r:embed="rId33"/>
                    <a:stretch>
                      <a:fillRect b="-11842"/>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44" name="文字方塊 43">
                    <a:extLst>
                      <a:ext uri="{FF2B5EF4-FFF2-40B4-BE49-F238E27FC236}">
                        <a16:creationId xmlns:a16="http://schemas.microsoft.com/office/drawing/2014/main" id="{06B7FD09-0678-414E-842E-CD47E9F770C4}"/>
                      </a:ext>
                    </a:extLst>
                  </p:cNvPr>
                  <p:cNvSpPr txBox="1"/>
                  <p:nvPr/>
                </p:nvSpPr>
                <p:spPr>
                  <a:xfrm>
                    <a:off x="1692820" y="373881"/>
                    <a:ext cx="431528" cy="461665"/>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r>
                            <a:rPr lang="en-US" altLang="zh-TW" sz="2400" b="0" i="1" smtClean="0">
                              <a:solidFill>
                                <a:schemeClr val="tx1"/>
                              </a:solidFill>
                              <a:latin typeface="Cambria Math" panose="02040503050406030204" pitchFamily="18" charset="0"/>
                              <a:cs typeface="Times New Roman" panose="02020603050405020304" pitchFamily="18" charset="0"/>
                            </a:rPr>
                            <m:t>2</m:t>
                          </m:r>
                        </m:oMath>
                      </m:oMathPara>
                    </a14:m>
                    <a:endParaRPr lang="zh-TW" altLang="en-US" sz="2400" dirty="0">
                      <a:solidFill>
                        <a:schemeClr val="tx1"/>
                      </a:solidFill>
                      <a:latin typeface="Times New Roman" panose="02020603050405020304" pitchFamily="18" charset="0"/>
                      <a:cs typeface="Times New Roman" panose="02020603050405020304" pitchFamily="18" charset="0"/>
                    </a:endParaRPr>
                  </a:p>
                </p:txBody>
              </p:sp>
            </mc:Choice>
            <mc:Fallback>
              <p:sp>
                <p:nvSpPr>
                  <p:cNvPr id="44" name="文字方塊 43">
                    <a:extLst>
                      <a:ext uri="{FF2B5EF4-FFF2-40B4-BE49-F238E27FC236}">
                        <a16:creationId xmlns:a16="http://schemas.microsoft.com/office/drawing/2014/main" id="{06B7FD09-0678-414E-842E-CD47E9F770C4}"/>
                      </a:ext>
                    </a:extLst>
                  </p:cNvPr>
                  <p:cNvSpPr txBox="1">
                    <a:spLocks noRot="1" noChangeAspect="1" noMove="1" noResize="1" noEditPoints="1" noAdjustHandles="1" noChangeArrowheads="1" noChangeShapeType="1" noTextEdit="1"/>
                  </p:cNvSpPr>
                  <p:nvPr/>
                </p:nvSpPr>
                <p:spPr>
                  <a:xfrm>
                    <a:off x="1692820" y="373881"/>
                    <a:ext cx="431528" cy="461665"/>
                  </a:xfrm>
                  <a:prstGeom prst="rect">
                    <a:avLst/>
                  </a:prstGeom>
                  <a:blipFill>
                    <a:blip r:embed="rId34"/>
                    <a:stretch>
                      <a:fillRect/>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45" name="文字方塊 44">
                    <a:extLst>
                      <a:ext uri="{FF2B5EF4-FFF2-40B4-BE49-F238E27FC236}">
                        <a16:creationId xmlns:a16="http://schemas.microsoft.com/office/drawing/2014/main" id="{639CB93A-629D-4801-B4FA-AB9C7B61418F}"/>
                      </a:ext>
                    </a:extLst>
                  </p:cNvPr>
                  <p:cNvSpPr txBox="1"/>
                  <p:nvPr/>
                </p:nvSpPr>
                <p:spPr>
                  <a:xfrm>
                    <a:off x="2087769" y="373881"/>
                    <a:ext cx="431528" cy="461665"/>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r>
                            <a:rPr lang="en-US" altLang="zh-TW" sz="2400" b="0" i="1" smtClean="0">
                              <a:solidFill>
                                <a:schemeClr val="tx1"/>
                              </a:solidFill>
                              <a:latin typeface="Cambria Math" panose="02040503050406030204" pitchFamily="18" charset="0"/>
                              <a:cs typeface="Times New Roman" panose="02020603050405020304" pitchFamily="18" charset="0"/>
                            </a:rPr>
                            <m:t>5</m:t>
                          </m:r>
                        </m:oMath>
                      </m:oMathPara>
                    </a14:m>
                    <a:endParaRPr lang="zh-TW" altLang="en-US" sz="2400" dirty="0">
                      <a:solidFill>
                        <a:schemeClr val="tx1"/>
                      </a:solidFill>
                      <a:latin typeface="Times New Roman" panose="02020603050405020304" pitchFamily="18" charset="0"/>
                      <a:cs typeface="Times New Roman" panose="02020603050405020304" pitchFamily="18" charset="0"/>
                    </a:endParaRPr>
                  </a:p>
                </p:txBody>
              </p:sp>
            </mc:Choice>
            <mc:Fallback>
              <p:sp>
                <p:nvSpPr>
                  <p:cNvPr id="45" name="文字方塊 44">
                    <a:extLst>
                      <a:ext uri="{FF2B5EF4-FFF2-40B4-BE49-F238E27FC236}">
                        <a16:creationId xmlns:a16="http://schemas.microsoft.com/office/drawing/2014/main" id="{639CB93A-629D-4801-B4FA-AB9C7B61418F}"/>
                      </a:ext>
                    </a:extLst>
                  </p:cNvPr>
                  <p:cNvSpPr txBox="1">
                    <a:spLocks noRot="1" noChangeAspect="1" noMove="1" noResize="1" noEditPoints="1" noAdjustHandles="1" noChangeArrowheads="1" noChangeShapeType="1" noTextEdit="1"/>
                  </p:cNvSpPr>
                  <p:nvPr/>
                </p:nvSpPr>
                <p:spPr>
                  <a:xfrm>
                    <a:off x="2087769" y="373881"/>
                    <a:ext cx="431528" cy="461665"/>
                  </a:xfrm>
                  <a:prstGeom prst="rect">
                    <a:avLst/>
                  </a:prstGeom>
                  <a:blipFill>
                    <a:blip r:embed="rId35"/>
                    <a:stretch>
                      <a:fillRect/>
                    </a:stretch>
                  </a:blipFill>
                </p:spPr>
                <p:txBody>
                  <a:bodyPr/>
                  <a:lstStyle/>
                  <a:p>
                    <a:r>
                      <a:rPr lang="zh-TW" altLang="en-US">
                        <a:noFill/>
                      </a:rPr>
                      <a:t> </a:t>
                    </a:r>
                  </a:p>
                </p:txBody>
              </p:sp>
            </mc:Fallback>
          </mc:AlternateContent>
          <p:sp>
            <p:nvSpPr>
              <p:cNvPr id="47" name="文字方塊 46">
                <a:extLst>
                  <a:ext uri="{FF2B5EF4-FFF2-40B4-BE49-F238E27FC236}">
                    <a16:creationId xmlns:a16="http://schemas.microsoft.com/office/drawing/2014/main" id="{F09F7A7B-CE7D-4648-82F3-792F681A65E8}"/>
                  </a:ext>
                </a:extLst>
              </p:cNvPr>
              <p:cNvSpPr txBox="1"/>
              <p:nvPr/>
            </p:nvSpPr>
            <p:spPr>
              <a:xfrm>
                <a:off x="1747784" y="833327"/>
                <a:ext cx="431528" cy="461665"/>
              </a:xfrm>
              <a:prstGeom prst="rect">
                <a:avLst/>
              </a:prstGeom>
              <a:noFill/>
            </p:spPr>
            <p:txBody>
              <a:bodyPr wrap="square" rtlCol="0">
                <a:spAutoFit/>
              </a:bodyPr>
              <a:lstStyle/>
              <a:p>
                <a:r>
                  <a:rPr lang="en-US" altLang="zh-TW" sz="2400" b="0" dirty="0">
                    <a:solidFill>
                      <a:schemeClr val="tx1"/>
                    </a:solidFill>
                    <a:cs typeface="Times New Roman" panose="02020603050405020304" pitchFamily="18" charset="0"/>
                  </a:rPr>
                  <a:t>5</a:t>
                </a:r>
                <a:endParaRPr lang="zh-TW" altLang="en-US" sz="2400" dirty="0">
                  <a:solidFill>
                    <a:schemeClr val="tx1"/>
                  </a:solidFill>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49" name="文字方塊 48">
                    <a:extLst>
                      <a:ext uri="{FF2B5EF4-FFF2-40B4-BE49-F238E27FC236}">
                        <a16:creationId xmlns:a16="http://schemas.microsoft.com/office/drawing/2014/main" id="{CF31DB96-9111-4199-91C0-47548116506B}"/>
                      </a:ext>
                    </a:extLst>
                  </p:cNvPr>
                  <p:cNvSpPr txBox="1"/>
                  <p:nvPr/>
                </p:nvSpPr>
                <p:spPr>
                  <a:xfrm>
                    <a:off x="2087769" y="826349"/>
                    <a:ext cx="431528" cy="461665"/>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r>
                            <a:rPr lang="en-US" altLang="zh-TW" sz="2400" b="0" i="1" smtClean="0">
                              <a:solidFill>
                                <a:schemeClr val="tx1"/>
                              </a:solidFill>
                              <a:latin typeface="Cambria Math" panose="02040503050406030204" pitchFamily="18" charset="0"/>
                              <a:cs typeface="Times New Roman" panose="02020603050405020304" pitchFamily="18" charset="0"/>
                            </a:rPr>
                            <m:t>8</m:t>
                          </m:r>
                        </m:oMath>
                      </m:oMathPara>
                    </a14:m>
                    <a:endParaRPr lang="zh-TW" altLang="en-US" sz="2400" dirty="0">
                      <a:solidFill>
                        <a:schemeClr val="tx1"/>
                      </a:solidFill>
                      <a:latin typeface="Times New Roman" panose="02020603050405020304" pitchFamily="18" charset="0"/>
                      <a:cs typeface="Times New Roman" panose="02020603050405020304" pitchFamily="18" charset="0"/>
                    </a:endParaRPr>
                  </a:p>
                </p:txBody>
              </p:sp>
            </mc:Choice>
            <mc:Fallback>
              <p:sp>
                <p:nvSpPr>
                  <p:cNvPr id="49" name="文字方塊 48">
                    <a:extLst>
                      <a:ext uri="{FF2B5EF4-FFF2-40B4-BE49-F238E27FC236}">
                        <a16:creationId xmlns:a16="http://schemas.microsoft.com/office/drawing/2014/main" id="{CF31DB96-9111-4199-91C0-47548116506B}"/>
                      </a:ext>
                    </a:extLst>
                  </p:cNvPr>
                  <p:cNvSpPr txBox="1">
                    <a:spLocks noRot="1" noChangeAspect="1" noMove="1" noResize="1" noEditPoints="1" noAdjustHandles="1" noChangeArrowheads="1" noChangeShapeType="1" noTextEdit="1"/>
                  </p:cNvSpPr>
                  <p:nvPr/>
                </p:nvSpPr>
                <p:spPr>
                  <a:xfrm>
                    <a:off x="2087769" y="826349"/>
                    <a:ext cx="431528" cy="461665"/>
                  </a:xfrm>
                  <a:prstGeom prst="rect">
                    <a:avLst/>
                  </a:prstGeom>
                  <a:blipFill>
                    <a:blip r:embed="rId36"/>
                    <a:stretch>
                      <a:fillRect/>
                    </a:stretch>
                  </a:blipFill>
                </p:spPr>
                <p:txBody>
                  <a:bodyPr/>
                  <a:lstStyle/>
                  <a:p>
                    <a:r>
                      <a:rPr lang="zh-TW" altLang="en-US">
                        <a:noFill/>
                      </a:rPr>
                      <a:t> </a:t>
                    </a:r>
                  </a:p>
                </p:txBody>
              </p:sp>
            </mc:Fallback>
          </mc:AlternateContent>
        </p:grpSp>
        <p:cxnSp>
          <p:nvCxnSpPr>
            <p:cNvPr id="51" name="直線接點 50">
              <a:extLst>
                <a:ext uri="{FF2B5EF4-FFF2-40B4-BE49-F238E27FC236}">
                  <a16:creationId xmlns:a16="http://schemas.microsoft.com/office/drawing/2014/main" id="{17857939-397C-4201-84A9-97DC4CC92ADE}"/>
                </a:ext>
              </a:extLst>
            </p:cNvPr>
            <p:cNvCxnSpPr>
              <a:cxnSpLocks/>
            </p:cNvCxnSpPr>
            <p:nvPr/>
          </p:nvCxnSpPr>
          <p:spPr>
            <a:xfrm>
              <a:off x="5522454" y="3763227"/>
              <a:ext cx="157886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55" name="直線單箭頭接點 54">
            <a:extLst>
              <a:ext uri="{FF2B5EF4-FFF2-40B4-BE49-F238E27FC236}">
                <a16:creationId xmlns:a16="http://schemas.microsoft.com/office/drawing/2014/main" id="{74B2E552-33B5-4948-BA12-E5DFAD7A7F71}"/>
              </a:ext>
            </a:extLst>
          </p:cNvPr>
          <p:cNvCxnSpPr>
            <a:cxnSpLocks/>
          </p:cNvCxnSpPr>
          <p:nvPr/>
        </p:nvCxnSpPr>
        <p:spPr>
          <a:xfrm flipV="1">
            <a:off x="5521716" y="1282579"/>
            <a:ext cx="317500" cy="324052"/>
          </a:xfrm>
          <a:prstGeom prst="straightConnector1">
            <a:avLst/>
          </a:prstGeom>
          <a:noFill/>
          <a:ln w="28575">
            <a:solidFill>
              <a:srgbClr val="FF0000"/>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cxnSp>
      <p:cxnSp>
        <p:nvCxnSpPr>
          <p:cNvPr id="56" name="直線單箭頭接點 55">
            <a:extLst>
              <a:ext uri="{FF2B5EF4-FFF2-40B4-BE49-F238E27FC236}">
                <a16:creationId xmlns:a16="http://schemas.microsoft.com/office/drawing/2014/main" id="{8EA20F5D-22D3-4F89-94B9-A64B426BCC54}"/>
              </a:ext>
            </a:extLst>
          </p:cNvPr>
          <p:cNvCxnSpPr>
            <a:cxnSpLocks/>
          </p:cNvCxnSpPr>
          <p:nvPr/>
        </p:nvCxnSpPr>
        <p:spPr>
          <a:xfrm flipV="1">
            <a:off x="5864517" y="1282579"/>
            <a:ext cx="317500" cy="324052"/>
          </a:xfrm>
          <a:prstGeom prst="straightConnector1">
            <a:avLst/>
          </a:prstGeom>
          <a:noFill/>
          <a:ln w="28575">
            <a:solidFill>
              <a:srgbClr val="FF0000"/>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cxnSp>
      <mc:AlternateContent xmlns:mc="http://schemas.openxmlformats.org/markup-compatibility/2006">
        <mc:Choice xmlns:a14="http://schemas.microsoft.com/office/drawing/2010/main" Requires="a14">
          <p:sp>
            <p:nvSpPr>
              <p:cNvPr id="57" name="矩形 56">
                <a:extLst>
                  <a:ext uri="{FF2B5EF4-FFF2-40B4-BE49-F238E27FC236}">
                    <a16:creationId xmlns:a16="http://schemas.microsoft.com/office/drawing/2014/main" id="{D0DAB2DE-8060-4309-B547-01B06E2BCCB1}"/>
                  </a:ext>
                </a:extLst>
              </p:cNvPr>
              <p:cNvSpPr/>
              <p:nvPr/>
            </p:nvSpPr>
            <p:spPr>
              <a:xfrm>
                <a:off x="3168656" y="1994483"/>
                <a:ext cx="465191"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sz="2800" i="1">
                          <a:latin typeface="Cambria Math" panose="02040503050406030204" pitchFamily="18" charset="0"/>
                          <a:cs typeface="Times New Roman" panose="02020603050405020304" pitchFamily="18" charset="0"/>
                        </a:rPr>
                        <m:t>5</m:t>
                      </m:r>
                    </m:oMath>
                  </m:oMathPara>
                </a14:m>
                <a:endParaRPr lang="zh-TW" altLang="en-US" sz="2800" dirty="0"/>
              </a:p>
            </p:txBody>
          </p:sp>
        </mc:Choice>
        <mc:Fallback>
          <p:sp>
            <p:nvSpPr>
              <p:cNvPr id="57" name="矩形 56">
                <a:extLst>
                  <a:ext uri="{FF2B5EF4-FFF2-40B4-BE49-F238E27FC236}">
                    <a16:creationId xmlns:a16="http://schemas.microsoft.com/office/drawing/2014/main" id="{D0DAB2DE-8060-4309-B547-01B06E2BCCB1}"/>
                  </a:ext>
                </a:extLst>
              </p:cNvPr>
              <p:cNvSpPr>
                <a:spLocks noRot="1" noChangeAspect="1" noMove="1" noResize="1" noEditPoints="1" noAdjustHandles="1" noChangeArrowheads="1" noChangeShapeType="1" noTextEdit="1"/>
              </p:cNvSpPr>
              <p:nvPr/>
            </p:nvSpPr>
            <p:spPr>
              <a:xfrm>
                <a:off x="3168656" y="1994483"/>
                <a:ext cx="465191" cy="523220"/>
              </a:xfrm>
              <a:prstGeom prst="rect">
                <a:avLst/>
              </a:prstGeom>
              <a:blipFill>
                <a:blip r:embed="rId37"/>
                <a:stretch>
                  <a:fillRect/>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59" name="矩形 58">
                <a:extLst>
                  <a:ext uri="{FF2B5EF4-FFF2-40B4-BE49-F238E27FC236}">
                    <a16:creationId xmlns:a16="http://schemas.microsoft.com/office/drawing/2014/main" id="{4C33A594-E329-4556-B95F-05BDF4F82041}"/>
                  </a:ext>
                </a:extLst>
              </p:cNvPr>
              <p:cNvSpPr/>
              <p:nvPr/>
            </p:nvSpPr>
            <p:spPr>
              <a:xfrm>
                <a:off x="5764028" y="1994483"/>
                <a:ext cx="465191" cy="523220"/>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TW" sz="2800" i="1">
                          <a:latin typeface="Cambria Math" panose="02040503050406030204" pitchFamily="18" charset="0"/>
                          <a:cs typeface="Times New Roman" panose="02020603050405020304" pitchFamily="18" charset="0"/>
                        </a:rPr>
                        <m:t>8</m:t>
                      </m:r>
                    </m:oMath>
                  </m:oMathPara>
                </a14:m>
                <a:endParaRPr lang="zh-TW" altLang="en-US" sz="2800" dirty="0"/>
              </a:p>
            </p:txBody>
          </p:sp>
        </mc:Choice>
        <mc:Fallback>
          <p:sp>
            <p:nvSpPr>
              <p:cNvPr id="59" name="矩形 58">
                <a:extLst>
                  <a:ext uri="{FF2B5EF4-FFF2-40B4-BE49-F238E27FC236}">
                    <a16:creationId xmlns:a16="http://schemas.microsoft.com/office/drawing/2014/main" id="{4C33A594-E329-4556-B95F-05BDF4F82041}"/>
                  </a:ext>
                </a:extLst>
              </p:cNvPr>
              <p:cNvSpPr>
                <a:spLocks noRot="1" noChangeAspect="1" noMove="1" noResize="1" noEditPoints="1" noAdjustHandles="1" noChangeArrowheads="1" noChangeShapeType="1" noTextEdit="1"/>
              </p:cNvSpPr>
              <p:nvPr/>
            </p:nvSpPr>
            <p:spPr>
              <a:xfrm>
                <a:off x="5764028" y="1994483"/>
                <a:ext cx="465191" cy="523220"/>
              </a:xfrm>
              <a:prstGeom prst="rect">
                <a:avLst/>
              </a:prstGeom>
              <a:blipFill>
                <a:blip r:embed="rId38"/>
                <a:stretch>
                  <a:fillRect/>
                </a:stretch>
              </a:blipFill>
            </p:spPr>
            <p:txBody>
              <a:bodyPr/>
              <a:lstStyle/>
              <a:p>
                <a:r>
                  <a:rPr lang="zh-TW" altLang="en-US">
                    <a:noFill/>
                  </a:rPr>
                  <a:t> </a:t>
                </a:r>
              </a:p>
            </p:txBody>
          </p:sp>
        </mc:Fallback>
      </mc:AlternateContent>
      <p:grpSp>
        <p:nvGrpSpPr>
          <p:cNvPr id="60" name="群組 59">
            <a:extLst>
              <a:ext uri="{FF2B5EF4-FFF2-40B4-BE49-F238E27FC236}">
                <a16:creationId xmlns:a16="http://schemas.microsoft.com/office/drawing/2014/main" id="{CB59C572-BBB7-4F91-B73B-346BC9A57A4A}"/>
              </a:ext>
            </a:extLst>
          </p:cNvPr>
          <p:cNvGrpSpPr/>
          <p:nvPr/>
        </p:nvGrpSpPr>
        <p:grpSpPr>
          <a:xfrm>
            <a:off x="7649900" y="275342"/>
            <a:ext cx="1173006" cy="2202562"/>
            <a:chOff x="5498759" y="1951121"/>
            <a:chExt cx="1173006" cy="2202562"/>
          </a:xfrm>
        </p:grpSpPr>
        <p:grpSp>
          <p:nvGrpSpPr>
            <p:cNvPr id="61" name="群組 60">
              <a:extLst>
                <a:ext uri="{FF2B5EF4-FFF2-40B4-BE49-F238E27FC236}">
                  <a16:creationId xmlns:a16="http://schemas.microsoft.com/office/drawing/2014/main" id="{FE715A22-C688-4C34-9C07-B80EBAC1BA16}"/>
                </a:ext>
              </a:extLst>
            </p:cNvPr>
            <p:cNvGrpSpPr/>
            <p:nvPr/>
          </p:nvGrpSpPr>
          <p:grpSpPr>
            <a:xfrm>
              <a:off x="5498759" y="1951121"/>
              <a:ext cx="1173006" cy="2202562"/>
              <a:chOff x="1222442" y="-479659"/>
              <a:chExt cx="1173006" cy="2202562"/>
            </a:xfrm>
          </p:grpSpPr>
          <mc:AlternateContent xmlns:mc="http://schemas.openxmlformats.org/markup-compatibility/2006">
            <mc:Choice xmlns:a14="http://schemas.microsoft.com/office/drawing/2010/main" Requires="a14">
              <p:sp>
                <p:nvSpPr>
                  <p:cNvPr id="63" name="文字方塊 62">
                    <a:extLst>
                      <a:ext uri="{FF2B5EF4-FFF2-40B4-BE49-F238E27FC236}">
                        <a16:creationId xmlns:a16="http://schemas.microsoft.com/office/drawing/2014/main" id="{C22FB5C4-5875-4392-B1B8-D19065A7C792}"/>
                      </a:ext>
                    </a:extLst>
                  </p:cNvPr>
                  <p:cNvSpPr txBox="1"/>
                  <p:nvPr/>
                </p:nvSpPr>
                <p:spPr>
                  <a:xfrm>
                    <a:off x="1229360" y="1322793"/>
                    <a:ext cx="1166088"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000" i="1" smtClean="0">
                                  <a:solidFill>
                                    <a:schemeClr val="tx1"/>
                                  </a:solidFill>
                                  <a:latin typeface="Cambria Math" panose="02040503050406030204" pitchFamily="18" charset="0"/>
                                  <a:cs typeface="Times New Roman" panose="02020603050405020304" pitchFamily="18" charset="0"/>
                                </a:rPr>
                              </m:ctrlPr>
                            </m:sSubPr>
                            <m:e>
                              <m:r>
                                <m:rPr>
                                  <m:sty m:val="p"/>
                                </m:rPr>
                                <a:rPr lang="en-US" altLang="zh-TW" sz="2000" b="0" i="0" smtClean="0">
                                  <a:solidFill>
                                    <a:schemeClr val="tx1"/>
                                  </a:solidFill>
                                  <a:latin typeface="Cambria Math" panose="02040503050406030204" pitchFamily="18" charset="0"/>
                                  <a:cs typeface="Times New Roman" panose="02020603050405020304" pitchFamily="18" charset="0"/>
                                </a:rPr>
                                <m:t>P</m:t>
                              </m:r>
                            </m:e>
                            <m:sub>
                              <m:r>
                                <a:rPr lang="en-US" altLang="zh-TW" sz="2000" b="0" i="0">
                                  <a:solidFill>
                                    <a:schemeClr val="tx1"/>
                                  </a:solidFill>
                                  <a:latin typeface="Cambria Math" panose="02040503050406030204" pitchFamily="18" charset="0"/>
                                  <a:cs typeface="Times New Roman" panose="02020603050405020304" pitchFamily="18" charset="0"/>
                                </a:rPr>
                                <m:t>2</m:t>
                              </m:r>
                            </m:sub>
                          </m:sSub>
                          <m:sSub>
                            <m:sSubPr>
                              <m:ctrlPr>
                                <a:rPr lang="en-US" altLang="zh-TW" sz="2000" i="1" smtClean="0">
                                  <a:solidFill>
                                    <a:schemeClr val="tx1"/>
                                  </a:solidFill>
                                  <a:latin typeface="Cambria Math" panose="02040503050406030204" pitchFamily="18" charset="0"/>
                                  <a:cs typeface="Times New Roman" panose="02020603050405020304" pitchFamily="18" charset="0"/>
                                </a:rPr>
                              </m:ctrlPr>
                            </m:sSubPr>
                            <m:e>
                              <m:r>
                                <a:rPr lang="zh-TW" altLang="en-US" sz="2000" b="0" i="0">
                                  <a:solidFill>
                                    <a:schemeClr val="tx1"/>
                                  </a:solidFill>
                                  <a:latin typeface="Cambria Math" panose="02040503050406030204" pitchFamily="18" charset="0"/>
                                  <a:cs typeface="Times New Roman" panose="02020603050405020304" pitchFamily="18" charset="0"/>
                                </a:rPr>
                                <m:t>  </m:t>
                              </m:r>
                              <m:r>
                                <m:rPr>
                                  <m:sty m:val="p"/>
                                </m:rPr>
                                <a:rPr lang="en-US" altLang="zh-TW" sz="2000" b="0" i="0" smtClean="0">
                                  <a:solidFill>
                                    <a:schemeClr val="tx1"/>
                                  </a:solidFill>
                                  <a:latin typeface="Cambria Math" panose="02040503050406030204" pitchFamily="18" charset="0"/>
                                  <a:cs typeface="Times New Roman" panose="02020603050405020304" pitchFamily="18" charset="0"/>
                                </a:rPr>
                                <m:t>P</m:t>
                              </m:r>
                            </m:e>
                            <m:sub>
                              <m:r>
                                <a:rPr lang="en-US" altLang="zh-TW" sz="2000" b="0" i="0">
                                  <a:solidFill>
                                    <a:schemeClr val="tx1"/>
                                  </a:solidFill>
                                  <a:latin typeface="Cambria Math" panose="02040503050406030204" pitchFamily="18" charset="0"/>
                                  <a:cs typeface="Times New Roman" panose="02020603050405020304" pitchFamily="18" charset="0"/>
                                </a:rPr>
                                <m:t>3</m:t>
                              </m:r>
                            </m:sub>
                          </m:sSub>
                          <m:sSub>
                            <m:sSubPr>
                              <m:ctrlPr>
                                <a:rPr lang="en-US" altLang="zh-TW" sz="2000" i="1" smtClean="0">
                                  <a:solidFill>
                                    <a:schemeClr val="tx1"/>
                                  </a:solidFill>
                                  <a:latin typeface="Cambria Math" panose="02040503050406030204" pitchFamily="18" charset="0"/>
                                  <a:cs typeface="Times New Roman" panose="02020603050405020304" pitchFamily="18" charset="0"/>
                                </a:rPr>
                              </m:ctrlPr>
                            </m:sSubPr>
                            <m:e>
                              <m:r>
                                <a:rPr lang="zh-TW" altLang="en-US" sz="2000" b="0" i="0">
                                  <a:solidFill>
                                    <a:schemeClr val="tx1"/>
                                  </a:solidFill>
                                  <a:latin typeface="Cambria Math" panose="02040503050406030204" pitchFamily="18" charset="0"/>
                                  <a:cs typeface="Times New Roman" panose="02020603050405020304" pitchFamily="18" charset="0"/>
                                </a:rPr>
                                <m:t>  </m:t>
                              </m:r>
                              <m:r>
                                <m:rPr>
                                  <m:sty m:val="p"/>
                                </m:rPr>
                                <a:rPr lang="en-US" altLang="zh-TW" sz="2000" b="0" i="0" smtClean="0">
                                  <a:solidFill>
                                    <a:schemeClr val="tx1"/>
                                  </a:solidFill>
                                  <a:latin typeface="Cambria Math" panose="02040503050406030204" pitchFamily="18" charset="0"/>
                                  <a:cs typeface="Times New Roman" panose="02020603050405020304" pitchFamily="18" charset="0"/>
                                </a:rPr>
                                <m:t>P</m:t>
                              </m:r>
                            </m:e>
                            <m:sub>
                              <m:r>
                                <a:rPr lang="en-US" altLang="zh-TW" sz="2000" b="0" i="0">
                                  <a:solidFill>
                                    <a:schemeClr val="tx1"/>
                                  </a:solidFill>
                                  <a:latin typeface="Cambria Math" panose="02040503050406030204" pitchFamily="18" charset="0"/>
                                  <a:cs typeface="Times New Roman" panose="02020603050405020304" pitchFamily="18" charset="0"/>
                                </a:rPr>
                                <m:t>4</m:t>
                              </m:r>
                            </m:sub>
                          </m:sSub>
                        </m:oMath>
                      </m:oMathPara>
                    </a14:m>
                    <a:endParaRPr lang="zh-TW" altLang="en-US" sz="2000" dirty="0">
                      <a:solidFill>
                        <a:schemeClr val="tx1"/>
                      </a:solidFill>
                      <a:latin typeface="Times New Roman" panose="02020603050405020304" pitchFamily="18" charset="0"/>
                      <a:cs typeface="Times New Roman" panose="02020603050405020304" pitchFamily="18" charset="0"/>
                    </a:endParaRPr>
                  </a:p>
                </p:txBody>
              </p:sp>
            </mc:Choice>
            <mc:Fallback>
              <p:sp>
                <p:nvSpPr>
                  <p:cNvPr id="63" name="文字方塊 62">
                    <a:extLst>
                      <a:ext uri="{FF2B5EF4-FFF2-40B4-BE49-F238E27FC236}">
                        <a16:creationId xmlns:a16="http://schemas.microsoft.com/office/drawing/2014/main" id="{C22FB5C4-5875-4392-B1B8-D19065A7C792}"/>
                      </a:ext>
                    </a:extLst>
                  </p:cNvPr>
                  <p:cNvSpPr txBox="1">
                    <a:spLocks noRot="1" noChangeAspect="1" noMove="1" noResize="1" noEditPoints="1" noAdjustHandles="1" noChangeArrowheads="1" noChangeShapeType="1" noTextEdit="1"/>
                  </p:cNvSpPr>
                  <p:nvPr/>
                </p:nvSpPr>
                <p:spPr>
                  <a:xfrm>
                    <a:off x="1229360" y="1322793"/>
                    <a:ext cx="1166088" cy="400110"/>
                  </a:xfrm>
                  <a:prstGeom prst="rect">
                    <a:avLst/>
                  </a:prstGeom>
                  <a:blipFill>
                    <a:blip r:embed="rId39"/>
                    <a:stretch>
                      <a:fillRect b="-3077"/>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64" name="文字方塊 63">
                    <a:extLst>
                      <a:ext uri="{FF2B5EF4-FFF2-40B4-BE49-F238E27FC236}">
                        <a16:creationId xmlns:a16="http://schemas.microsoft.com/office/drawing/2014/main" id="{54E67118-C5B5-41B2-A9A6-A728F56C1E07}"/>
                      </a:ext>
                    </a:extLst>
                  </p:cNvPr>
                  <p:cNvSpPr txBox="1"/>
                  <p:nvPr/>
                </p:nvSpPr>
                <p:spPr>
                  <a:xfrm>
                    <a:off x="1231464" y="909422"/>
                    <a:ext cx="391453" cy="400110"/>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altLang="zh-TW" sz="2000" b="0" i="1" smtClean="0">
                              <a:solidFill>
                                <a:schemeClr val="tx1"/>
                              </a:solidFill>
                              <a:latin typeface="Cambria Math" panose="02040503050406030204" pitchFamily="18" charset="0"/>
                              <a:cs typeface="Times New Roman" panose="02020603050405020304" pitchFamily="18" charset="0"/>
                            </a:rPr>
                            <m:t>6</m:t>
                          </m:r>
                        </m:oMath>
                      </m:oMathPara>
                    </a14:m>
                    <a:endParaRPr lang="zh-TW" altLang="en-US" sz="2000" dirty="0">
                      <a:solidFill>
                        <a:schemeClr val="tx1"/>
                      </a:solidFill>
                      <a:latin typeface="Times New Roman" panose="02020603050405020304" pitchFamily="18" charset="0"/>
                      <a:cs typeface="Times New Roman" panose="02020603050405020304" pitchFamily="18" charset="0"/>
                    </a:endParaRPr>
                  </a:p>
                </p:txBody>
              </p:sp>
            </mc:Choice>
            <mc:Fallback>
              <p:sp>
                <p:nvSpPr>
                  <p:cNvPr id="64" name="文字方塊 63">
                    <a:extLst>
                      <a:ext uri="{FF2B5EF4-FFF2-40B4-BE49-F238E27FC236}">
                        <a16:creationId xmlns:a16="http://schemas.microsoft.com/office/drawing/2014/main" id="{54E67118-C5B5-41B2-A9A6-A728F56C1E07}"/>
                      </a:ext>
                    </a:extLst>
                  </p:cNvPr>
                  <p:cNvSpPr txBox="1">
                    <a:spLocks noRot="1" noChangeAspect="1" noMove="1" noResize="1" noEditPoints="1" noAdjustHandles="1" noChangeArrowheads="1" noChangeShapeType="1" noTextEdit="1"/>
                  </p:cNvSpPr>
                  <p:nvPr/>
                </p:nvSpPr>
                <p:spPr>
                  <a:xfrm>
                    <a:off x="1231464" y="909422"/>
                    <a:ext cx="391453" cy="400110"/>
                  </a:xfrm>
                  <a:prstGeom prst="rect">
                    <a:avLst/>
                  </a:prstGeom>
                  <a:blipFill>
                    <a:blip r:embed="rId40"/>
                    <a:stretch>
                      <a:fillRect/>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65" name="文字方塊 64">
                    <a:extLst>
                      <a:ext uri="{FF2B5EF4-FFF2-40B4-BE49-F238E27FC236}">
                        <a16:creationId xmlns:a16="http://schemas.microsoft.com/office/drawing/2014/main" id="{503E65B5-FBF7-43EF-9E42-E915A87C96D2}"/>
                      </a:ext>
                    </a:extLst>
                  </p:cNvPr>
                  <p:cNvSpPr txBox="1"/>
                  <p:nvPr/>
                </p:nvSpPr>
                <p:spPr>
                  <a:xfrm>
                    <a:off x="1222442" y="547338"/>
                    <a:ext cx="391453" cy="400110"/>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altLang="zh-TW" sz="2000" b="0" i="1" smtClean="0">
                              <a:solidFill>
                                <a:schemeClr val="tx1"/>
                              </a:solidFill>
                              <a:latin typeface="Cambria Math" panose="02040503050406030204" pitchFamily="18" charset="0"/>
                              <a:cs typeface="Times New Roman" panose="02020603050405020304" pitchFamily="18" charset="0"/>
                            </a:rPr>
                            <m:t>4</m:t>
                          </m:r>
                        </m:oMath>
                      </m:oMathPara>
                    </a14:m>
                    <a:endParaRPr lang="zh-TW" altLang="en-US" sz="2000" dirty="0">
                      <a:solidFill>
                        <a:schemeClr val="tx1"/>
                      </a:solidFill>
                      <a:latin typeface="Times New Roman" panose="02020603050405020304" pitchFamily="18" charset="0"/>
                      <a:cs typeface="Times New Roman" panose="02020603050405020304" pitchFamily="18" charset="0"/>
                    </a:endParaRPr>
                  </a:p>
                </p:txBody>
              </p:sp>
            </mc:Choice>
            <mc:Fallback>
              <p:sp>
                <p:nvSpPr>
                  <p:cNvPr id="65" name="文字方塊 64">
                    <a:extLst>
                      <a:ext uri="{FF2B5EF4-FFF2-40B4-BE49-F238E27FC236}">
                        <a16:creationId xmlns:a16="http://schemas.microsoft.com/office/drawing/2014/main" id="{503E65B5-FBF7-43EF-9E42-E915A87C96D2}"/>
                      </a:ext>
                    </a:extLst>
                  </p:cNvPr>
                  <p:cNvSpPr txBox="1">
                    <a:spLocks noRot="1" noChangeAspect="1" noMove="1" noResize="1" noEditPoints="1" noAdjustHandles="1" noChangeArrowheads="1" noChangeShapeType="1" noTextEdit="1"/>
                  </p:cNvSpPr>
                  <p:nvPr/>
                </p:nvSpPr>
                <p:spPr>
                  <a:xfrm>
                    <a:off x="1222442" y="547338"/>
                    <a:ext cx="391453" cy="400110"/>
                  </a:xfrm>
                  <a:prstGeom prst="rect">
                    <a:avLst/>
                  </a:prstGeom>
                  <a:blipFill>
                    <a:blip r:embed="rId41"/>
                    <a:stretch>
                      <a:fillRect/>
                    </a:stretch>
                  </a:blipFill>
                </p:spPr>
                <p:txBody>
                  <a:bodyPr/>
                  <a:lstStyle/>
                  <a:p>
                    <a:r>
                      <a:rPr lang="zh-TW" altLang="en-US">
                        <a:noFill/>
                      </a:rPr>
                      <a:t> </a:t>
                    </a:r>
                  </a:p>
                </p:txBody>
              </p:sp>
            </mc:Fallback>
          </mc:AlternateContent>
          <p:sp>
            <p:nvSpPr>
              <p:cNvPr id="68" name="文字方塊 67">
                <a:extLst>
                  <a:ext uri="{FF2B5EF4-FFF2-40B4-BE49-F238E27FC236}">
                    <a16:creationId xmlns:a16="http://schemas.microsoft.com/office/drawing/2014/main" id="{C8D98951-FCE7-4743-9246-C5919D4DA015}"/>
                  </a:ext>
                </a:extLst>
              </p:cNvPr>
              <p:cNvSpPr txBox="1"/>
              <p:nvPr/>
            </p:nvSpPr>
            <p:spPr>
              <a:xfrm>
                <a:off x="1654717" y="548310"/>
                <a:ext cx="285028" cy="400110"/>
              </a:xfrm>
              <a:prstGeom prst="rect">
                <a:avLst/>
              </a:prstGeom>
              <a:noFill/>
            </p:spPr>
            <p:txBody>
              <a:bodyPr wrap="square" rtlCol="0">
                <a:spAutoFit/>
              </a:bodyPr>
              <a:lstStyle/>
              <a:p>
                <a:r>
                  <a:rPr lang="en-US" altLang="zh-TW" sz="2000" b="0" dirty="0">
                    <a:solidFill>
                      <a:schemeClr val="tx1"/>
                    </a:solidFill>
                    <a:cs typeface="Times New Roman" panose="02020603050405020304" pitchFamily="18" charset="0"/>
                  </a:rPr>
                  <a:t>5</a:t>
                </a:r>
                <a:endParaRPr lang="zh-TW" altLang="en-US" sz="2000" dirty="0">
                  <a:solidFill>
                    <a:schemeClr val="tx1"/>
                  </a:solidFill>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69" name="文字方塊 68">
                    <a:extLst>
                      <a:ext uri="{FF2B5EF4-FFF2-40B4-BE49-F238E27FC236}">
                        <a16:creationId xmlns:a16="http://schemas.microsoft.com/office/drawing/2014/main" id="{AA57812D-B7D8-40C9-9E73-89BCFE3F991F}"/>
                      </a:ext>
                    </a:extLst>
                  </p:cNvPr>
                  <p:cNvSpPr txBox="1"/>
                  <p:nvPr/>
                </p:nvSpPr>
                <p:spPr>
                  <a:xfrm>
                    <a:off x="1939745" y="554807"/>
                    <a:ext cx="431528" cy="400110"/>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r>
                            <a:rPr lang="en-US" altLang="zh-TW" sz="2000" b="0" i="1" smtClean="0">
                              <a:solidFill>
                                <a:schemeClr val="tx1"/>
                              </a:solidFill>
                              <a:latin typeface="Cambria Math" panose="02040503050406030204" pitchFamily="18" charset="0"/>
                              <a:cs typeface="Times New Roman" panose="02020603050405020304" pitchFamily="18" charset="0"/>
                            </a:rPr>
                            <m:t>11</m:t>
                          </m:r>
                        </m:oMath>
                      </m:oMathPara>
                    </a14:m>
                    <a:endParaRPr lang="zh-TW" altLang="en-US" sz="2000" dirty="0">
                      <a:solidFill>
                        <a:schemeClr val="tx1"/>
                      </a:solidFill>
                      <a:latin typeface="Times New Roman" panose="02020603050405020304" pitchFamily="18" charset="0"/>
                      <a:cs typeface="Times New Roman" panose="02020603050405020304" pitchFamily="18" charset="0"/>
                    </a:endParaRPr>
                  </a:p>
                </p:txBody>
              </p:sp>
            </mc:Choice>
            <mc:Fallback>
              <p:sp>
                <p:nvSpPr>
                  <p:cNvPr id="69" name="文字方塊 68">
                    <a:extLst>
                      <a:ext uri="{FF2B5EF4-FFF2-40B4-BE49-F238E27FC236}">
                        <a16:creationId xmlns:a16="http://schemas.microsoft.com/office/drawing/2014/main" id="{AA57812D-B7D8-40C9-9E73-89BCFE3F991F}"/>
                      </a:ext>
                    </a:extLst>
                  </p:cNvPr>
                  <p:cNvSpPr txBox="1">
                    <a:spLocks noRot="1" noChangeAspect="1" noMove="1" noResize="1" noEditPoints="1" noAdjustHandles="1" noChangeArrowheads="1" noChangeShapeType="1" noTextEdit="1"/>
                  </p:cNvSpPr>
                  <p:nvPr/>
                </p:nvSpPr>
                <p:spPr>
                  <a:xfrm>
                    <a:off x="1939745" y="554807"/>
                    <a:ext cx="431528" cy="400110"/>
                  </a:xfrm>
                  <a:prstGeom prst="rect">
                    <a:avLst/>
                  </a:prstGeom>
                  <a:blipFill>
                    <a:blip r:embed="rId42"/>
                    <a:stretch>
                      <a:fillRect r="-7143"/>
                    </a:stretch>
                  </a:blipFill>
                </p:spPr>
                <p:txBody>
                  <a:bodyPr/>
                  <a:lstStyle/>
                  <a:p>
                    <a:r>
                      <a:rPr lang="zh-TW" altLang="en-US">
                        <a:noFill/>
                      </a:rPr>
                      <a:t> </a:t>
                    </a:r>
                  </a:p>
                </p:txBody>
              </p:sp>
            </mc:Fallback>
          </mc:AlternateContent>
          <p:sp>
            <p:nvSpPr>
              <p:cNvPr id="70" name="文字方塊 69">
                <a:extLst>
                  <a:ext uri="{FF2B5EF4-FFF2-40B4-BE49-F238E27FC236}">
                    <a16:creationId xmlns:a16="http://schemas.microsoft.com/office/drawing/2014/main" id="{3130B023-B4DA-4031-8290-E3F582E900A4}"/>
                  </a:ext>
                </a:extLst>
              </p:cNvPr>
              <p:cNvSpPr txBox="1"/>
              <p:nvPr/>
            </p:nvSpPr>
            <p:spPr>
              <a:xfrm>
                <a:off x="1629202" y="916053"/>
                <a:ext cx="431528" cy="400110"/>
              </a:xfrm>
              <a:prstGeom prst="rect">
                <a:avLst/>
              </a:prstGeom>
              <a:noFill/>
            </p:spPr>
            <p:txBody>
              <a:bodyPr wrap="square" rtlCol="0">
                <a:spAutoFit/>
              </a:bodyPr>
              <a:lstStyle/>
              <a:p>
                <a:r>
                  <a:rPr lang="en-US" altLang="zh-TW" sz="2000" b="0" dirty="0">
                    <a:solidFill>
                      <a:schemeClr val="tx1"/>
                    </a:solidFill>
                    <a:cs typeface="Times New Roman" panose="02020603050405020304" pitchFamily="18" charset="0"/>
                  </a:rPr>
                  <a:t>7</a:t>
                </a:r>
                <a:endParaRPr lang="zh-TW" altLang="en-US" sz="2000" dirty="0">
                  <a:solidFill>
                    <a:schemeClr val="tx1"/>
                  </a:solidFill>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71" name="文字方塊 70">
                    <a:extLst>
                      <a:ext uri="{FF2B5EF4-FFF2-40B4-BE49-F238E27FC236}">
                        <a16:creationId xmlns:a16="http://schemas.microsoft.com/office/drawing/2014/main" id="{64C1FB34-473D-47FF-A16D-0B93773448F9}"/>
                      </a:ext>
                    </a:extLst>
                  </p:cNvPr>
                  <p:cNvSpPr txBox="1"/>
                  <p:nvPr/>
                </p:nvSpPr>
                <p:spPr>
                  <a:xfrm>
                    <a:off x="1939745" y="920791"/>
                    <a:ext cx="431528" cy="400110"/>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r>
                            <a:rPr lang="en-US" altLang="zh-TW" sz="2000" b="0" i="1" smtClean="0">
                              <a:solidFill>
                                <a:schemeClr val="tx1"/>
                              </a:solidFill>
                              <a:latin typeface="Cambria Math" panose="02040503050406030204" pitchFamily="18" charset="0"/>
                              <a:cs typeface="Times New Roman" panose="02020603050405020304" pitchFamily="18" charset="0"/>
                            </a:rPr>
                            <m:t>12</m:t>
                          </m:r>
                        </m:oMath>
                      </m:oMathPara>
                    </a14:m>
                    <a:endParaRPr lang="zh-TW" altLang="en-US" sz="2000" dirty="0">
                      <a:solidFill>
                        <a:schemeClr val="tx1"/>
                      </a:solidFill>
                      <a:latin typeface="Times New Roman" panose="02020603050405020304" pitchFamily="18" charset="0"/>
                      <a:cs typeface="Times New Roman" panose="02020603050405020304" pitchFamily="18" charset="0"/>
                    </a:endParaRPr>
                  </a:p>
                </p:txBody>
              </p:sp>
            </mc:Choice>
            <mc:Fallback>
              <p:sp>
                <p:nvSpPr>
                  <p:cNvPr id="71" name="文字方塊 70">
                    <a:extLst>
                      <a:ext uri="{FF2B5EF4-FFF2-40B4-BE49-F238E27FC236}">
                        <a16:creationId xmlns:a16="http://schemas.microsoft.com/office/drawing/2014/main" id="{64C1FB34-473D-47FF-A16D-0B93773448F9}"/>
                      </a:ext>
                    </a:extLst>
                  </p:cNvPr>
                  <p:cNvSpPr txBox="1">
                    <a:spLocks noRot="1" noChangeAspect="1" noMove="1" noResize="1" noEditPoints="1" noAdjustHandles="1" noChangeArrowheads="1" noChangeShapeType="1" noTextEdit="1"/>
                  </p:cNvSpPr>
                  <p:nvPr/>
                </p:nvSpPr>
                <p:spPr>
                  <a:xfrm>
                    <a:off x="1939745" y="920791"/>
                    <a:ext cx="431528" cy="400110"/>
                  </a:xfrm>
                  <a:prstGeom prst="rect">
                    <a:avLst/>
                  </a:prstGeom>
                  <a:blipFill>
                    <a:blip r:embed="rId43"/>
                    <a:stretch>
                      <a:fillRect r="-7143"/>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72" name="文字方塊 71">
                    <a:extLst>
                      <a:ext uri="{FF2B5EF4-FFF2-40B4-BE49-F238E27FC236}">
                        <a16:creationId xmlns:a16="http://schemas.microsoft.com/office/drawing/2014/main" id="{8412E4A9-A863-48C1-BD3D-B078CCDBBC22}"/>
                      </a:ext>
                    </a:extLst>
                  </p:cNvPr>
                  <p:cNvSpPr txBox="1"/>
                  <p:nvPr/>
                </p:nvSpPr>
                <p:spPr>
                  <a:xfrm>
                    <a:off x="1955052" y="-113675"/>
                    <a:ext cx="431528" cy="400110"/>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r>
                            <a:rPr lang="en-US" altLang="zh-TW" sz="2000" b="0" i="1" smtClean="0">
                              <a:solidFill>
                                <a:schemeClr val="tx1"/>
                              </a:solidFill>
                              <a:latin typeface="Cambria Math" panose="02040503050406030204" pitchFamily="18" charset="0"/>
                              <a:cs typeface="Times New Roman" panose="02020603050405020304" pitchFamily="18" charset="0"/>
                            </a:rPr>
                            <m:t>9</m:t>
                          </m:r>
                        </m:oMath>
                      </m:oMathPara>
                    </a14:m>
                    <a:endParaRPr lang="zh-TW" altLang="en-US" sz="2000" dirty="0">
                      <a:solidFill>
                        <a:schemeClr val="tx1"/>
                      </a:solidFill>
                      <a:latin typeface="Times New Roman" panose="02020603050405020304" pitchFamily="18" charset="0"/>
                      <a:cs typeface="Times New Roman" panose="02020603050405020304" pitchFamily="18" charset="0"/>
                    </a:endParaRPr>
                  </a:p>
                </p:txBody>
              </p:sp>
            </mc:Choice>
            <mc:Fallback>
              <p:sp>
                <p:nvSpPr>
                  <p:cNvPr id="72" name="文字方塊 71">
                    <a:extLst>
                      <a:ext uri="{FF2B5EF4-FFF2-40B4-BE49-F238E27FC236}">
                        <a16:creationId xmlns:a16="http://schemas.microsoft.com/office/drawing/2014/main" id="{8412E4A9-A863-48C1-BD3D-B078CCDBBC22}"/>
                      </a:ext>
                    </a:extLst>
                  </p:cNvPr>
                  <p:cNvSpPr txBox="1">
                    <a:spLocks noRot="1" noChangeAspect="1" noMove="1" noResize="1" noEditPoints="1" noAdjustHandles="1" noChangeArrowheads="1" noChangeShapeType="1" noTextEdit="1"/>
                  </p:cNvSpPr>
                  <p:nvPr/>
                </p:nvSpPr>
                <p:spPr>
                  <a:xfrm>
                    <a:off x="1955052" y="-113675"/>
                    <a:ext cx="431528" cy="400110"/>
                  </a:xfrm>
                  <a:prstGeom prst="rect">
                    <a:avLst/>
                  </a:prstGeom>
                  <a:blipFill>
                    <a:blip r:embed="rId44"/>
                    <a:stretch>
                      <a:fillRect/>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73" name="文字方塊 72">
                    <a:extLst>
                      <a:ext uri="{FF2B5EF4-FFF2-40B4-BE49-F238E27FC236}">
                        <a16:creationId xmlns:a16="http://schemas.microsoft.com/office/drawing/2014/main" id="{11A147B4-249B-4826-9ADA-3E09A11E46F4}"/>
                      </a:ext>
                    </a:extLst>
                  </p:cNvPr>
                  <p:cNvSpPr txBox="1"/>
                  <p:nvPr/>
                </p:nvSpPr>
                <p:spPr>
                  <a:xfrm>
                    <a:off x="1939745" y="205224"/>
                    <a:ext cx="431528" cy="400110"/>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r>
                            <a:rPr lang="en-US" altLang="zh-TW" sz="2000" b="0" i="1" smtClean="0">
                              <a:solidFill>
                                <a:schemeClr val="tx1"/>
                              </a:solidFill>
                              <a:latin typeface="Cambria Math" panose="02040503050406030204" pitchFamily="18" charset="0"/>
                              <a:cs typeface="Times New Roman" panose="02020603050405020304" pitchFamily="18" charset="0"/>
                            </a:rPr>
                            <m:t>10</m:t>
                          </m:r>
                        </m:oMath>
                      </m:oMathPara>
                    </a14:m>
                    <a:endParaRPr lang="zh-TW" altLang="en-US" sz="2000" dirty="0">
                      <a:solidFill>
                        <a:schemeClr val="tx1"/>
                      </a:solidFill>
                      <a:latin typeface="Times New Roman" panose="02020603050405020304" pitchFamily="18" charset="0"/>
                      <a:cs typeface="Times New Roman" panose="02020603050405020304" pitchFamily="18" charset="0"/>
                    </a:endParaRPr>
                  </a:p>
                </p:txBody>
              </p:sp>
            </mc:Choice>
            <mc:Fallback>
              <p:sp>
                <p:nvSpPr>
                  <p:cNvPr id="73" name="文字方塊 72">
                    <a:extLst>
                      <a:ext uri="{FF2B5EF4-FFF2-40B4-BE49-F238E27FC236}">
                        <a16:creationId xmlns:a16="http://schemas.microsoft.com/office/drawing/2014/main" id="{11A147B4-249B-4826-9ADA-3E09A11E46F4}"/>
                      </a:ext>
                    </a:extLst>
                  </p:cNvPr>
                  <p:cNvSpPr txBox="1">
                    <a:spLocks noRot="1" noChangeAspect="1" noMove="1" noResize="1" noEditPoints="1" noAdjustHandles="1" noChangeArrowheads="1" noChangeShapeType="1" noTextEdit="1"/>
                  </p:cNvSpPr>
                  <p:nvPr/>
                </p:nvSpPr>
                <p:spPr>
                  <a:xfrm>
                    <a:off x="1939745" y="205224"/>
                    <a:ext cx="431528" cy="400110"/>
                  </a:xfrm>
                  <a:prstGeom prst="rect">
                    <a:avLst/>
                  </a:prstGeom>
                  <a:blipFill>
                    <a:blip r:embed="rId45"/>
                    <a:stretch>
                      <a:fillRect r="-7143"/>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74" name="文字方塊 73">
                    <a:extLst>
                      <a:ext uri="{FF2B5EF4-FFF2-40B4-BE49-F238E27FC236}">
                        <a16:creationId xmlns:a16="http://schemas.microsoft.com/office/drawing/2014/main" id="{60244A6C-A5CF-4F05-A4E0-F4B2805C7BAA}"/>
                      </a:ext>
                    </a:extLst>
                  </p:cNvPr>
                  <p:cNvSpPr txBox="1"/>
                  <p:nvPr/>
                </p:nvSpPr>
                <p:spPr>
                  <a:xfrm>
                    <a:off x="1963920" y="-479659"/>
                    <a:ext cx="431528" cy="400110"/>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r>
                            <a:rPr lang="en-US" altLang="zh-TW" sz="2000" b="0" i="1" smtClean="0">
                              <a:solidFill>
                                <a:schemeClr val="tx1"/>
                              </a:solidFill>
                              <a:latin typeface="Cambria Math" panose="02040503050406030204" pitchFamily="18" charset="0"/>
                              <a:cs typeface="Times New Roman" panose="02020603050405020304" pitchFamily="18" charset="0"/>
                            </a:rPr>
                            <m:t>8</m:t>
                          </m:r>
                        </m:oMath>
                      </m:oMathPara>
                    </a14:m>
                    <a:endParaRPr lang="zh-TW" altLang="en-US" sz="2000" dirty="0">
                      <a:solidFill>
                        <a:schemeClr val="tx1"/>
                      </a:solidFill>
                      <a:latin typeface="Times New Roman" panose="02020603050405020304" pitchFamily="18" charset="0"/>
                      <a:cs typeface="Times New Roman" panose="02020603050405020304" pitchFamily="18" charset="0"/>
                    </a:endParaRPr>
                  </a:p>
                </p:txBody>
              </p:sp>
            </mc:Choice>
            <mc:Fallback>
              <p:sp>
                <p:nvSpPr>
                  <p:cNvPr id="74" name="文字方塊 73">
                    <a:extLst>
                      <a:ext uri="{FF2B5EF4-FFF2-40B4-BE49-F238E27FC236}">
                        <a16:creationId xmlns:a16="http://schemas.microsoft.com/office/drawing/2014/main" id="{60244A6C-A5CF-4F05-A4E0-F4B2805C7BAA}"/>
                      </a:ext>
                    </a:extLst>
                  </p:cNvPr>
                  <p:cNvSpPr txBox="1">
                    <a:spLocks noRot="1" noChangeAspect="1" noMove="1" noResize="1" noEditPoints="1" noAdjustHandles="1" noChangeArrowheads="1" noChangeShapeType="1" noTextEdit="1"/>
                  </p:cNvSpPr>
                  <p:nvPr/>
                </p:nvSpPr>
                <p:spPr>
                  <a:xfrm>
                    <a:off x="1963920" y="-479659"/>
                    <a:ext cx="431528" cy="400110"/>
                  </a:xfrm>
                  <a:prstGeom prst="rect">
                    <a:avLst/>
                  </a:prstGeom>
                  <a:blipFill>
                    <a:blip r:embed="rId46"/>
                    <a:stretch>
                      <a:fillRect/>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77" name="文字方塊 76">
                    <a:extLst>
                      <a:ext uri="{FF2B5EF4-FFF2-40B4-BE49-F238E27FC236}">
                        <a16:creationId xmlns:a16="http://schemas.microsoft.com/office/drawing/2014/main" id="{49DE9FEF-FD2F-4F54-97B4-28DC98BFF17D}"/>
                      </a:ext>
                    </a:extLst>
                  </p:cNvPr>
                  <p:cNvSpPr txBox="1"/>
                  <p:nvPr/>
                </p:nvSpPr>
                <p:spPr>
                  <a:xfrm>
                    <a:off x="1230542" y="221512"/>
                    <a:ext cx="391453" cy="400110"/>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altLang="zh-TW" sz="2000" b="0" i="1" smtClean="0">
                              <a:solidFill>
                                <a:schemeClr val="tx1"/>
                              </a:solidFill>
                              <a:latin typeface="Cambria Math" panose="02040503050406030204" pitchFamily="18" charset="0"/>
                              <a:cs typeface="Times New Roman" panose="02020603050405020304" pitchFamily="18" charset="0"/>
                            </a:rPr>
                            <m:t>3</m:t>
                          </m:r>
                        </m:oMath>
                      </m:oMathPara>
                    </a14:m>
                    <a:endParaRPr lang="zh-TW" altLang="en-US" sz="2000" dirty="0">
                      <a:solidFill>
                        <a:schemeClr val="tx1"/>
                      </a:solidFill>
                      <a:latin typeface="Times New Roman" panose="02020603050405020304" pitchFamily="18" charset="0"/>
                      <a:cs typeface="Times New Roman" panose="02020603050405020304" pitchFamily="18" charset="0"/>
                    </a:endParaRPr>
                  </a:p>
                </p:txBody>
              </p:sp>
            </mc:Choice>
            <mc:Fallback>
              <p:sp>
                <p:nvSpPr>
                  <p:cNvPr id="77" name="文字方塊 76">
                    <a:extLst>
                      <a:ext uri="{FF2B5EF4-FFF2-40B4-BE49-F238E27FC236}">
                        <a16:creationId xmlns:a16="http://schemas.microsoft.com/office/drawing/2014/main" id="{49DE9FEF-FD2F-4F54-97B4-28DC98BFF17D}"/>
                      </a:ext>
                    </a:extLst>
                  </p:cNvPr>
                  <p:cNvSpPr txBox="1">
                    <a:spLocks noRot="1" noChangeAspect="1" noMove="1" noResize="1" noEditPoints="1" noAdjustHandles="1" noChangeArrowheads="1" noChangeShapeType="1" noTextEdit="1"/>
                  </p:cNvSpPr>
                  <p:nvPr/>
                </p:nvSpPr>
                <p:spPr>
                  <a:xfrm>
                    <a:off x="1230542" y="221512"/>
                    <a:ext cx="391453" cy="400110"/>
                  </a:xfrm>
                  <a:prstGeom prst="rect">
                    <a:avLst/>
                  </a:prstGeom>
                  <a:blipFill>
                    <a:blip r:embed="rId47"/>
                    <a:stretch>
                      <a:fillRect/>
                    </a:stretch>
                  </a:blipFill>
                </p:spPr>
                <p:txBody>
                  <a:bodyPr/>
                  <a:lstStyle/>
                  <a:p>
                    <a:r>
                      <a:rPr lang="zh-TW" altLang="en-US">
                        <a:noFill/>
                      </a:rPr>
                      <a:t> </a:t>
                    </a:r>
                  </a:p>
                </p:txBody>
              </p:sp>
            </mc:Fallback>
          </mc:AlternateContent>
        </p:grpSp>
        <p:cxnSp>
          <p:nvCxnSpPr>
            <p:cNvPr id="62" name="直線接點 61">
              <a:extLst>
                <a:ext uri="{FF2B5EF4-FFF2-40B4-BE49-F238E27FC236}">
                  <a16:creationId xmlns:a16="http://schemas.microsoft.com/office/drawing/2014/main" id="{F54C6259-0EFE-404C-B178-5C28878B0C69}"/>
                </a:ext>
              </a:extLst>
            </p:cNvPr>
            <p:cNvCxnSpPr>
              <a:cxnSpLocks/>
            </p:cNvCxnSpPr>
            <p:nvPr/>
          </p:nvCxnSpPr>
          <p:spPr>
            <a:xfrm>
              <a:off x="5561613" y="3763227"/>
              <a:ext cx="1018237"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53" name="矩形 52">
            <a:extLst>
              <a:ext uri="{FF2B5EF4-FFF2-40B4-BE49-F238E27FC236}">
                <a16:creationId xmlns:a16="http://schemas.microsoft.com/office/drawing/2014/main" id="{5ACB602B-0A6C-4AF5-8EE1-FB78AB8797C7}"/>
              </a:ext>
            </a:extLst>
          </p:cNvPr>
          <p:cNvSpPr/>
          <p:nvPr/>
        </p:nvSpPr>
        <p:spPr>
          <a:xfrm>
            <a:off x="7689925" y="275342"/>
            <a:ext cx="1068967" cy="2265656"/>
          </a:xfrm>
          <a:prstGeom prst="rect">
            <a:avLst/>
          </a:pr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rgbClr val="FF0000"/>
              </a:solidFill>
            </a:endParaRPr>
          </a:p>
        </p:txBody>
      </p:sp>
      <p:cxnSp>
        <p:nvCxnSpPr>
          <p:cNvPr id="75" name="直線單箭頭接點 74">
            <a:extLst>
              <a:ext uri="{FF2B5EF4-FFF2-40B4-BE49-F238E27FC236}">
                <a16:creationId xmlns:a16="http://schemas.microsoft.com/office/drawing/2014/main" id="{BD2C2265-BC2E-47D1-8660-A88245ACD092}"/>
              </a:ext>
            </a:extLst>
          </p:cNvPr>
          <p:cNvCxnSpPr>
            <a:cxnSpLocks/>
          </p:cNvCxnSpPr>
          <p:nvPr/>
        </p:nvCxnSpPr>
        <p:spPr>
          <a:xfrm flipV="1">
            <a:off x="2602079" y="1299783"/>
            <a:ext cx="317500" cy="324052"/>
          </a:xfrm>
          <a:prstGeom prst="straightConnector1">
            <a:avLst/>
          </a:prstGeom>
          <a:noFill/>
          <a:ln w="28575">
            <a:solidFill>
              <a:srgbClr val="FF0000"/>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cxnSp>
      <mc:AlternateContent xmlns:mc="http://schemas.openxmlformats.org/markup-compatibility/2006">
        <mc:Choice xmlns:a14="http://schemas.microsoft.com/office/drawing/2010/main" Requires="a14">
          <p:sp>
            <p:nvSpPr>
              <p:cNvPr id="76" name="矩形 75">
                <a:extLst>
                  <a:ext uri="{FF2B5EF4-FFF2-40B4-BE49-F238E27FC236}">
                    <a16:creationId xmlns:a16="http://schemas.microsoft.com/office/drawing/2014/main" id="{5214168B-40FF-4429-9BD0-FBB921429563}"/>
                  </a:ext>
                </a:extLst>
              </p:cNvPr>
              <p:cNvSpPr/>
              <p:nvPr/>
            </p:nvSpPr>
            <p:spPr>
              <a:xfrm>
                <a:off x="2560289" y="1994483"/>
                <a:ext cx="465192"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sz="2800" b="0" i="1" smtClean="0">
                          <a:latin typeface="Cambria Math" panose="02040503050406030204" pitchFamily="18" charset="0"/>
                        </a:rPr>
                        <m:t>3</m:t>
                      </m:r>
                    </m:oMath>
                  </m:oMathPara>
                </a14:m>
                <a:endParaRPr lang="zh-TW" altLang="en-US" sz="2800" dirty="0"/>
              </a:p>
            </p:txBody>
          </p:sp>
        </mc:Choice>
        <mc:Fallback>
          <p:sp>
            <p:nvSpPr>
              <p:cNvPr id="76" name="矩形 75">
                <a:extLst>
                  <a:ext uri="{FF2B5EF4-FFF2-40B4-BE49-F238E27FC236}">
                    <a16:creationId xmlns:a16="http://schemas.microsoft.com/office/drawing/2014/main" id="{5214168B-40FF-4429-9BD0-FBB921429563}"/>
                  </a:ext>
                </a:extLst>
              </p:cNvPr>
              <p:cNvSpPr>
                <a:spLocks noRot="1" noChangeAspect="1" noMove="1" noResize="1" noEditPoints="1" noAdjustHandles="1" noChangeArrowheads="1" noChangeShapeType="1" noTextEdit="1"/>
              </p:cNvSpPr>
              <p:nvPr/>
            </p:nvSpPr>
            <p:spPr>
              <a:xfrm>
                <a:off x="2560289" y="1994483"/>
                <a:ext cx="465192" cy="523220"/>
              </a:xfrm>
              <a:prstGeom prst="rect">
                <a:avLst/>
              </a:prstGeom>
              <a:blipFill>
                <a:blip r:embed="rId48"/>
                <a:stretch>
                  <a:fillRect/>
                </a:stretch>
              </a:blipFill>
            </p:spPr>
            <p:txBody>
              <a:bodyPr/>
              <a:lstStyle/>
              <a:p>
                <a:r>
                  <a:rPr lang="zh-TW" altLang="en-US">
                    <a:noFill/>
                  </a:rPr>
                  <a:t> </a:t>
                </a:r>
              </a:p>
            </p:txBody>
          </p:sp>
        </mc:Fallback>
      </mc:AlternateContent>
      <p:sp>
        <p:nvSpPr>
          <p:cNvPr id="79" name="矩形 78">
            <a:extLst>
              <a:ext uri="{FF2B5EF4-FFF2-40B4-BE49-F238E27FC236}">
                <a16:creationId xmlns:a16="http://schemas.microsoft.com/office/drawing/2014/main" id="{8FCBA547-4000-4525-A9D2-0ADC0C83DE63}"/>
              </a:ext>
            </a:extLst>
          </p:cNvPr>
          <p:cNvSpPr/>
          <p:nvPr/>
        </p:nvSpPr>
        <p:spPr>
          <a:xfrm>
            <a:off x="4874864" y="315252"/>
            <a:ext cx="1656223" cy="369332"/>
          </a:xfrm>
          <a:prstGeom prst="rect">
            <a:avLst/>
          </a:prstGeom>
        </p:spPr>
        <p:txBody>
          <a:bodyPr wrap="none">
            <a:spAutoFit/>
          </a:bodyPr>
          <a:lstStyle/>
          <a:p>
            <a:r>
              <a:rPr lang="en-US" altLang="zh-TW" dirty="0">
                <a:solidFill>
                  <a:srgbClr val="0070C0"/>
                </a:solidFill>
                <a:latin typeface="Times New Roman" panose="02020603050405020304" pitchFamily="18" charset="0"/>
                <a:cs typeface="Times New Roman" panose="02020603050405020304" pitchFamily="18" charset="0"/>
              </a:rPr>
              <a:t>set n = 12, s = 4</a:t>
            </a:r>
            <a:endParaRPr lang="zh-TW" altLang="en-US" dirty="0"/>
          </a:p>
        </p:txBody>
      </p:sp>
    </p:spTree>
    <p:extLst>
      <p:ext uri="{BB962C8B-B14F-4D97-AF65-F5344CB8AC3E}">
        <p14:creationId xmlns:p14="http://schemas.microsoft.com/office/powerpoint/2010/main" val="30189418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21"/>
                                        </p:tgtEl>
                                        <p:attrNameLst>
                                          <p:attrName>style.visibility</p:attrName>
                                        </p:attrNameLst>
                                      </p:cBhvr>
                                      <p:to>
                                        <p:strVal val="visible"/>
                                      </p:to>
                                    </p:set>
                                    <p:animEffect transition="in" filter="fade">
                                      <p:cBhvr>
                                        <p:cTn id="11" dur="500"/>
                                        <p:tgtEl>
                                          <p:spTgt spid="21"/>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500"/>
                                        <p:tgtEl>
                                          <p:spTgt spid="23"/>
                                        </p:tgtEl>
                                      </p:cBhvr>
                                    </p:animEffect>
                                  </p:childTnLst>
                                </p:cTn>
                              </p:par>
                            </p:childTnLst>
                          </p:cTn>
                        </p:par>
                        <p:par>
                          <p:cTn id="15" fill="hold">
                            <p:stCondLst>
                              <p:cond delay="1000"/>
                            </p:stCondLst>
                            <p:childTnLst>
                              <p:par>
                                <p:cTn id="16" presetID="10" presetClass="entr" presetSubtype="0" fill="hold" nodeType="afterEffect">
                                  <p:stCondLst>
                                    <p:cond delay="0"/>
                                  </p:stCondLst>
                                  <p:childTnLst>
                                    <p:set>
                                      <p:cBhvr>
                                        <p:cTn id="17" dur="1" fill="hold">
                                          <p:stCondLst>
                                            <p:cond delay="0"/>
                                          </p:stCondLst>
                                        </p:cTn>
                                        <p:tgtEl>
                                          <p:spTgt spid="25"/>
                                        </p:tgtEl>
                                        <p:attrNameLst>
                                          <p:attrName>style.visibility</p:attrName>
                                        </p:attrNameLst>
                                      </p:cBhvr>
                                      <p:to>
                                        <p:strVal val="visible"/>
                                      </p:to>
                                    </p:set>
                                    <p:animEffect transition="in" filter="fade">
                                      <p:cBhvr>
                                        <p:cTn id="18" dur="500"/>
                                        <p:tgtEl>
                                          <p:spTgt spid="25"/>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9"/>
                                        </p:tgtEl>
                                        <p:attrNameLst>
                                          <p:attrName>style.visibility</p:attrName>
                                        </p:attrNameLst>
                                      </p:cBhvr>
                                      <p:to>
                                        <p:strVal val="visible"/>
                                      </p:to>
                                    </p:set>
                                    <p:animEffect transition="in" filter="fade">
                                      <p:cBhvr>
                                        <p:cTn id="21" dur="500"/>
                                        <p:tgtEl>
                                          <p:spTgt spid="39"/>
                                        </p:tgtEl>
                                      </p:cBhvr>
                                    </p:animEffect>
                                  </p:childTnLst>
                                </p:cTn>
                              </p:par>
                            </p:childTnLst>
                          </p:cTn>
                        </p:par>
                        <p:par>
                          <p:cTn id="22" fill="hold">
                            <p:stCondLst>
                              <p:cond delay="1500"/>
                            </p:stCondLst>
                            <p:childTnLst>
                              <p:par>
                                <p:cTn id="23" presetID="10" presetClass="entr" presetSubtype="0" fill="hold" nodeType="afterEffect">
                                  <p:stCondLst>
                                    <p:cond delay="0"/>
                                  </p:stCondLst>
                                  <p:childTnLst>
                                    <p:set>
                                      <p:cBhvr>
                                        <p:cTn id="24" dur="1" fill="hold">
                                          <p:stCondLst>
                                            <p:cond delay="0"/>
                                          </p:stCondLst>
                                        </p:cTn>
                                        <p:tgtEl>
                                          <p:spTgt spid="75"/>
                                        </p:tgtEl>
                                        <p:attrNameLst>
                                          <p:attrName>style.visibility</p:attrName>
                                        </p:attrNameLst>
                                      </p:cBhvr>
                                      <p:to>
                                        <p:strVal val="visible"/>
                                      </p:to>
                                    </p:set>
                                    <p:animEffect transition="in" filter="fade">
                                      <p:cBhvr>
                                        <p:cTn id="25" dur="500"/>
                                        <p:tgtEl>
                                          <p:spTgt spid="75"/>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76"/>
                                        </p:tgtEl>
                                        <p:attrNameLst>
                                          <p:attrName>style.visibility</p:attrName>
                                        </p:attrNameLst>
                                      </p:cBhvr>
                                      <p:to>
                                        <p:strVal val="visible"/>
                                      </p:to>
                                    </p:set>
                                    <p:animEffect transition="in" filter="fade">
                                      <p:cBhvr>
                                        <p:cTn id="28" dur="500"/>
                                        <p:tgtEl>
                                          <p:spTgt spid="76"/>
                                        </p:tgtEl>
                                      </p:cBhvr>
                                    </p:animEffect>
                                  </p:childTnLst>
                                </p:cTn>
                              </p:par>
                            </p:childTnLst>
                          </p:cTn>
                        </p:par>
                        <p:par>
                          <p:cTn id="29" fill="hold">
                            <p:stCondLst>
                              <p:cond delay="2000"/>
                            </p:stCondLst>
                            <p:childTnLst>
                              <p:par>
                                <p:cTn id="30" presetID="10" presetClass="entr" presetSubtype="0" fill="hold" nodeType="afterEffect">
                                  <p:stCondLst>
                                    <p:cond delay="0"/>
                                  </p:stCondLst>
                                  <p:childTnLst>
                                    <p:set>
                                      <p:cBhvr>
                                        <p:cTn id="31" dur="1" fill="hold">
                                          <p:stCondLst>
                                            <p:cond delay="0"/>
                                          </p:stCondLst>
                                        </p:cTn>
                                        <p:tgtEl>
                                          <p:spTgt spid="32"/>
                                        </p:tgtEl>
                                        <p:attrNameLst>
                                          <p:attrName>style.visibility</p:attrName>
                                        </p:attrNameLst>
                                      </p:cBhvr>
                                      <p:to>
                                        <p:strVal val="visible"/>
                                      </p:to>
                                    </p:set>
                                    <p:animEffect transition="in" filter="fade">
                                      <p:cBhvr>
                                        <p:cTn id="32" dur="500"/>
                                        <p:tgtEl>
                                          <p:spTgt spid="32"/>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26"/>
                                        </p:tgtEl>
                                        <p:attrNameLst>
                                          <p:attrName>style.visibility</p:attrName>
                                        </p:attrNameLst>
                                      </p:cBhvr>
                                      <p:to>
                                        <p:strVal val="visible"/>
                                      </p:to>
                                    </p:set>
                                    <p:animEffect transition="in" filter="fade">
                                      <p:cBhvr>
                                        <p:cTn id="35" dur="500"/>
                                        <p:tgtEl>
                                          <p:spTgt spid="26"/>
                                        </p:tgtEl>
                                      </p:cBhvr>
                                    </p:animEffect>
                                  </p:childTnLst>
                                </p:cTn>
                              </p:par>
                            </p:childTnLst>
                          </p:cTn>
                        </p:par>
                        <p:par>
                          <p:cTn id="36" fill="hold">
                            <p:stCondLst>
                              <p:cond delay="2500"/>
                            </p:stCondLst>
                            <p:childTnLst>
                              <p:par>
                                <p:cTn id="37" presetID="10" presetClass="entr" presetSubtype="0" fill="hold" nodeType="afterEffect">
                                  <p:stCondLst>
                                    <p:cond delay="0"/>
                                  </p:stCondLst>
                                  <p:childTnLst>
                                    <p:set>
                                      <p:cBhvr>
                                        <p:cTn id="38" dur="1" fill="hold">
                                          <p:stCondLst>
                                            <p:cond delay="0"/>
                                          </p:stCondLst>
                                        </p:cTn>
                                        <p:tgtEl>
                                          <p:spTgt spid="33"/>
                                        </p:tgtEl>
                                        <p:attrNameLst>
                                          <p:attrName>style.visibility</p:attrName>
                                        </p:attrNameLst>
                                      </p:cBhvr>
                                      <p:to>
                                        <p:strVal val="visible"/>
                                      </p:to>
                                    </p:set>
                                    <p:animEffect transition="in" filter="fade">
                                      <p:cBhvr>
                                        <p:cTn id="39" dur="500"/>
                                        <p:tgtEl>
                                          <p:spTgt spid="33"/>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57"/>
                                        </p:tgtEl>
                                        <p:attrNameLst>
                                          <p:attrName>style.visibility</p:attrName>
                                        </p:attrNameLst>
                                      </p:cBhvr>
                                      <p:to>
                                        <p:strVal val="visible"/>
                                      </p:to>
                                    </p:set>
                                    <p:animEffect transition="in" filter="fade">
                                      <p:cBhvr>
                                        <p:cTn id="42" dur="500"/>
                                        <p:tgtEl>
                                          <p:spTgt spid="57"/>
                                        </p:tgtEl>
                                      </p:cBhvr>
                                    </p:animEffect>
                                  </p:childTnLst>
                                </p:cTn>
                              </p:par>
                            </p:childTnLst>
                          </p:cTn>
                        </p:par>
                        <p:par>
                          <p:cTn id="43" fill="hold">
                            <p:stCondLst>
                              <p:cond delay="3000"/>
                            </p:stCondLst>
                            <p:childTnLst>
                              <p:par>
                                <p:cTn id="44" presetID="10" presetClass="entr" presetSubtype="0" fill="hold" nodeType="afterEffect">
                                  <p:stCondLst>
                                    <p:cond delay="0"/>
                                  </p:stCondLst>
                                  <p:childTnLst>
                                    <p:set>
                                      <p:cBhvr>
                                        <p:cTn id="45" dur="1" fill="hold">
                                          <p:stCondLst>
                                            <p:cond delay="0"/>
                                          </p:stCondLst>
                                        </p:cTn>
                                        <p:tgtEl>
                                          <p:spTgt spid="34"/>
                                        </p:tgtEl>
                                        <p:attrNameLst>
                                          <p:attrName>style.visibility</p:attrName>
                                        </p:attrNameLst>
                                      </p:cBhvr>
                                      <p:to>
                                        <p:strVal val="visible"/>
                                      </p:to>
                                    </p:set>
                                    <p:animEffect transition="in" filter="fade">
                                      <p:cBhvr>
                                        <p:cTn id="46" dur="500"/>
                                        <p:tgtEl>
                                          <p:spTgt spid="34"/>
                                        </p:tgtEl>
                                      </p:cBhvr>
                                    </p:animEffect>
                                  </p:childTnLst>
                                </p:cTn>
                              </p:par>
                            </p:childTnLst>
                          </p:cTn>
                        </p:par>
                        <p:par>
                          <p:cTn id="47" fill="hold">
                            <p:stCondLst>
                              <p:cond delay="3500"/>
                            </p:stCondLst>
                            <p:childTnLst>
                              <p:par>
                                <p:cTn id="48" presetID="42" presetClass="path" presetSubtype="0" fill="hold" nodeType="afterEffect">
                                  <p:stCondLst>
                                    <p:cond delay="0"/>
                                  </p:stCondLst>
                                  <p:childTnLst>
                                    <p:animMotion origin="layout" path="M -3.05556E-6 4.07407E-6 L -0.00052 -0.05996 " pathEditMode="relative" rAng="0" ptsTypes="AA">
                                      <p:cBhvr>
                                        <p:cTn id="49" dur="500" fill="hold"/>
                                        <p:tgtEl>
                                          <p:spTgt spid="31"/>
                                        </p:tgtEl>
                                        <p:attrNameLst>
                                          <p:attrName>ppt_x</p:attrName>
                                          <p:attrName>ppt_y</p:attrName>
                                        </p:attrNameLst>
                                      </p:cBhvr>
                                      <p:rCtr x="-35" y="-3009"/>
                                    </p:animMotion>
                                  </p:childTnLst>
                                </p:cTn>
                              </p:par>
                            </p:childTnLst>
                          </p:cTn>
                        </p:par>
                        <p:par>
                          <p:cTn id="50" fill="hold">
                            <p:stCondLst>
                              <p:cond delay="4000"/>
                            </p:stCondLst>
                            <p:childTnLst>
                              <p:par>
                                <p:cTn id="51" presetID="10" presetClass="entr" presetSubtype="0" fill="hold" nodeType="afterEffect">
                                  <p:stCondLst>
                                    <p:cond delay="0"/>
                                  </p:stCondLst>
                                  <p:childTnLst>
                                    <p:set>
                                      <p:cBhvr>
                                        <p:cTn id="52" dur="1" fill="hold">
                                          <p:stCondLst>
                                            <p:cond delay="0"/>
                                          </p:stCondLst>
                                        </p:cTn>
                                        <p:tgtEl>
                                          <p:spTgt spid="35"/>
                                        </p:tgtEl>
                                        <p:attrNameLst>
                                          <p:attrName>style.visibility</p:attrName>
                                        </p:attrNameLst>
                                      </p:cBhvr>
                                      <p:to>
                                        <p:strVal val="visible"/>
                                      </p:to>
                                    </p:set>
                                    <p:animEffect transition="in" filter="fade">
                                      <p:cBhvr>
                                        <p:cTn id="53" dur="500"/>
                                        <p:tgtEl>
                                          <p:spTgt spid="35"/>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27"/>
                                        </p:tgtEl>
                                        <p:attrNameLst>
                                          <p:attrName>style.visibility</p:attrName>
                                        </p:attrNameLst>
                                      </p:cBhvr>
                                      <p:to>
                                        <p:strVal val="visible"/>
                                      </p:to>
                                    </p:set>
                                    <p:animEffect transition="in" filter="fade">
                                      <p:cBhvr>
                                        <p:cTn id="56" dur="500"/>
                                        <p:tgtEl>
                                          <p:spTgt spid="27"/>
                                        </p:tgtEl>
                                      </p:cBhvr>
                                    </p:animEffect>
                                  </p:childTnLst>
                                </p:cTn>
                              </p:par>
                            </p:childTnLst>
                          </p:cTn>
                        </p:par>
                        <p:par>
                          <p:cTn id="57" fill="hold">
                            <p:stCondLst>
                              <p:cond delay="4500"/>
                            </p:stCondLst>
                            <p:childTnLst>
                              <p:par>
                                <p:cTn id="58" presetID="10" presetClass="entr" presetSubtype="0" fill="hold" nodeType="afterEffect">
                                  <p:stCondLst>
                                    <p:cond delay="0"/>
                                  </p:stCondLst>
                                  <p:childTnLst>
                                    <p:set>
                                      <p:cBhvr>
                                        <p:cTn id="59" dur="1" fill="hold">
                                          <p:stCondLst>
                                            <p:cond delay="0"/>
                                          </p:stCondLst>
                                        </p:cTn>
                                        <p:tgtEl>
                                          <p:spTgt spid="36"/>
                                        </p:tgtEl>
                                        <p:attrNameLst>
                                          <p:attrName>style.visibility</p:attrName>
                                        </p:attrNameLst>
                                      </p:cBhvr>
                                      <p:to>
                                        <p:strVal val="visible"/>
                                      </p:to>
                                    </p:set>
                                    <p:animEffect transition="in" filter="fade">
                                      <p:cBhvr>
                                        <p:cTn id="60" dur="500"/>
                                        <p:tgtEl>
                                          <p:spTgt spid="36"/>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28"/>
                                        </p:tgtEl>
                                        <p:attrNameLst>
                                          <p:attrName>style.visibility</p:attrName>
                                        </p:attrNameLst>
                                      </p:cBhvr>
                                      <p:to>
                                        <p:strVal val="visible"/>
                                      </p:to>
                                    </p:set>
                                    <p:animEffect transition="in" filter="fade">
                                      <p:cBhvr>
                                        <p:cTn id="63" dur="500"/>
                                        <p:tgtEl>
                                          <p:spTgt spid="28"/>
                                        </p:tgtEl>
                                      </p:cBhvr>
                                    </p:animEffect>
                                  </p:childTnLst>
                                </p:cTn>
                              </p:par>
                            </p:childTnLst>
                          </p:cTn>
                        </p:par>
                        <p:par>
                          <p:cTn id="64" fill="hold">
                            <p:stCondLst>
                              <p:cond delay="5000"/>
                            </p:stCondLst>
                            <p:childTnLst>
                              <p:par>
                                <p:cTn id="65" presetID="10" presetClass="entr" presetSubtype="0" fill="hold" nodeType="afterEffect">
                                  <p:stCondLst>
                                    <p:cond delay="0"/>
                                  </p:stCondLst>
                                  <p:childTnLst>
                                    <p:set>
                                      <p:cBhvr>
                                        <p:cTn id="66" dur="1" fill="hold">
                                          <p:stCondLst>
                                            <p:cond delay="0"/>
                                          </p:stCondLst>
                                        </p:cTn>
                                        <p:tgtEl>
                                          <p:spTgt spid="37"/>
                                        </p:tgtEl>
                                        <p:attrNameLst>
                                          <p:attrName>style.visibility</p:attrName>
                                        </p:attrNameLst>
                                      </p:cBhvr>
                                      <p:to>
                                        <p:strVal val="visible"/>
                                      </p:to>
                                    </p:set>
                                    <p:animEffect transition="in" filter="fade">
                                      <p:cBhvr>
                                        <p:cTn id="67" dur="500"/>
                                        <p:tgtEl>
                                          <p:spTgt spid="37"/>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9"/>
                                        </p:tgtEl>
                                        <p:attrNameLst>
                                          <p:attrName>style.visibility</p:attrName>
                                        </p:attrNameLst>
                                      </p:cBhvr>
                                      <p:to>
                                        <p:strVal val="visible"/>
                                      </p:to>
                                    </p:set>
                                    <p:animEffect transition="in" filter="fade">
                                      <p:cBhvr>
                                        <p:cTn id="70" dur="500"/>
                                        <p:tgtEl>
                                          <p:spTgt spid="29"/>
                                        </p:tgtEl>
                                      </p:cBhvr>
                                    </p:animEffect>
                                  </p:childTnLst>
                                </p:cTn>
                              </p:par>
                            </p:childTnLst>
                          </p:cTn>
                        </p:par>
                        <p:par>
                          <p:cTn id="71" fill="hold">
                            <p:stCondLst>
                              <p:cond delay="5500"/>
                            </p:stCondLst>
                            <p:childTnLst>
                              <p:par>
                                <p:cTn id="72" presetID="10" presetClass="entr" presetSubtype="0" fill="hold" nodeType="afterEffect">
                                  <p:stCondLst>
                                    <p:cond delay="0"/>
                                  </p:stCondLst>
                                  <p:childTnLst>
                                    <p:set>
                                      <p:cBhvr>
                                        <p:cTn id="73" dur="1" fill="hold">
                                          <p:stCondLst>
                                            <p:cond delay="0"/>
                                          </p:stCondLst>
                                        </p:cTn>
                                        <p:tgtEl>
                                          <p:spTgt spid="55"/>
                                        </p:tgtEl>
                                        <p:attrNameLst>
                                          <p:attrName>style.visibility</p:attrName>
                                        </p:attrNameLst>
                                      </p:cBhvr>
                                      <p:to>
                                        <p:strVal val="visible"/>
                                      </p:to>
                                    </p:set>
                                    <p:animEffect transition="in" filter="fade">
                                      <p:cBhvr>
                                        <p:cTn id="74" dur="500"/>
                                        <p:tgtEl>
                                          <p:spTgt spid="55"/>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38"/>
                                        </p:tgtEl>
                                        <p:attrNameLst>
                                          <p:attrName>style.visibility</p:attrName>
                                        </p:attrNameLst>
                                      </p:cBhvr>
                                      <p:to>
                                        <p:strVal val="visible"/>
                                      </p:to>
                                    </p:set>
                                    <p:animEffect transition="in" filter="fade">
                                      <p:cBhvr>
                                        <p:cTn id="77" dur="500"/>
                                        <p:tgtEl>
                                          <p:spTgt spid="38"/>
                                        </p:tgtEl>
                                      </p:cBhvr>
                                    </p:animEffect>
                                  </p:childTnLst>
                                </p:cTn>
                              </p:par>
                            </p:childTnLst>
                          </p:cTn>
                        </p:par>
                        <p:par>
                          <p:cTn id="78" fill="hold">
                            <p:stCondLst>
                              <p:cond delay="6000"/>
                            </p:stCondLst>
                            <p:childTnLst>
                              <p:par>
                                <p:cTn id="79" presetID="10" presetClass="entr" presetSubtype="0" fill="hold" nodeType="afterEffect">
                                  <p:stCondLst>
                                    <p:cond delay="0"/>
                                  </p:stCondLst>
                                  <p:childTnLst>
                                    <p:set>
                                      <p:cBhvr>
                                        <p:cTn id="80" dur="1" fill="hold">
                                          <p:stCondLst>
                                            <p:cond delay="0"/>
                                          </p:stCondLst>
                                        </p:cTn>
                                        <p:tgtEl>
                                          <p:spTgt spid="56"/>
                                        </p:tgtEl>
                                        <p:attrNameLst>
                                          <p:attrName>style.visibility</p:attrName>
                                        </p:attrNameLst>
                                      </p:cBhvr>
                                      <p:to>
                                        <p:strVal val="visible"/>
                                      </p:to>
                                    </p:set>
                                    <p:animEffect transition="in" filter="fade">
                                      <p:cBhvr>
                                        <p:cTn id="81" dur="500"/>
                                        <p:tgtEl>
                                          <p:spTgt spid="56"/>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59"/>
                                        </p:tgtEl>
                                        <p:attrNameLst>
                                          <p:attrName>style.visibility</p:attrName>
                                        </p:attrNameLst>
                                      </p:cBhvr>
                                      <p:to>
                                        <p:strVal val="visible"/>
                                      </p:to>
                                    </p:set>
                                    <p:animEffect transition="in" filter="fade">
                                      <p:cBhvr>
                                        <p:cTn id="84" dur="500"/>
                                        <p:tgtEl>
                                          <p:spTgt spid="59"/>
                                        </p:tgtEl>
                                      </p:cBhvr>
                                    </p:animEffect>
                                  </p:childTnLst>
                                </p:cTn>
                              </p:par>
                            </p:childTnLst>
                          </p:cTn>
                        </p:par>
                      </p:childTnLst>
                    </p:cTn>
                  </p:par>
                  <p:par>
                    <p:cTn id="85" fill="hold">
                      <p:stCondLst>
                        <p:cond delay="indefinite"/>
                      </p:stCondLst>
                      <p:childTnLst>
                        <p:par>
                          <p:cTn id="86" fill="hold">
                            <p:stCondLst>
                              <p:cond delay="0"/>
                            </p:stCondLst>
                            <p:childTnLst>
                              <p:par>
                                <p:cTn id="87" presetID="10" presetClass="exit" presetSubtype="0" fill="hold" grpId="0" nodeType="clickEffect">
                                  <p:stCondLst>
                                    <p:cond delay="0"/>
                                  </p:stCondLst>
                                  <p:childTnLst>
                                    <p:animEffect transition="out" filter="fade">
                                      <p:cBhvr>
                                        <p:cTn id="88" dur="500"/>
                                        <p:tgtEl>
                                          <p:spTgt spid="53"/>
                                        </p:tgtEl>
                                      </p:cBhvr>
                                    </p:animEffect>
                                    <p:set>
                                      <p:cBhvr>
                                        <p:cTn id="89" dur="1" fill="hold">
                                          <p:stCondLst>
                                            <p:cond delay="499"/>
                                          </p:stCondLst>
                                        </p:cTn>
                                        <p:tgtEl>
                                          <p:spTgt spid="5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26" grpId="0"/>
      <p:bldP spid="27" grpId="0"/>
      <p:bldP spid="28" grpId="0"/>
      <p:bldP spid="29" grpId="0"/>
      <p:bldP spid="38" grpId="0"/>
      <p:bldP spid="39" grpId="0"/>
      <p:bldP spid="57" grpId="0"/>
      <p:bldP spid="59" grpId="0"/>
      <p:bldP spid="53" grpId="0" animBg="1"/>
      <p:bldP spid="76" grpId="0"/>
    </p:bldLst>
  </p:timing>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82" name="文字方塊 81">
                <a:extLst>
                  <a:ext uri="{FF2B5EF4-FFF2-40B4-BE49-F238E27FC236}">
                    <a16:creationId xmlns:a16="http://schemas.microsoft.com/office/drawing/2014/main" id="{F6707AA7-2D47-44A4-9293-401C14517F9C}"/>
                  </a:ext>
                </a:extLst>
              </p:cNvPr>
              <p:cNvSpPr txBox="1"/>
              <p:nvPr/>
            </p:nvSpPr>
            <p:spPr>
              <a:xfrm>
                <a:off x="7214392" y="2079073"/>
                <a:ext cx="479747"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000" i="1" smtClean="0">
                              <a:solidFill>
                                <a:schemeClr val="tx1"/>
                              </a:solidFill>
                              <a:latin typeface="Cambria Math" panose="02040503050406030204" pitchFamily="18" charset="0"/>
                              <a:cs typeface="Times New Roman" panose="02020603050405020304" pitchFamily="18" charset="0"/>
                            </a:rPr>
                          </m:ctrlPr>
                        </m:sSubPr>
                        <m:e>
                          <m:r>
                            <m:rPr>
                              <m:sty m:val="p"/>
                            </m:rPr>
                            <a:rPr lang="en-US" altLang="zh-TW" sz="2000" b="0" i="0" smtClean="0">
                              <a:solidFill>
                                <a:schemeClr val="tx1"/>
                              </a:solidFill>
                              <a:latin typeface="Cambria Math" panose="02040503050406030204" pitchFamily="18" charset="0"/>
                              <a:cs typeface="Times New Roman" panose="02020603050405020304" pitchFamily="18" charset="0"/>
                            </a:rPr>
                            <m:t>P</m:t>
                          </m:r>
                        </m:e>
                        <m:sub>
                          <m:r>
                            <a:rPr lang="en-US" altLang="zh-TW" sz="2000" b="0" i="1" smtClean="0">
                              <a:solidFill>
                                <a:schemeClr val="tx1"/>
                              </a:solidFill>
                              <a:latin typeface="Cambria Math" panose="02040503050406030204" pitchFamily="18" charset="0"/>
                              <a:cs typeface="Times New Roman" panose="02020603050405020304" pitchFamily="18" charset="0"/>
                            </a:rPr>
                            <m:t>3</m:t>
                          </m:r>
                        </m:sub>
                      </m:sSub>
                    </m:oMath>
                  </m:oMathPara>
                </a14:m>
                <a:endParaRPr lang="zh-TW" altLang="en-US" sz="2000" dirty="0">
                  <a:solidFill>
                    <a:schemeClr val="tx1"/>
                  </a:solidFill>
                  <a:latin typeface="Times New Roman" panose="02020603050405020304" pitchFamily="18" charset="0"/>
                  <a:cs typeface="Times New Roman" panose="02020603050405020304" pitchFamily="18" charset="0"/>
                </a:endParaRPr>
              </a:p>
            </p:txBody>
          </p:sp>
        </mc:Choice>
        <mc:Fallback>
          <p:sp>
            <p:nvSpPr>
              <p:cNvPr id="82" name="文字方塊 81">
                <a:extLst>
                  <a:ext uri="{FF2B5EF4-FFF2-40B4-BE49-F238E27FC236}">
                    <a16:creationId xmlns:a16="http://schemas.microsoft.com/office/drawing/2014/main" id="{F6707AA7-2D47-44A4-9293-401C14517F9C}"/>
                  </a:ext>
                </a:extLst>
              </p:cNvPr>
              <p:cNvSpPr txBox="1">
                <a:spLocks noRot="1" noChangeAspect="1" noMove="1" noResize="1" noEditPoints="1" noAdjustHandles="1" noChangeArrowheads="1" noChangeShapeType="1" noTextEdit="1"/>
              </p:cNvSpPr>
              <p:nvPr/>
            </p:nvSpPr>
            <p:spPr>
              <a:xfrm>
                <a:off x="7214392" y="2079073"/>
                <a:ext cx="479747" cy="400110"/>
              </a:xfrm>
              <a:prstGeom prst="rect">
                <a:avLst/>
              </a:prstGeom>
              <a:blipFill>
                <a:blip r:embed="rId2"/>
                <a:stretch>
                  <a:fillRect b="-1515"/>
                </a:stretch>
              </a:blipFill>
            </p:spPr>
            <p:txBody>
              <a:bodyPr/>
              <a:lstStyle/>
              <a:p>
                <a:r>
                  <a:rPr lang="zh-TW" altLang="en-US">
                    <a:noFill/>
                  </a:rPr>
                  <a:t> </a:t>
                </a:r>
              </a:p>
            </p:txBody>
          </p:sp>
        </mc:Fallback>
      </mc:AlternateContent>
      <p:sp>
        <p:nvSpPr>
          <p:cNvPr id="83" name="文字方塊 82">
            <a:extLst>
              <a:ext uri="{FF2B5EF4-FFF2-40B4-BE49-F238E27FC236}">
                <a16:creationId xmlns:a16="http://schemas.microsoft.com/office/drawing/2014/main" id="{601A20E0-A83A-4AB7-9B31-19A7A7B4188E}"/>
              </a:ext>
            </a:extLst>
          </p:cNvPr>
          <p:cNvSpPr txBox="1"/>
          <p:nvPr/>
        </p:nvSpPr>
        <p:spPr>
          <a:xfrm>
            <a:off x="7269930" y="1682639"/>
            <a:ext cx="409509" cy="400110"/>
          </a:xfrm>
          <a:prstGeom prst="rect">
            <a:avLst/>
          </a:prstGeom>
          <a:noFill/>
        </p:spPr>
        <p:txBody>
          <a:bodyPr wrap="square" rtlCol="0">
            <a:spAutoFit/>
          </a:bodyPr>
          <a:lstStyle/>
          <a:p>
            <a:r>
              <a:rPr lang="en-US" altLang="zh-TW" sz="2000" b="0" dirty="0">
                <a:solidFill>
                  <a:schemeClr val="tx1"/>
                </a:solidFill>
                <a:cs typeface="Times New Roman" panose="02020603050405020304" pitchFamily="18" charset="0"/>
              </a:rPr>
              <a:t>7</a:t>
            </a:r>
            <a:endParaRPr lang="zh-TW" altLang="en-US" sz="2000" dirty="0">
              <a:solidFill>
                <a:schemeClr val="tx1"/>
              </a:solidFill>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20" name="標題 1">
                <a:extLst>
                  <a:ext uri="{FF2B5EF4-FFF2-40B4-BE49-F238E27FC236}">
                    <a16:creationId xmlns:a16="http://schemas.microsoft.com/office/drawing/2014/main" id="{1687287B-8E67-4D7E-B41C-C5050E04C2F0}"/>
                  </a:ext>
                </a:extLst>
              </p:cNvPr>
              <p:cNvSpPr txBox="1">
                <a:spLocks/>
              </p:cNvSpPr>
              <p:nvPr/>
            </p:nvSpPr>
            <p:spPr>
              <a:xfrm>
                <a:off x="455591" y="1925526"/>
                <a:ext cx="6164120" cy="5833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14:m>
                  <m:oMathPara xmlns:m="http://schemas.openxmlformats.org/officeDocument/2006/math">
                    <m:oMathParaPr>
                      <m:jc m:val="left"/>
                    </m:oMathParaPr>
                    <m:oMath xmlns:m="http://schemas.openxmlformats.org/officeDocument/2006/math">
                      <m:sSub>
                        <m:sSubPr>
                          <m:ctrlPr>
                            <a:rPr lang="en-US" altLang="zh-TW" sz="2800" b="0" i="1" smtClean="0">
                              <a:latin typeface="Cambria Math" panose="02040503050406030204" pitchFamily="18" charset="0"/>
                              <a:cs typeface="Times New Roman" panose="02020603050405020304" pitchFamily="18" charset="0"/>
                            </a:rPr>
                          </m:ctrlPr>
                        </m:sSubPr>
                        <m:e>
                          <m:r>
                            <a:rPr lang="en-US" altLang="zh-TW" sz="2800" b="0" i="1" smtClean="0">
                              <a:latin typeface="Cambria Math" panose="02040503050406030204" pitchFamily="18" charset="0"/>
                              <a:cs typeface="Times New Roman" panose="02020603050405020304" pitchFamily="18" charset="0"/>
                            </a:rPr>
                            <m:t>𝜏</m:t>
                          </m:r>
                        </m:e>
                        <m:sub>
                          <m:r>
                            <a:rPr lang="en-US" altLang="zh-TW" sz="2800" b="0" i="1" smtClean="0">
                              <a:latin typeface="Cambria Math" panose="02040503050406030204" pitchFamily="18" charset="0"/>
                              <a:cs typeface="Times New Roman" panose="02020603050405020304" pitchFamily="18" charset="0"/>
                            </a:rPr>
                            <m:t>3</m:t>
                          </m:r>
                        </m:sub>
                      </m:sSub>
                      <m:r>
                        <a:rPr lang="en-US" altLang="zh-TW" sz="2800" b="0" i="1" smtClean="0">
                          <a:latin typeface="Cambria Math" panose="02040503050406030204" pitchFamily="18" charset="0"/>
                          <a:cs typeface="Times New Roman" panose="02020603050405020304" pitchFamily="18" charset="0"/>
                        </a:rPr>
                        <m:t>= &lt;</m:t>
                      </m:r>
                      <m:r>
                        <a:rPr lang="zh-TW" altLang="en-US" sz="2800" i="1" smtClean="0">
                          <a:latin typeface="Cambria Math" panose="02040503050406030204" pitchFamily="18" charset="0"/>
                          <a:cs typeface="Times New Roman" panose="02020603050405020304" pitchFamily="18" charset="0"/>
                        </a:rPr>
                        <m:t>　</m:t>
                      </m:r>
                      <m:r>
                        <a:rPr lang="zh-TW" altLang="en-US" sz="2800" i="1">
                          <a:latin typeface="Cambria Math" panose="02040503050406030204" pitchFamily="18" charset="0"/>
                          <a:cs typeface="Times New Roman" panose="02020603050405020304" pitchFamily="18" charset="0"/>
                        </a:rPr>
                        <m:t>　</m:t>
                      </m:r>
                      <m:r>
                        <a:rPr lang="zh-TW" altLang="en-US" sz="2800" i="1" smtClean="0">
                          <a:latin typeface="Cambria Math" panose="02040503050406030204" pitchFamily="18" charset="0"/>
                          <a:cs typeface="Times New Roman" panose="02020603050405020304" pitchFamily="18" charset="0"/>
                        </a:rPr>
                        <m:t>　</m:t>
                      </m:r>
                      <m:r>
                        <a:rPr lang="zh-TW" altLang="en-US" sz="2800" i="1">
                          <a:latin typeface="Cambria Math" panose="02040503050406030204" pitchFamily="18" charset="0"/>
                          <a:cs typeface="Times New Roman" panose="02020603050405020304" pitchFamily="18" charset="0"/>
                        </a:rPr>
                        <m:t>　</m:t>
                      </m:r>
                      <m:r>
                        <a:rPr lang="zh-TW" altLang="en-US" sz="2800" i="1" smtClean="0">
                          <a:latin typeface="Cambria Math" panose="02040503050406030204" pitchFamily="18" charset="0"/>
                          <a:cs typeface="Times New Roman" panose="02020603050405020304" pitchFamily="18" charset="0"/>
                        </a:rPr>
                        <m:t>　</m:t>
                      </m:r>
                      <m:r>
                        <a:rPr lang="zh-TW" altLang="en-US" sz="2800" i="1" smtClean="0">
                          <a:latin typeface="Cambria Math" panose="02040503050406030204" pitchFamily="18" charset="0"/>
                          <a:cs typeface="Times New Roman" panose="02020603050405020304" pitchFamily="18" charset="0"/>
                        </a:rPr>
                        <m:t>　</m:t>
                      </m:r>
                      <m:r>
                        <a:rPr lang="zh-TW" altLang="en-US" sz="2800" i="1">
                          <a:latin typeface="Cambria Math" panose="02040503050406030204" pitchFamily="18" charset="0"/>
                          <a:cs typeface="Times New Roman" panose="02020603050405020304" pitchFamily="18" charset="0"/>
                        </a:rPr>
                        <m:t>　</m:t>
                      </m:r>
                      <m:r>
                        <a:rPr lang="zh-TW" altLang="en-US" sz="2800" i="1" smtClean="0">
                          <a:latin typeface="Cambria Math" panose="02040503050406030204" pitchFamily="18" charset="0"/>
                          <a:cs typeface="Times New Roman" panose="02020603050405020304" pitchFamily="18" charset="0"/>
                        </a:rPr>
                        <m:t>　</m:t>
                      </m:r>
                      <m:r>
                        <a:rPr lang="zh-TW" altLang="en-US" sz="2800" i="1">
                          <a:latin typeface="Cambria Math" panose="02040503050406030204" pitchFamily="18" charset="0"/>
                          <a:cs typeface="Times New Roman" panose="02020603050405020304" pitchFamily="18" charset="0"/>
                        </a:rPr>
                        <m:t>　</m:t>
                      </m:r>
                      <m:r>
                        <a:rPr lang="en-US" altLang="zh-TW" sz="2800" b="0" i="1" smtClean="0">
                          <a:latin typeface="Cambria Math" panose="02040503050406030204" pitchFamily="18" charset="0"/>
                          <a:cs typeface="Times New Roman" panose="02020603050405020304" pitchFamily="18" charset="0"/>
                        </a:rPr>
                        <m:t>       </m:t>
                      </m:r>
                      <m:r>
                        <a:rPr lang="en-US" altLang="zh-TW" sz="2800" b="0" i="1" smtClean="0">
                          <a:latin typeface="Cambria Math" panose="02040503050406030204" pitchFamily="18" charset="0"/>
                          <a:cs typeface="Times New Roman" panose="02020603050405020304" pitchFamily="18" charset="0"/>
                        </a:rPr>
                        <m:t>&gt;</m:t>
                      </m:r>
                    </m:oMath>
                  </m:oMathPara>
                </a14:m>
                <a:endParaRPr lang="zh-TW" altLang="en-US" sz="2800" dirty="0">
                  <a:latin typeface="Times New Roman" panose="02020603050405020304" pitchFamily="18" charset="0"/>
                  <a:cs typeface="Times New Roman" panose="02020603050405020304" pitchFamily="18" charset="0"/>
                </a:endParaRPr>
              </a:p>
            </p:txBody>
          </p:sp>
        </mc:Choice>
        <mc:Fallback>
          <p:sp>
            <p:nvSpPr>
              <p:cNvPr id="20" name="標題 1">
                <a:extLst>
                  <a:ext uri="{FF2B5EF4-FFF2-40B4-BE49-F238E27FC236}">
                    <a16:creationId xmlns:a16="http://schemas.microsoft.com/office/drawing/2014/main" id="{1687287B-8E67-4D7E-B41C-C5050E04C2F0}"/>
                  </a:ext>
                </a:extLst>
              </p:cNvPr>
              <p:cNvSpPr txBox="1">
                <a:spLocks noRot="1" noChangeAspect="1" noMove="1" noResize="1" noEditPoints="1" noAdjustHandles="1" noChangeArrowheads="1" noChangeShapeType="1" noTextEdit="1"/>
              </p:cNvSpPr>
              <p:nvPr/>
            </p:nvSpPr>
            <p:spPr>
              <a:xfrm>
                <a:off x="455591" y="1925526"/>
                <a:ext cx="6164120" cy="583367"/>
              </a:xfrm>
              <a:prstGeom prst="rect">
                <a:avLst/>
              </a:prstGeom>
              <a:blipFill>
                <a:blip r:embed="rId3"/>
                <a:stretch>
                  <a:fillRect/>
                </a:stretch>
              </a:blipFill>
            </p:spPr>
            <p:txBody>
              <a:bodyPr/>
              <a:lstStyle/>
              <a:p>
                <a:r>
                  <a:rPr lang="zh-TW" altLang="en-US">
                    <a:noFill/>
                  </a:rPr>
                  <a:t> </a:t>
                </a:r>
              </a:p>
            </p:txBody>
          </p:sp>
        </mc:Fallback>
      </mc:AlternateContent>
      <p:sp>
        <p:nvSpPr>
          <p:cNvPr id="4" name="投影片編號版面配置區 3">
            <a:extLst>
              <a:ext uri="{FF2B5EF4-FFF2-40B4-BE49-F238E27FC236}">
                <a16:creationId xmlns:a16="http://schemas.microsoft.com/office/drawing/2014/main" id="{7F4D9D44-6606-42C2-BA3D-F1765E7EF123}"/>
              </a:ext>
            </a:extLst>
          </p:cNvPr>
          <p:cNvSpPr>
            <a:spLocks noGrp="1"/>
          </p:cNvSpPr>
          <p:nvPr>
            <p:ph type="sldNum" sz="quarter" idx="12"/>
          </p:nvPr>
        </p:nvSpPr>
        <p:spPr/>
        <p:txBody>
          <a:bodyPr/>
          <a:lstStyle/>
          <a:p>
            <a:fld id="{872633CA-77E0-4863-94F8-E28139DFB2B4}" type="slidenum">
              <a:rPr lang="zh-TW" altLang="en-US" smtClean="0"/>
              <a:t>24</a:t>
            </a:fld>
            <a:endParaRPr lang="zh-TW" altLang="en-US"/>
          </a:p>
        </p:txBody>
      </p:sp>
      <p:sp>
        <p:nvSpPr>
          <p:cNvPr id="5" name="標題 1">
            <a:extLst>
              <a:ext uri="{FF2B5EF4-FFF2-40B4-BE49-F238E27FC236}">
                <a16:creationId xmlns:a16="http://schemas.microsoft.com/office/drawing/2014/main" id="{5A46E66C-CC98-4C59-8C7A-FC35658B9B20}"/>
              </a:ext>
            </a:extLst>
          </p:cNvPr>
          <p:cNvSpPr txBox="1">
            <a:spLocks/>
          </p:cNvSpPr>
          <p:nvPr/>
        </p:nvSpPr>
        <p:spPr>
          <a:xfrm>
            <a:off x="471956" y="414725"/>
            <a:ext cx="7886700" cy="5833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3200" dirty="0">
                <a:latin typeface="Times New Roman" panose="02020603050405020304" pitchFamily="18" charset="0"/>
                <a:cs typeface="Times New Roman" panose="02020603050405020304" pitchFamily="18" charset="0"/>
              </a:rPr>
              <a:t>Step by step (Iteration 2)</a:t>
            </a:r>
            <a:endParaRPr lang="zh-TW" altLang="en-US" sz="3200" dirty="0">
              <a:latin typeface="Times New Roman" panose="02020603050405020304" pitchFamily="18" charset="0"/>
              <a:cs typeface="Times New Roman" panose="02020603050405020304" pitchFamily="18" charset="0"/>
            </a:endParaRPr>
          </a:p>
        </p:txBody>
      </p:sp>
      <p:pic>
        <p:nvPicPr>
          <p:cNvPr id="2" name="圖片 1">
            <a:extLst>
              <a:ext uri="{FF2B5EF4-FFF2-40B4-BE49-F238E27FC236}">
                <a16:creationId xmlns:a16="http://schemas.microsoft.com/office/drawing/2014/main" id="{10941936-47F8-4B33-9F4A-0929A1113553}"/>
              </a:ext>
            </a:extLst>
          </p:cNvPr>
          <p:cNvPicPr>
            <a:picLocks noChangeAspect="1"/>
          </p:cNvPicPr>
          <p:nvPr/>
        </p:nvPicPr>
        <p:blipFill>
          <a:blip r:embed="rId4"/>
          <a:stretch>
            <a:fillRect/>
          </a:stretch>
        </p:blipFill>
        <p:spPr>
          <a:xfrm>
            <a:off x="463658" y="3045469"/>
            <a:ext cx="7287744" cy="3526867"/>
          </a:xfrm>
          <a:prstGeom prst="rect">
            <a:avLst/>
          </a:prstGeom>
        </p:spPr>
      </p:pic>
      <p:sp>
        <p:nvSpPr>
          <p:cNvPr id="9" name="矩形: 圓角 8">
            <a:extLst>
              <a:ext uri="{FF2B5EF4-FFF2-40B4-BE49-F238E27FC236}">
                <a16:creationId xmlns:a16="http://schemas.microsoft.com/office/drawing/2014/main" id="{DCE01D28-1BC6-4FB2-B0E3-7A047ACD49DE}"/>
              </a:ext>
            </a:extLst>
          </p:cNvPr>
          <p:cNvSpPr/>
          <p:nvPr/>
        </p:nvSpPr>
        <p:spPr>
          <a:xfrm>
            <a:off x="7256252" y="1234673"/>
            <a:ext cx="342900" cy="1229143"/>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rgbClr val="FF0000"/>
              </a:solidFill>
            </a:endParaRPr>
          </a:p>
        </p:txBody>
      </p:sp>
      <mc:AlternateContent xmlns:mc="http://schemas.openxmlformats.org/markup-compatibility/2006">
        <mc:Choice xmlns:a14="http://schemas.microsoft.com/office/drawing/2010/main" Requires="a14">
          <p:sp>
            <p:nvSpPr>
              <p:cNvPr id="13" name="標題 1">
                <a:extLst>
                  <a:ext uri="{FF2B5EF4-FFF2-40B4-BE49-F238E27FC236}">
                    <a16:creationId xmlns:a16="http://schemas.microsoft.com/office/drawing/2014/main" id="{CF480C55-80E1-4321-832C-4E4BBBE39C18}"/>
                  </a:ext>
                </a:extLst>
              </p:cNvPr>
              <p:cNvSpPr txBox="1">
                <a:spLocks/>
              </p:cNvSpPr>
              <p:nvPr/>
            </p:nvSpPr>
            <p:spPr>
              <a:xfrm>
                <a:off x="455590" y="1198384"/>
                <a:ext cx="6247159" cy="5833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14:m>
                  <m:oMathPara xmlns:m="http://schemas.openxmlformats.org/officeDocument/2006/math">
                    <m:oMathParaPr>
                      <m:jc m:val="left"/>
                    </m:oMathParaPr>
                    <m:oMath xmlns:m="http://schemas.openxmlformats.org/officeDocument/2006/math">
                      <m:sSub>
                        <m:sSubPr>
                          <m:ctrlPr>
                            <a:rPr lang="en-US" altLang="zh-TW" sz="2800" b="0" i="1" smtClean="0">
                              <a:latin typeface="Cambria Math" panose="02040503050406030204" pitchFamily="18" charset="0"/>
                              <a:cs typeface="Times New Roman" panose="02020603050405020304" pitchFamily="18" charset="0"/>
                            </a:rPr>
                          </m:ctrlPr>
                        </m:sSubPr>
                        <m:e>
                          <m:r>
                            <a:rPr lang="en-US" altLang="zh-TW" sz="2800" b="0" i="1" smtClean="0">
                              <a:latin typeface="Cambria Math" panose="02040503050406030204" pitchFamily="18" charset="0"/>
                              <a:cs typeface="Times New Roman" panose="02020603050405020304" pitchFamily="18" charset="0"/>
                            </a:rPr>
                            <m:t>𝜏</m:t>
                          </m:r>
                        </m:e>
                        <m:sub>
                          <m:r>
                            <a:rPr lang="en-US" altLang="zh-TW" sz="2800" b="0" i="1" smtClean="0">
                              <a:latin typeface="Cambria Math" panose="02040503050406030204" pitchFamily="18" charset="0"/>
                              <a:cs typeface="Times New Roman" panose="02020603050405020304" pitchFamily="18" charset="0"/>
                            </a:rPr>
                            <m:t>2</m:t>
                          </m:r>
                        </m:sub>
                      </m:sSub>
                      <m:r>
                        <a:rPr lang="en-US" altLang="zh-TW" sz="2800" b="0" i="1" smtClean="0">
                          <a:latin typeface="Cambria Math" panose="02040503050406030204" pitchFamily="18" charset="0"/>
                          <a:cs typeface="Times New Roman" panose="02020603050405020304" pitchFamily="18" charset="0"/>
                        </a:rPr>
                        <m:t>= </m:t>
                      </m:r>
                      <m:r>
                        <a:rPr lang="en-US" altLang="zh-TW" sz="2800" b="0" i="1" smtClean="0">
                          <a:latin typeface="Cambria Math" panose="02040503050406030204" pitchFamily="18" charset="0"/>
                          <a:cs typeface="Times New Roman" panose="02020603050405020304" pitchFamily="18" charset="0"/>
                        </a:rPr>
                        <m:t>&lt;6</m:t>
                      </m:r>
                      <m:r>
                        <a:rPr lang="en-US" altLang="zh-TW" sz="2800" b="0" i="1" smtClean="0">
                          <a:latin typeface="Cambria Math" panose="02040503050406030204" pitchFamily="18" charset="0"/>
                          <a:cs typeface="Times New Roman" panose="02020603050405020304" pitchFamily="18" charset="0"/>
                        </a:rPr>
                        <m:t>, 4, </m:t>
                      </m:r>
                      <m:r>
                        <a:rPr lang="en-US" altLang="zh-TW" sz="2800" b="0" i="1" smtClean="0">
                          <a:latin typeface="Cambria Math" panose="02040503050406030204" pitchFamily="18" charset="0"/>
                          <a:cs typeface="Times New Roman" panose="02020603050405020304" pitchFamily="18" charset="0"/>
                        </a:rPr>
                        <m:t>3, 7</m:t>
                      </m:r>
                      <m:r>
                        <a:rPr lang="en-US" altLang="zh-TW" sz="2800" b="0" i="1" smtClean="0">
                          <a:latin typeface="Cambria Math" panose="02040503050406030204" pitchFamily="18" charset="0"/>
                          <a:cs typeface="Times New Roman" panose="02020603050405020304" pitchFamily="18" charset="0"/>
                        </a:rPr>
                        <m:t>, 5, </m:t>
                      </m:r>
                      <m:r>
                        <a:rPr lang="en-US" altLang="zh-TW" sz="2800" b="0" i="1" smtClean="0">
                          <a:latin typeface="Cambria Math" panose="02040503050406030204" pitchFamily="18" charset="0"/>
                          <a:cs typeface="Times New Roman" panose="02020603050405020304" pitchFamily="18" charset="0"/>
                        </a:rPr>
                        <m:t>12</m:t>
                      </m:r>
                      <m:r>
                        <a:rPr lang="en-US" altLang="zh-TW" sz="2800" b="0" i="1" smtClean="0">
                          <a:latin typeface="Cambria Math" panose="02040503050406030204" pitchFamily="18" charset="0"/>
                          <a:cs typeface="Times New Roman" panose="02020603050405020304" pitchFamily="18" charset="0"/>
                        </a:rPr>
                        <m:t>, </m:t>
                      </m:r>
                      <m:r>
                        <a:rPr lang="en-US" altLang="zh-TW" sz="2800" b="0" i="1" smtClean="0">
                          <a:latin typeface="Cambria Math" panose="02040503050406030204" pitchFamily="18" charset="0"/>
                          <a:cs typeface="Times New Roman" panose="02020603050405020304" pitchFamily="18" charset="0"/>
                        </a:rPr>
                        <m:t>11</m:t>
                      </m:r>
                      <m:r>
                        <a:rPr lang="en-US" altLang="zh-TW" sz="2800" b="0" i="1" smtClean="0">
                          <a:latin typeface="Cambria Math" panose="02040503050406030204" pitchFamily="18" charset="0"/>
                          <a:cs typeface="Times New Roman" panose="02020603050405020304" pitchFamily="18" charset="0"/>
                        </a:rPr>
                        <m:t>, </m:t>
                      </m:r>
                      <m:r>
                        <a:rPr lang="en-US" altLang="zh-TW" sz="2800" b="0" i="1" smtClean="0">
                          <a:latin typeface="Cambria Math" panose="02040503050406030204" pitchFamily="18" charset="0"/>
                          <a:cs typeface="Times New Roman" panose="02020603050405020304" pitchFamily="18" charset="0"/>
                        </a:rPr>
                        <m:t>10, 9, 8</m:t>
                      </m:r>
                      <m:r>
                        <a:rPr lang="en-US" altLang="zh-TW" sz="2800" b="0" i="1" smtClean="0">
                          <a:latin typeface="Cambria Math" panose="02040503050406030204" pitchFamily="18" charset="0"/>
                          <a:cs typeface="Times New Roman" panose="02020603050405020304" pitchFamily="18" charset="0"/>
                        </a:rPr>
                        <m:t>&gt;</m:t>
                      </m:r>
                    </m:oMath>
                  </m:oMathPara>
                </a14:m>
                <a:endParaRPr lang="zh-TW" altLang="en-US" sz="2800" dirty="0">
                  <a:latin typeface="Times New Roman" panose="02020603050405020304" pitchFamily="18" charset="0"/>
                  <a:cs typeface="Times New Roman" panose="02020603050405020304" pitchFamily="18" charset="0"/>
                </a:endParaRPr>
              </a:p>
            </p:txBody>
          </p:sp>
        </mc:Choice>
        <mc:Fallback>
          <p:sp>
            <p:nvSpPr>
              <p:cNvPr id="13" name="標題 1">
                <a:extLst>
                  <a:ext uri="{FF2B5EF4-FFF2-40B4-BE49-F238E27FC236}">
                    <a16:creationId xmlns:a16="http://schemas.microsoft.com/office/drawing/2014/main" id="{CF480C55-80E1-4321-832C-4E4BBBE39C18}"/>
                  </a:ext>
                </a:extLst>
              </p:cNvPr>
              <p:cNvSpPr txBox="1">
                <a:spLocks noRot="1" noChangeAspect="1" noMove="1" noResize="1" noEditPoints="1" noAdjustHandles="1" noChangeArrowheads="1" noChangeShapeType="1" noTextEdit="1"/>
              </p:cNvSpPr>
              <p:nvPr/>
            </p:nvSpPr>
            <p:spPr>
              <a:xfrm>
                <a:off x="455590" y="1198384"/>
                <a:ext cx="6247159" cy="583367"/>
              </a:xfrm>
              <a:prstGeom prst="rect">
                <a:avLst/>
              </a:prstGeom>
              <a:blipFill>
                <a:blip r:embed="rId5"/>
                <a:stretch>
                  <a:fillRect/>
                </a:stretch>
              </a:blipFill>
            </p:spPr>
            <p:txBody>
              <a:bodyPr/>
              <a:lstStyle/>
              <a:p>
                <a:r>
                  <a:rPr lang="zh-TW" altLang="en-US">
                    <a:noFill/>
                  </a:rPr>
                  <a:t> </a:t>
                </a:r>
              </a:p>
            </p:txBody>
          </p:sp>
        </mc:Fallback>
      </mc:AlternateContent>
      <p:grpSp>
        <p:nvGrpSpPr>
          <p:cNvPr id="31" name="群組 30">
            <a:extLst>
              <a:ext uri="{FF2B5EF4-FFF2-40B4-BE49-F238E27FC236}">
                <a16:creationId xmlns:a16="http://schemas.microsoft.com/office/drawing/2014/main" id="{99D3FE43-588B-40FA-9A8C-0FEBFFAFD0F1}"/>
              </a:ext>
            </a:extLst>
          </p:cNvPr>
          <p:cNvGrpSpPr/>
          <p:nvPr/>
        </p:nvGrpSpPr>
        <p:grpSpPr>
          <a:xfrm>
            <a:off x="6421055" y="1587634"/>
            <a:ext cx="717905" cy="523220"/>
            <a:chOff x="6190895" y="991029"/>
            <a:chExt cx="717905" cy="523220"/>
          </a:xfrm>
        </p:grpSpPr>
        <p:cxnSp>
          <p:nvCxnSpPr>
            <p:cNvPr id="10" name="直線單箭頭接點 9">
              <a:extLst>
                <a:ext uri="{FF2B5EF4-FFF2-40B4-BE49-F238E27FC236}">
                  <a16:creationId xmlns:a16="http://schemas.microsoft.com/office/drawing/2014/main" id="{E9E9704E-5414-4B07-A814-9EDD884A73FE}"/>
                </a:ext>
              </a:extLst>
            </p:cNvPr>
            <p:cNvCxnSpPr>
              <a:cxnSpLocks/>
            </p:cNvCxnSpPr>
            <p:nvPr/>
          </p:nvCxnSpPr>
          <p:spPr>
            <a:xfrm>
              <a:off x="6565900" y="1306760"/>
              <a:ext cx="342900" cy="0"/>
            </a:xfrm>
            <a:prstGeom prst="straightConnector1">
              <a:avLst/>
            </a:prstGeom>
            <a:noFill/>
            <a:ln w="28575">
              <a:solidFill>
                <a:srgbClr val="FF0000"/>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cxnSp>
        <mc:AlternateContent xmlns:mc="http://schemas.openxmlformats.org/markup-compatibility/2006" xmlns:a14="http://schemas.microsoft.com/office/drawing/2010/main">
          <mc:Choice Requires="a14">
            <p:sp>
              <p:nvSpPr>
                <p:cNvPr id="14" name="矩形 13">
                  <a:extLst>
                    <a:ext uri="{FF2B5EF4-FFF2-40B4-BE49-F238E27FC236}">
                      <a16:creationId xmlns:a16="http://schemas.microsoft.com/office/drawing/2014/main" id="{F5C27E8C-E866-4B5F-B16C-FB8C4FA3AF87}"/>
                    </a:ext>
                  </a:extLst>
                </p:cNvPr>
                <p:cNvSpPr/>
                <p:nvPr/>
              </p:nvSpPr>
              <p:spPr>
                <a:xfrm>
                  <a:off x="6190895" y="991029"/>
                  <a:ext cx="453842"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sz="2800" b="0" i="1" dirty="0" smtClean="0">
                            <a:solidFill>
                              <a:srgbClr val="FF0000"/>
                            </a:solidFill>
                            <a:latin typeface="Cambria Math" panose="02040503050406030204" pitchFamily="18" charset="0"/>
                            <a:cs typeface="Times New Roman" panose="02020603050405020304" pitchFamily="18" charset="0"/>
                          </a:rPr>
                          <m:t>𝑟</m:t>
                        </m:r>
                      </m:oMath>
                    </m:oMathPara>
                  </a14:m>
                  <a:endParaRPr lang="zh-TW" altLang="en-US" sz="2800" i="1" dirty="0">
                    <a:solidFill>
                      <a:srgbClr val="FF0000"/>
                    </a:solidFill>
                    <a:latin typeface="Times New Roman" panose="02020603050405020304" pitchFamily="18" charset="0"/>
                    <a:cs typeface="Times New Roman" panose="02020603050405020304" pitchFamily="18" charset="0"/>
                  </a:endParaRPr>
                </a:p>
              </p:txBody>
            </p:sp>
          </mc:Choice>
          <mc:Fallback xmlns="">
            <p:sp>
              <p:nvSpPr>
                <p:cNvPr id="14" name="矩形 13">
                  <a:extLst>
                    <a:ext uri="{FF2B5EF4-FFF2-40B4-BE49-F238E27FC236}">
                      <a16:creationId xmlns:a16="http://schemas.microsoft.com/office/drawing/2014/main" id="{F5C27E8C-E866-4B5F-B16C-FB8C4FA3AF87}"/>
                    </a:ext>
                  </a:extLst>
                </p:cNvPr>
                <p:cNvSpPr>
                  <a:spLocks noRot="1" noChangeAspect="1" noMove="1" noResize="1" noEditPoints="1" noAdjustHandles="1" noChangeArrowheads="1" noChangeShapeType="1" noTextEdit="1"/>
                </p:cNvSpPr>
                <p:nvPr/>
              </p:nvSpPr>
              <p:spPr>
                <a:xfrm>
                  <a:off x="6190895" y="991029"/>
                  <a:ext cx="453842" cy="523220"/>
                </a:xfrm>
                <a:prstGeom prst="rect">
                  <a:avLst/>
                </a:prstGeom>
                <a:blipFill>
                  <a:blip r:embed="rId14"/>
                  <a:stretch>
                    <a:fillRect/>
                  </a:stretch>
                </a:blipFill>
              </p:spPr>
              <p:txBody>
                <a:bodyPr/>
                <a:lstStyle/>
                <a:p>
                  <a:r>
                    <a:rPr lang="zh-TW" altLang="en-US">
                      <a:noFill/>
                    </a:rPr>
                    <a:t> </a:t>
                  </a:r>
                </a:p>
              </p:txBody>
            </p:sp>
          </mc:Fallback>
        </mc:AlternateContent>
      </p:grpSp>
      <p:cxnSp>
        <p:nvCxnSpPr>
          <p:cNvPr id="16" name="直線單箭頭接點 15">
            <a:extLst>
              <a:ext uri="{FF2B5EF4-FFF2-40B4-BE49-F238E27FC236}">
                <a16:creationId xmlns:a16="http://schemas.microsoft.com/office/drawing/2014/main" id="{13803DD1-CD9D-490C-9461-2A48F4A598FC}"/>
              </a:ext>
            </a:extLst>
          </p:cNvPr>
          <p:cNvCxnSpPr>
            <a:cxnSpLocks/>
          </p:cNvCxnSpPr>
          <p:nvPr/>
        </p:nvCxnSpPr>
        <p:spPr>
          <a:xfrm flipV="1">
            <a:off x="1564112" y="1325920"/>
            <a:ext cx="317500" cy="324052"/>
          </a:xfrm>
          <a:prstGeom prst="straightConnector1">
            <a:avLst/>
          </a:prstGeom>
          <a:noFill/>
          <a:ln w="28575">
            <a:solidFill>
              <a:srgbClr val="FF0000"/>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cxnSp>
      <p:cxnSp>
        <p:nvCxnSpPr>
          <p:cNvPr id="21" name="直線單箭頭接點 20">
            <a:extLst>
              <a:ext uri="{FF2B5EF4-FFF2-40B4-BE49-F238E27FC236}">
                <a16:creationId xmlns:a16="http://schemas.microsoft.com/office/drawing/2014/main" id="{58A39743-37E3-49D9-81C4-353819BBD59F}"/>
              </a:ext>
            </a:extLst>
          </p:cNvPr>
          <p:cNvCxnSpPr>
            <a:cxnSpLocks/>
          </p:cNvCxnSpPr>
          <p:nvPr/>
        </p:nvCxnSpPr>
        <p:spPr>
          <a:xfrm flipV="1">
            <a:off x="1910873" y="1325920"/>
            <a:ext cx="317500" cy="324052"/>
          </a:xfrm>
          <a:prstGeom prst="straightConnector1">
            <a:avLst/>
          </a:prstGeom>
          <a:noFill/>
          <a:ln w="28575">
            <a:solidFill>
              <a:srgbClr val="FF0000"/>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cxnSp>
      <p:cxnSp>
        <p:nvCxnSpPr>
          <p:cNvPr id="25" name="直線單箭頭接點 24">
            <a:extLst>
              <a:ext uri="{FF2B5EF4-FFF2-40B4-BE49-F238E27FC236}">
                <a16:creationId xmlns:a16="http://schemas.microsoft.com/office/drawing/2014/main" id="{D44E427D-7132-4CDD-B164-614E1EFA5E90}"/>
              </a:ext>
            </a:extLst>
          </p:cNvPr>
          <p:cNvCxnSpPr>
            <a:cxnSpLocks/>
          </p:cNvCxnSpPr>
          <p:nvPr/>
        </p:nvCxnSpPr>
        <p:spPr>
          <a:xfrm flipV="1">
            <a:off x="2253087" y="1325920"/>
            <a:ext cx="317500" cy="324052"/>
          </a:xfrm>
          <a:prstGeom prst="straightConnector1">
            <a:avLst/>
          </a:prstGeom>
          <a:noFill/>
          <a:ln w="28575">
            <a:solidFill>
              <a:srgbClr val="FF0000"/>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cxnSp>
      <mc:AlternateContent xmlns:mc="http://schemas.openxmlformats.org/markup-compatibility/2006">
        <mc:Choice xmlns:a14="http://schemas.microsoft.com/office/drawing/2010/main" Requires="a14">
          <p:sp>
            <p:nvSpPr>
              <p:cNvPr id="27" name="矩形 26">
                <a:extLst>
                  <a:ext uri="{FF2B5EF4-FFF2-40B4-BE49-F238E27FC236}">
                    <a16:creationId xmlns:a16="http://schemas.microsoft.com/office/drawing/2014/main" id="{5681FA50-0903-4367-A3BC-A92F1B8BC279}"/>
                  </a:ext>
                </a:extLst>
              </p:cNvPr>
              <p:cNvSpPr/>
              <p:nvPr/>
            </p:nvSpPr>
            <p:spPr>
              <a:xfrm>
                <a:off x="3211450" y="1994483"/>
                <a:ext cx="663964"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sz="2800" b="0" i="1" smtClean="0">
                          <a:latin typeface="Cambria Math" panose="02040503050406030204" pitchFamily="18" charset="0"/>
                          <a:cs typeface="Times New Roman" panose="02020603050405020304" pitchFamily="18" charset="0"/>
                        </a:rPr>
                        <m:t>12</m:t>
                      </m:r>
                    </m:oMath>
                  </m:oMathPara>
                </a14:m>
                <a:endParaRPr lang="zh-TW" altLang="en-US" sz="2800" dirty="0"/>
              </a:p>
            </p:txBody>
          </p:sp>
        </mc:Choice>
        <mc:Fallback>
          <p:sp>
            <p:nvSpPr>
              <p:cNvPr id="27" name="矩形 26">
                <a:extLst>
                  <a:ext uri="{FF2B5EF4-FFF2-40B4-BE49-F238E27FC236}">
                    <a16:creationId xmlns:a16="http://schemas.microsoft.com/office/drawing/2014/main" id="{5681FA50-0903-4367-A3BC-A92F1B8BC279}"/>
                  </a:ext>
                </a:extLst>
              </p:cNvPr>
              <p:cNvSpPr>
                <a:spLocks noRot="1" noChangeAspect="1" noMove="1" noResize="1" noEditPoints="1" noAdjustHandles="1" noChangeArrowheads="1" noChangeShapeType="1" noTextEdit="1"/>
              </p:cNvSpPr>
              <p:nvPr/>
            </p:nvSpPr>
            <p:spPr>
              <a:xfrm>
                <a:off x="3211450" y="1994483"/>
                <a:ext cx="663964" cy="523220"/>
              </a:xfrm>
              <a:prstGeom prst="rect">
                <a:avLst/>
              </a:prstGeom>
              <a:blipFill>
                <a:blip r:embed="rId15"/>
                <a:stretch>
                  <a:fillRect/>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28" name="矩形 27">
                <a:extLst>
                  <a:ext uri="{FF2B5EF4-FFF2-40B4-BE49-F238E27FC236}">
                    <a16:creationId xmlns:a16="http://schemas.microsoft.com/office/drawing/2014/main" id="{7D503331-34D9-4347-84EB-209EAACB2BAB}"/>
                  </a:ext>
                </a:extLst>
              </p:cNvPr>
              <p:cNvSpPr/>
              <p:nvPr/>
            </p:nvSpPr>
            <p:spPr>
              <a:xfrm>
                <a:off x="3728648" y="1994483"/>
                <a:ext cx="663964"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sz="2800" b="0" i="1" smtClean="0">
                          <a:latin typeface="Cambria Math" panose="02040503050406030204" pitchFamily="18" charset="0"/>
                          <a:cs typeface="Times New Roman" panose="02020603050405020304" pitchFamily="18" charset="0"/>
                        </a:rPr>
                        <m:t>11</m:t>
                      </m:r>
                    </m:oMath>
                  </m:oMathPara>
                </a14:m>
                <a:endParaRPr lang="zh-TW" altLang="en-US" sz="2800" dirty="0"/>
              </a:p>
            </p:txBody>
          </p:sp>
        </mc:Choice>
        <mc:Fallback>
          <p:sp>
            <p:nvSpPr>
              <p:cNvPr id="28" name="矩形 27">
                <a:extLst>
                  <a:ext uri="{FF2B5EF4-FFF2-40B4-BE49-F238E27FC236}">
                    <a16:creationId xmlns:a16="http://schemas.microsoft.com/office/drawing/2014/main" id="{7D503331-34D9-4347-84EB-209EAACB2BAB}"/>
                  </a:ext>
                </a:extLst>
              </p:cNvPr>
              <p:cNvSpPr>
                <a:spLocks noRot="1" noChangeAspect="1" noMove="1" noResize="1" noEditPoints="1" noAdjustHandles="1" noChangeArrowheads="1" noChangeShapeType="1" noTextEdit="1"/>
              </p:cNvSpPr>
              <p:nvPr/>
            </p:nvSpPr>
            <p:spPr>
              <a:xfrm>
                <a:off x="3728648" y="1994483"/>
                <a:ext cx="663964" cy="523220"/>
              </a:xfrm>
              <a:prstGeom prst="rect">
                <a:avLst/>
              </a:prstGeom>
              <a:blipFill>
                <a:blip r:embed="rId16"/>
                <a:stretch>
                  <a:fillRect/>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29" name="矩形 28">
                <a:extLst>
                  <a:ext uri="{FF2B5EF4-FFF2-40B4-BE49-F238E27FC236}">
                    <a16:creationId xmlns:a16="http://schemas.microsoft.com/office/drawing/2014/main" id="{C8A1AFE3-AA5C-471E-B9B6-5C0DC7A9F1B6}"/>
                  </a:ext>
                </a:extLst>
              </p:cNvPr>
              <p:cNvSpPr/>
              <p:nvPr/>
            </p:nvSpPr>
            <p:spPr>
              <a:xfrm>
                <a:off x="4213219" y="1994483"/>
                <a:ext cx="663964"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sz="2800" b="0" i="1" smtClean="0">
                          <a:latin typeface="Cambria Math" panose="02040503050406030204" pitchFamily="18" charset="0"/>
                          <a:cs typeface="Times New Roman" panose="02020603050405020304" pitchFamily="18" charset="0"/>
                        </a:rPr>
                        <m:t>10</m:t>
                      </m:r>
                    </m:oMath>
                  </m:oMathPara>
                </a14:m>
                <a:endParaRPr lang="zh-TW" altLang="en-US" sz="2800" dirty="0"/>
              </a:p>
            </p:txBody>
          </p:sp>
        </mc:Choice>
        <mc:Fallback>
          <p:sp>
            <p:nvSpPr>
              <p:cNvPr id="29" name="矩形 28">
                <a:extLst>
                  <a:ext uri="{FF2B5EF4-FFF2-40B4-BE49-F238E27FC236}">
                    <a16:creationId xmlns:a16="http://schemas.microsoft.com/office/drawing/2014/main" id="{C8A1AFE3-AA5C-471E-B9B6-5C0DC7A9F1B6}"/>
                  </a:ext>
                </a:extLst>
              </p:cNvPr>
              <p:cNvSpPr>
                <a:spLocks noRot="1" noChangeAspect="1" noMove="1" noResize="1" noEditPoints="1" noAdjustHandles="1" noChangeArrowheads="1" noChangeShapeType="1" noTextEdit="1"/>
              </p:cNvSpPr>
              <p:nvPr/>
            </p:nvSpPr>
            <p:spPr>
              <a:xfrm>
                <a:off x="4213219" y="1994483"/>
                <a:ext cx="663964" cy="523220"/>
              </a:xfrm>
              <a:prstGeom prst="rect">
                <a:avLst/>
              </a:prstGeom>
              <a:blipFill>
                <a:blip r:embed="rId17"/>
                <a:stretch>
                  <a:fillRect/>
                </a:stretch>
              </a:blipFill>
            </p:spPr>
            <p:txBody>
              <a:bodyPr/>
              <a:lstStyle/>
              <a:p>
                <a:r>
                  <a:rPr lang="zh-TW" altLang="en-US">
                    <a:noFill/>
                  </a:rPr>
                  <a:t> </a:t>
                </a:r>
              </a:p>
            </p:txBody>
          </p:sp>
        </mc:Fallback>
      </mc:AlternateContent>
      <p:cxnSp>
        <p:nvCxnSpPr>
          <p:cNvPr id="32" name="直線單箭頭接點 31">
            <a:extLst>
              <a:ext uri="{FF2B5EF4-FFF2-40B4-BE49-F238E27FC236}">
                <a16:creationId xmlns:a16="http://schemas.microsoft.com/office/drawing/2014/main" id="{D01A1DDC-1B38-431E-B7DF-77CA0446CD38}"/>
              </a:ext>
            </a:extLst>
          </p:cNvPr>
          <p:cNvCxnSpPr>
            <a:cxnSpLocks/>
          </p:cNvCxnSpPr>
          <p:nvPr/>
        </p:nvCxnSpPr>
        <p:spPr>
          <a:xfrm flipV="1">
            <a:off x="2912497" y="1325920"/>
            <a:ext cx="317500" cy="324052"/>
          </a:xfrm>
          <a:prstGeom prst="straightConnector1">
            <a:avLst/>
          </a:prstGeom>
          <a:noFill/>
          <a:ln w="28575">
            <a:solidFill>
              <a:srgbClr val="FF0000"/>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cxnSp>
      <p:cxnSp>
        <p:nvCxnSpPr>
          <p:cNvPr id="33" name="直線單箭頭接點 32">
            <a:extLst>
              <a:ext uri="{FF2B5EF4-FFF2-40B4-BE49-F238E27FC236}">
                <a16:creationId xmlns:a16="http://schemas.microsoft.com/office/drawing/2014/main" id="{0BCC3FE7-E271-4880-BD16-CF537CED5EA2}"/>
              </a:ext>
            </a:extLst>
          </p:cNvPr>
          <p:cNvCxnSpPr>
            <a:cxnSpLocks/>
          </p:cNvCxnSpPr>
          <p:nvPr/>
        </p:nvCxnSpPr>
        <p:spPr>
          <a:xfrm flipV="1">
            <a:off x="3379961" y="1325920"/>
            <a:ext cx="317500" cy="324052"/>
          </a:xfrm>
          <a:prstGeom prst="straightConnector1">
            <a:avLst/>
          </a:prstGeom>
          <a:noFill/>
          <a:ln w="28575">
            <a:solidFill>
              <a:srgbClr val="FF0000"/>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cxnSp>
      <p:cxnSp>
        <p:nvCxnSpPr>
          <p:cNvPr id="34" name="直線單箭頭接點 33">
            <a:extLst>
              <a:ext uri="{FF2B5EF4-FFF2-40B4-BE49-F238E27FC236}">
                <a16:creationId xmlns:a16="http://schemas.microsoft.com/office/drawing/2014/main" id="{E8F2A432-E5FF-48A2-AC37-4C17F1F02428}"/>
              </a:ext>
            </a:extLst>
          </p:cNvPr>
          <p:cNvCxnSpPr>
            <a:cxnSpLocks/>
          </p:cNvCxnSpPr>
          <p:nvPr/>
        </p:nvCxnSpPr>
        <p:spPr>
          <a:xfrm flipV="1">
            <a:off x="3951050" y="1325920"/>
            <a:ext cx="317500" cy="324052"/>
          </a:xfrm>
          <a:prstGeom prst="straightConnector1">
            <a:avLst/>
          </a:prstGeom>
          <a:noFill/>
          <a:ln w="28575">
            <a:solidFill>
              <a:srgbClr val="FF0000"/>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cxnSp>
      <p:cxnSp>
        <p:nvCxnSpPr>
          <p:cNvPr id="35" name="直線單箭頭接點 34">
            <a:extLst>
              <a:ext uri="{FF2B5EF4-FFF2-40B4-BE49-F238E27FC236}">
                <a16:creationId xmlns:a16="http://schemas.microsoft.com/office/drawing/2014/main" id="{4F2F8EB5-9766-488B-BE27-6A3032D658BF}"/>
              </a:ext>
            </a:extLst>
          </p:cNvPr>
          <p:cNvCxnSpPr>
            <a:cxnSpLocks/>
          </p:cNvCxnSpPr>
          <p:nvPr/>
        </p:nvCxnSpPr>
        <p:spPr>
          <a:xfrm flipV="1">
            <a:off x="4434516" y="1325920"/>
            <a:ext cx="317500" cy="324052"/>
          </a:xfrm>
          <a:prstGeom prst="straightConnector1">
            <a:avLst/>
          </a:prstGeom>
          <a:noFill/>
          <a:ln w="28575">
            <a:solidFill>
              <a:srgbClr val="FF0000"/>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cxnSp>
      <p:cxnSp>
        <p:nvCxnSpPr>
          <p:cNvPr id="36" name="直線單箭頭接點 35">
            <a:extLst>
              <a:ext uri="{FF2B5EF4-FFF2-40B4-BE49-F238E27FC236}">
                <a16:creationId xmlns:a16="http://schemas.microsoft.com/office/drawing/2014/main" id="{9BDEC0F8-95C9-4B8C-A761-E2DE600A8DF8}"/>
              </a:ext>
            </a:extLst>
          </p:cNvPr>
          <p:cNvCxnSpPr>
            <a:cxnSpLocks/>
          </p:cNvCxnSpPr>
          <p:nvPr/>
        </p:nvCxnSpPr>
        <p:spPr>
          <a:xfrm flipV="1">
            <a:off x="4836903" y="1325920"/>
            <a:ext cx="317500" cy="324052"/>
          </a:xfrm>
          <a:prstGeom prst="straightConnector1">
            <a:avLst/>
          </a:prstGeom>
          <a:noFill/>
          <a:ln w="28575">
            <a:solidFill>
              <a:srgbClr val="FF0000"/>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cxnSp>
      <p:cxnSp>
        <p:nvCxnSpPr>
          <p:cNvPr id="37" name="直線單箭頭接點 36">
            <a:extLst>
              <a:ext uri="{FF2B5EF4-FFF2-40B4-BE49-F238E27FC236}">
                <a16:creationId xmlns:a16="http://schemas.microsoft.com/office/drawing/2014/main" id="{14A5EB32-F172-4433-A954-1FC158EA56E2}"/>
              </a:ext>
            </a:extLst>
          </p:cNvPr>
          <p:cNvCxnSpPr>
            <a:cxnSpLocks/>
          </p:cNvCxnSpPr>
          <p:nvPr/>
        </p:nvCxnSpPr>
        <p:spPr>
          <a:xfrm flipV="1">
            <a:off x="5134240" y="1308443"/>
            <a:ext cx="317500" cy="324052"/>
          </a:xfrm>
          <a:prstGeom prst="straightConnector1">
            <a:avLst/>
          </a:prstGeom>
          <a:noFill/>
          <a:ln w="28575">
            <a:solidFill>
              <a:srgbClr val="FF0000"/>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cxnSp>
      <mc:AlternateContent xmlns:mc="http://schemas.openxmlformats.org/markup-compatibility/2006">
        <mc:Choice xmlns:a14="http://schemas.microsoft.com/office/drawing/2010/main" Requires="a14">
          <p:sp>
            <p:nvSpPr>
              <p:cNvPr id="38" name="矩形 37">
                <a:extLst>
                  <a:ext uri="{FF2B5EF4-FFF2-40B4-BE49-F238E27FC236}">
                    <a16:creationId xmlns:a16="http://schemas.microsoft.com/office/drawing/2014/main" id="{C497113A-A4C7-4B98-9269-1A5C19F57BA1}"/>
                  </a:ext>
                </a:extLst>
              </p:cNvPr>
              <p:cNvSpPr/>
              <p:nvPr/>
            </p:nvSpPr>
            <p:spPr>
              <a:xfrm>
                <a:off x="4749797" y="1994483"/>
                <a:ext cx="465191" cy="523220"/>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TW" sz="2800" i="1">
                          <a:latin typeface="Cambria Math" panose="02040503050406030204" pitchFamily="18" charset="0"/>
                          <a:cs typeface="Times New Roman" panose="02020603050405020304" pitchFamily="18" charset="0"/>
                        </a:rPr>
                        <m:t>9</m:t>
                      </m:r>
                    </m:oMath>
                  </m:oMathPara>
                </a14:m>
                <a:endParaRPr lang="zh-TW" altLang="en-US" sz="2800" dirty="0"/>
              </a:p>
            </p:txBody>
          </p:sp>
        </mc:Choice>
        <mc:Fallback>
          <p:sp>
            <p:nvSpPr>
              <p:cNvPr id="38" name="矩形 37">
                <a:extLst>
                  <a:ext uri="{FF2B5EF4-FFF2-40B4-BE49-F238E27FC236}">
                    <a16:creationId xmlns:a16="http://schemas.microsoft.com/office/drawing/2014/main" id="{C497113A-A4C7-4B98-9269-1A5C19F57BA1}"/>
                  </a:ext>
                </a:extLst>
              </p:cNvPr>
              <p:cNvSpPr>
                <a:spLocks noRot="1" noChangeAspect="1" noMove="1" noResize="1" noEditPoints="1" noAdjustHandles="1" noChangeArrowheads="1" noChangeShapeType="1" noTextEdit="1"/>
              </p:cNvSpPr>
              <p:nvPr/>
            </p:nvSpPr>
            <p:spPr>
              <a:xfrm>
                <a:off x="4749797" y="1994483"/>
                <a:ext cx="465191" cy="523220"/>
              </a:xfrm>
              <a:prstGeom prst="rect">
                <a:avLst/>
              </a:prstGeom>
              <a:blipFill>
                <a:blip r:embed="rId18"/>
                <a:stretch>
                  <a:fillRect/>
                </a:stretch>
              </a:blipFill>
            </p:spPr>
            <p:txBody>
              <a:bodyPr/>
              <a:lstStyle/>
              <a:p>
                <a:r>
                  <a:rPr lang="zh-TW" altLang="en-US">
                    <a:noFill/>
                  </a:rPr>
                  <a:t> </a:t>
                </a:r>
              </a:p>
            </p:txBody>
          </p:sp>
        </mc:Fallback>
      </mc:AlternateContent>
      <p:grpSp>
        <p:nvGrpSpPr>
          <p:cNvPr id="48" name="群組 47">
            <a:extLst>
              <a:ext uri="{FF2B5EF4-FFF2-40B4-BE49-F238E27FC236}">
                <a16:creationId xmlns:a16="http://schemas.microsoft.com/office/drawing/2014/main" id="{E1D94E85-523B-40D4-AF8A-B7C6209D74B5}"/>
              </a:ext>
            </a:extLst>
          </p:cNvPr>
          <p:cNvGrpSpPr/>
          <p:nvPr/>
        </p:nvGrpSpPr>
        <p:grpSpPr>
          <a:xfrm>
            <a:off x="5363813" y="4744272"/>
            <a:ext cx="882087" cy="1408217"/>
            <a:chOff x="5161045" y="2788208"/>
            <a:chExt cx="882087" cy="1408217"/>
          </a:xfrm>
        </p:grpSpPr>
        <p:grpSp>
          <p:nvGrpSpPr>
            <p:cNvPr id="50" name="群組 49">
              <a:extLst>
                <a:ext uri="{FF2B5EF4-FFF2-40B4-BE49-F238E27FC236}">
                  <a16:creationId xmlns:a16="http://schemas.microsoft.com/office/drawing/2014/main" id="{31D67B87-E431-4AE2-B9CB-D52C60D23BAC}"/>
                </a:ext>
              </a:extLst>
            </p:cNvPr>
            <p:cNvGrpSpPr/>
            <p:nvPr/>
          </p:nvGrpSpPr>
          <p:grpSpPr>
            <a:xfrm>
              <a:off x="5161045" y="2788208"/>
              <a:ext cx="882087" cy="1408217"/>
              <a:chOff x="884728" y="357428"/>
              <a:chExt cx="882087" cy="1408217"/>
            </a:xfrm>
          </p:grpSpPr>
          <mc:AlternateContent xmlns:mc="http://schemas.openxmlformats.org/markup-compatibility/2006">
            <mc:Choice xmlns:a14="http://schemas.microsoft.com/office/drawing/2010/main" Requires="a14">
              <p:sp>
                <p:nvSpPr>
                  <p:cNvPr id="52" name="文字方塊 51">
                    <a:extLst>
                      <a:ext uri="{FF2B5EF4-FFF2-40B4-BE49-F238E27FC236}">
                        <a16:creationId xmlns:a16="http://schemas.microsoft.com/office/drawing/2014/main" id="{D7FBC545-6133-45DD-8462-92C0DFCCA1FF}"/>
                      </a:ext>
                    </a:extLst>
                  </p:cNvPr>
                  <p:cNvSpPr txBox="1"/>
                  <p:nvPr/>
                </p:nvSpPr>
                <p:spPr>
                  <a:xfrm>
                    <a:off x="1229360" y="1303980"/>
                    <a:ext cx="537455"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400" i="1" smtClean="0">
                                  <a:solidFill>
                                    <a:schemeClr val="tx1"/>
                                  </a:solidFill>
                                  <a:latin typeface="Cambria Math" panose="02040503050406030204" pitchFamily="18" charset="0"/>
                                  <a:cs typeface="Times New Roman" panose="02020603050405020304" pitchFamily="18" charset="0"/>
                                </a:rPr>
                              </m:ctrlPr>
                            </m:sSubPr>
                            <m:e>
                              <m:r>
                                <m:rPr>
                                  <m:sty m:val="p"/>
                                </m:rPr>
                                <a:rPr lang="en-US" altLang="zh-TW" sz="2400" b="0" i="0" smtClean="0">
                                  <a:solidFill>
                                    <a:schemeClr val="tx1"/>
                                  </a:solidFill>
                                  <a:latin typeface="Cambria Math" panose="02040503050406030204" pitchFamily="18" charset="0"/>
                                  <a:cs typeface="Times New Roman" panose="02020603050405020304" pitchFamily="18" charset="0"/>
                                </a:rPr>
                                <m:t>P</m:t>
                              </m:r>
                            </m:e>
                            <m:sub>
                              <m:r>
                                <a:rPr lang="en-US" altLang="zh-TW" sz="2400" b="0" i="0" smtClean="0">
                                  <a:solidFill>
                                    <a:schemeClr val="tx1"/>
                                  </a:solidFill>
                                  <a:latin typeface="Cambria Math" panose="02040503050406030204" pitchFamily="18" charset="0"/>
                                  <a:cs typeface="Times New Roman" panose="02020603050405020304" pitchFamily="18" charset="0"/>
                                </a:rPr>
                                <m:t>4</m:t>
                              </m:r>
                            </m:sub>
                          </m:sSub>
                        </m:oMath>
                      </m:oMathPara>
                    </a14:m>
                    <a:endParaRPr lang="zh-TW" altLang="en-US" sz="2400" dirty="0">
                      <a:solidFill>
                        <a:schemeClr val="tx1"/>
                      </a:solidFill>
                      <a:latin typeface="Times New Roman" panose="02020603050405020304" pitchFamily="18" charset="0"/>
                      <a:cs typeface="Times New Roman" panose="02020603050405020304" pitchFamily="18" charset="0"/>
                    </a:endParaRPr>
                  </a:p>
                </p:txBody>
              </p:sp>
            </mc:Choice>
            <mc:Fallback>
              <p:sp>
                <p:nvSpPr>
                  <p:cNvPr id="52" name="文字方塊 51">
                    <a:extLst>
                      <a:ext uri="{FF2B5EF4-FFF2-40B4-BE49-F238E27FC236}">
                        <a16:creationId xmlns:a16="http://schemas.microsoft.com/office/drawing/2014/main" id="{D7FBC545-6133-45DD-8462-92C0DFCCA1FF}"/>
                      </a:ext>
                    </a:extLst>
                  </p:cNvPr>
                  <p:cNvSpPr txBox="1">
                    <a:spLocks noRot="1" noChangeAspect="1" noMove="1" noResize="1" noEditPoints="1" noAdjustHandles="1" noChangeArrowheads="1" noChangeShapeType="1" noTextEdit="1"/>
                  </p:cNvSpPr>
                  <p:nvPr/>
                </p:nvSpPr>
                <p:spPr>
                  <a:xfrm>
                    <a:off x="1229360" y="1303980"/>
                    <a:ext cx="537455" cy="461665"/>
                  </a:xfrm>
                  <a:prstGeom prst="rect">
                    <a:avLst/>
                  </a:prstGeom>
                  <a:blipFill>
                    <a:blip r:embed="rId19"/>
                    <a:stretch>
                      <a:fillRect b="-2667"/>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54" name="文字方塊 53">
                    <a:extLst>
                      <a:ext uri="{FF2B5EF4-FFF2-40B4-BE49-F238E27FC236}">
                        <a16:creationId xmlns:a16="http://schemas.microsoft.com/office/drawing/2014/main" id="{09952611-6359-40AB-B920-1B779CB92BA0}"/>
                      </a:ext>
                    </a:extLst>
                  </p:cNvPr>
                  <p:cNvSpPr txBox="1"/>
                  <p:nvPr/>
                </p:nvSpPr>
                <p:spPr>
                  <a:xfrm>
                    <a:off x="1282323" y="866310"/>
                    <a:ext cx="431528" cy="461665"/>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altLang="zh-TW" sz="2400" b="0" i="1" smtClean="0">
                              <a:solidFill>
                                <a:schemeClr val="tx1"/>
                              </a:solidFill>
                              <a:latin typeface="Cambria Math" panose="02040503050406030204" pitchFamily="18" charset="0"/>
                              <a:cs typeface="Times New Roman" panose="02020603050405020304" pitchFamily="18" charset="0"/>
                            </a:rPr>
                            <m:t>8</m:t>
                          </m:r>
                        </m:oMath>
                      </m:oMathPara>
                    </a14:m>
                    <a:endParaRPr lang="zh-TW" altLang="en-US" sz="2400" dirty="0">
                      <a:solidFill>
                        <a:schemeClr val="tx1"/>
                      </a:solidFill>
                      <a:latin typeface="Times New Roman" panose="02020603050405020304" pitchFamily="18" charset="0"/>
                      <a:cs typeface="Times New Roman" panose="02020603050405020304" pitchFamily="18" charset="0"/>
                    </a:endParaRPr>
                  </a:p>
                </p:txBody>
              </p:sp>
            </mc:Choice>
            <mc:Fallback>
              <p:sp>
                <p:nvSpPr>
                  <p:cNvPr id="54" name="文字方塊 53">
                    <a:extLst>
                      <a:ext uri="{FF2B5EF4-FFF2-40B4-BE49-F238E27FC236}">
                        <a16:creationId xmlns:a16="http://schemas.microsoft.com/office/drawing/2014/main" id="{09952611-6359-40AB-B920-1B779CB92BA0}"/>
                      </a:ext>
                    </a:extLst>
                  </p:cNvPr>
                  <p:cNvSpPr txBox="1">
                    <a:spLocks noRot="1" noChangeAspect="1" noMove="1" noResize="1" noEditPoints="1" noAdjustHandles="1" noChangeArrowheads="1" noChangeShapeType="1" noTextEdit="1"/>
                  </p:cNvSpPr>
                  <p:nvPr/>
                </p:nvSpPr>
                <p:spPr>
                  <a:xfrm>
                    <a:off x="1282323" y="866310"/>
                    <a:ext cx="431528" cy="461665"/>
                  </a:xfrm>
                  <a:prstGeom prst="rect">
                    <a:avLst/>
                  </a:prstGeom>
                  <a:blipFill>
                    <a:blip r:embed="rId20"/>
                    <a:stretch>
                      <a:fillRect/>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41" name="文字方塊 40">
                    <a:extLst>
                      <a:ext uri="{FF2B5EF4-FFF2-40B4-BE49-F238E27FC236}">
                        <a16:creationId xmlns:a16="http://schemas.microsoft.com/office/drawing/2014/main" id="{34B91213-F40E-45AE-80FC-220BD501707B}"/>
                      </a:ext>
                    </a:extLst>
                  </p:cNvPr>
                  <p:cNvSpPr txBox="1"/>
                  <p:nvPr/>
                </p:nvSpPr>
                <p:spPr>
                  <a:xfrm>
                    <a:off x="1282323" y="392359"/>
                    <a:ext cx="431528" cy="461665"/>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altLang="zh-TW" sz="2400" b="0" i="1" smtClean="0">
                              <a:solidFill>
                                <a:schemeClr val="tx1"/>
                              </a:solidFill>
                              <a:latin typeface="Cambria Math" panose="02040503050406030204" pitchFamily="18" charset="0"/>
                              <a:cs typeface="Times New Roman" panose="02020603050405020304" pitchFamily="18" charset="0"/>
                            </a:rPr>
                            <m:t>5</m:t>
                          </m:r>
                        </m:oMath>
                      </m:oMathPara>
                    </a14:m>
                    <a:endParaRPr lang="zh-TW" altLang="en-US" sz="2400" dirty="0">
                      <a:solidFill>
                        <a:schemeClr val="tx1"/>
                      </a:solidFill>
                      <a:latin typeface="Times New Roman" panose="02020603050405020304" pitchFamily="18" charset="0"/>
                      <a:cs typeface="Times New Roman" panose="02020603050405020304" pitchFamily="18" charset="0"/>
                    </a:endParaRPr>
                  </a:p>
                </p:txBody>
              </p:sp>
            </mc:Choice>
            <mc:Fallback>
              <p:sp>
                <p:nvSpPr>
                  <p:cNvPr id="41" name="文字方塊 40">
                    <a:extLst>
                      <a:ext uri="{FF2B5EF4-FFF2-40B4-BE49-F238E27FC236}">
                        <a16:creationId xmlns:a16="http://schemas.microsoft.com/office/drawing/2014/main" id="{34B91213-F40E-45AE-80FC-220BD501707B}"/>
                      </a:ext>
                    </a:extLst>
                  </p:cNvPr>
                  <p:cNvSpPr txBox="1">
                    <a:spLocks noRot="1" noChangeAspect="1" noMove="1" noResize="1" noEditPoints="1" noAdjustHandles="1" noChangeArrowheads="1" noChangeShapeType="1" noTextEdit="1"/>
                  </p:cNvSpPr>
                  <p:nvPr/>
                </p:nvSpPr>
                <p:spPr>
                  <a:xfrm>
                    <a:off x="1282323" y="392359"/>
                    <a:ext cx="431528" cy="461665"/>
                  </a:xfrm>
                  <a:prstGeom prst="rect">
                    <a:avLst/>
                  </a:prstGeom>
                  <a:blipFill>
                    <a:blip r:embed="rId21"/>
                    <a:stretch>
                      <a:fillRect/>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42" name="文字方塊 41">
                    <a:extLst>
                      <a:ext uri="{FF2B5EF4-FFF2-40B4-BE49-F238E27FC236}">
                        <a16:creationId xmlns:a16="http://schemas.microsoft.com/office/drawing/2014/main" id="{25A3DBA2-9C33-44DA-A075-0FBAC2652920}"/>
                      </a:ext>
                    </a:extLst>
                  </p:cNvPr>
                  <p:cNvSpPr txBox="1"/>
                  <p:nvPr/>
                </p:nvSpPr>
                <p:spPr>
                  <a:xfrm>
                    <a:off x="884728" y="357428"/>
                    <a:ext cx="412421" cy="461665"/>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altLang="zh-TW" sz="2400" b="0" i="1" smtClean="0">
                              <a:solidFill>
                                <a:schemeClr val="tx1"/>
                              </a:solidFill>
                              <a:latin typeface="Cambria Math" panose="02040503050406030204" pitchFamily="18" charset="0"/>
                              <a:cs typeface="Times New Roman" panose="02020603050405020304" pitchFamily="18" charset="0"/>
                            </a:rPr>
                            <m:t>𝑐</m:t>
                          </m:r>
                        </m:oMath>
                      </m:oMathPara>
                    </a14:m>
                    <a:endParaRPr lang="zh-TW" altLang="en-US" sz="2400" dirty="0">
                      <a:solidFill>
                        <a:schemeClr val="tx1"/>
                      </a:solidFill>
                      <a:latin typeface="Times New Roman" panose="02020603050405020304" pitchFamily="18" charset="0"/>
                      <a:cs typeface="Times New Roman" panose="02020603050405020304" pitchFamily="18" charset="0"/>
                    </a:endParaRPr>
                  </a:p>
                </p:txBody>
              </p:sp>
            </mc:Choice>
            <mc:Fallback>
              <p:sp>
                <p:nvSpPr>
                  <p:cNvPr id="42" name="文字方塊 41">
                    <a:extLst>
                      <a:ext uri="{FF2B5EF4-FFF2-40B4-BE49-F238E27FC236}">
                        <a16:creationId xmlns:a16="http://schemas.microsoft.com/office/drawing/2014/main" id="{25A3DBA2-9C33-44DA-A075-0FBAC2652920}"/>
                      </a:ext>
                    </a:extLst>
                  </p:cNvPr>
                  <p:cNvSpPr txBox="1">
                    <a:spLocks noRot="1" noChangeAspect="1" noMove="1" noResize="1" noEditPoints="1" noAdjustHandles="1" noChangeArrowheads="1" noChangeShapeType="1" noTextEdit="1"/>
                  </p:cNvSpPr>
                  <p:nvPr/>
                </p:nvSpPr>
                <p:spPr>
                  <a:xfrm>
                    <a:off x="884728" y="357428"/>
                    <a:ext cx="412421" cy="461665"/>
                  </a:xfrm>
                  <a:prstGeom prst="rect">
                    <a:avLst/>
                  </a:prstGeom>
                  <a:blipFill>
                    <a:blip r:embed="rId22"/>
                    <a:stretch>
                      <a:fillRect/>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43" name="文字方塊 42">
                    <a:extLst>
                      <a:ext uri="{FF2B5EF4-FFF2-40B4-BE49-F238E27FC236}">
                        <a16:creationId xmlns:a16="http://schemas.microsoft.com/office/drawing/2014/main" id="{00E00DE1-B467-4123-B0A6-1CB71ABD45F0}"/>
                      </a:ext>
                    </a:extLst>
                  </p:cNvPr>
                  <p:cNvSpPr txBox="1"/>
                  <p:nvPr/>
                </p:nvSpPr>
                <p:spPr>
                  <a:xfrm>
                    <a:off x="884728" y="790366"/>
                    <a:ext cx="436914" cy="461665"/>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altLang="zh-TW" sz="2400" b="0" i="1" smtClean="0">
                              <a:solidFill>
                                <a:schemeClr val="tx1"/>
                              </a:solidFill>
                              <a:latin typeface="Cambria Math" panose="02040503050406030204" pitchFamily="18" charset="0"/>
                              <a:cs typeface="Times New Roman" panose="02020603050405020304" pitchFamily="18" charset="0"/>
                            </a:rPr>
                            <m:t>𝑝</m:t>
                          </m:r>
                        </m:oMath>
                      </m:oMathPara>
                    </a14:m>
                    <a:endParaRPr lang="zh-TW" altLang="en-US" sz="2400" dirty="0">
                      <a:solidFill>
                        <a:schemeClr val="tx1"/>
                      </a:solidFill>
                      <a:latin typeface="Times New Roman" panose="02020603050405020304" pitchFamily="18" charset="0"/>
                      <a:cs typeface="Times New Roman" panose="02020603050405020304" pitchFamily="18" charset="0"/>
                    </a:endParaRPr>
                  </a:p>
                </p:txBody>
              </p:sp>
            </mc:Choice>
            <mc:Fallback>
              <p:sp>
                <p:nvSpPr>
                  <p:cNvPr id="43" name="文字方塊 42">
                    <a:extLst>
                      <a:ext uri="{FF2B5EF4-FFF2-40B4-BE49-F238E27FC236}">
                        <a16:creationId xmlns:a16="http://schemas.microsoft.com/office/drawing/2014/main" id="{00E00DE1-B467-4123-B0A6-1CB71ABD45F0}"/>
                      </a:ext>
                    </a:extLst>
                  </p:cNvPr>
                  <p:cNvSpPr txBox="1">
                    <a:spLocks noRot="1" noChangeAspect="1" noMove="1" noResize="1" noEditPoints="1" noAdjustHandles="1" noChangeArrowheads="1" noChangeShapeType="1" noTextEdit="1"/>
                  </p:cNvSpPr>
                  <p:nvPr/>
                </p:nvSpPr>
                <p:spPr>
                  <a:xfrm>
                    <a:off x="884728" y="790366"/>
                    <a:ext cx="436914" cy="461665"/>
                  </a:xfrm>
                  <a:prstGeom prst="rect">
                    <a:avLst/>
                  </a:prstGeom>
                  <a:blipFill>
                    <a:blip r:embed="rId23"/>
                    <a:stretch>
                      <a:fillRect b="-11842"/>
                    </a:stretch>
                  </a:blipFill>
                </p:spPr>
                <p:txBody>
                  <a:bodyPr/>
                  <a:lstStyle/>
                  <a:p>
                    <a:r>
                      <a:rPr lang="zh-TW" altLang="en-US">
                        <a:noFill/>
                      </a:rPr>
                      <a:t> </a:t>
                    </a:r>
                  </a:p>
                </p:txBody>
              </p:sp>
            </mc:Fallback>
          </mc:AlternateContent>
        </p:grpSp>
        <p:cxnSp>
          <p:nvCxnSpPr>
            <p:cNvPr id="51" name="直線接點 50">
              <a:extLst>
                <a:ext uri="{FF2B5EF4-FFF2-40B4-BE49-F238E27FC236}">
                  <a16:creationId xmlns:a16="http://schemas.microsoft.com/office/drawing/2014/main" id="{17857939-397C-4201-84A9-97DC4CC92ADE}"/>
                </a:ext>
              </a:extLst>
            </p:cNvPr>
            <p:cNvCxnSpPr>
              <a:cxnSpLocks/>
            </p:cNvCxnSpPr>
            <p:nvPr/>
          </p:nvCxnSpPr>
          <p:spPr>
            <a:xfrm>
              <a:off x="5522454" y="3763227"/>
              <a:ext cx="44668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mc:Choice xmlns:a14="http://schemas.microsoft.com/office/drawing/2010/main" Requires="a14">
          <p:sp>
            <p:nvSpPr>
              <p:cNvPr id="59" name="矩形 58">
                <a:extLst>
                  <a:ext uri="{FF2B5EF4-FFF2-40B4-BE49-F238E27FC236}">
                    <a16:creationId xmlns:a16="http://schemas.microsoft.com/office/drawing/2014/main" id="{4C33A594-E329-4556-B95F-05BDF4F82041}"/>
                  </a:ext>
                </a:extLst>
              </p:cNvPr>
              <p:cNvSpPr/>
              <p:nvPr/>
            </p:nvSpPr>
            <p:spPr>
              <a:xfrm>
                <a:off x="5102383" y="1994483"/>
                <a:ext cx="465191" cy="523220"/>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TW" sz="2800" i="1">
                          <a:latin typeface="Cambria Math" panose="02040503050406030204" pitchFamily="18" charset="0"/>
                          <a:cs typeface="Times New Roman" panose="02020603050405020304" pitchFamily="18" charset="0"/>
                        </a:rPr>
                        <m:t>8</m:t>
                      </m:r>
                    </m:oMath>
                  </m:oMathPara>
                </a14:m>
                <a:endParaRPr lang="zh-TW" altLang="en-US" sz="2800" dirty="0"/>
              </a:p>
            </p:txBody>
          </p:sp>
        </mc:Choice>
        <mc:Fallback>
          <p:sp>
            <p:nvSpPr>
              <p:cNvPr id="59" name="矩形 58">
                <a:extLst>
                  <a:ext uri="{FF2B5EF4-FFF2-40B4-BE49-F238E27FC236}">
                    <a16:creationId xmlns:a16="http://schemas.microsoft.com/office/drawing/2014/main" id="{4C33A594-E329-4556-B95F-05BDF4F82041}"/>
                  </a:ext>
                </a:extLst>
              </p:cNvPr>
              <p:cNvSpPr>
                <a:spLocks noRot="1" noChangeAspect="1" noMove="1" noResize="1" noEditPoints="1" noAdjustHandles="1" noChangeArrowheads="1" noChangeShapeType="1" noTextEdit="1"/>
              </p:cNvSpPr>
              <p:nvPr/>
            </p:nvSpPr>
            <p:spPr>
              <a:xfrm>
                <a:off x="5102383" y="1994483"/>
                <a:ext cx="465191" cy="523220"/>
              </a:xfrm>
              <a:prstGeom prst="rect">
                <a:avLst/>
              </a:prstGeom>
              <a:blipFill>
                <a:blip r:embed="rId24"/>
                <a:stretch>
                  <a:fillRect/>
                </a:stretch>
              </a:blipFill>
            </p:spPr>
            <p:txBody>
              <a:bodyPr/>
              <a:lstStyle/>
              <a:p>
                <a:r>
                  <a:rPr lang="zh-TW" altLang="en-US">
                    <a:noFill/>
                  </a:rPr>
                  <a:t> </a:t>
                </a:r>
              </a:p>
            </p:txBody>
          </p:sp>
        </mc:Fallback>
      </mc:AlternateContent>
      <p:grpSp>
        <p:nvGrpSpPr>
          <p:cNvPr id="60" name="群組 59">
            <a:extLst>
              <a:ext uri="{FF2B5EF4-FFF2-40B4-BE49-F238E27FC236}">
                <a16:creationId xmlns:a16="http://schemas.microsoft.com/office/drawing/2014/main" id="{CB59C572-BBB7-4F91-B73B-346BC9A57A4A}"/>
              </a:ext>
            </a:extLst>
          </p:cNvPr>
          <p:cNvGrpSpPr/>
          <p:nvPr/>
        </p:nvGrpSpPr>
        <p:grpSpPr>
          <a:xfrm>
            <a:off x="7611791" y="285664"/>
            <a:ext cx="508899" cy="2202562"/>
            <a:chOff x="5476525" y="1951121"/>
            <a:chExt cx="508899" cy="2202562"/>
          </a:xfrm>
        </p:grpSpPr>
        <p:grpSp>
          <p:nvGrpSpPr>
            <p:cNvPr id="61" name="群組 60">
              <a:extLst>
                <a:ext uri="{FF2B5EF4-FFF2-40B4-BE49-F238E27FC236}">
                  <a16:creationId xmlns:a16="http://schemas.microsoft.com/office/drawing/2014/main" id="{FE715A22-C688-4C34-9C07-B80EBAC1BA16}"/>
                </a:ext>
              </a:extLst>
            </p:cNvPr>
            <p:cNvGrpSpPr/>
            <p:nvPr/>
          </p:nvGrpSpPr>
          <p:grpSpPr>
            <a:xfrm>
              <a:off x="5476525" y="1951121"/>
              <a:ext cx="508899" cy="2202562"/>
              <a:chOff x="1200208" y="-479659"/>
              <a:chExt cx="508899" cy="2202562"/>
            </a:xfrm>
          </p:grpSpPr>
          <mc:AlternateContent xmlns:mc="http://schemas.openxmlformats.org/markup-compatibility/2006">
            <mc:Choice xmlns:a14="http://schemas.microsoft.com/office/drawing/2010/main" Requires="a14">
              <p:sp>
                <p:nvSpPr>
                  <p:cNvPr id="63" name="文字方塊 62">
                    <a:extLst>
                      <a:ext uri="{FF2B5EF4-FFF2-40B4-BE49-F238E27FC236}">
                        <a16:creationId xmlns:a16="http://schemas.microsoft.com/office/drawing/2014/main" id="{C22FB5C4-5875-4392-B1B8-D19065A7C792}"/>
                      </a:ext>
                    </a:extLst>
                  </p:cNvPr>
                  <p:cNvSpPr txBox="1"/>
                  <p:nvPr/>
                </p:nvSpPr>
                <p:spPr>
                  <a:xfrm>
                    <a:off x="1229360" y="1322793"/>
                    <a:ext cx="479747"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000" i="1" smtClean="0">
                                  <a:solidFill>
                                    <a:schemeClr val="tx1"/>
                                  </a:solidFill>
                                  <a:latin typeface="Cambria Math" panose="02040503050406030204" pitchFamily="18" charset="0"/>
                                  <a:cs typeface="Times New Roman" panose="02020603050405020304" pitchFamily="18" charset="0"/>
                                </a:rPr>
                              </m:ctrlPr>
                            </m:sSubPr>
                            <m:e>
                              <m:r>
                                <m:rPr>
                                  <m:sty m:val="p"/>
                                </m:rPr>
                                <a:rPr lang="en-US" altLang="zh-TW" sz="2000" b="0" i="0" smtClean="0">
                                  <a:solidFill>
                                    <a:schemeClr val="tx1"/>
                                  </a:solidFill>
                                  <a:latin typeface="Cambria Math" panose="02040503050406030204" pitchFamily="18" charset="0"/>
                                  <a:cs typeface="Times New Roman" panose="02020603050405020304" pitchFamily="18" charset="0"/>
                                </a:rPr>
                                <m:t>P</m:t>
                              </m:r>
                            </m:e>
                            <m:sub>
                              <m:r>
                                <a:rPr lang="en-US" altLang="zh-TW" sz="2000" b="0" i="0">
                                  <a:solidFill>
                                    <a:schemeClr val="tx1"/>
                                  </a:solidFill>
                                  <a:latin typeface="Cambria Math" panose="02040503050406030204" pitchFamily="18" charset="0"/>
                                  <a:cs typeface="Times New Roman" panose="02020603050405020304" pitchFamily="18" charset="0"/>
                                </a:rPr>
                                <m:t>4</m:t>
                              </m:r>
                            </m:sub>
                          </m:sSub>
                        </m:oMath>
                      </m:oMathPara>
                    </a14:m>
                    <a:endParaRPr lang="zh-TW" altLang="en-US" sz="2000" dirty="0">
                      <a:solidFill>
                        <a:schemeClr val="tx1"/>
                      </a:solidFill>
                      <a:latin typeface="Times New Roman" panose="02020603050405020304" pitchFamily="18" charset="0"/>
                      <a:cs typeface="Times New Roman" panose="02020603050405020304" pitchFamily="18" charset="0"/>
                    </a:endParaRPr>
                  </a:p>
                </p:txBody>
              </p:sp>
            </mc:Choice>
            <mc:Fallback>
              <p:sp>
                <p:nvSpPr>
                  <p:cNvPr id="63" name="文字方塊 62">
                    <a:extLst>
                      <a:ext uri="{FF2B5EF4-FFF2-40B4-BE49-F238E27FC236}">
                        <a16:creationId xmlns:a16="http://schemas.microsoft.com/office/drawing/2014/main" id="{C22FB5C4-5875-4392-B1B8-D19065A7C792}"/>
                      </a:ext>
                    </a:extLst>
                  </p:cNvPr>
                  <p:cNvSpPr txBox="1">
                    <a:spLocks noRot="1" noChangeAspect="1" noMove="1" noResize="1" noEditPoints="1" noAdjustHandles="1" noChangeArrowheads="1" noChangeShapeType="1" noTextEdit="1"/>
                  </p:cNvSpPr>
                  <p:nvPr/>
                </p:nvSpPr>
                <p:spPr>
                  <a:xfrm>
                    <a:off x="1229360" y="1322793"/>
                    <a:ext cx="479747" cy="400110"/>
                  </a:xfrm>
                  <a:prstGeom prst="rect">
                    <a:avLst/>
                  </a:prstGeom>
                  <a:blipFill>
                    <a:blip r:embed="rId25"/>
                    <a:stretch>
                      <a:fillRect b="-1538"/>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69" name="文字方塊 68">
                    <a:extLst>
                      <a:ext uri="{FF2B5EF4-FFF2-40B4-BE49-F238E27FC236}">
                        <a16:creationId xmlns:a16="http://schemas.microsoft.com/office/drawing/2014/main" id="{AA57812D-B7D8-40C9-9E73-89BCFE3F991F}"/>
                      </a:ext>
                    </a:extLst>
                  </p:cNvPr>
                  <p:cNvSpPr txBox="1"/>
                  <p:nvPr/>
                </p:nvSpPr>
                <p:spPr>
                  <a:xfrm>
                    <a:off x="1200208" y="554807"/>
                    <a:ext cx="431528" cy="400110"/>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r>
                            <a:rPr lang="en-US" altLang="zh-TW" sz="2000" b="0" i="1" smtClean="0">
                              <a:solidFill>
                                <a:schemeClr val="tx1"/>
                              </a:solidFill>
                              <a:latin typeface="Cambria Math" panose="02040503050406030204" pitchFamily="18" charset="0"/>
                              <a:cs typeface="Times New Roman" panose="02020603050405020304" pitchFamily="18" charset="0"/>
                            </a:rPr>
                            <m:t>11</m:t>
                          </m:r>
                        </m:oMath>
                      </m:oMathPara>
                    </a14:m>
                    <a:endParaRPr lang="zh-TW" altLang="en-US" sz="2000" dirty="0">
                      <a:solidFill>
                        <a:schemeClr val="tx1"/>
                      </a:solidFill>
                      <a:latin typeface="Times New Roman" panose="02020603050405020304" pitchFamily="18" charset="0"/>
                      <a:cs typeface="Times New Roman" panose="02020603050405020304" pitchFamily="18" charset="0"/>
                    </a:endParaRPr>
                  </a:p>
                </p:txBody>
              </p:sp>
            </mc:Choice>
            <mc:Fallback>
              <p:sp>
                <p:nvSpPr>
                  <p:cNvPr id="69" name="文字方塊 68">
                    <a:extLst>
                      <a:ext uri="{FF2B5EF4-FFF2-40B4-BE49-F238E27FC236}">
                        <a16:creationId xmlns:a16="http://schemas.microsoft.com/office/drawing/2014/main" id="{AA57812D-B7D8-40C9-9E73-89BCFE3F991F}"/>
                      </a:ext>
                    </a:extLst>
                  </p:cNvPr>
                  <p:cNvSpPr txBox="1">
                    <a:spLocks noRot="1" noChangeAspect="1" noMove="1" noResize="1" noEditPoints="1" noAdjustHandles="1" noChangeArrowheads="1" noChangeShapeType="1" noTextEdit="1"/>
                  </p:cNvSpPr>
                  <p:nvPr/>
                </p:nvSpPr>
                <p:spPr>
                  <a:xfrm>
                    <a:off x="1200208" y="554807"/>
                    <a:ext cx="431528" cy="400110"/>
                  </a:xfrm>
                  <a:prstGeom prst="rect">
                    <a:avLst/>
                  </a:prstGeom>
                  <a:blipFill>
                    <a:blip r:embed="rId26"/>
                    <a:stretch>
                      <a:fillRect r="-7143"/>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71" name="文字方塊 70">
                    <a:extLst>
                      <a:ext uri="{FF2B5EF4-FFF2-40B4-BE49-F238E27FC236}">
                        <a16:creationId xmlns:a16="http://schemas.microsoft.com/office/drawing/2014/main" id="{64C1FB34-473D-47FF-A16D-0B93773448F9}"/>
                      </a:ext>
                    </a:extLst>
                  </p:cNvPr>
                  <p:cNvSpPr txBox="1"/>
                  <p:nvPr/>
                </p:nvSpPr>
                <p:spPr>
                  <a:xfrm>
                    <a:off x="1200208" y="920791"/>
                    <a:ext cx="431528" cy="400110"/>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r>
                            <a:rPr lang="en-US" altLang="zh-TW" sz="2000" b="0" i="1" smtClean="0">
                              <a:solidFill>
                                <a:schemeClr val="tx1"/>
                              </a:solidFill>
                              <a:latin typeface="Cambria Math" panose="02040503050406030204" pitchFamily="18" charset="0"/>
                              <a:cs typeface="Times New Roman" panose="02020603050405020304" pitchFamily="18" charset="0"/>
                            </a:rPr>
                            <m:t>12</m:t>
                          </m:r>
                        </m:oMath>
                      </m:oMathPara>
                    </a14:m>
                    <a:endParaRPr lang="zh-TW" altLang="en-US" sz="2000" dirty="0">
                      <a:solidFill>
                        <a:schemeClr val="tx1"/>
                      </a:solidFill>
                      <a:latin typeface="Times New Roman" panose="02020603050405020304" pitchFamily="18" charset="0"/>
                      <a:cs typeface="Times New Roman" panose="02020603050405020304" pitchFamily="18" charset="0"/>
                    </a:endParaRPr>
                  </a:p>
                </p:txBody>
              </p:sp>
            </mc:Choice>
            <mc:Fallback>
              <p:sp>
                <p:nvSpPr>
                  <p:cNvPr id="71" name="文字方塊 70">
                    <a:extLst>
                      <a:ext uri="{FF2B5EF4-FFF2-40B4-BE49-F238E27FC236}">
                        <a16:creationId xmlns:a16="http://schemas.microsoft.com/office/drawing/2014/main" id="{64C1FB34-473D-47FF-A16D-0B93773448F9}"/>
                      </a:ext>
                    </a:extLst>
                  </p:cNvPr>
                  <p:cNvSpPr txBox="1">
                    <a:spLocks noRot="1" noChangeAspect="1" noMove="1" noResize="1" noEditPoints="1" noAdjustHandles="1" noChangeArrowheads="1" noChangeShapeType="1" noTextEdit="1"/>
                  </p:cNvSpPr>
                  <p:nvPr/>
                </p:nvSpPr>
                <p:spPr>
                  <a:xfrm>
                    <a:off x="1200208" y="920791"/>
                    <a:ext cx="431528" cy="400110"/>
                  </a:xfrm>
                  <a:prstGeom prst="rect">
                    <a:avLst/>
                  </a:prstGeom>
                  <a:blipFill>
                    <a:blip r:embed="rId27"/>
                    <a:stretch>
                      <a:fillRect r="-7143"/>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72" name="文字方塊 71">
                    <a:extLst>
                      <a:ext uri="{FF2B5EF4-FFF2-40B4-BE49-F238E27FC236}">
                        <a16:creationId xmlns:a16="http://schemas.microsoft.com/office/drawing/2014/main" id="{8412E4A9-A863-48C1-BD3D-B078CCDBBC22}"/>
                      </a:ext>
                    </a:extLst>
                  </p:cNvPr>
                  <p:cNvSpPr txBox="1"/>
                  <p:nvPr/>
                </p:nvSpPr>
                <p:spPr>
                  <a:xfrm>
                    <a:off x="1215515" y="-113675"/>
                    <a:ext cx="431528" cy="400110"/>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r>
                            <a:rPr lang="en-US" altLang="zh-TW" sz="2000" b="0" i="1" smtClean="0">
                              <a:solidFill>
                                <a:schemeClr val="tx1"/>
                              </a:solidFill>
                              <a:latin typeface="Cambria Math" panose="02040503050406030204" pitchFamily="18" charset="0"/>
                              <a:cs typeface="Times New Roman" panose="02020603050405020304" pitchFamily="18" charset="0"/>
                            </a:rPr>
                            <m:t>9</m:t>
                          </m:r>
                        </m:oMath>
                      </m:oMathPara>
                    </a14:m>
                    <a:endParaRPr lang="zh-TW" altLang="en-US" sz="2000" dirty="0">
                      <a:solidFill>
                        <a:schemeClr val="tx1"/>
                      </a:solidFill>
                      <a:latin typeface="Times New Roman" panose="02020603050405020304" pitchFamily="18" charset="0"/>
                      <a:cs typeface="Times New Roman" panose="02020603050405020304" pitchFamily="18" charset="0"/>
                    </a:endParaRPr>
                  </a:p>
                </p:txBody>
              </p:sp>
            </mc:Choice>
            <mc:Fallback>
              <p:sp>
                <p:nvSpPr>
                  <p:cNvPr id="72" name="文字方塊 71">
                    <a:extLst>
                      <a:ext uri="{FF2B5EF4-FFF2-40B4-BE49-F238E27FC236}">
                        <a16:creationId xmlns:a16="http://schemas.microsoft.com/office/drawing/2014/main" id="{8412E4A9-A863-48C1-BD3D-B078CCDBBC22}"/>
                      </a:ext>
                    </a:extLst>
                  </p:cNvPr>
                  <p:cNvSpPr txBox="1">
                    <a:spLocks noRot="1" noChangeAspect="1" noMove="1" noResize="1" noEditPoints="1" noAdjustHandles="1" noChangeArrowheads="1" noChangeShapeType="1" noTextEdit="1"/>
                  </p:cNvSpPr>
                  <p:nvPr/>
                </p:nvSpPr>
                <p:spPr>
                  <a:xfrm>
                    <a:off x="1215515" y="-113675"/>
                    <a:ext cx="431528" cy="400110"/>
                  </a:xfrm>
                  <a:prstGeom prst="rect">
                    <a:avLst/>
                  </a:prstGeom>
                  <a:blipFill>
                    <a:blip r:embed="rId28"/>
                    <a:stretch>
                      <a:fillRect/>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73" name="文字方塊 72">
                    <a:extLst>
                      <a:ext uri="{FF2B5EF4-FFF2-40B4-BE49-F238E27FC236}">
                        <a16:creationId xmlns:a16="http://schemas.microsoft.com/office/drawing/2014/main" id="{11A147B4-249B-4826-9ADA-3E09A11E46F4}"/>
                      </a:ext>
                    </a:extLst>
                  </p:cNvPr>
                  <p:cNvSpPr txBox="1"/>
                  <p:nvPr/>
                </p:nvSpPr>
                <p:spPr>
                  <a:xfrm>
                    <a:off x="1200208" y="205224"/>
                    <a:ext cx="431528" cy="400110"/>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r>
                            <a:rPr lang="en-US" altLang="zh-TW" sz="2000" b="0" i="1" smtClean="0">
                              <a:solidFill>
                                <a:schemeClr val="tx1"/>
                              </a:solidFill>
                              <a:latin typeface="Cambria Math" panose="02040503050406030204" pitchFamily="18" charset="0"/>
                              <a:cs typeface="Times New Roman" panose="02020603050405020304" pitchFamily="18" charset="0"/>
                            </a:rPr>
                            <m:t>10</m:t>
                          </m:r>
                        </m:oMath>
                      </m:oMathPara>
                    </a14:m>
                    <a:endParaRPr lang="zh-TW" altLang="en-US" sz="2000" dirty="0">
                      <a:solidFill>
                        <a:schemeClr val="tx1"/>
                      </a:solidFill>
                      <a:latin typeface="Times New Roman" panose="02020603050405020304" pitchFamily="18" charset="0"/>
                      <a:cs typeface="Times New Roman" panose="02020603050405020304" pitchFamily="18" charset="0"/>
                    </a:endParaRPr>
                  </a:p>
                </p:txBody>
              </p:sp>
            </mc:Choice>
            <mc:Fallback>
              <p:sp>
                <p:nvSpPr>
                  <p:cNvPr id="73" name="文字方塊 72">
                    <a:extLst>
                      <a:ext uri="{FF2B5EF4-FFF2-40B4-BE49-F238E27FC236}">
                        <a16:creationId xmlns:a16="http://schemas.microsoft.com/office/drawing/2014/main" id="{11A147B4-249B-4826-9ADA-3E09A11E46F4}"/>
                      </a:ext>
                    </a:extLst>
                  </p:cNvPr>
                  <p:cNvSpPr txBox="1">
                    <a:spLocks noRot="1" noChangeAspect="1" noMove="1" noResize="1" noEditPoints="1" noAdjustHandles="1" noChangeArrowheads="1" noChangeShapeType="1" noTextEdit="1"/>
                  </p:cNvSpPr>
                  <p:nvPr/>
                </p:nvSpPr>
                <p:spPr>
                  <a:xfrm>
                    <a:off x="1200208" y="205224"/>
                    <a:ext cx="431528" cy="400110"/>
                  </a:xfrm>
                  <a:prstGeom prst="rect">
                    <a:avLst/>
                  </a:prstGeom>
                  <a:blipFill>
                    <a:blip r:embed="rId29"/>
                    <a:stretch>
                      <a:fillRect r="-7143"/>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74" name="文字方塊 73">
                    <a:extLst>
                      <a:ext uri="{FF2B5EF4-FFF2-40B4-BE49-F238E27FC236}">
                        <a16:creationId xmlns:a16="http://schemas.microsoft.com/office/drawing/2014/main" id="{60244A6C-A5CF-4F05-A4E0-F4B2805C7BAA}"/>
                      </a:ext>
                    </a:extLst>
                  </p:cNvPr>
                  <p:cNvSpPr txBox="1"/>
                  <p:nvPr/>
                </p:nvSpPr>
                <p:spPr>
                  <a:xfrm>
                    <a:off x="1224383" y="-479659"/>
                    <a:ext cx="431528" cy="400110"/>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r>
                            <a:rPr lang="en-US" altLang="zh-TW" sz="2000" b="0" i="1" smtClean="0">
                              <a:solidFill>
                                <a:schemeClr val="tx1"/>
                              </a:solidFill>
                              <a:latin typeface="Cambria Math" panose="02040503050406030204" pitchFamily="18" charset="0"/>
                              <a:cs typeface="Times New Roman" panose="02020603050405020304" pitchFamily="18" charset="0"/>
                            </a:rPr>
                            <m:t>8</m:t>
                          </m:r>
                        </m:oMath>
                      </m:oMathPara>
                    </a14:m>
                    <a:endParaRPr lang="zh-TW" altLang="en-US" sz="2000" dirty="0">
                      <a:solidFill>
                        <a:schemeClr val="tx1"/>
                      </a:solidFill>
                      <a:latin typeface="Times New Roman" panose="02020603050405020304" pitchFamily="18" charset="0"/>
                      <a:cs typeface="Times New Roman" panose="02020603050405020304" pitchFamily="18" charset="0"/>
                    </a:endParaRPr>
                  </a:p>
                </p:txBody>
              </p:sp>
            </mc:Choice>
            <mc:Fallback>
              <p:sp>
                <p:nvSpPr>
                  <p:cNvPr id="74" name="文字方塊 73">
                    <a:extLst>
                      <a:ext uri="{FF2B5EF4-FFF2-40B4-BE49-F238E27FC236}">
                        <a16:creationId xmlns:a16="http://schemas.microsoft.com/office/drawing/2014/main" id="{60244A6C-A5CF-4F05-A4E0-F4B2805C7BAA}"/>
                      </a:ext>
                    </a:extLst>
                  </p:cNvPr>
                  <p:cNvSpPr txBox="1">
                    <a:spLocks noRot="1" noChangeAspect="1" noMove="1" noResize="1" noEditPoints="1" noAdjustHandles="1" noChangeArrowheads="1" noChangeShapeType="1" noTextEdit="1"/>
                  </p:cNvSpPr>
                  <p:nvPr/>
                </p:nvSpPr>
                <p:spPr>
                  <a:xfrm>
                    <a:off x="1224383" y="-479659"/>
                    <a:ext cx="431528" cy="400110"/>
                  </a:xfrm>
                  <a:prstGeom prst="rect">
                    <a:avLst/>
                  </a:prstGeom>
                  <a:blipFill>
                    <a:blip r:embed="rId30"/>
                    <a:stretch>
                      <a:fillRect/>
                    </a:stretch>
                  </a:blipFill>
                </p:spPr>
                <p:txBody>
                  <a:bodyPr/>
                  <a:lstStyle/>
                  <a:p>
                    <a:r>
                      <a:rPr lang="zh-TW" altLang="en-US">
                        <a:noFill/>
                      </a:rPr>
                      <a:t> </a:t>
                    </a:r>
                  </a:p>
                </p:txBody>
              </p:sp>
            </mc:Fallback>
          </mc:AlternateContent>
        </p:grpSp>
        <p:cxnSp>
          <p:nvCxnSpPr>
            <p:cNvPr id="62" name="直線接點 61">
              <a:extLst>
                <a:ext uri="{FF2B5EF4-FFF2-40B4-BE49-F238E27FC236}">
                  <a16:creationId xmlns:a16="http://schemas.microsoft.com/office/drawing/2014/main" id="{F54C6259-0EFE-404C-B178-5C28878B0C69}"/>
                </a:ext>
              </a:extLst>
            </p:cNvPr>
            <p:cNvCxnSpPr>
              <a:cxnSpLocks/>
            </p:cNvCxnSpPr>
            <p:nvPr/>
          </p:nvCxnSpPr>
          <p:spPr>
            <a:xfrm>
              <a:off x="5561613" y="3763227"/>
              <a:ext cx="423811"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53" name="矩形 52">
            <a:extLst>
              <a:ext uri="{FF2B5EF4-FFF2-40B4-BE49-F238E27FC236}">
                <a16:creationId xmlns:a16="http://schemas.microsoft.com/office/drawing/2014/main" id="{5ACB602B-0A6C-4AF5-8EE1-FB78AB8797C7}"/>
              </a:ext>
            </a:extLst>
          </p:cNvPr>
          <p:cNvSpPr/>
          <p:nvPr/>
        </p:nvSpPr>
        <p:spPr>
          <a:xfrm>
            <a:off x="7664033" y="387357"/>
            <a:ext cx="699057" cy="2265656"/>
          </a:xfrm>
          <a:prstGeom prst="rect">
            <a:avLst/>
          </a:pr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rgbClr val="FF0000"/>
              </a:solidFill>
            </a:endParaRPr>
          </a:p>
        </p:txBody>
      </p:sp>
      <p:cxnSp>
        <p:nvCxnSpPr>
          <p:cNvPr id="75" name="直線單箭頭接點 74">
            <a:extLst>
              <a:ext uri="{FF2B5EF4-FFF2-40B4-BE49-F238E27FC236}">
                <a16:creationId xmlns:a16="http://schemas.microsoft.com/office/drawing/2014/main" id="{BD2C2265-BC2E-47D1-8660-A88245ACD092}"/>
              </a:ext>
            </a:extLst>
          </p:cNvPr>
          <p:cNvCxnSpPr>
            <a:cxnSpLocks/>
          </p:cNvCxnSpPr>
          <p:nvPr/>
        </p:nvCxnSpPr>
        <p:spPr>
          <a:xfrm flipV="1">
            <a:off x="2561219" y="1325920"/>
            <a:ext cx="317500" cy="324052"/>
          </a:xfrm>
          <a:prstGeom prst="straightConnector1">
            <a:avLst/>
          </a:prstGeom>
          <a:noFill/>
          <a:ln w="28575">
            <a:solidFill>
              <a:srgbClr val="FF0000"/>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cxnSp>
      <p:sp>
        <p:nvSpPr>
          <p:cNvPr id="11" name="矩形 10">
            <a:extLst>
              <a:ext uri="{FF2B5EF4-FFF2-40B4-BE49-F238E27FC236}">
                <a16:creationId xmlns:a16="http://schemas.microsoft.com/office/drawing/2014/main" id="{44B17B8D-E798-42EA-B19B-6FCC78D0FD27}"/>
              </a:ext>
            </a:extLst>
          </p:cNvPr>
          <p:cNvSpPr/>
          <p:nvPr/>
        </p:nvSpPr>
        <p:spPr>
          <a:xfrm>
            <a:off x="4874864" y="315252"/>
            <a:ext cx="1656223" cy="369332"/>
          </a:xfrm>
          <a:prstGeom prst="rect">
            <a:avLst/>
          </a:prstGeom>
        </p:spPr>
        <p:txBody>
          <a:bodyPr wrap="none">
            <a:spAutoFit/>
          </a:bodyPr>
          <a:lstStyle/>
          <a:p>
            <a:r>
              <a:rPr lang="en-US" altLang="zh-TW" dirty="0">
                <a:solidFill>
                  <a:srgbClr val="0070C0"/>
                </a:solidFill>
                <a:latin typeface="Times New Roman" panose="02020603050405020304" pitchFamily="18" charset="0"/>
                <a:cs typeface="Times New Roman" panose="02020603050405020304" pitchFamily="18" charset="0"/>
              </a:rPr>
              <a:t>set n = 12, s = 4</a:t>
            </a:r>
            <a:endParaRPr lang="zh-TW" altLang="en-US" dirty="0"/>
          </a:p>
        </p:txBody>
      </p:sp>
      <p:cxnSp>
        <p:nvCxnSpPr>
          <p:cNvPr id="81" name="直線接點 80">
            <a:extLst>
              <a:ext uri="{FF2B5EF4-FFF2-40B4-BE49-F238E27FC236}">
                <a16:creationId xmlns:a16="http://schemas.microsoft.com/office/drawing/2014/main" id="{D8275F85-5514-46C0-B818-95966676B647}"/>
              </a:ext>
            </a:extLst>
          </p:cNvPr>
          <p:cNvCxnSpPr>
            <a:cxnSpLocks/>
          </p:cNvCxnSpPr>
          <p:nvPr/>
        </p:nvCxnSpPr>
        <p:spPr>
          <a:xfrm>
            <a:off x="7225778" y="2092484"/>
            <a:ext cx="41516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84" name="文字方塊 83">
            <a:extLst>
              <a:ext uri="{FF2B5EF4-FFF2-40B4-BE49-F238E27FC236}">
                <a16:creationId xmlns:a16="http://schemas.microsoft.com/office/drawing/2014/main" id="{2CF404DC-67DF-4EE3-BC45-D54852A708CD}"/>
              </a:ext>
            </a:extLst>
          </p:cNvPr>
          <p:cNvSpPr txBox="1"/>
          <p:nvPr/>
        </p:nvSpPr>
        <p:spPr>
          <a:xfrm>
            <a:off x="7268124" y="1288081"/>
            <a:ext cx="285028" cy="400110"/>
          </a:xfrm>
          <a:prstGeom prst="rect">
            <a:avLst/>
          </a:prstGeom>
          <a:noFill/>
        </p:spPr>
        <p:txBody>
          <a:bodyPr wrap="square" rtlCol="0">
            <a:spAutoFit/>
          </a:bodyPr>
          <a:lstStyle/>
          <a:p>
            <a:r>
              <a:rPr lang="en-US" altLang="zh-TW" sz="2000" b="0" dirty="0">
                <a:solidFill>
                  <a:schemeClr val="tx1"/>
                </a:solidFill>
                <a:cs typeface="Times New Roman" panose="02020603050405020304" pitchFamily="18" charset="0"/>
              </a:rPr>
              <a:t>5</a:t>
            </a:r>
            <a:endParaRPr lang="zh-TW" altLang="en-US" sz="20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289734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21"/>
                                        </p:tgtEl>
                                        <p:attrNameLst>
                                          <p:attrName>style.visibility</p:attrName>
                                        </p:attrNameLst>
                                      </p:cBhvr>
                                      <p:to>
                                        <p:strVal val="visible"/>
                                      </p:to>
                                    </p:set>
                                    <p:animEffect transition="in" filter="fade">
                                      <p:cBhvr>
                                        <p:cTn id="11" dur="500"/>
                                        <p:tgtEl>
                                          <p:spTgt spid="21"/>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25"/>
                                        </p:tgtEl>
                                        <p:attrNameLst>
                                          <p:attrName>style.visibility</p:attrName>
                                        </p:attrNameLst>
                                      </p:cBhvr>
                                      <p:to>
                                        <p:strVal val="visible"/>
                                      </p:to>
                                    </p:set>
                                    <p:animEffect transition="in" filter="fade">
                                      <p:cBhvr>
                                        <p:cTn id="15" dur="500"/>
                                        <p:tgtEl>
                                          <p:spTgt spid="25"/>
                                        </p:tgtEl>
                                      </p:cBhvr>
                                    </p:animEffect>
                                  </p:childTnLst>
                                </p:cTn>
                              </p:par>
                            </p:childTnLst>
                          </p:cTn>
                        </p:par>
                        <p:par>
                          <p:cTn id="16" fill="hold">
                            <p:stCondLst>
                              <p:cond delay="1500"/>
                            </p:stCondLst>
                            <p:childTnLst>
                              <p:par>
                                <p:cTn id="17" presetID="10" presetClass="entr" presetSubtype="0" fill="hold" nodeType="afterEffect">
                                  <p:stCondLst>
                                    <p:cond delay="0"/>
                                  </p:stCondLst>
                                  <p:childTnLst>
                                    <p:set>
                                      <p:cBhvr>
                                        <p:cTn id="18" dur="1" fill="hold">
                                          <p:stCondLst>
                                            <p:cond delay="0"/>
                                          </p:stCondLst>
                                        </p:cTn>
                                        <p:tgtEl>
                                          <p:spTgt spid="75"/>
                                        </p:tgtEl>
                                        <p:attrNameLst>
                                          <p:attrName>style.visibility</p:attrName>
                                        </p:attrNameLst>
                                      </p:cBhvr>
                                      <p:to>
                                        <p:strVal val="visible"/>
                                      </p:to>
                                    </p:set>
                                    <p:animEffect transition="in" filter="fade">
                                      <p:cBhvr>
                                        <p:cTn id="19" dur="500"/>
                                        <p:tgtEl>
                                          <p:spTgt spid="75"/>
                                        </p:tgtEl>
                                      </p:cBhvr>
                                    </p:animEffect>
                                  </p:childTnLst>
                                </p:cTn>
                              </p:par>
                            </p:childTnLst>
                          </p:cTn>
                        </p:par>
                        <p:par>
                          <p:cTn id="20" fill="hold">
                            <p:stCondLst>
                              <p:cond delay="2000"/>
                            </p:stCondLst>
                            <p:childTnLst>
                              <p:par>
                                <p:cTn id="21" presetID="10" presetClass="entr" presetSubtype="0" fill="hold" nodeType="afterEffect">
                                  <p:stCondLst>
                                    <p:cond delay="0"/>
                                  </p:stCondLst>
                                  <p:childTnLst>
                                    <p:set>
                                      <p:cBhvr>
                                        <p:cTn id="22" dur="1" fill="hold">
                                          <p:stCondLst>
                                            <p:cond delay="0"/>
                                          </p:stCondLst>
                                        </p:cTn>
                                        <p:tgtEl>
                                          <p:spTgt spid="32"/>
                                        </p:tgtEl>
                                        <p:attrNameLst>
                                          <p:attrName>style.visibility</p:attrName>
                                        </p:attrNameLst>
                                      </p:cBhvr>
                                      <p:to>
                                        <p:strVal val="visible"/>
                                      </p:to>
                                    </p:set>
                                    <p:animEffect transition="in" filter="fade">
                                      <p:cBhvr>
                                        <p:cTn id="23" dur="500"/>
                                        <p:tgtEl>
                                          <p:spTgt spid="32"/>
                                        </p:tgtEl>
                                      </p:cBhvr>
                                    </p:animEffect>
                                  </p:childTnLst>
                                </p:cTn>
                              </p:par>
                            </p:childTnLst>
                          </p:cTn>
                        </p:par>
                        <p:par>
                          <p:cTn id="24" fill="hold">
                            <p:stCondLst>
                              <p:cond delay="2500"/>
                            </p:stCondLst>
                            <p:childTnLst>
                              <p:par>
                                <p:cTn id="25" presetID="10" presetClass="entr" presetSubtype="0" fill="hold" nodeType="afterEffect">
                                  <p:stCondLst>
                                    <p:cond delay="0"/>
                                  </p:stCondLst>
                                  <p:childTnLst>
                                    <p:set>
                                      <p:cBhvr>
                                        <p:cTn id="26" dur="1" fill="hold">
                                          <p:stCondLst>
                                            <p:cond delay="0"/>
                                          </p:stCondLst>
                                        </p:cTn>
                                        <p:tgtEl>
                                          <p:spTgt spid="33"/>
                                        </p:tgtEl>
                                        <p:attrNameLst>
                                          <p:attrName>style.visibility</p:attrName>
                                        </p:attrNameLst>
                                      </p:cBhvr>
                                      <p:to>
                                        <p:strVal val="visible"/>
                                      </p:to>
                                    </p:set>
                                    <p:animEffect transition="in" filter="fade">
                                      <p:cBhvr>
                                        <p:cTn id="27" dur="500"/>
                                        <p:tgtEl>
                                          <p:spTgt spid="33"/>
                                        </p:tgtEl>
                                      </p:cBhvr>
                                    </p:animEffect>
                                  </p:childTnLst>
                                </p:cTn>
                              </p:par>
                            </p:childTnLst>
                          </p:cTn>
                        </p:par>
                        <p:par>
                          <p:cTn id="28" fill="hold">
                            <p:stCondLst>
                              <p:cond delay="3000"/>
                            </p:stCondLst>
                            <p:childTnLst>
                              <p:par>
                                <p:cTn id="29" presetID="10" presetClass="entr" presetSubtype="0" fill="hold" nodeType="afterEffect">
                                  <p:stCondLst>
                                    <p:cond delay="0"/>
                                  </p:stCondLst>
                                  <p:childTnLst>
                                    <p:set>
                                      <p:cBhvr>
                                        <p:cTn id="30" dur="1" fill="hold">
                                          <p:stCondLst>
                                            <p:cond delay="0"/>
                                          </p:stCondLst>
                                        </p:cTn>
                                        <p:tgtEl>
                                          <p:spTgt spid="34"/>
                                        </p:tgtEl>
                                        <p:attrNameLst>
                                          <p:attrName>style.visibility</p:attrName>
                                        </p:attrNameLst>
                                      </p:cBhvr>
                                      <p:to>
                                        <p:strVal val="visible"/>
                                      </p:to>
                                    </p:set>
                                    <p:animEffect transition="in" filter="fade">
                                      <p:cBhvr>
                                        <p:cTn id="31" dur="500"/>
                                        <p:tgtEl>
                                          <p:spTgt spid="34"/>
                                        </p:tgtEl>
                                      </p:cBhvr>
                                    </p:animEffect>
                                  </p:childTnLst>
                                </p:cTn>
                              </p:par>
                            </p:childTnLst>
                          </p:cTn>
                        </p:par>
                        <p:par>
                          <p:cTn id="32" fill="hold">
                            <p:stCondLst>
                              <p:cond delay="3500"/>
                            </p:stCondLst>
                            <p:childTnLst>
                              <p:par>
                                <p:cTn id="33" presetID="42" presetClass="path" presetSubtype="0" fill="hold" nodeType="afterEffect">
                                  <p:stCondLst>
                                    <p:cond delay="0"/>
                                  </p:stCondLst>
                                  <p:childTnLst>
                                    <p:animMotion origin="layout" path="M -3.05556E-6 4.07407E-6 L -0.00052 -0.05996 " pathEditMode="relative" rAng="0" ptsTypes="AA">
                                      <p:cBhvr>
                                        <p:cTn id="34" dur="500" fill="hold"/>
                                        <p:tgtEl>
                                          <p:spTgt spid="31"/>
                                        </p:tgtEl>
                                        <p:attrNameLst>
                                          <p:attrName>ppt_x</p:attrName>
                                          <p:attrName>ppt_y</p:attrName>
                                        </p:attrNameLst>
                                      </p:cBhvr>
                                      <p:rCtr x="-35" y="-3009"/>
                                    </p:animMotion>
                                  </p:childTnLst>
                                </p:cTn>
                              </p:par>
                            </p:childTnLst>
                          </p:cTn>
                        </p:par>
                        <p:par>
                          <p:cTn id="35" fill="hold">
                            <p:stCondLst>
                              <p:cond delay="4000"/>
                            </p:stCondLst>
                            <p:childTnLst>
                              <p:par>
                                <p:cTn id="36" presetID="10" presetClass="entr" presetSubtype="0" fill="hold" nodeType="afterEffect">
                                  <p:stCondLst>
                                    <p:cond delay="0"/>
                                  </p:stCondLst>
                                  <p:childTnLst>
                                    <p:set>
                                      <p:cBhvr>
                                        <p:cTn id="37" dur="1" fill="hold">
                                          <p:stCondLst>
                                            <p:cond delay="0"/>
                                          </p:stCondLst>
                                        </p:cTn>
                                        <p:tgtEl>
                                          <p:spTgt spid="35"/>
                                        </p:tgtEl>
                                        <p:attrNameLst>
                                          <p:attrName>style.visibility</p:attrName>
                                        </p:attrNameLst>
                                      </p:cBhvr>
                                      <p:to>
                                        <p:strVal val="visible"/>
                                      </p:to>
                                    </p:set>
                                    <p:animEffect transition="in" filter="fade">
                                      <p:cBhvr>
                                        <p:cTn id="38" dur="500"/>
                                        <p:tgtEl>
                                          <p:spTgt spid="35"/>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27"/>
                                        </p:tgtEl>
                                        <p:attrNameLst>
                                          <p:attrName>style.visibility</p:attrName>
                                        </p:attrNameLst>
                                      </p:cBhvr>
                                      <p:to>
                                        <p:strVal val="visible"/>
                                      </p:to>
                                    </p:set>
                                    <p:animEffect transition="in" filter="fade">
                                      <p:cBhvr>
                                        <p:cTn id="41" dur="500"/>
                                        <p:tgtEl>
                                          <p:spTgt spid="27"/>
                                        </p:tgtEl>
                                      </p:cBhvr>
                                    </p:animEffect>
                                  </p:childTnLst>
                                </p:cTn>
                              </p:par>
                            </p:childTnLst>
                          </p:cTn>
                        </p:par>
                        <p:par>
                          <p:cTn id="42" fill="hold">
                            <p:stCondLst>
                              <p:cond delay="4500"/>
                            </p:stCondLst>
                            <p:childTnLst>
                              <p:par>
                                <p:cTn id="43" presetID="10" presetClass="entr" presetSubtype="0" fill="hold" nodeType="afterEffect">
                                  <p:stCondLst>
                                    <p:cond delay="0"/>
                                  </p:stCondLst>
                                  <p:childTnLst>
                                    <p:set>
                                      <p:cBhvr>
                                        <p:cTn id="44" dur="1" fill="hold">
                                          <p:stCondLst>
                                            <p:cond delay="0"/>
                                          </p:stCondLst>
                                        </p:cTn>
                                        <p:tgtEl>
                                          <p:spTgt spid="36"/>
                                        </p:tgtEl>
                                        <p:attrNameLst>
                                          <p:attrName>style.visibility</p:attrName>
                                        </p:attrNameLst>
                                      </p:cBhvr>
                                      <p:to>
                                        <p:strVal val="visible"/>
                                      </p:to>
                                    </p:set>
                                    <p:animEffect transition="in" filter="fade">
                                      <p:cBhvr>
                                        <p:cTn id="45" dur="500"/>
                                        <p:tgtEl>
                                          <p:spTgt spid="36"/>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28"/>
                                        </p:tgtEl>
                                        <p:attrNameLst>
                                          <p:attrName>style.visibility</p:attrName>
                                        </p:attrNameLst>
                                      </p:cBhvr>
                                      <p:to>
                                        <p:strVal val="visible"/>
                                      </p:to>
                                    </p:set>
                                    <p:animEffect transition="in" filter="fade">
                                      <p:cBhvr>
                                        <p:cTn id="48" dur="500"/>
                                        <p:tgtEl>
                                          <p:spTgt spid="28"/>
                                        </p:tgtEl>
                                      </p:cBhvr>
                                    </p:animEffect>
                                  </p:childTnLst>
                                </p:cTn>
                              </p:par>
                            </p:childTnLst>
                          </p:cTn>
                        </p:par>
                        <p:par>
                          <p:cTn id="49" fill="hold">
                            <p:stCondLst>
                              <p:cond delay="5000"/>
                            </p:stCondLst>
                            <p:childTnLst>
                              <p:par>
                                <p:cTn id="50" presetID="10" presetClass="entr" presetSubtype="0" fill="hold" nodeType="afterEffect">
                                  <p:stCondLst>
                                    <p:cond delay="0"/>
                                  </p:stCondLst>
                                  <p:childTnLst>
                                    <p:set>
                                      <p:cBhvr>
                                        <p:cTn id="51" dur="1" fill="hold">
                                          <p:stCondLst>
                                            <p:cond delay="0"/>
                                          </p:stCondLst>
                                        </p:cTn>
                                        <p:tgtEl>
                                          <p:spTgt spid="37"/>
                                        </p:tgtEl>
                                        <p:attrNameLst>
                                          <p:attrName>style.visibility</p:attrName>
                                        </p:attrNameLst>
                                      </p:cBhvr>
                                      <p:to>
                                        <p:strVal val="visible"/>
                                      </p:to>
                                    </p:set>
                                    <p:animEffect transition="in" filter="fade">
                                      <p:cBhvr>
                                        <p:cTn id="52" dur="500"/>
                                        <p:tgtEl>
                                          <p:spTgt spid="37"/>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9"/>
                                        </p:tgtEl>
                                        <p:attrNameLst>
                                          <p:attrName>style.visibility</p:attrName>
                                        </p:attrNameLst>
                                      </p:cBhvr>
                                      <p:to>
                                        <p:strVal val="visible"/>
                                      </p:to>
                                    </p:set>
                                    <p:animEffect transition="in" filter="fade">
                                      <p:cBhvr>
                                        <p:cTn id="55" dur="500"/>
                                        <p:tgtEl>
                                          <p:spTgt spid="29"/>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38"/>
                                        </p:tgtEl>
                                        <p:attrNameLst>
                                          <p:attrName>style.visibility</p:attrName>
                                        </p:attrNameLst>
                                      </p:cBhvr>
                                      <p:to>
                                        <p:strVal val="visible"/>
                                      </p:to>
                                    </p:set>
                                    <p:animEffect transition="in" filter="fade">
                                      <p:cBhvr>
                                        <p:cTn id="58" dur="500"/>
                                        <p:tgtEl>
                                          <p:spTgt spid="38"/>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59"/>
                                        </p:tgtEl>
                                        <p:attrNameLst>
                                          <p:attrName>style.visibility</p:attrName>
                                        </p:attrNameLst>
                                      </p:cBhvr>
                                      <p:to>
                                        <p:strVal val="visible"/>
                                      </p:to>
                                    </p:set>
                                    <p:animEffect transition="in" filter="fade">
                                      <p:cBhvr>
                                        <p:cTn id="61" dur="500"/>
                                        <p:tgtEl>
                                          <p:spTgt spid="59"/>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xit" presetSubtype="0" fill="hold" grpId="0" nodeType="clickEffect">
                                  <p:stCondLst>
                                    <p:cond delay="0"/>
                                  </p:stCondLst>
                                  <p:childTnLst>
                                    <p:animEffect transition="out" filter="fade">
                                      <p:cBhvr>
                                        <p:cTn id="65" dur="500"/>
                                        <p:tgtEl>
                                          <p:spTgt spid="53"/>
                                        </p:tgtEl>
                                      </p:cBhvr>
                                    </p:animEffect>
                                    <p:set>
                                      <p:cBhvr>
                                        <p:cTn id="66" dur="1" fill="hold">
                                          <p:stCondLst>
                                            <p:cond delay="499"/>
                                          </p:stCondLst>
                                        </p:cTn>
                                        <p:tgtEl>
                                          <p:spTgt spid="5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28" grpId="0"/>
      <p:bldP spid="29" grpId="0"/>
      <p:bldP spid="38" grpId="0"/>
      <p:bldP spid="59" grpId="0"/>
      <p:bldP spid="53" grpId="0" animBg="1"/>
    </p:bldLst>
  </p:timing>
</p:sld>
</file>

<file path=ppt/theme/theme1.xml><?xml version="1.0" encoding="utf-8"?>
<a:theme xmlns:a="http://schemas.openxmlformats.org/drawingml/2006/main" name="Office 佈景主題">
  <a:themeElements>
    <a:clrScheme name="Office 佈景主題">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佈景主題">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佈景主題">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37524</TotalTime>
  <Words>1742</Words>
  <Application>Microsoft Office PowerPoint</Application>
  <PresentationFormat>如螢幕大小 (4:3)</PresentationFormat>
  <Paragraphs>418</Paragraphs>
  <Slides>24</Slides>
  <Notes>13</Notes>
  <HiddenSlides>5</HiddenSlides>
  <MMClips>0</MMClips>
  <ScaleCrop>false</ScaleCrop>
  <HeadingPairs>
    <vt:vector size="6" baseType="variant">
      <vt:variant>
        <vt:lpstr>使用字型</vt:lpstr>
      </vt:variant>
      <vt:variant>
        <vt:i4>9</vt:i4>
      </vt:variant>
      <vt:variant>
        <vt:lpstr>佈景主題</vt:lpstr>
      </vt:variant>
      <vt:variant>
        <vt:i4>1</vt:i4>
      </vt:variant>
      <vt:variant>
        <vt:lpstr>投影片標題</vt:lpstr>
      </vt:variant>
      <vt:variant>
        <vt:i4>24</vt:i4>
      </vt:variant>
    </vt:vector>
  </HeadingPairs>
  <TitlesOfParts>
    <vt:vector size="34" baseType="lpstr">
      <vt:lpstr>Yu Gothic UI Semibold</vt:lpstr>
      <vt:lpstr>新細明體</vt:lpstr>
      <vt:lpstr>標楷體</vt:lpstr>
      <vt:lpstr>Arial</vt:lpstr>
      <vt:lpstr>Calibri</vt:lpstr>
      <vt:lpstr>Calibri Light</vt:lpstr>
      <vt:lpstr>Cambria Math</vt:lpstr>
      <vt:lpstr>Tahoma</vt:lpstr>
      <vt:lpstr>Times New Roman</vt:lpstr>
      <vt:lpstr>Office 佈景主題</vt:lpstr>
      <vt:lpstr>Space-Efficient Algorithms for Longest Increasing Subsequence</vt:lpstr>
      <vt:lpstr>Abstract</vt:lpstr>
      <vt:lpstr>Patience Sorting</vt:lpstr>
      <vt:lpstr>Patience Sorting - Time and Space Complexity</vt:lpstr>
      <vt:lpstr>Patience Sorting</vt:lpstr>
      <vt:lpstr>Another way (for permutation input)</vt:lpstr>
      <vt:lpstr>PowerPoint 簡報</vt:lpstr>
      <vt:lpstr>Another way</vt:lpstr>
      <vt:lpstr>PowerPoint 簡報</vt:lpstr>
      <vt:lpstr>PowerPoint 簡報</vt:lpstr>
      <vt:lpstr>PowerPoint 簡報</vt:lpstr>
      <vt:lpstr>Overview</vt:lpstr>
      <vt:lpstr>PowerPoint 簡報</vt:lpstr>
      <vt:lpstr>PowerPoint 簡報</vt:lpstr>
      <vt:lpstr>PowerPoint 簡報</vt:lpstr>
      <vt:lpstr>PowerPoint 簡報</vt:lpstr>
      <vt:lpstr>PowerPoint 簡報</vt:lpstr>
      <vt:lpstr>Space Complexity</vt:lpstr>
      <vt:lpstr>Space Complexity</vt:lpstr>
      <vt:lpstr>PowerPoint 簡報</vt:lpstr>
      <vt:lpstr>PowerPoint 簡報</vt:lpstr>
      <vt:lpstr>PowerPoint 簡報</vt:lpstr>
      <vt:lpstr>PowerPoint 簡報</vt:lpstr>
      <vt:lpstr>PowerPoint 簡報</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fast algorithm for computing a longest common increasing subsequence</dc:title>
  <dc:creator>GaryC</dc:creator>
  <cp:lastModifiedBy>GaryC</cp:lastModifiedBy>
  <cp:revision>336</cp:revision>
  <dcterms:created xsi:type="dcterms:W3CDTF">2017-09-25T08:45:50Z</dcterms:created>
  <dcterms:modified xsi:type="dcterms:W3CDTF">2018-04-17T10:33:53Z</dcterms:modified>
</cp:coreProperties>
</file>