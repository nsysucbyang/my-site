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306" r:id="rId4"/>
    <p:sldId id="307" r:id="rId5"/>
    <p:sldId id="308" r:id="rId6"/>
    <p:sldId id="309" r:id="rId7"/>
    <p:sldId id="31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276"/>
            <p14:sldId id="306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D9537-DFB4-484D-8844-D283D1759D52}" v="683" dt="2018-07-10T10:32:48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國峰 黃" userId="07d7d89e1f669cb9" providerId="LiveId" clId="{63381159-AF27-4007-98E4-C86A851EF65F}"/>
    <pc:docChg chg="undo custSel addSld delSld modSld modSection">
      <pc:chgData name="國峰 黃" userId="07d7d89e1f669cb9" providerId="LiveId" clId="{63381159-AF27-4007-98E4-C86A851EF65F}" dt="2018-06-08T06:57:56.904" v="843" actId="20577"/>
      <pc:docMkLst>
        <pc:docMk/>
      </pc:docMkLst>
      <pc:sldChg chg="modSp">
        <pc:chgData name="國峰 黃" userId="07d7d89e1f669cb9" providerId="LiveId" clId="{63381159-AF27-4007-98E4-C86A851EF65F}" dt="2018-06-08T06:57:56.904" v="843" actId="20577"/>
        <pc:sldMkLst>
          <pc:docMk/>
          <pc:sldMk cId="3676774769" sldId="256"/>
        </pc:sldMkLst>
        <pc:spChg chg="mod">
          <ac:chgData name="國峰 黃" userId="07d7d89e1f669cb9" providerId="LiveId" clId="{63381159-AF27-4007-98E4-C86A851EF65F}" dt="2018-06-05T05:42:21.145" v="1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63381159-AF27-4007-98E4-C86A851EF65F}" dt="2018-06-08T06:57:56.904" v="843" actId="20577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63381159-AF27-4007-98E4-C86A851EF65F}" dt="2018-06-05T05:52:19.413" v="36" actId="20577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63381159-AF27-4007-98E4-C86A851EF65F}" dt="2018-06-05T05:52:07.002" v="30" actId="255"/>
        <pc:sldMkLst>
          <pc:docMk/>
          <pc:sldMk cId="2726883200" sldId="276"/>
        </pc:sldMkLst>
        <pc:spChg chg="mod">
          <ac:chgData name="國峰 黃" userId="07d7d89e1f669cb9" providerId="LiveId" clId="{63381159-AF27-4007-98E4-C86A851EF65F}" dt="2018-06-05T05:52:07.002" v="30" actId="255"/>
          <ac:spMkLst>
            <pc:docMk/>
            <pc:sldMk cId="2726883200" sldId="276"/>
            <ac:spMk id="3" creationId="{7DB8E5E2-9D37-4095-8A46-00A68D1D282E}"/>
          </ac:spMkLst>
        </pc:spChg>
      </pc:sldChg>
      <pc:sldChg chg="delSp modSp">
        <pc:chgData name="國峰 黃" userId="07d7d89e1f669cb9" providerId="LiveId" clId="{63381159-AF27-4007-98E4-C86A851EF65F}" dt="2018-06-05T05:53:28.975" v="112" actId="20577"/>
        <pc:sldMkLst>
          <pc:docMk/>
          <pc:sldMk cId="2693855290" sldId="306"/>
        </pc:sldMkLst>
        <pc:spChg chg="mod">
          <ac:chgData name="國峰 黃" userId="07d7d89e1f669cb9" providerId="LiveId" clId="{63381159-AF27-4007-98E4-C86A851EF65F}" dt="2018-06-05T05:51:27.631" v="26" actId="20577"/>
          <ac:spMkLst>
            <pc:docMk/>
            <pc:sldMk cId="2693855290" sldId="306"/>
            <ac:spMk id="2" creationId="{E7747DF4-4375-4FEA-AD33-D3E0A18DB5F5}"/>
          </ac:spMkLst>
        </pc:spChg>
        <pc:spChg chg="mod">
          <ac:chgData name="國峰 黃" userId="07d7d89e1f669cb9" providerId="LiveId" clId="{63381159-AF27-4007-98E4-C86A851EF65F}" dt="2018-06-05T05:53:28.975" v="112" actId="20577"/>
          <ac:spMkLst>
            <pc:docMk/>
            <pc:sldMk cId="2693855290" sldId="306"/>
            <ac:spMk id="3" creationId="{7EA8248B-CF22-4D53-BD43-208C1FD8B188}"/>
          </ac:spMkLst>
        </pc:spChg>
        <pc:picChg chg="del">
          <ac:chgData name="國峰 黃" userId="07d7d89e1f669cb9" providerId="LiveId" clId="{63381159-AF27-4007-98E4-C86A851EF65F}" dt="2018-06-05T05:51:32.804" v="27" actId="478"/>
          <ac:picMkLst>
            <pc:docMk/>
            <pc:sldMk cId="2693855290" sldId="306"/>
            <ac:picMk id="5" creationId="{A1C69B85-8F09-44C2-93BD-C9F7901AEA4E}"/>
          </ac:picMkLst>
        </pc:picChg>
      </pc:sldChg>
    </pc:docChg>
  </pc:docChgLst>
  <pc:docChgLst>
    <pc:chgData userId="07d7d89e1f669cb9" providerId="LiveId" clId="{A25C8640-2F66-41E6-A9F0-00AB598344A4}"/>
  </pc:docChgLst>
  <pc:docChgLst>
    <pc:chgData userId="07d7d89e1f669cb9" providerId="LiveId" clId="{30E17E0D-8901-4D2A-98BE-E37AEFA1001D}"/>
  </pc:docChgLst>
  <pc:docChgLst>
    <pc:chgData name="黃國峰" userId="07d7d89e1f669cb9" providerId="LiveId" clId="{D7E13699-1C50-409E-984A-872A6EE95369}"/>
  </pc:docChgLst>
  <pc:docChgLst>
    <pc:chgData name="國峰 黃" userId="07d7d89e1f669cb9" providerId="LiveId" clId="{4F7D9537-DFB4-484D-8844-D283D1759D52}"/>
    <pc:docChg chg="undo custSel addSld delSld modSld modSection">
      <pc:chgData name="國峰 黃" userId="07d7d89e1f669cb9" providerId="LiveId" clId="{4F7D9537-DFB4-484D-8844-D283D1759D52}" dt="2018-07-10T10:32:48.641" v="675" actId="1076"/>
      <pc:docMkLst>
        <pc:docMk/>
      </pc:docMkLst>
      <pc:sldChg chg="modSp">
        <pc:chgData name="國峰 黃" userId="07d7d89e1f669cb9" providerId="LiveId" clId="{4F7D9537-DFB4-484D-8844-D283D1759D52}" dt="2018-07-10T09:28:58.403" v="32" actId="20577"/>
        <pc:sldMkLst>
          <pc:docMk/>
          <pc:sldMk cId="3676774769" sldId="256"/>
        </pc:sldMkLst>
        <pc:spChg chg="mod">
          <ac:chgData name="國峰 黃" userId="07d7d89e1f669cb9" providerId="LiveId" clId="{4F7D9537-DFB4-484D-8844-D283D1759D52}" dt="2018-07-10T09:22:00.634" v="1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4F7D9537-DFB4-484D-8844-D283D1759D52}" dt="2018-07-10T09:28:58.403" v="32" actId="20577"/>
          <ac:spMkLst>
            <pc:docMk/>
            <pc:sldMk cId="3676774769" sldId="256"/>
            <ac:spMk id="3" creationId="{7ABD29E4-B887-45D9-9793-DA3B272D07C3}"/>
          </ac:spMkLst>
        </pc:spChg>
      </pc:sldChg>
      <pc:sldChg chg="modSp">
        <pc:chgData name="國峰 黃" userId="07d7d89e1f669cb9" providerId="LiveId" clId="{4F7D9537-DFB4-484D-8844-D283D1759D52}" dt="2018-07-10T09:29:50.499" v="41" actId="20577"/>
        <pc:sldMkLst>
          <pc:docMk/>
          <pc:sldMk cId="2726883200" sldId="276"/>
        </pc:sldMkLst>
        <pc:spChg chg="mod">
          <ac:chgData name="國峰 黃" userId="07d7d89e1f669cb9" providerId="LiveId" clId="{4F7D9537-DFB4-484D-8844-D283D1759D52}" dt="2018-07-10T09:29:16.480" v="39" actId="20577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國峰 黃" userId="07d7d89e1f669cb9" providerId="LiveId" clId="{4F7D9537-DFB4-484D-8844-D283D1759D52}" dt="2018-07-10T09:29:50.499" v="41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modSp">
        <pc:chgData name="國峰 黃" userId="07d7d89e1f669cb9" providerId="LiveId" clId="{4F7D9537-DFB4-484D-8844-D283D1759D52}" dt="2018-07-10T09:35:44.521" v="234" actId="20577"/>
        <pc:sldMkLst>
          <pc:docMk/>
          <pc:sldMk cId="2693855290" sldId="306"/>
        </pc:sldMkLst>
        <pc:spChg chg="mod">
          <ac:chgData name="國峰 黃" userId="07d7d89e1f669cb9" providerId="LiveId" clId="{4F7D9537-DFB4-484D-8844-D283D1759D52}" dt="2018-07-10T09:31:05.132" v="67"/>
          <ac:spMkLst>
            <pc:docMk/>
            <pc:sldMk cId="2693855290" sldId="306"/>
            <ac:spMk id="2" creationId="{E7747DF4-4375-4FEA-AD33-D3E0A18DB5F5}"/>
          </ac:spMkLst>
        </pc:spChg>
        <pc:spChg chg="mod">
          <ac:chgData name="國峰 黃" userId="07d7d89e1f669cb9" providerId="LiveId" clId="{4F7D9537-DFB4-484D-8844-D283D1759D52}" dt="2018-07-10T09:35:44.521" v="234" actId="20577"/>
          <ac:spMkLst>
            <pc:docMk/>
            <pc:sldMk cId="2693855290" sldId="306"/>
            <ac:spMk id="3" creationId="{7EA8248B-CF22-4D53-BD43-208C1FD8B188}"/>
          </ac:spMkLst>
        </pc:spChg>
      </pc:sldChg>
      <pc:sldChg chg="addSp delSp modSp add mod setBg">
        <pc:chgData name="國峰 黃" userId="07d7d89e1f669cb9" providerId="LiveId" clId="{4F7D9537-DFB4-484D-8844-D283D1759D52}" dt="2018-07-10T09:42:33.163" v="437" actId="255"/>
        <pc:sldMkLst>
          <pc:docMk/>
          <pc:sldMk cId="684616259" sldId="307"/>
        </pc:sldMkLst>
        <pc:spChg chg="mod">
          <ac:chgData name="國峰 黃" userId="07d7d89e1f669cb9" providerId="LiveId" clId="{4F7D9537-DFB4-484D-8844-D283D1759D52}" dt="2018-07-10T09:38:25.586" v="267" actId="26606"/>
          <ac:spMkLst>
            <pc:docMk/>
            <pc:sldMk cId="684616259" sldId="307"/>
            <ac:spMk id="2" creationId="{E7747DF4-4375-4FEA-AD33-D3E0A18DB5F5}"/>
          </ac:spMkLst>
        </pc:spChg>
        <pc:spChg chg="del mod">
          <ac:chgData name="國峰 黃" userId="07d7d89e1f669cb9" providerId="LiveId" clId="{4F7D9537-DFB4-484D-8844-D283D1759D52}" dt="2018-07-10T09:38:21.580" v="265" actId="931"/>
          <ac:spMkLst>
            <pc:docMk/>
            <pc:sldMk cId="684616259" sldId="307"/>
            <ac:spMk id="3" creationId="{7EA8248B-CF22-4D53-BD43-208C1FD8B188}"/>
          </ac:spMkLst>
        </pc:spChg>
        <pc:spChg chg="add mod">
          <ac:chgData name="國峰 黃" userId="07d7d89e1f669cb9" providerId="LiveId" clId="{4F7D9537-DFB4-484D-8844-D283D1759D52}" dt="2018-07-10T09:42:33.163" v="437" actId="255"/>
          <ac:spMkLst>
            <pc:docMk/>
            <pc:sldMk cId="684616259" sldId="307"/>
            <ac:spMk id="6" creationId="{DEF5F6A9-33F6-4AF7-B692-25DEB3A5BB9B}"/>
          </ac:spMkLst>
        </pc:spChg>
        <pc:spChg chg="add del">
          <ac:chgData name="國峰 黃" userId="07d7d89e1f669cb9" providerId="LiveId" clId="{4F7D9537-DFB4-484D-8844-D283D1759D52}" dt="2018-07-10T09:38:25.586" v="267" actId="26606"/>
          <ac:spMkLst>
            <pc:docMk/>
            <pc:sldMk cId="684616259" sldId="307"/>
            <ac:spMk id="10" creationId="{B084B094-35AA-4D63-A914-A364F2842E75}"/>
          </ac:spMkLst>
        </pc:spChg>
        <pc:spChg chg="add del">
          <ac:chgData name="國峰 黃" userId="07d7d89e1f669cb9" providerId="LiveId" clId="{4F7D9537-DFB4-484D-8844-D283D1759D52}" dt="2018-07-10T09:38:25.586" v="267" actId="26606"/>
          <ac:spMkLst>
            <pc:docMk/>
            <pc:sldMk cId="684616259" sldId="307"/>
            <ac:spMk id="13" creationId="{B0792D4F-247E-46FE-85FC-881DEFA41D94}"/>
          </ac:spMkLst>
        </pc:spChg>
        <pc:picChg chg="add del mod">
          <ac:chgData name="國峰 黃" userId="07d7d89e1f669cb9" providerId="LiveId" clId="{4F7D9537-DFB4-484D-8844-D283D1759D52}" dt="2018-07-10T09:38:30.609" v="268" actId="1076"/>
          <ac:picMkLst>
            <pc:docMk/>
            <pc:sldMk cId="684616259" sldId="307"/>
            <ac:picMk id="5" creationId="{8B10AD56-DE8F-4EE5-93B4-2CEA17B77405}"/>
          </ac:picMkLst>
        </pc:picChg>
        <pc:picChg chg="add del">
          <ac:chgData name="國峰 黃" userId="07d7d89e1f669cb9" providerId="LiveId" clId="{4F7D9537-DFB4-484D-8844-D283D1759D52}" dt="2018-07-10T09:38:25.586" v="267" actId="26606"/>
          <ac:picMkLst>
            <pc:docMk/>
            <pc:sldMk cId="684616259" sldId="307"/>
            <ac:picMk id="8" creationId="{8B10AD56-DE8F-4EE5-93B4-2CEA17B77405}"/>
          </ac:picMkLst>
        </pc:picChg>
        <pc:cxnChg chg="add del">
          <ac:chgData name="國峰 黃" userId="07d7d89e1f669cb9" providerId="LiveId" clId="{4F7D9537-DFB4-484D-8844-D283D1759D52}" dt="2018-07-10T09:38:25.586" v="267" actId="26606"/>
          <ac:cxnSpMkLst>
            <pc:docMk/>
            <pc:sldMk cId="684616259" sldId="307"/>
            <ac:cxnSpMk id="15" creationId="{CE272F12-AF86-441A-BC1B-C014BBBF85B5}"/>
          </ac:cxnSpMkLst>
        </pc:cxnChg>
      </pc:sldChg>
      <pc:sldChg chg="del">
        <pc:chgData name="國峰 黃" userId="07d7d89e1f669cb9" providerId="LiveId" clId="{4F7D9537-DFB4-484D-8844-D283D1759D52}" dt="2018-07-10T09:35:58.421" v="235" actId="2696"/>
        <pc:sldMkLst>
          <pc:docMk/>
          <pc:sldMk cId="4204789167" sldId="307"/>
        </pc:sldMkLst>
      </pc:sldChg>
      <pc:sldChg chg="del">
        <pc:chgData name="國峰 黃" userId="07d7d89e1f669cb9" providerId="LiveId" clId="{4F7D9537-DFB4-484D-8844-D283D1759D52}" dt="2018-07-10T09:35:58.461" v="236" actId="2696"/>
        <pc:sldMkLst>
          <pc:docMk/>
          <pc:sldMk cId="2567095144" sldId="308"/>
        </pc:sldMkLst>
      </pc:sldChg>
      <pc:sldChg chg="addSp delSp modSp add">
        <pc:chgData name="國峰 黃" userId="07d7d89e1f669cb9" providerId="LiveId" clId="{4F7D9537-DFB4-484D-8844-D283D1759D52}" dt="2018-07-10T10:32:48.641" v="675" actId="1076"/>
        <pc:sldMkLst>
          <pc:docMk/>
          <pc:sldMk cId="4153753580" sldId="308"/>
        </pc:sldMkLst>
        <pc:spChg chg="add mod">
          <ac:chgData name="國峰 黃" userId="07d7d89e1f669cb9" providerId="LiveId" clId="{4F7D9537-DFB4-484D-8844-D283D1759D52}" dt="2018-07-10T10:32:45.731" v="674" actId="14100"/>
          <ac:spMkLst>
            <pc:docMk/>
            <pc:sldMk cId="4153753580" sldId="308"/>
            <ac:spMk id="4" creationId="{FA32528C-23DD-4541-9ECD-6BA1832B2B2A}"/>
          </ac:spMkLst>
        </pc:spChg>
        <pc:spChg chg="del mod">
          <ac:chgData name="國峰 黃" userId="07d7d89e1f669cb9" providerId="LiveId" clId="{4F7D9537-DFB4-484D-8844-D283D1759D52}" dt="2018-07-10T09:46:01.170" v="528"/>
          <ac:spMkLst>
            <pc:docMk/>
            <pc:sldMk cId="4153753580" sldId="308"/>
            <ac:spMk id="6" creationId="{DEF5F6A9-33F6-4AF7-B692-25DEB3A5BB9B}"/>
          </ac:spMkLst>
        </pc:spChg>
        <pc:spChg chg="add mod">
          <ac:chgData name="國峰 黃" userId="07d7d89e1f669cb9" providerId="LiveId" clId="{4F7D9537-DFB4-484D-8844-D283D1759D52}" dt="2018-07-10T10:16:32.170" v="639" actId="1076"/>
          <ac:spMkLst>
            <pc:docMk/>
            <pc:sldMk cId="4153753580" sldId="308"/>
            <ac:spMk id="11" creationId="{B0823BD0-3176-48D0-B083-893D21182352}"/>
          </ac:spMkLst>
        </pc:spChg>
        <pc:spChg chg="add mod">
          <ac:chgData name="國峰 黃" userId="07d7d89e1f669cb9" providerId="LiveId" clId="{4F7D9537-DFB4-484D-8844-D283D1759D52}" dt="2018-07-10T10:16:39.192" v="643" actId="20577"/>
          <ac:spMkLst>
            <pc:docMk/>
            <pc:sldMk cId="4153753580" sldId="308"/>
            <ac:spMk id="12" creationId="{D6ECF616-1F06-4547-942E-580EE5754FD6}"/>
          </ac:spMkLst>
        </pc:spChg>
        <pc:spChg chg="add mod">
          <ac:chgData name="國峰 黃" userId="07d7d89e1f669cb9" providerId="LiveId" clId="{4F7D9537-DFB4-484D-8844-D283D1759D52}" dt="2018-07-10T10:32:48.641" v="675" actId="1076"/>
          <ac:spMkLst>
            <pc:docMk/>
            <pc:sldMk cId="4153753580" sldId="308"/>
            <ac:spMk id="13" creationId="{7948A90A-DD47-49A2-A241-74C2BB096B9E}"/>
          </ac:spMkLst>
        </pc:spChg>
        <pc:spChg chg="add mod">
          <ac:chgData name="國峰 黃" userId="07d7d89e1f669cb9" providerId="LiveId" clId="{4F7D9537-DFB4-484D-8844-D283D1759D52}" dt="2018-07-10T10:16:59.550" v="655" actId="20577"/>
          <ac:spMkLst>
            <pc:docMk/>
            <pc:sldMk cId="4153753580" sldId="308"/>
            <ac:spMk id="14" creationId="{7CCDD4B2-ED5A-49E3-8263-D2716DBAC2DD}"/>
          </ac:spMkLst>
        </pc:spChg>
        <pc:graphicFrameChg chg="add mod modGraphic">
          <ac:chgData name="國峰 黃" userId="07d7d89e1f669cb9" providerId="LiveId" clId="{4F7D9537-DFB4-484D-8844-D283D1759D52}" dt="2018-07-10T10:20:11.332" v="659" actId="207"/>
          <ac:graphicFrameMkLst>
            <pc:docMk/>
            <pc:sldMk cId="4153753580" sldId="308"/>
            <ac:graphicFrameMk id="7" creationId="{F2F2A2B5-336C-4C6A-8D59-273C5DCF4846}"/>
          </ac:graphicFrameMkLst>
        </pc:graphicFrameChg>
        <pc:graphicFrameChg chg="add mod modGraphic">
          <ac:chgData name="國峰 黃" userId="07d7d89e1f669cb9" providerId="LiveId" clId="{4F7D9537-DFB4-484D-8844-D283D1759D52}" dt="2018-07-10T10:19:56.510" v="658" actId="207"/>
          <ac:graphicFrameMkLst>
            <pc:docMk/>
            <pc:sldMk cId="4153753580" sldId="308"/>
            <ac:graphicFrameMk id="8" creationId="{D0193599-F159-4245-95DA-5B4BC22D9B0F}"/>
          </ac:graphicFrameMkLst>
        </pc:graphicFrameChg>
        <pc:graphicFrameChg chg="add mod modGraphic">
          <ac:chgData name="國峰 黃" userId="07d7d89e1f669cb9" providerId="LiveId" clId="{4F7D9537-DFB4-484D-8844-D283D1759D52}" dt="2018-07-10T10:09:41.899" v="591" actId="20577"/>
          <ac:graphicFrameMkLst>
            <pc:docMk/>
            <pc:sldMk cId="4153753580" sldId="308"/>
            <ac:graphicFrameMk id="9" creationId="{AF88B703-A241-4FFA-AA34-B29238CDE48A}"/>
          </ac:graphicFrameMkLst>
        </pc:graphicFrameChg>
        <pc:graphicFrameChg chg="add mod modGraphic">
          <ac:chgData name="國峰 黃" userId="07d7d89e1f669cb9" providerId="LiveId" clId="{4F7D9537-DFB4-484D-8844-D283D1759D52}" dt="2018-07-10T10:19:47.001" v="656" actId="207"/>
          <ac:graphicFrameMkLst>
            <pc:docMk/>
            <pc:sldMk cId="4153753580" sldId="308"/>
            <ac:graphicFrameMk id="10" creationId="{A5E8BCB5-B088-4798-9E08-BE07E36F4D49}"/>
          </ac:graphicFrameMkLst>
        </pc:graphicFrameChg>
        <pc:picChg chg="del">
          <ac:chgData name="國峰 黃" userId="07d7d89e1f669cb9" providerId="LiveId" clId="{4F7D9537-DFB4-484D-8844-D283D1759D52}" dt="2018-07-10T09:42:56.400" v="439" actId="478"/>
          <ac:picMkLst>
            <pc:docMk/>
            <pc:sldMk cId="4153753580" sldId="308"/>
            <ac:picMk id="5" creationId="{8B10AD56-DE8F-4EE5-93B4-2CEA17B77405}"/>
          </ac:picMkLst>
        </pc:picChg>
      </pc:sldChg>
      <pc:sldChg chg="addSp delSp modSp add">
        <pc:chgData name="國峰 黃" userId="07d7d89e1f669cb9" providerId="LiveId" clId="{4F7D9537-DFB4-484D-8844-D283D1759D52}" dt="2018-07-10T10:30:30.589" v="666" actId="931"/>
        <pc:sldMkLst>
          <pc:docMk/>
          <pc:sldMk cId="18501689" sldId="309"/>
        </pc:sldMkLst>
        <pc:spChg chg="del mod">
          <ac:chgData name="國峰 黃" userId="07d7d89e1f669cb9" providerId="LiveId" clId="{4F7D9537-DFB4-484D-8844-D283D1759D52}" dt="2018-07-10T10:30:14.131" v="662" actId="478"/>
          <ac:spMkLst>
            <pc:docMk/>
            <pc:sldMk cId="18501689" sldId="309"/>
            <ac:spMk id="4" creationId="{FA32528C-23DD-4541-9ECD-6BA1832B2B2A}"/>
          </ac:spMkLst>
        </pc:spChg>
        <pc:spChg chg="add del mod">
          <ac:chgData name="國峰 黃" userId="07d7d89e1f669cb9" providerId="LiveId" clId="{4F7D9537-DFB4-484D-8844-D283D1759D52}" dt="2018-07-10T10:30:30.589" v="666" actId="931"/>
          <ac:spMkLst>
            <pc:docMk/>
            <pc:sldMk cId="18501689" sldId="309"/>
            <ac:spMk id="5" creationId="{3F14A530-D02F-4562-8038-1F7127FD9989}"/>
          </ac:spMkLst>
        </pc:spChg>
        <pc:spChg chg="del">
          <ac:chgData name="國峰 黃" userId="07d7d89e1f669cb9" providerId="LiveId" clId="{4F7D9537-DFB4-484D-8844-D283D1759D52}" dt="2018-07-10T10:30:16.903" v="663" actId="478"/>
          <ac:spMkLst>
            <pc:docMk/>
            <pc:sldMk cId="18501689" sldId="309"/>
            <ac:spMk id="11" creationId="{B0823BD0-3176-48D0-B083-893D21182352}"/>
          </ac:spMkLst>
        </pc:spChg>
        <pc:spChg chg="del">
          <ac:chgData name="國峰 黃" userId="07d7d89e1f669cb9" providerId="LiveId" clId="{4F7D9537-DFB4-484D-8844-D283D1759D52}" dt="2018-07-10T10:30:16.903" v="663" actId="478"/>
          <ac:spMkLst>
            <pc:docMk/>
            <pc:sldMk cId="18501689" sldId="309"/>
            <ac:spMk id="12" creationId="{D6ECF616-1F06-4547-942E-580EE5754FD6}"/>
          </ac:spMkLst>
        </pc:spChg>
        <pc:spChg chg="del">
          <ac:chgData name="國峰 黃" userId="07d7d89e1f669cb9" providerId="LiveId" clId="{4F7D9537-DFB4-484D-8844-D283D1759D52}" dt="2018-07-10T10:30:16.903" v="663" actId="478"/>
          <ac:spMkLst>
            <pc:docMk/>
            <pc:sldMk cId="18501689" sldId="309"/>
            <ac:spMk id="13" creationId="{7948A90A-DD47-49A2-A241-74C2BB096B9E}"/>
          </ac:spMkLst>
        </pc:spChg>
        <pc:spChg chg="del">
          <ac:chgData name="國峰 黃" userId="07d7d89e1f669cb9" providerId="LiveId" clId="{4F7D9537-DFB4-484D-8844-D283D1759D52}" dt="2018-07-10T10:30:16.903" v="663" actId="478"/>
          <ac:spMkLst>
            <pc:docMk/>
            <pc:sldMk cId="18501689" sldId="309"/>
            <ac:spMk id="14" creationId="{7CCDD4B2-ED5A-49E3-8263-D2716DBAC2DD}"/>
          </ac:spMkLst>
        </pc:spChg>
        <pc:graphicFrameChg chg="del">
          <ac:chgData name="國峰 黃" userId="07d7d89e1f669cb9" providerId="LiveId" clId="{4F7D9537-DFB4-484D-8844-D283D1759D52}" dt="2018-07-10T10:30:16.903" v="663" actId="478"/>
          <ac:graphicFrameMkLst>
            <pc:docMk/>
            <pc:sldMk cId="18501689" sldId="309"/>
            <ac:graphicFrameMk id="7" creationId="{F2F2A2B5-336C-4C6A-8D59-273C5DCF4846}"/>
          </ac:graphicFrameMkLst>
        </pc:graphicFrameChg>
        <pc:graphicFrameChg chg="del">
          <ac:chgData name="國峰 黃" userId="07d7d89e1f669cb9" providerId="LiveId" clId="{4F7D9537-DFB4-484D-8844-D283D1759D52}" dt="2018-07-10T10:30:16.903" v="663" actId="478"/>
          <ac:graphicFrameMkLst>
            <pc:docMk/>
            <pc:sldMk cId="18501689" sldId="309"/>
            <ac:graphicFrameMk id="8" creationId="{D0193599-F159-4245-95DA-5B4BC22D9B0F}"/>
          </ac:graphicFrameMkLst>
        </pc:graphicFrameChg>
        <pc:graphicFrameChg chg="del">
          <ac:chgData name="國峰 黃" userId="07d7d89e1f669cb9" providerId="LiveId" clId="{4F7D9537-DFB4-484D-8844-D283D1759D52}" dt="2018-07-10T10:30:21.539" v="665" actId="478"/>
          <ac:graphicFrameMkLst>
            <pc:docMk/>
            <pc:sldMk cId="18501689" sldId="309"/>
            <ac:graphicFrameMk id="9" creationId="{AF88B703-A241-4FFA-AA34-B29238CDE48A}"/>
          </ac:graphicFrameMkLst>
        </pc:graphicFrameChg>
        <pc:graphicFrameChg chg="del">
          <ac:chgData name="國峰 黃" userId="07d7d89e1f669cb9" providerId="LiveId" clId="{4F7D9537-DFB4-484D-8844-D283D1759D52}" dt="2018-07-10T10:30:20.470" v="664" actId="478"/>
          <ac:graphicFrameMkLst>
            <pc:docMk/>
            <pc:sldMk cId="18501689" sldId="309"/>
            <ac:graphicFrameMk id="10" creationId="{A5E8BCB5-B088-4798-9E08-BE07E36F4D49}"/>
          </ac:graphicFrameMkLst>
        </pc:graphicFrameChg>
        <pc:picChg chg="add mod">
          <ac:chgData name="國峰 黃" userId="07d7d89e1f669cb9" providerId="LiveId" clId="{4F7D9537-DFB4-484D-8844-D283D1759D52}" dt="2018-07-10T10:30:30.589" v="666" actId="931"/>
          <ac:picMkLst>
            <pc:docMk/>
            <pc:sldMk cId="18501689" sldId="309"/>
            <ac:picMk id="15" creationId="{5BD7C30F-A61D-472E-8FDE-55AE3D5CBEAF}"/>
          </ac:picMkLst>
        </pc:picChg>
      </pc:sldChg>
      <pc:sldChg chg="del">
        <pc:chgData name="國峰 黃" userId="07d7d89e1f669cb9" providerId="LiveId" clId="{4F7D9537-DFB4-484D-8844-D283D1759D52}" dt="2018-07-10T09:35:58.481" v="237" actId="2696"/>
        <pc:sldMkLst>
          <pc:docMk/>
          <pc:sldMk cId="3641686533" sldId="309"/>
        </pc:sldMkLst>
      </pc:sldChg>
      <pc:sldChg chg="del">
        <pc:chgData name="國峰 黃" userId="07d7d89e1f669cb9" providerId="LiveId" clId="{4F7D9537-DFB4-484D-8844-D283D1759D52}" dt="2018-07-10T09:35:58.491" v="238" actId="2696"/>
        <pc:sldMkLst>
          <pc:docMk/>
          <pc:sldMk cId="1057479836" sldId="310"/>
        </pc:sldMkLst>
      </pc:sldChg>
      <pc:sldChg chg="addSp delSp modSp add">
        <pc:chgData name="國峰 黃" userId="07d7d89e1f669cb9" providerId="LiveId" clId="{4F7D9537-DFB4-484D-8844-D283D1759D52}" dt="2018-07-10T10:32:40.207" v="673" actId="1076"/>
        <pc:sldMkLst>
          <pc:docMk/>
          <pc:sldMk cId="3710477496" sldId="310"/>
        </pc:sldMkLst>
        <pc:spChg chg="add del mod">
          <ac:chgData name="國峰 黃" userId="07d7d89e1f669cb9" providerId="LiveId" clId="{4F7D9537-DFB4-484D-8844-D283D1759D52}" dt="2018-07-10T10:32:01.305" v="671" actId="931"/>
          <ac:spMkLst>
            <pc:docMk/>
            <pc:sldMk cId="3710477496" sldId="310"/>
            <ac:spMk id="4" creationId="{2E018885-B078-49FC-B9D1-7C3EB0BB4BFE}"/>
          </ac:spMkLst>
        </pc:spChg>
        <pc:picChg chg="add mod">
          <ac:chgData name="國峰 黃" userId="07d7d89e1f669cb9" providerId="LiveId" clId="{4F7D9537-DFB4-484D-8844-D283D1759D52}" dt="2018-07-10T10:32:40.207" v="673" actId="1076"/>
          <ac:picMkLst>
            <pc:docMk/>
            <pc:sldMk cId="3710477496" sldId="310"/>
            <ac:picMk id="6" creationId="{A365D925-90A2-4AFB-875E-C482D900E85D}"/>
          </ac:picMkLst>
        </pc:picChg>
        <pc:picChg chg="del">
          <ac:chgData name="國峰 黃" userId="07d7d89e1f669cb9" providerId="LiveId" clId="{4F7D9537-DFB4-484D-8844-D283D1759D52}" dt="2018-07-10T10:31:57.278" v="670" actId="478"/>
          <ac:picMkLst>
            <pc:docMk/>
            <pc:sldMk cId="3710477496" sldId="310"/>
            <ac:picMk id="15" creationId="{5BD7C30F-A61D-472E-8FDE-55AE3D5CBEAF}"/>
          </ac:picMkLst>
        </pc:picChg>
      </pc:sldChg>
      <pc:sldChg chg="add del">
        <pc:chgData name="國峰 黃" userId="07d7d89e1f669cb9" providerId="LiveId" clId="{4F7D9537-DFB4-484D-8844-D283D1759D52}" dt="2018-07-10T10:31:55.510" v="669" actId="2696"/>
        <pc:sldMkLst>
          <pc:docMk/>
          <pc:sldMk cId="519631161" sldId="311"/>
        </pc:sldMkLst>
      </pc:sldChg>
      <pc:sldChg chg="del">
        <pc:chgData name="國峰 黃" userId="07d7d89e1f669cb9" providerId="LiveId" clId="{4F7D9537-DFB4-484D-8844-D283D1759D52}" dt="2018-07-10T09:35:58.501" v="239" actId="2696"/>
        <pc:sldMkLst>
          <pc:docMk/>
          <pc:sldMk cId="707892836" sldId="311"/>
        </pc:sldMkLst>
      </pc:sldChg>
      <pc:sldChg chg="del">
        <pc:chgData name="國峰 黃" userId="07d7d89e1f669cb9" providerId="LiveId" clId="{4F7D9537-DFB4-484D-8844-D283D1759D52}" dt="2018-07-10T09:35:58.511" v="240" actId="2696"/>
        <pc:sldMkLst>
          <pc:docMk/>
          <pc:sldMk cId="2291637731" sldId="312"/>
        </pc:sldMkLst>
      </pc:sldChg>
      <pc:sldChg chg="del">
        <pc:chgData name="國峰 黃" userId="07d7d89e1f669cb9" providerId="LiveId" clId="{4F7D9537-DFB4-484D-8844-D283D1759D52}" dt="2018-07-10T09:35:58.531" v="241" actId="2696"/>
        <pc:sldMkLst>
          <pc:docMk/>
          <pc:sldMk cId="368784331" sldId="313"/>
        </pc:sldMkLst>
      </pc:sldChg>
      <pc:sldChg chg="del">
        <pc:chgData name="國峰 黃" userId="07d7d89e1f669cb9" providerId="LiveId" clId="{4F7D9537-DFB4-484D-8844-D283D1759D52}" dt="2018-07-10T09:35:58.541" v="242" actId="2696"/>
        <pc:sldMkLst>
          <pc:docMk/>
          <pc:sldMk cId="4134884123" sldId="314"/>
        </pc:sldMkLst>
      </pc:sldChg>
      <pc:sldChg chg="del">
        <pc:chgData name="國峰 黃" userId="07d7d89e1f669cb9" providerId="LiveId" clId="{4F7D9537-DFB4-484D-8844-D283D1759D52}" dt="2018-07-10T09:35:58.551" v="243" actId="2696"/>
        <pc:sldMkLst>
          <pc:docMk/>
          <pc:sldMk cId="988860146" sldId="315"/>
        </pc:sldMkLst>
      </pc:sldChg>
      <pc:sldChg chg="del">
        <pc:chgData name="國峰 黃" userId="07d7d89e1f669cb9" providerId="LiveId" clId="{4F7D9537-DFB4-484D-8844-D283D1759D52}" dt="2018-07-10T09:35:58.561" v="244" actId="2696"/>
        <pc:sldMkLst>
          <pc:docMk/>
          <pc:sldMk cId="3558162537" sldId="316"/>
        </pc:sldMkLst>
      </pc:sldChg>
      <pc:sldChg chg="del">
        <pc:chgData name="國峰 黃" userId="07d7d89e1f669cb9" providerId="LiveId" clId="{4F7D9537-DFB4-484D-8844-D283D1759D52}" dt="2018-07-10T09:35:58.591" v="246" actId="2696"/>
        <pc:sldMkLst>
          <pc:docMk/>
          <pc:sldMk cId="3553391544" sldId="325"/>
        </pc:sldMkLst>
      </pc:sldChg>
      <pc:sldChg chg="del">
        <pc:chgData name="國峰 黃" userId="07d7d89e1f669cb9" providerId="LiveId" clId="{4F7D9537-DFB4-484D-8844-D283D1759D52}" dt="2018-07-10T09:35:58.601" v="247" actId="2696"/>
        <pc:sldMkLst>
          <pc:docMk/>
          <pc:sldMk cId="2650279340" sldId="326"/>
        </pc:sldMkLst>
      </pc:sldChg>
      <pc:sldChg chg="del">
        <pc:chgData name="國峰 黃" userId="07d7d89e1f669cb9" providerId="LiveId" clId="{4F7D9537-DFB4-484D-8844-D283D1759D52}" dt="2018-07-10T09:35:58.611" v="248" actId="2696"/>
        <pc:sldMkLst>
          <pc:docMk/>
          <pc:sldMk cId="2323250931" sldId="327"/>
        </pc:sldMkLst>
      </pc:sldChg>
      <pc:sldChg chg="del">
        <pc:chgData name="國峰 黃" userId="07d7d89e1f669cb9" providerId="LiveId" clId="{4F7D9537-DFB4-484D-8844-D283D1759D52}" dt="2018-07-10T09:35:58.633" v="249" actId="2696"/>
        <pc:sldMkLst>
          <pc:docMk/>
          <pc:sldMk cId="1240605290" sldId="328"/>
        </pc:sldMkLst>
      </pc:sldChg>
      <pc:sldChg chg="del">
        <pc:chgData name="國峰 黃" userId="07d7d89e1f669cb9" providerId="LiveId" clId="{4F7D9537-DFB4-484D-8844-D283D1759D52}" dt="2018-07-10T09:35:58.645" v="250" actId="2696"/>
        <pc:sldMkLst>
          <pc:docMk/>
          <pc:sldMk cId="2228032836" sldId="329"/>
        </pc:sldMkLst>
      </pc:sldChg>
      <pc:sldChg chg="del">
        <pc:chgData name="國峰 黃" userId="07d7d89e1f669cb9" providerId="LiveId" clId="{4F7D9537-DFB4-484D-8844-D283D1759D52}" dt="2018-07-10T09:35:58.656" v="251" actId="2696"/>
        <pc:sldMkLst>
          <pc:docMk/>
          <pc:sldMk cId="1614394585" sldId="330"/>
        </pc:sldMkLst>
      </pc:sldChg>
      <pc:sldChg chg="del">
        <pc:chgData name="國峰 黃" userId="07d7d89e1f669cb9" providerId="LiveId" clId="{4F7D9537-DFB4-484D-8844-D283D1759D52}" dt="2018-07-10T09:35:58.663" v="252" actId="2696"/>
        <pc:sldMkLst>
          <pc:docMk/>
          <pc:sldMk cId="1709756330" sldId="331"/>
        </pc:sldMkLst>
      </pc:sldChg>
      <pc:sldChg chg="del">
        <pc:chgData name="國峰 黃" userId="07d7d89e1f669cb9" providerId="LiveId" clId="{4F7D9537-DFB4-484D-8844-D283D1759D52}" dt="2018-07-10T09:35:58.683" v="253" actId="2696"/>
        <pc:sldMkLst>
          <pc:docMk/>
          <pc:sldMk cId="3261222491" sldId="332"/>
        </pc:sldMkLst>
      </pc:sldChg>
      <pc:sldChg chg="del">
        <pc:chgData name="國峰 黃" userId="07d7d89e1f669cb9" providerId="LiveId" clId="{4F7D9537-DFB4-484D-8844-D283D1759D52}" dt="2018-07-10T09:35:58.693" v="254" actId="2696"/>
        <pc:sldMkLst>
          <pc:docMk/>
          <pc:sldMk cId="1776689362" sldId="333"/>
        </pc:sldMkLst>
      </pc:sldChg>
      <pc:sldChg chg="del">
        <pc:chgData name="國峰 黃" userId="07d7d89e1f669cb9" providerId="LiveId" clId="{4F7D9537-DFB4-484D-8844-D283D1759D52}" dt="2018-07-10T09:35:58.703" v="255" actId="2696"/>
        <pc:sldMkLst>
          <pc:docMk/>
          <pc:sldMk cId="613439087" sldId="334"/>
        </pc:sldMkLst>
      </pc:sldChg>
      <pc:sldChg chg="del">
        <pc:chgData name="國峰 黃" userId="07d7d89e1f669cb9" providerId="LiveId" clId="{4F7D9537-DFB4-484D-8844-D283D1759D52}" dt="2018-07-10T09:35:58.713" v="256" actId="2696"/>
        <pc:sldMkLst>
          <pc:docMk/>
          <pc:sldMk cId="3390310178" sldId="335"/>
        </pc:sldMkLst>
      </pc:sldChg>
      <pc:sldChg chg="del">
        <pc:chgData name="國峰 黃" userId="07d7d89e1f669cb9" providerId="LiveId" clId="{4F7D9537-DFB4-484D-8844-D283D1759D52}" dt="2018-07-10T09:35:58.733" v="257" actId="2696"/>
        <pc:sldMkLst>
          <pc:docMk/>
          <pc:sldMk cId="2355410583" sldId="336"/>
        </pc:sldMkLst>
      </pc:sldChg>
      <pc:sldChg chg="del">
        <pc:chgData name="國峰 黃" userId="07d7d89e1f669cb9" providerId="LiveId" clId="{4F7D9537-DFB4-484D-8844-D283D1759D52}" dt="2018-07-10T09:35:58.743" v="258" actId="2696"/>
        <pc:sldMkLst>
          <pc:docMk/>
          <pc:sldMk cId="1505972402" sldId="337"/>
        </pc:sldMkLst>
      </pc:sldChg>
      <pc:sldChg chg="del">
        <pc:chgData name="國峰 黃" userId="07d7d89e1f669cb9" providerId="LiveId" clId="{4F7D9537-DFB4-484D-8844-D283D1759D52}" dt="2018-07-10T09:35:58.753" v="259" actId="2696"/>
        <pc:sldMkLst>
          <pc:docMk/>
          <pc:sldMk cId="3229139895" sldId="338"/>
        </pc:sldMkLst>
      </pc:sldChg>
      <pc:sldChg chg="del">
        <pc:chgData name="國峰 黃" userId="07d7d89e1f669cb9" providerId="LiveId" clId="{4F7D9537-DFB4-484D-8844-D283D1759D52}" dt="2018-07-10T09:35:58.761" v="260" actId="2696"/>
        <pc:sldMkLst>
          <pc:docMk/>
          <pc:sldMk cId="418349167" sldId="339"/>
        </pc:sldMkLst>
      </pc:sldChg>
      <pc:sldChg chg="del">
        <pc:chgData name="國峰 黃" userId="07d7d89e1f669cb9" providerId="LiveId" clId="{4F7D9537-DFB4-484D-8844-D283D1759D52}" dt="2018-07-10T09:35:58.771" v="261" actId="2696"/>
        <pc:sldMkLst>
          <pc:docMk/>
          <pc:sldMk cId="2468493754" sldId="340"/>
        </pc:sldMkLst>
      </pc:sldChg>
      <pc:sldChg chg="del">
        <pc:chgData name="國峰 黃" userId="07d7d89e1f669cb9" providerId="LiveId" clId="{4F7D9537-DFB4-484D-8844-D283D1759D52}" dt="2018-07-10T09:35:58.581" v="245" actId="2696"/>
        <pc:sldMkLst>
          <pc:docMk/>
          <pc:sldMk cId="2597200247" sldId="341"/>
        </pc:sldMkLst>
      </pc:sldChg>
    </pc:docChg>
  </pc:docChgLst>
  <pc:docChgLst>
    <pc:chgData name="黃國峰" userId="07d7d89e1f669cb9" providerId="LiveId" clId="{9BB67EFE-CA73-4D31-92CA-DFD98D1BF03B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2018/7/10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 fast algorithm for solving a generalized longest common subsequence problem</a:t>
            </a:r>
            <a:endParaRPr lang="zh-TW" altLang="en-US" sz="5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2" y="3602038"/>
            <a:ext cx="9076887" cy="1655762"/>
          </a:xfrm>
        </p:spPr>
        <p:txBody>
          <a:bodyPr>
            <a:normAutofit fontScale="85000" lnSpcReduction="20000"/>
          </a:bodyPr>
          <a:lstStyle/>
          <a:p>
            <a:endParaRPr lang="en-US" altLang="zh-TW" dirty="0"/>
          </a:p>
          <a:p>
            <a:r>
              <a:rPr lang="en-US" altLang="zh-TW" dirty="0" err="1"/>
              <a:t>Daxin</a:t>
            </a:r>
            <a:r>
              <a:rPr lang="en-US" altLang="zh-TW" dirty="0"/>
              <a:t> Zhu</a:t>
            </a:r>
            <a:r>
              <a:rPr lang="zh-TW" altLang="en-US" dirty="0"/>
              <a:t> </a:t>
            </a:r>
            <a:r>
              <a:rPr lang="en-US" altLang="zh-TW" dirty="0"/>
              <a:t>and </a:t>
            </a:r>
            <a:r>
              <a:rPr lang="en-US" altLang="zh-TW" dirty="0" err="1"/>
              <a:t>Xiaodong</a:t>
            </a:r>
            <a:r>
              <a:rPr lang="en-US" altLang="zh-TW" dirty="0"/>
              <a:t> Wang</a:t>
            </a:r>
          </a:p>
          <a:p>
            <a:r>
              <a:rPr lang="en-US" altLang="zh-TW" dirty="0"/>
              <a:t>    International Computer Sciences and Informatics Conference (ICSIC), Amman, January 12-13, 2016, pp 1-7</a:t>
            </a:r>
          </a:p>
          <a:p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105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smtClean="0"/>
              <a:t>2018/07/10</a:t>
            </a:r>
          </a:p>
          <a:p>
            <a:endParaRPr lang="en-US" altLang="zh-TW" sz="1350" dirty="0"/>
          </a:p>
          <a:p>
            <a:endParaRPr lang="en-US" altLang="zh-TW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The In this paper, a generalized longest common subsequence problem is considered. For this new problem, two constraining sequences of length s and t must be included as the subsequences of the two main sequences and the length of the result must be maximal. For the two input sequences X and Y of lengths n and m, and the given two constraining sequences of length s and t , we present an O(</a:t>
            </a:r>
            <a:r>
              <a:rPr lang="en-US" altLang="zh-TW" dirty="0" err="1"/>
              <a:t>nmst</a:t>
            </a:r>
            <a:r>
              <a:rPr lang="en-US" altLang="zh-TW" dirty="0"/>
              <a:t>) time dynamic programming algorithm for solving the new generalized longest common subsequence problem. The correctness of the new algorithm is proved. </a:t>
            </a:r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generalized LCS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X: </a:t>
            </a:r>
            <a:r>
              <a:rPr lang="en-US" altLang="zh-TW" dirty="0" err="1"/>
              <a:t>fbaced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Y: </a:t>
            </a:r>
            <a:r>
              <a:rPr lang="en-US" altLang="zh-TW" dirty="0" err="1"/>
              <a:t>bfaedc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P: ad</a:t>
            </a:r>
          </a:p>
          <a:p>
            <a:pPr marL="0" indent="0">
              <a:buNone/>
            </a:pPr>
            <a:r>
              <a:rPr lang="en-US" altLang="zh-TW" dirty="0"/>
              <a:t>Q: </a:t>
            </a:r>
            <a:r>
              <a:rPr lang="en-US" altLang="zh-TW" dirty="0" err="1"/>
              <a:t>ba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f a e d </a:t>
            </a:r>
            <a:r>
              <a:rPr lang="zh-TW" altLang="en-US" dirty="0"/>
              <a:t>或 </a:t>
            </a:r>
            <a:r>
              <a:rPr lang="en-US" altLang="zh-TW" dirty="0"/>
              <a:t>b a e d </a:t>
            </a:r>
          </a:p>
          <a:p>
            <a:pPr marL="0" indent="0">
              <a:buNone/>
            </a:pPr>
            <a:r>
              <a:rPr lang="en-US" altLang="zh-TW" dirty="0"/>
              <a:t>New generalized LCS: b a e d =&gt;</a:t>
            </a:r>
            <a:r>
              <a:rPr lang="zh-TW" altLang="en-US" dirty="0"/>
              <a:t> </a:t>
            </a:r>
            <a:r>
              <a:rPr lang="en-US" altLang="zh-TW" dirty="0"/>
              <a:t>include ad and </a:t>
            </a:r>
            <a:r>
              <a:rPr lang="en-US" altLang="zh-TW" dirty="0" err="1"/>
              <a:t>ba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385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/>
              <a:t>New generalized LCS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8B10AD56-DE8F-4EE5-93B4-2CEA17B77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60" y="1461761"/>
            <a:ext cx="7886700" cy="2047378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DEF5F6A9-33F6-4AF7-B692-25DEB3A5BB9B}"/>
              </a:ext>
            </a:extLst>
          </p:cNvPr>
          <p:cNvSpPr txBox="1"/>
          <p:nvPr/>
        </p:nvSpPr>
        <p:spPr>
          <a:xfrm>
            <a:off x="847288" y="4362275"/>
            <a:ext cx="37247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X: x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x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x</a:t>
            </a:r>
            <a:r>
              <a:rPr lang="en-US" altLang="zh-TW" sz="2800" baseline="-25000" dirty="0"/>
              <a:t>3</a:t>
            </a:r>
            <a:r>
              <a:rPr lang="en-US" altLang="zh-TW" sz="2800" dirty="0"/>
              <a:t>…x</a:t>
            </a:r>
            <a:r>
              <a:rPr lang="en-US" altLang="zh-TW" sz="2800" baseline="-25000" dirty="0"/>
              <a:t>i</a:t>
            </a:r>
            <a:r>
              <a:rPr lang="en-US" altLang="zh-TW" sz="2800" dirty="0"/>
              <a:t>…x</a:t>
            </a:r>
            <a:r>
              <a:rPr lang="en-US" altLang="zh-TW" sz="2800" baseline="-25000" dirty="0"/>
              <a:t>n</a:t>
            </a:r>
          </a:p>
          <a:p>
            <a:r>
              <a:rPr lang="en-US" altLang="zh-TW" sz="2800" dirty="0"/>
              <a:t>Y: y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y</a:t>
            </a:r>
            <a:r>
              <a:rPr lang="en-US" altLang="zh-TW" sz="2800" baseline="-25000" dirty="0"/>
              <a:t>3</a:t>
            </a:r>
            <a:r>
              <a:rPr lang="en-US" altLang="zh-TW" sz="2800" dirty="0"/>
              <a:t>…y</a:t>
            </a:r>
            <a:r>
              <a:rPr lang="en-US" altLang="zh-TW" sz="2800" baseline="-25000" dirty="0"/>
              <a:t>j</a:t>
            </a:r>
            <a:r>
              <a:rPr lang="en-US" altLang="zh-TW" sz="2800" dirty="0"/>
              <a:t>…</a:t>
            </a:r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en-US" altLang="zh-TW" sz="2800" baseline="-25000" dirty="0"/>
          </a:p>
          <a:p>
            <a:r>
              <a:rPr lang="en-US" altLang="zh-TW" sz="2800" dirty="0"/>
              <a:t>P: p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p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p</a:t>
            </a:r>
            <a:r>
              <a:rPr lang="en-US" altLang="zh-TW" sz="2800" baseline="-25000" dirty="0"/>
              <a:t>3</a:t>
            </a:r>
            <a:r>
              <a:rPr lang="en-US" altLang="zh-TW" sz="2800" dirty="0"/>
              <a:t>…p</a:t>
            </a:r>
            <a:r>
              <a:rPr lang="en-US" altLang="zh-TW" sz="2800" baseline="-25000" dirty="0"/>
              <a:t>k</a:t>
            </a:r>
            <a:r>
              <a:rPr lang="en-US" altLang="zh-TW" sz="2800" dirty="0"/>
              <a:t>…</a:t>
            </a:r>
            <a:r>
              <a:rPr lang="en-US" altLang="zh-TW" sz="2800" dirty="0" err="1"/>
              <a:t>p</a:t>
            </a:r>
            <a:r>
              <a:rPr lang="en-US" altLang="zh-TW" sz="2800" baseline="-25000" dirty="0" err="1"/>
              <a:t>s</a:t>
            </a:r>
            <a:endParaRPr lang="en-US" altLang="zh-TW" sz="2800" baseline="-25000" dirty="0"/>
          </a:p>
          <a:p>
            <a:r>
              <a:rPr lang="en-US" altLang="zh-TW" sz="2800" dirty="0"/>
              <a:t>Q: q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q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q</a:t>
            </a:r>
            <a:r>
              <a:rPr lang="en-US" altLang="zh-TW" sz="2800" baseline="-25000" dirty="0"/>
              <a:t>3</a:t>
            </a:r>
            <a:r>
              <a:rPr lang="en-US" altLang="zh-TW" sz="2800" dirty="0"/>
              <a:t>…</a:t>
            </a:r>
            <a:r>
              <a:rPr lang="en-US" altLang="zh-TW" sz="2800" dirty="0" err="1"/>
              <a:t>q</a:t>
            </a:r>
            <a:r>
              <a:rPr lang="en-US" altLang="zh-TW" sz="2800" baseline="-25000" dirty="0" err="1"/>
              <a:t>r</a:t>
            </a:r>
            <a:r>
              <a:rPr lang="en-US" altLang="zh-TW" sz="2800" dirty="0"/>
              <a:t>…q</a:t>
            </a:r>
            <a:r>
              <a:rPr lang="en-US" altLang="zh-TW" sz="2800" baseline="-25000" dirty="0"/>
              <a:t>t</a:t>
            </a:r>
          </a:p>
          <a:p>
            <a:endParaRPr lang="en-US" altLang="zh-TW" sz="2800" dirty="0"/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8461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/>
              <a:t>New generalized LCS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FA32528C-23DD-4541-9ECD-6BA1832B2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3908"/>
            <a:ext cx="7886700" cy="4583055"/>
          </a:xfrm>
        </p:spPr>
        <p:txBody>
          <a:bodyPr/>
          <a:lstStyle/>
          <a:p>
            <a:r>
              <a:rPr lang="en-US" altLang="zh-TW" dirty="0"/>
              <a:t>X:abcd	Y:acdb	P:a	Q:d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F2F2A2B5-336C-4C6A-8D59-273C5DCF4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694037"/>
              </p:ext>
            </p:extLst>
          </p:nvPr>
        </p:nvGraphicFramePr>
        <p:xfrm>
          <a:off x="628650" y="2373139"/>
          <a:ext cx="3247065" cy="1989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413">
                  <a:extLst>
                    <a:ext uri="{9D8B030D-6E8A-4147-A177-3AD203B41FA5}">
                      <a16:colId xmlns:a16="http://schemas.microsoft.com/office/drawing/2014/main" xmlns="" val="3141525288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3378713942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1155914916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2390930935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2361092201"/>
                    </a:ext>
                  </a:extLst>
                </a:gridCol>
              </a:tblGrid>
              <a:tr h="397827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763557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18024722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2611686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4674807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7282674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D0193599-F159-4245-95DA-5B4BC22D9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139220"/>
              </p:ext>
            </p:extLst>
          </p:nvPr>
        </p:nvGraphicFramePr>
        <p:xfrm>
          <a:off x="4223857" y="2373139"/>
          <a:ext cx="3247065" cy="1989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413">
                  <a:extLst>
                    <a:ext uri="{9D8B030D-6E8A-4147-A177-3AD203B41FA5}">
                      <a16:colId xmlns:a16="http://schemas.microsoft.com/office/drawing/2014/main" xmlns="" val="3141525288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3378713942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1155914916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2390930935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2361092201"/>
                    </a:ext>
                  </a:extLst>
                </a:gridCol>
              </a:tblGrid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763557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18024722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2611686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4674807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7282674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AF88B703-A241-4FFA-AA34-B29238CDE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200712"/>
              </p:ext>
            </p:extLst>
          </p:nvPr>
        </p:nvGraphicFramePr>
        <p:xfrm>
          <a:off x="628650" y="4735342"/>
          <a:ext cx="3247065" cy="1989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413">
                  <a:extLst>
                    <a:ext uri="{9D8B030D-6E8A-4147-A177-3AD203B41FA5}">
                      <a16:colId xmlns:a16="http://schemas.microsoft.com/office/drawing/2014/main" xmlns="" val="3141525288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3378713942"/>
                    </a:ext>
                  </a:extLst>
                </a:gridCol>
                <a:gridCol w="664722">
                  <a:extLst>
                    <a:ext uri="{9D8B030D-6E8A-4147-A177-3AD203B41FA5}">
                      <a16:colId xmlns:a16="http://schemas.microsoft.com/office/drawing/2014/main" xmlns="" val="1155914916"/>
                    </a:ext>
                  </a:extLst>
                </a:gridCol>
                <a:gridCol w="634104">
                  <a:extLst>
                    <a:ext uri="{9D8B030D-6E8A-4147-A177-3AD203B41FA5}">
                      <a16:colId xmlns:a16="http://schemas.microsoft.com/office/drawing/2014/main" xmlns="" val="2390930935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2361092201"/>
                    </a:ext>
                  </a:extLst>
                </a:gridCol>
              </a:tblGrid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763557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18024722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2611686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4674807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72826745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xmlns="" id="{A5E8BCB5-B088-4798-9E08-BE07E36F4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995622"/>
              </p:ext>
            </p:extLst>
          </p:nvPr>
        </p:nvGraphicFramePr>
        <p:xfrm>
          <a:off x="4223857" y="4767409"/>
          <a:ext cx="3247065" cy="1957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413">
                  <a:extLst>
                    <a:ext uri="{9D8B030D-6E8A-4147-A177-3AD203B41FA5}">
                      <a16:colId xmlns:a16="http://schemas.microsoft.com/office/drawing/2014/main" xmlns="" val="3141525288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3378713942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1155914916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2390930935"/>
                    </a:ext>
                  </a:extLst>
                </a:gridCol>
                <a:gridCol w="649413">
                  <a:extLst>
                    <a:ext uri="{9D8B030D-6E8A-4147-A177-3AD203B41FA5}">
                      <a16:colId xmlns:a16="http://schemas.microsoft.com/office/drawing/2014/main" xmlns="" val="2361092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763557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18024722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2611686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4674807"/>
                  </a:ext>
                </a:extLst>
              </a:tr>
              <a:tr h="397827"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-∞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72826745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B0823BD0-3176-48D0-B083-893D21182352}"/>
              </a:ext>
            </a:extLst>
          </p:cNvPr>
          <p:cNvSpPr txBox="1"/>
          <p:nvPr/>
        </p:nvSpPr>
        <p:spPr>
          <a:xfrm>
            <a:off x="520118" y="2063757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f(i,j,0,0)</a:t>
            </a:r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D6ECF616-1F06-4547-942E-580EE5754FD6}"/>
              </a:ext>
            </a:extLst>
          </p:cNvPr>
          <p:cNvSpPr/>
          <p:nvPr/>
        </p:nvSpPr>
        <p:spPr>
          <a:xfrm>
            <a:off x="520117" y="4366010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f(i,j,0,1)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7948A90A-DD47-49A2-A241-74C2BB096B9E}"/>
              </a:ext>
            </a:extLst>
          </p:cNvPr>
          <p:cNvSpPr/>
          <p:nvPr/>
        </p:nvSpPr>
        <p:spPr>
          <a:xfrm>
            <a:off x="4116585" y="2028356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f(i,j,1,0)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7CCDD4B2-ED5A-49E3-8263-D2716DBAC2DD}"/>
              </a:ext>
            </a:extLst>
          </p:cNvPr>
          <p:cNvSpPr/>
          <p:nvPr/>
        </p:nvSpPr>
        <p:spPr>
          <a:xfrm>
            <a:off x="4116586" y="4429742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f(i,j,1,1)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375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/>
              <a:t>New generalized LCS</a:t>
            </a:r>
            <a:endParaRPr lang="zh-TW" altLang="en-US" dirty="0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xmlns="" id="{5BD7C30F-A61D-472E-8FDE-55AE3D5CB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58" y="1825625"/>
            <a:ext cx="7152884" cy="4351338"/>
          </a:xfrm>
        </p:spPr>
      </p:pic>
    </p:spTree>
    <p:extLst>
      <p:ext uri="{BB962C8B-B14F-4D97-AF65-F5344CB8AC3E}">
        <p14:creationId xmlns:p14="http://schemas.microsoft.com/office/powerpoint/2010/main" val="1850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/>
              <a:t>New generalized LCS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xmlns="" id="{A365D925-90A2-4AFB-875E-C482D900E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77" y="1464898"/>
            <a:ext cx="6823809" cy="4910163"/>
          </a:xfrm>
        </p:spPr>
      </p:pic>
    </p:spTree>
    <p:extLst>
      <p:ext uri="{BB962C8B-B14F-4D97-AF65-F5344CB8AC3E}">
        <p14:creationId xmlns:p14="http://schemas.microsoft.com/office/powerpoint/2010/main" val="371047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4269</TotalTime>
  <Words>354</Words>
  <Application>Microsoft Office PowerPoint</Application>
  <PresentationFormat>如螢幕大小 (4:3)</PresentationFormat>
  <Paragraphs>130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Office 佈景主題</vt:lpstr>
      <vt:lpstr>A fast algorithm for solving a generalized longest common subsequence problem</vt:lpstr>
      <vt:lpstr>Abstract</vt:lpstr>
      <vt:lpstr>New generalized LCS</vt:lpstr>
      <vt:lpstr>New generalized LCS</vt:lpstr>
      <vt:lpstr>New generalized LCS</vt:lpstr>
      <vt:lpstr>New generalized LCS</vt:lpstr>
      <vt:lpstr>New generalized LCS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pplab-class</cp:lastModifiedBy>
  <cp:revision>68</cp:revision>
  <dcterms:created xsi:type="dcterms:W3CDTF">2017-10-02T04:56:24Z</dcterms:created>
  <dcterms:modified xsi:type="dcterms:W3CDTF">2018-07-10T11:09:33Z</dcterms:modified>
</cp:coreProperties>
</file>