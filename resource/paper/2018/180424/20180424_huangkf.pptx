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6" r:id="rId3"/>
    <p:sldId id="306" r:id="rId4"/>
    <p:sldId id="307" r:id="rId5"/>
    <p:sldId id="308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EAD7078E-7038-4986-B0ED-CBFCB84320F6}">
          <p14:sldIdLst>
            <p14:sldId id="256"/>
            <p14:sldId id="276"/>
            <p14:sldId id="306"/>
            <p14:sldId id="307"/>
            <p14:sldId id="30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83" d="100"/>
          <a:sy n="83" d="100"/>
        </p:scale>
        <p:origin x="50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07d7d89e1f669cb9" providerId="LiveId" clId="{A25C8640-2F66-41E6-A9F0-00AB598344A4}"/>
    <pc:docChg chg="undo custSel addSld delSld modSld sldOrd modSection">
      <pc:chgData name="" userId="07d7d89e1f669cb9" providerId="LiveId" clId="{A25C8640-2F66-41E6-A9F0-00AB598344A4}" dt="2018-04-03T10:26:01.311" v="1208" actId="108"/>
      <pc:docMkLst>
        <pc:docMk/>
      </pc:docMkLst>
      <pc:sldChg chg="modSp">
        <pc:chgData name="" userId="07d7d89e1f669cb9" providerId="LiveId" clId="{A25C8640-2F66-41E6-A9F0-00AB598344A4}" dt="2018-04-03T10:26:01.311" v="1208" actId="108"/>
        <pc:sldMkLst>
          <pc:docMk/>
          <pc:sldMk cId="3676774769" sldId="256"/>
        </pc:sldMkLst>
        <pc:spChg chg="mod">
          <ac:chgData name="" userId="07d7d89e1f669cb9" providerId="LiveId" clId="{A25C8640-2F66-41E6-A9F0-00AB598344A4}" dt="2018-04-03T05:14:08.872" v="1" actId="27636"/>
          <ac:spMkLst>
            <pc:docMk/>
            <pc:sldMk cId="3676774769" sldId="256"/>
            <ac:spMk id="2" creationId="{55822F15-00D1-4FDE-A019-FC933C4E2549}"/>
          </ac:spMkLst>
        </pc:spChg>
        <pc:spChg chg="mod">
          <ac:chgData name="" userId="07d7d89e1f669cb9" providerId="LiveId" clId="{A25C8640-2F66-41E6-A9F0-00AB598344A4}" dt="2018-04-03T10:26:01.311" v="1208" actId="108"/>
          <ac:spMkLst>
            <pc:docMk/>
            <pc:sldMk cId="3676774769" sldId="256"/>
            <ac:spMk id="3" creationId="{7ABD29E4-B887-45D9-9793-DA3B272D07C3}"/>
          </ac:spMkLst>
        </pc:spChg>
        <pc:spChg chg="mod">
          <ac:chgData name="" userId="07d7d89e1f669cb9" providerId="LiveId" clId="{A25C8640-2F66-41E6-A9F0-00AB598344A4}" dt="2018-04-03T05:19:14.861" v="19" actId="20577"/>
          <ac:spMkLst>
            <pc:docMk/>
            <pc:sldMk cId="3676774769" sldId="256"/>
            <ac:spMk id="4" creationId="{DBCD3618-401B-49E4-9C85-373848D9AA50}"/>
          </ac:spMkLst>
        </pc:spChg>
      </pc:sldChg>
      <pc:sldChg chg="modSp">
        <pc:chgData name="" userId="07d7d89e1f669cb9" providerId="LiveId" clId="{A25C8640-2F66-41E6-A9F0-00AB598344A4}" dt="2018-04-03T05:41:25.770" v="400" actId="20577"/>
        <pc:sldMkLst>
          <pc:docMk/>
          <pc:sldMk cId="2726883200" sldId="276"/>
        </pc:sldMkLst>
        <pc:spChg chg="mod">
          <ac:chgData name="" userId="07d7d89e1f669cb9" providerId="LiveId" clId="{A25C8640-2F66-41E6-A9F0-00AB598344A4}" dt="2018-04-03T05:24:22.567" v="76" actId="20577"/>
          <ac:spMkLst>
            <pc:docMk/>
            <pc:sldMk cId="2726883200" sldId="276"/>
            <ac:spMk id="2" creationId="{A81FADCC-098F-42B3-A516-7A8E8C1A4646}"/>
          </ac:spMkLst>
        </pc:spChg>
        <pc:spChg chg="mod">
          <ac:chgData name="" userId="07d7d89e1f669cb9" providerId="LiveId" clId="{A25C8640-2F66-41E6-A9F0-00AB598344A4}" dt="2018-04-03T05:41:25.770" v="400" actId="20577"/>
          <ac:spMkLst>
            <pc:docMk/>
            <pc:sldMk cId="2726883200" sldId="276"/>
            <ac:spMk id="3" creationId="{7DB8E5E2-9D37-4095-8A46-00A68D1D282E}"/>
          </ac:spMkLst>
        </pc:spChg>
      </pc:sldChg>
      <pc:sldChg chg="addSp modSp add ord">
        <pc:chgData name="" userId="07d7d89e1f669cb9" providerId="LiveId" clId="{A25C8640-2F66-41E6-A9F0-00AB598344A4}" dt="2018-04-03T09:55:52.504" v="1130" actId="2164"/>
        <pc:sldMkLst>
          <pc:docMk/>
          <pc:sldMk cId="2693855290" sldId="306"/>
        </pc:sldMkLst>
        <pc:spChg chg="mod">
          <ac:chgData name="" userId="07d7d89e1f669cb9" providerId="LiveId" clId="{A25C8640-2F66-41E6-A9F0-00AB598344A4}" dt="2018-04-03T05:26:41.095" v="124" actId="20577"/>
          <ac:spMkLst>
            <pc:docMk/>
            <pc:sldMk cId="2693855290" sldId="306"/>
            <ac:spMk id="2" creationId="{E7747DF4-4375-4FEA-AD33-D3E0A18DB5F5}"/>
          </ac:spMkLst>
        </pc:spChg>
        <pc:spChg chg="mod">
          <ac:chgData name="" userId="07d7d89e1f669cb9" providerId="LiveId" clId="{A25C8640-2F66-41E6-A9F0-00AB598344A4}" dt="2018-04-03T05:45:19.478" v="481" actId="20577"/>
          <ac:spMkLst>
            <pc:docMk/>
            <pc:sldMk cId="2693855290" sldId="306"/>
            <ac:spMk id="3" creationId="{7EA8248B-CF22-4D53-BD43-208C1FD8B188}"/>
          </ac:spMkLst>
        </pc:spChg>
        <pc:picChg chg="add mod">
          <ac:chgData name="" userId="07d7d89e1f669cb9" providerId="LiveId" clId="{A25C8640-2F66-41E6-A9F0-00AB598344A4}" dt="2018-04-03T05:33:56.594" v="333" actId="1076"/>
          <ac:picMkLst>
            <pc:docMk/>
            <pc:sldMk cId="2693855290" sldId="306"/>
            <ac:picMk id="5" creationId="{A1C69B85-8F09-44C2-93BD-C9F7901AEA4E}"/>
          </ac:picMkLst>
        </pc:picChg>
      </pc:sldChg>
    </pc:docChg>
  </pc:docChgLst>
  <pc:docChgLst>
    <pc:chgData userId="07d7d89e1f669cb9" providerId="LiveId" clId="{30E17E0D-8901-4D2A-98BE-E37AEFA1001D}"/>
    <pc:docChg chg="addSld delSld modSld">
      <pc:chgData name="" userId="07d7d89e1f669cb9" providerId="LiveId" clId="{30E17E0D-8901-4D2A-98BE-E37AEFA1001D}" dt="2018-02-27T09:46:47.382" v="98" actId="20577"/>
      <pc:docMkLst>
        <pc:docMk/>
      </pc:docMkLst>
      <pc:sldChg chg="modSp">
        <pc:chgData name="" userId="07d7d89e1f669cb9" providerId="LiveId" clId="{30E17E0D-8901-4D2A-98BE-E37AEFA1001D}" dt="2018-02-27T04:31:24.035" v="5" actId="20577"/>
        <pc:sldMkLst>
          <pc:docMk/>
          <pc:sldMk cId="3676774769" sldId="256"/>
        </pc:sldMkLst>
        <pc:spChg chg="mod">
          <ac:chgData name="" userId="07d7d89e1f669cb9" providerId="LiveId" clId="{30E17E0D-8901-4D2A-98BE-E37AEFA1001D}" dt="2018-02-27T04:31:24.035" v="5" actId="20577"/>
          <ac:spMkLst>
            <pc:docMk/>
            <pc:sldMk cId="3676774769" sldId="256"/>
            <ac:spMk id="3" creationId="{7ABD29E4-B887-45D9-9793-DA3B272D07C3}"/>
          </ac:spMkLst>
        </pc:spChg>
      </pc:sldChg>
      <pc:sldChg chg="modSp">
        <pc:chgData name="" userId="07d7d89e1f669cb9" providerId="LiveId" clId="{30E17E0D-8901-4D2A-98BE-E37AEFA1001D}" dt="2018-02-27T04:40:01.317" v="6" actId="20577"/>
        <pc:sldMkLst>
          <pc:docMk/>
          <pc:sldMk cId="2726883200" sldId="276"/>
        </pc:sldMkLst>
        <pc:spChg chg="mod">
          <ac:chgData name="" userId="07d7d89e1f669cb9" providerId="LiveId" clId="{30E17E0D-8901-4D2A-98BE-E37AEFA1001D}" dt="2018-02-27T04:40:01.317" v="6" actId="20577"/>
          <ac:spMkLst>
            <pc:docMk/>
            <pc:sldMk cId="2726883200" sldId="276"/>
            <ac:spMk id="3" creationId="{7DB8E5E2-9D37-4095-8A46-00A68D1D282E}"/>
          </ac:spMkLst>
        </pc:spChg>
      </pc:sldChg>
    </pc:docChg>
  </pc:docChgLst>
  <pc:docChgLst>
    <pc:chgData name="黃國峰" userId="07d7d89e1f669cb9" providerId="LiveId" clId="{D7E13699-1C50-409E-984A-872A6EE95369}"/>
  </pc:docChgLst>
  <pc:docChgLst>
    <pc:chgData userId="07d7d89e1f669cb9" providerId="LiveId" clId="{98C74892-7C6D-41A6-B754-C5F362D6F915}"/>
    <pc:docChg chg="undo custSel addSld delSld modSld modSection">
      <pc:chgData name="" userId="07d7d89e1f669cb9" providerId="LiveId" clId="{98C74892-7C6D-41A6-B754-C5F362D6F915}" dt="2018-04-17T10:06:51.853" v="1220" actId="20577"/>
      <pc:docMkLst>
        <pc:docMk/>
      </pc:docMkLst>
      <pc:sldChg chg="addSp delSp modSp">
        <pc:chgData name="" userId="07d7d89e1f669cb9" providerId="LiveId" clId="{98C74892-7C6D-41A6-B754-C5F362D6F915}" dt="2018-04-17T09:41:08.937" v="80" actId="255"/>
        <pc:sldMkLst>
          <pc:docMk/>
          <pc:sldMk cId="3676774769" sldId="256"/>
        </pc:sldMkLst>
        <pc:spChg chg="mod">
          <ac:chgData name="" userId="07d7d89e1f669cb9" providerId="LiveId" clId="{98C74892-7C6D-41A6-B754-C5F362D6F915}" dt="2018-04-17T09:29:27.054" v="17" actId="20577"/>
          <ac:spMkLst>
            <pc:docMk/>
            <pc:sldMk cId="3676774769" sldId="256"/>
            <ac:spMk id="2" creationId="{55822F15-00D1-4FDE-A019-FC933C4E2549}"/>
          </ac:spMkLst>
        </pc:spChg>
        <pc:spChg chg="mod">
          <ac:chgData name="" userId="07d7d89e1f669cb9" providerId="LiveId" clId="{98C74892-7C6D-41A6-B754-C5F362D6F915}" dt="2018-04-17T09:41:08.937" v="80" actId="255"/>
          <ac:spMkLst>
            <pc:docMk/>
            <pc:sldMk cId="3676774769" sldId="256"/>
            <ac:spMk id="3" creationId="{7ABD29E4-B887-45D9-9793-DA3B272D07C3}"/>
          </ac:spMkLst>
        </pc:spChg>
        <pc:spChg chg="mod">
          <ac:chgData name="" userId="07d7d89e1f669cb9" providerId="LiveId" clId="{98C74892-7C6D-41A6-B754-C5F362D6F915}" dt="2018-04-17T09:40:56.218" v="74" actId="1076"/>
          <ac:spMkLst>
            <pc:docMk/>
            <pc:sldMk cId="3676774769" sldId="256"/>
            <ac:spMk id="4" creationId="{DBCD3618-401B-49E4-9C85-373848D9AA50}"/>
          </ac:spMkLst>
        </pc:spChg>
        <pc:graphicFrameChg chg="add del">
          <ac:chgData name="" userId="07d7d89e1f669cb9" providerId="LiveId" clId="{98C74892-7C6D-41A6-B754-C5F362D6F915}" dt="2018-04-17T09:30:12.661" v="19" actId="255"/>
          <ac:graphicFrameMkLst>
            <pc:docMk/>
            <pc:sldMk cId="3676774769" sldId="256"/>
            <ac:graphicFrameMk id="5" creationId="{A494BD99-0C1E-449B-9667-91BDE3D0374F}"/>
          </ac:graphicFrameMkLst>
        </pc:graphicFrameChg>
        <pc:graphicFrameChg chg="add del modGraphic">
          <ac:chgData name="" userId="07d7d89e1f669cb9" providerId="LiveId" clId="{98C74892-7C6D-41A6-B754-C5F362D6F915}" dt="2018-04-17T09:30:38.102" v="25" actId="255"/>
          <ac:graphicFrameMkLst>
            <pc:docMk/>
            <pc:sldMk cId="3676774769" sldId="256"/>
            <ac:graphicFrameMk id="6" creationId="{56CD8C4D-7CF6-4A9F-88C9-3217DBC087E9}"/>
          </ac:graphicFrameMkLst>
        </pc:graphicFrameChg>
      </pc:sldChg>
      <pc:sldChg chg="modSp">
        <pc:chgData name="" userId="07d7d89e1f669cb9" providerId="LiveId" clId="{98C74892-7C6D-41A6-B754-C5F362D6F915}" dt="2018-04-17T09:41:38.923" v="91" actId="20577"/>
        <pc:sldMkLst>
          <pc:docMk/>
          <pc:sldMk cId="2726883200" sldId="276"/>
        </pc:sldMkLst>
        <pc:spChg chg="mod">
          <ac:chgData name="" userId="07d7d89e1f669cb9" providerId="LiveId" clId="{98C74892-7C6D-41A6-B754-C5F362D6F915}" dt="2018-04-17T09:41:38.923" v="91" actId="20577"/>
          <ac:spMkLst>
            <pc:docMk/>
            <pc:sldMk cId="2726883200" sldId="276"/>
            <ac:spMk id="3" creationId="{7DB8E5E2-9D37-4095-8A46-00A68D1D282E}"/>
          </ac:spMkLst>
        </pc:spChg>
      </pc:sldChg>
      <pc:sldChg chg="del">
        <pc:chgData name="" userId="07d7d89e1f669cb9" providerId="LiveId" clId="{98C74892-7C6D-41A6-B754-C5F362D6F915}" dt="2018-04-17T09:40:24.684" v="71" actId="2696"/>
        <pc:sldMkLst>
          <pc:docMk/>
          <pc:sldMk cId="2090802497" sldId="305"/>
        </pc:sldMkLst>
      </pc:sldChg>
      <pc:sldChg chg="delSp modSp add del">
        <pc:chgData name="" userId="07d7d89e1f669cb9" providerId="LiveId" clId="{98C74892-7C6D-41A6-B754-C5F362D6F915}" dt="2018-04-17T09:46:41.122" v="210" actId="2696"/>
        <pc:sldMkLst>
          <pc:docMk/>
          <pc:sldMk cId="2693855290" sldId="306"/>
        </pc:sldMkLst>
        <pc:spChg chg="mod">
          <ac:chgData name="" userId="07d7d89e1f669cb9" providerId="LiveId" clId="{98C74892-7C6D-41A6-B754-C5F362D6F915}" dt="2018-04-17T09:42:25.749" v="95" actId="20577"/>
          <ac:spMkLst>
            <pc:docMk/>
            <pc:sldMk cId="2693855290" sldId="306"/>
            <ac:spMk id="2" creationId="{E7747DF4-4375-4FEA-AD33-D3E0A18DB5F5}"/>
          </ac:spMkLst>
        </pc:spChg>
        <pc:spChg chg="mod">
          <ac:chgData name="" userId="07d7d89e1f669cb9" providerId="LiveId" clId="{98C74892-7C6D-41A6-B754-C5F362D6F915}" dt="2018-04-17T09:45:53.879" v="206" actId="20577"/>
          <ac:spMkLst>
            <pc:docMk/>
            <pc:sldMk cId="2693855290" sldId="306"/>
            <ac:spMk id="3" creationId="{7EA8248B-CF22-4D53-BD43-208C1FD8B188}"/>
          </ac:spMkLst>
        </pc:spChg>
        <pc:picChg chg="del">
          <ac:chgData name="" userId="07d7d89e1f669cb9" providerId="LiveId" clId="{98C74892-7C6D-41A6-B754-C5F362D6F915}" dt="2018-04-17T09:42:51.464" v="102" actId="478"/>
          <ac:picMkLst>
            <pc:docMk/>
            <pc:sldMk cId="2693855290" sldId="306"/>
            <ac:picMk id="5" creationId="{A1C69B85-8F09-44C2-93BD-C9F7901AEA4E}"/>
          </ac:picMkLst>
        </pc:picChg>
      </pc:sldChg>
      <pc:sldChg chg="modSp add">
        <pc:chgData name="" userId="07d7d89e1f669cb9" providerId="LiveId" clId="{98C74892-7C6D-41A6-B754-C5F362D6F915}" dt="2018-04-17T10:06:51.853" v="1220" actId="20577"/>
        <pc:sldMkLst>
          <pc:docMk/>
          <pc:sldMk cId="2880617316" sldId="307"/>
        </pc:sldMkLst>
        <pc:spChg chg="mod">
          <ac:chgData name="" userId="07d7d89e1f669cb9" providerId="LiveId" clId="{98C74892-7C6D-41A6-B754-C5F362D6F915}" dt="2018-04-17T09:46:50.129" v="221" actId="20577"/>
          <ac:spMkLst>
            <pc:docMk/>
            <pc:sldMk cId="2880617316" sldId="307"/>
            <ac:spMk id="2" creationId="{E7747DF4-4375-4FEA-AD33-D3E0A18DB5F5}"/>
          </ac:spMkLst>
        </pc:spChg>
        <pc:spChg chg="mod">
          <ac:chgData name="" userId="07d7d89e1f669cb9" providerId="LiveId" clId="{98C74892-7C6D-41A6-B754-C5F362D6F915}" dt="2018-04-17T10:06:51.853" v="1220" actId="20577"/>
          <ac:spMkLst>
            <pc:docMk/>
            <pc:sldMk cId="2880617316" sldId="307"/>
            <ac:spMk id="3" creationId="{7EA8248B-CF22-4D53-BD43-208C1FD8B188}"/>
          </ac:spMkLst>
        </pc:spChg>
      </pc:sldChg>
      <pc:sldChg chg="del">
        <pc:chgData name="" userId="07d7d89e1f669cb9" providerId="LiveId" clId="{98C74892-7C6D-41A6-B754-C5F362D6F915}" dt="2018-04-17T09:46:13.428" v="207" actId="2696"/>
        <pc:sldMkLst>
          <pc:docMk/>
          <pc:sldMk cId="2919586018" sldId="307"/>
        </pc:sldMkLst>
      </pc:sldChg>
      <pc:sldChg chg="del">
        <pc:chgData name="" userId="07d7d89e1f669cb9" providerId="LiveId" clId="{98C74892-7C6D-41A6-B754-C5F362D6F915}" dt="2018-04-17T09:46:15.670" v="208" actId="2696"/>
        <pc:sldMkLst>
          <pc:docMk/>
          <pc:sldMk cId="1533879536" sldId="308"/>
        </pc:sldMkLst>
      </pc:sldChg>
    </pc:docChg>
  </pc:docChgLst>
  <pc:docChgLst>
    <pc:chgData name="黃國峰" userId="07d7d89e1f669cb9" providerId="LiveId" clId="{9BB67EFE-CA73-4D31-92CA-DFD98D1BF03B}"/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2AB2-5A3A-4BEC-B8CF-6ED0EDD219CF}" type="datetimeFigureOut">
              <a:rPr lang="zh-TW" altLang="en-US" smtClean="0"/>
              <a:t>2018/4/24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5175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2AB2-5A3A-4BEC-B8CF-6ED0EDD219CF}" type="datetimeFigureOut">
              <a:rPr lang="zh-TW" altLang="en-US" smtClean="0"/>
              <a:t>2018/4/24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10126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2AB2-5A3A-4BEC-B8CF-6ED0EDD219CF}" type="datetimeFigureOut">
              <a:rPr lang="zh-TW" altLang="en-US" smtClean="0"/>
              <a:t>2018/4/24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76447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2AB2-5A3A-4BEC-B8CF-6ED0EDD219CF}" type="datetimeFigureOut">
              <a:rPr lang="zh-TW" altLang="en-US" smtClean="0"/>
              <a:t>2018/4/24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0766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2AB2-5A3A-4BEC-B8CF-6ED0EDD219CF}" type="datetimeFigureOut">
              <a:rPr lang="zh-TW" altLang="en-US" smtClean="0"/>
              <a:t>2018/4/24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6640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2AB2-5A3A-4BEC-B8CF-6ED0EDD219CF}" type="datetimeFigureOut">
              <a:rPr lang="zh-TW" altLang="en-US" smtClean="0"/>
              <a:t>2018/4/24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738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2AB2-5A3A-4BEC-B8CF-6ED0EDD219CF}" type="datetimeFigureOut">
              <a:rPr lang="zh-TW" altLang="en-US" smtClean="0"/>
              <a:t>2018/4/24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86120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2AB2-5A3A-4BEC-B8CF-6ED0EDD219CF}" type="datetimeFigureOut">
              <a:rPr lang="zh-TW" altLang="en-US" smtClean="0"/>
              <a:t>2018/4/24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4302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2AB2-5A3A-4BEC-B8CF-6ED0EDD219CF}" type="datetimeFigureOut">
              <a:rPr lang="zh-TW" altLang="en-US" smtClean="0"/>
              <a:t>2018/4/24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1004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2AB2-5A3A-4BEC-B8CF-6ED0EDD219CF}" type="datetimeFigureOut">
              <a:rPr lang="zh-TW" altLang="en-US" smtClean="0"/>
              <a:t>2018/4/24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27814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2AB2-5A3A-4BEC-B8CF-6ED0EDD219CF}" type="datetimeFigureOut">
              <a:rPr lang="zh-TW" altLang="en-US" smtClean="0"/>
              <a:t>2018/4/24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07516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F12AB2-5A3A-4BEC-B8CF-6ED0EDD219CF}" type="datetimeFigureOut">
              <a:rPr lang="zh-TW" altLang="en-US" smtClean="0"/>
              <a:t>2018/4/24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1900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55822F15-00D1-4FDE-A019-FC933C4E25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Computing a Longest Increasing</a:t>
            </a:r>
            <a:br>
              <a:rPr lang="en-US" altLang="zh-TW" dirty="0"/>
            </a:br>
            <a:r>
              <a:rPr lang="en-US" altLang="zh-TW" dirty="0"/>
              <a:t>Subsequence of Length k in Time</a:t>
            </a:r>
            <a:r>
              <a:rPr lang="zh-TW" altLang="en-US" dirty="0"/>
              <a:t> </a:t>
            </a:r>
            <a:r>
              <a:rPr lang="en-US" altLang="zh-TW" dirty="0"/>
              <a:t>O(</a:t>
            </a:r>
            <a:r>
              <a:rPr lang="en-US" altLang="zh-TW" dirty="0" err="1"/>
              <a:t>nloglogk</a:t>
            </a:r>
            <a:r>
              <a:rPr lang="en-US" altLang="zh-TW" dirty="0"/>
              <a:t>)</a:t>
            </a:r>
            <a:endParaRPr lang="zh-TW" altLang="en-US" sz="5400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xmlns="" id="{7ABD29E4-B887-45D9-9793-DA3B272D07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112" y="3602038"/>
            <a:ext cx="9076887" cy="1655762"/>
          </a:xfrm>
        </p:spPr>
        <p:txBody>
          <a:bodyPr>
            <a:normAutofit fontScale="92500" lnSpcReduction="20000"/>
          </a:bodyPr>
          <a:lstStyle/>
          <a:p>
            <a:endParaRPr lang="en-US" altLang="zh-TW" dirty="0"/>
          </a:p>
          <a:p>
            <a:r>
              <a:rPr lang="en-US" altLang="zh-TW" dirty="0"/>
              <a:t>	</a:t>
            </a:r>
            <a:r>
              <a:rPr lang="en-US" altLang="zh-TW" sz="2600" dirty="0"/>
              <a:t>Maxime </a:t>
            </a:r>
            <a:r>
              <a:rPr lang="en-US" altLang="zh-TW" sz="2600" dirty="0" err="1"/>
              <a:t>Crochemore</a:t>
            </a:r>
            <a:r>
              <a:rPr lang="en-US" altLang="zh-TW" sz="2600" dirty="0"/>
              <a:t> and Ely </a:t>
            </a:r>
            <a:r>
              <a:rPr lang="en-US" altLang="zh-TW" sz="2600" dirty="0" err="1"/>
              <a:t>Porat</a:t>
            </a:r>
            <a:r>
              <a:rPr lang="en-US" altLang="zh-TW" sz="2600" dirty="0"/>
              <a:t>.</a:t>
            </a:r>
          </a:p>
          <a:p>
            <a:r>
              <a:rPr lang="en-US" altLang="zh-TW" dirty="0"/>
              <a:t> </a:t>
            </a:r>
            <a:r>
              <a:rPr lang="en-US" altLang="zh-TW" sz="2600" dirty="0"/>
              <a:t>Proceeding VoCS'08 Proceedings of the 2008 international conference on Visions of Computer Science: BCS International Academic Conference Pages 69-74, London, UK , September 22 - 24, 2008.</a:t>
            </a:r>
            <a:endParaRPr lang="zh-TW" altLang="en-US" sz="2600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xmlns="" id="{DBCD3618-401B-49E4-9C85-373848D9AA50}"/>
              </a:ext>
            </a:extLst>
          </p:cNvPr>
          <p:cNvSpPr txBox="1"/>
          <p:nvPr/>
        </p:nvSpPr>
        <p:spPr>
          <a:xfrm>
            <a:off x="6899249" y="6043865"/>
            <a:ext cx="2105256" cy="7155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350" dirty="0"/>
              <a:t>Presenter: Kuo-Feng Huang</a:t>
            </a:r>
          </a:p>
          <a:p>
            <a:r>
              <a:rPr lang="en-US" altLang="zh-TW" sz="1350" dirty="0"/>
              <a:t>Date:</a:t>
            </a:r>
            <a:r>
              <a:rPr lang="zh-TW" altLang="en-US" sz="1350" dirty="0"/>
              <a:t> </a:t>
            </a:r>
            <a:r>
              <a:rPr lang="en-US" altLang="zh-TW" sz="1350" dirty="0"/>
              <a:t>2018/04/24</a:t>
            </a:r>
          </a:p>
          <a:p>
            <a:endParaRPr lang="en-US" altLang="zh-TW" sz="1350" dirty="0"/>
          </a:p>
        </p:txBody>
      </p:sp>
    </p:spTree>
    <p:extLst>
      <p:ext uri="{BB962C8B-B14F-4D97-AF65-F5344CB8AC3E}">
        <p14:creationId xmlns:p14="http://schemas.microsoft.com/office/powerpoint/2010/main" val="3676774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A81FADCC-098F-42B3-A516-7A8E8C1A4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Abstract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7DB8E5E2-9D37-4095-8A46-00A68D1D28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825625"/>
            <a:ext cx="8238513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dirty="0"/>
              <a:t>We consider the complexity of computing a longest increasing subsequence </a:t>
            </a:r>
            <a:r>
              <a:rPr lang="en-US" altLang="zh-TW" dirty="0" err="1"/>
              <a:t>parameterised</a:t>
            </a:r>
            <a:r>
              <a:rPr lang="en-US" altLang="zh-TW" dirty="0"/>
              <a:t> by the length of the output. Namely, we show that the maximal length k of an increasing subsequence of a permutation of the set of integers {1, 2, . . . , n} can be computed in time O(n log </a:t>
            </a:r>
            <a:r>
              <a:rPr lang="en-US" altLang="zh-TW" dirty="0" err="1"/>
              <a:t>log</a:t>
            </a:r>
            <a:r>
              <a:rPr lang="en-US" altLang="zh-TW" dirty="0"/>
              <a:t> k) in the RAM model, improving the previous 30-year bound of O(n log </a:t>
            </a:r>
            <a:r>
              <a:rPr lang="en-US" altLang="zh-TW" dirty="0" err="1"/>
              <a:t>log</a:t>
            </a:r>
            <a:r>
              <a:rPr lang="en-US" altLang="zh-TW" dirty="0"/>
              <a:t> n). The optimality of the new bound is an open question.</a:t>
            </a:r>
          </a:p>
        </p:txBody>
      </p:sp>
    </p:spTree>
    <p:extLst>
      <p:ext uri="{BB962C8B-B14F-4D97-AF65-F5344CB8AC3E}">
        <p14:creationId xmlns:p14="http://schemas.microsoft.com/office/powerpoint/2010/main" val="2726883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E7747DF4-4375-4FEA-AD33-D3E0A18DB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LIS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7EA8248B-CF22-4D53-BD43-208C1FD8B1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9107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dirty="0"/>
              <a:t>S0 = (12, 8, 9, 1, 11, 6, 7, 2, 10, 4, 5, 3)</a:t>
            </a:r>
          </a:p>
          <a:p>
            <a:pPr marL="0" indent="0">
              <a:buNone/>
            </a:pPr>
            <a:r>
              <a:rPr lang="en-US" altLang="zh-TW" dirty="0"/>
              <a:t>(12), (8), (8, 9), (1, 9), (1, 9, 11), (1, 6, 11), (1, 6, 7), (1, 2, 7), (1, 2, 7, 10), (1, 2, 4, 10), (1, 2, 4, 5), (1, 2, 3, 5)</a:t>
            </a:r>
          </a:p>
          <a:p>
            <a:pPr marL="0" indent="0">
              <a:buNone/>
            </a:pPr>
            <a:r>
              <a:rPr lang="en-US" altLang="zh-TW" dirty="0"/>
              <a:t>Use </a:t>
            </a:r>
            <a:r>
              <a:rPr lang="en-US" altLang="zh-TW" dirty="0">
                <a:solidFill>
                  <a:srgbClr val="FF0000"/>
                </a:solidFill>
              </a:rPr>
              <a:t>van </a:t>
            </a:r>
            <a:r>
              <a:rPr lang="en-US" altLang="zh-TW" dirty="0" err="1">
                <a:solidFill>
                  <a:srgbClr val="FF0000"/>
                </a:solidFill>
              </a:rPr>
              <a:t>Emde</a:t>
            </a:r>
            <a:r>
              <a:rPr lang="en-US" altLang="zh-TW" dirty="0">
                <a:solidFill>
                  <a:srgbClr val="FF0000"/>
                </a:solidFill>
              </a:rPr>
              <a:t> Boas trees</a:t>
            </a:r>
            <a:r>
              <a:rPr lang="en-US" altLang="zh-TW" dirty="0"/>
              <a:t>, each operation is O(</a:t>
            </a:r>
            <a:r>
              <a:rPr lang="en-US" altLang="zh-TW" dirty="0" err="1"/>
              <a:t>loglogn</a:t>
            </a:r>
            <a:r>
              <a:rPr lang="en-US" altLang="zh-TW" dirty="0"/>
              <a:t>)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Time: O(</a:t>
            </a:r>
            <a:r>
              <a:rPr lang="en-US" altLang="zh-TW" dirty="0" err="1"/>
              <a:t>nloglon</a:t>
            </a:r>
            <a:r>
              <a:rPr lang="en-US" altLang="zh-TW" dirty="0"/>
              <a:t>)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693855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E7747DF4-4375-4FEA-AD33-D3E0A18DB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Renaming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xmlns="" id="{7EA8248B-CF22-4D53-BD43-208C1FD8B1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527918"/>
                <a:ext cx="7886700" cy="5330082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zh-TW" altLang="en-US" sz="2400" dirty="0"/>
                  <a:t>取一個值</a:t>
                </a:r>
                <a:r>
                  <a:rPr lang="en-US" altLang="zh-TW" sz="2400" dirty="0"/>
                  <a:t>m ≥ k</a:t>
                </a:r>
                <a:r>
                  <a:rPr lang="zh-TW" altLang="en-US" sz="2400" dirty="0"/>
                  <a:t>，把</a:t>
                </a:r>
                <a:r>
                  <a:rPr lang="en-US" altLang="zh-TW" sz="2400" dirty="0"/>
                  <a:t>S0</a:t>
                </a:r>
                <a:r>
                  <a:rPr lang="zh-TW" altLang="en-US" sz="2400" dirty="0"/>
                  <a:t>分成</a:t>
                </a:r>
                <a:r>
                  <a:rPr lang="en-US" altLang="zh-TW" sz="2400" dirty="0"/>
                  <a:t>n/m</a:t>
                </a:r>
                <a:r>
                  <a:rPr lang="zh-TW" altLang="en-US" sz="2400" dirty="0"/>
                  <a:t>堆。</a:t>
                </a:r>
                <a:endParaRPr lang="en-US" altLang="zh-TW" sz="2400" dirty="0"/>
              </a:p>
              <a:p>
                <a:pPr marL="0" indent="0">
                  <a:buNone/>
                </a:pPr>
                <a:r>
                  <a:rPr lang="en-US" altLang="zh-TW" sz="2400" dirty="0"/>
                  <a:t>S0 = (12, 8, 9, 1, 11, 6, 7, 2, 10, 4, 5, 3)</a:t>
                </a:r>
              </a:p>
              <a:p>
                <a:pPr marL="0" indent="0">
                  <a:buNone/>
                </a:pPr>
                <a:r>
                  <a:rPr lang="en-US" altLang="zh-TW" sz="2400" dirty="0"/>
                  <a:t>m=4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sz="2400" dirty="0"/>
                  <a:t> = (12, 8, 9, 1),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2400" dirty="0"/>
                  <a:t>= (11, 6, 7, 2),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TW" sz="2400" dirty="0"/>
                  <a:t>= (10, 4, 5, 3)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p>
                    </m:sSubSup>
                  </m:oMath>
                </a14:m>
                <a:r>
                  <a:rPr lang="en-US" altLang="zh-TW" sz="2400" dirty="0"/>
                  <a:t> = (1, 8, 9, 12),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𝑆</m:t>
                        </m:r>
                      </m:sup>
                    </m:sSubSup>
                  </m:oMath>
                </a14:m>
                <a:r>
                  <a:rPr lang="en-US" altLang="zh-TW" sz="2400" dirty="0"/>
                  <a:t> = (2, 6, 7, 11),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𝑆</m:t>
                        </m:r>
                      </m:sup>
                    </m:sSubSup>
                  </m:oMath>
                </a14:m>
                <a:r>
                  <a:rPr lang="en-US" altLang="zh-TW" sz="2400" dirty="0"/>
                  <a:t> = (3, 4, 5, 10)</a:t>
                </a:r>
              </a:p>
              <a:p>
                <a:pPr marL="0" indent="0">
                  <a:buNone/>
                </a:pPr>
                <a:endParaRPr lang="en-US" altLang="zh-TW" sz="24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1.</m:t>
                        </m:r>
                        <m:r>
                          <a:rPr lang="en-US" altLang="zh-TW" sz="240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sz="2400" dirty="0"/>
                  <a:t> </a:t>
                </a:r>
                <a:r>
                  <a:rPr lang="zh-TW" altLang="en-US" sz="2400" dirty="0"/>
                  <a:t>對應為</a:t>
                </a:r>
                <a:r>
                  <a:rPr lang="en-US" altLang="zh-TW" sz="2400" dirty="0"/>
                  <a:t> (d, b, c, a)</a:t>
                </a:r>
                <a:r>
                  <a:rPr lang="zh-TW" altLang="en-US" sz="2400" dirty="0"/>
                  <a:t>，</a:t>
                </a:r>
                <a:r>
                  <a:rPr lang="en-US" altLang="zh-TW" sz="2400" dirty="0"/>
                  <a:t>B=(d), (b), (b, c), (a, c)</a:t>
                </a:r>
              </a:p>
              <a:p>
                <a:pPr marL="0" indent="0">
                  <a:buNone/>
                </a:pPr>
                <a:r>
                  <a:rPr lang="en-US" altLang="zh-TW" sz="2400" dirty="0"/>
                  <a:t>2. (a, c)=&gt;(1, 9) </a:t>
                </a:r>
                <a:r>
                  <a:rPr lang="zh-TW" altLang="en-US" sz="2400" dirty="0"/>
                  <a:t>，所以</a:t>
                </a:r>
                <a:r>
                  <a:rPr lang="en-US" altLang="zh-TW" sz="2400" dirty="0"/>
                  <a:t>merge (1, 9)</a:t>
                </a:r>
                <a:r>
                  <a:rPr lang="zh-TW" altLang="en-US" sz="2400" dirty="0"/>
                  <a:t>跟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𝑆</m:t>
                        </m:r>
                      </m:sup>
                    </m:sSubSup>
                  </m:oMath>
                </a14:m>
                <a:r>
                  <a:rPr lang="zh-TW" altLang="en-US" sz="2400" dirty="0"/>
                  <a:t>得到</a:t>
                </a:r>
                <a:r>
                  <a:rPr lang="en-US" altLang="zh-TW" sz="2400" dirty="0"/>
                  <a:t>(1, 2 ,6, 7, 9, 11)</a:t>
                </a:r>
                <a:r>
                  <a:rPr lang="zh-TW" altLang="en-US" sz="2400" dirty="0"/>
                  <a:t>，這時候</a:t>
                </a:r>
                <a:r>
                  <a:rPr lang="en-US" altLang="zh-TW" sz="2400" dirty="0"/>
                  <a:t>(a, c)</a:t>
                </a:r>
                <a:r>
                  <a:rPr lang="zh-TW" altLang="en-US" sz="2400" dirty="0"/>
                  <a:t>更新成</a:t>
                </a:r>
                <a:r>
                  <a:rPr lang="en-US" altLang="zh-TW" sz="2400" dirty="0"/>
                  <a:t>(a, e)</a:t>
                </a:r>
                <a:r>
                  <a:rPr lang="zh-TW" altLang="en-US" sz="2400" dirty="0"/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TW" altLang="en-US" sz="2400" i="1" smtClean="0">
                        <a:latin typeface="Cambria Math" panose="02040503050406030204" pitchFamily="18" charset="0"/>
                      </a:rPr>
                      <m:t>對應</m:t>
                    </m:r>
                    <m:r>
                      <a:rPr lang="zh-TW" altLang="en-US" sz="2400" i="1" dirty="0">
                        <a:latin typeface="Cambria Math" panose="02040503050406030204" pitchFamily="18" charset="0"/>
                      </a:rPr>
                      <m:t>為</m:t>
                    </m:r>
                  </m:oMath>
                </a14:m>
                <a:r>
                  <a:rPr lang="en-US" altLang="zh-TW" sz="2400" dirty="0"/>
                  <a:t>(f, c, d, b)</a:t>
                </a:r>
                <a:r>
                  <a:rPr lang="zh-TW" altLang="en-US" sz="2400" dirty="0"/>
                  <a:t>，</a:t>
                </a:r>
                <a:r>
                  <a:rPr lang="en-US" altLang="zh-TW" sz="2400" dirty="0"/>
                  <a:t>B=(a, e, f), (a, c, f), (a, c, d), (a, b, d)</a:t>
                </a:r>
              </a:p>
              <a:p>
                <a:pPr marL="0" indent="0">
                  <a:buNone/>
                </a:pPr>
                <a:endParaRPr lang="en-US" altLang="zh-TW" sz="2400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7EA8248B-CF22-4D53-BD43-208C1FD8B1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527918"/>
                <a:ext cx="7886700" cy="5330082"/>
              </a:xfrm>
              <a:blipFill>
                <a:blip r:embed="rId2"/>
                <a:stretch>
                  <a:fillRect l="-1159" t="-1716" r="-517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0617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E7747DF4-4375-4FEA-AD33-D3E0A18DB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Renaming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xmlns="" id="{7EA8248B-CF22-4D53-BD43-208C1FD8B1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527918"/>
                <a:ext cx="7886700" cy="533008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zh-TW" altLang="en-US" sz="2400" dirty="0"/>
                  <a:t>取一個值</a:t>
                </a:r>
                <a:r>
                  <a:rPr lang="en-US" altLang="zh-TW" sz="2400" dirty="0"/>
                  <a:t>m ≥ k</a:t>
                </a:r>
                <a:r>
                  <a:rPr lang="zh-TW" altLang="en-US" sz="2400" dirty="0"/>
                  <a:t>，把</a:t>
                </a:r>
                <a:r>
                  <a:rPr lang="en-US" altLang="zh-TW" sz="2400" dirty="0"/>
                  <a:t>S0</a:t>
                </a:r>
                <a:r>
                  <a:rPr lang="zh-TW" altLang="en-US" sz="2400" dirty="0" smtClean="0"/>
                  <a:t>分成</a:t>
                </a:r>
                <a:r>
                  <a:rPr lang="en-US" altLang="zh-TW" sz="2400" dirty="0" smtClean="0"/>
                  <a:t>n/m</a:t>
                </a:r>
                <a:r>
                  <a:rPr lang="zh-TW" altLang="en-US" sz="2400" dirty="0"/>
                  <a:t>堆。</a:t>
                </a:r>
                <a:endParaRPr lang="en-US" altLang="zh-TW" sz="2400" dirty="0"/>
              </a:p>
              <a:p>
                <a:pPr marL="0" indent="0">
                  <a:buNone/>
                </a:pPr>
                <a:r>
                  <a:rPr lang="en-US" altLang="zh-TW" sz="2400" dirty="0"/>
                  <a:t>S0 = (12, 8, 9, 1, 11, 6, 7, 2, 10, 4, 5, 3)</a:t>
                </a:r>
              </a:p>
              <a:p>
                <a:pPr marL="0" indent="0">
                  <a:buNone/>
                </a:pPr>
                <a:r>
                  <a:rPr lang="en-US" altLang="zh-TW" sz="2400" dirty="0"/>
                  <a:t>m=4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sz="2400" dirty="0"/>
                  <a:t> = (12, 8, 9, 1),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2400" dirty="0"/>
                  <a:t>= (11, 6, 7, 2),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TW" sz="2400" dirty="0"/>
                  <a:t>= (10, 4, 5, 3)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p>
                    </m:sSubSup>
                  </m:oMath>
                </a14:m>
                <a:r>
                  <a:rPr lang="en-US" altLang="zh-TW" sz="2400" dirty="0"/>
                  <a:t> = (1, 8, 9, 12),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𝑆</m:t>
                        </m:r>
                      </m:sup>
                    </m:sSubSup>
                  </m:oMath>
                </a14:m>
                <a:r>
                  <a:rPr lang="en-US" altLang="zh-TW" sz="2400" dirty="0"/>
                  <a:t> = (2, 6, 7, 11),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𝑆</m:t>
                        </m:r>
                      </m:sup>
                    </m:sSubSup>
                  </m:oMath>
                </a14:m>
                <a:r>
                  <a:rPr lang="en-US" altLang="zh-TW" sz="2400" dirty="0"/>
                  <a:t> = (3, 4, 5, 10)</a:t>
                </a:r>
              </a:p>
              <a:p>
                <a:pPr marL="0" indent="0">
                  <a:buNone/>
                </a:pPr>
                <a:endParaRPr lang="en-US" altLang="zh-TW" sz="2400" dirty="0"/>
              </a:p>
              <a:p>
                <a:pPr marL="0" indent="0">
                  <a:buNone/>
                </a:pPr>
                <a:r>
                  <a:rPr lang="en-US" altLang="zh-TW" sz="2400" dirty="0"/>
                  <a:t>3.</a:t>
                </a:r>
                <a:r>
                  <a:rPr lang="zh-TW" altLang="en-US" sz="2400" dirty="0"/>
                  <a:t> </a:t>
                </a:r>
                <a:r>
                  <a:rPr lang="en-US" altLang="zh-TW" sz="2400" dirty="0"/>
                  <a:t>(a, b, d)=&gt;(1, 2, 7)</a:t>
                </a:r>
                <a:r>
                  <a:rPr lang="zh-TW" altLang="en-US" sz="2400" dirty="0"/>
                  <a:t>，所以</a:t>
                </a:r>
                <a:r>
                  <a:rPr lang="en-US" altLang="zh-TW" sz="2400" dirty="0"/>
                  <a:t>merge(1,</a:t>
                </a:r>
                <a:r>
                  <a:rPr lang="zh-TW" altLang="en-US" sz="2400" dirty="0"/>
                  <a:t> </a:t>
                </a:r>
                <a:r>
                  <a:rPr lang="en-US" altLang="zh-TW" sz="2400" dirty="0"/>
                  <a:t>2,</a:t>
                </a:r>
                <a:r>
                  <a:rPr lang="zh-TW" altLang="en-US" sz="2400" dirty="0"/>
                  <a:t> </a:t>
                </a:r>
                <a:r>
                  <a:rPr lang="en-US" altLang="zh-TW" sz="2400" dirty="0"/>
                  <a:t>7)</a:t>
                </a:r>
                <a:r>
                  <a:rPr lang="zh-TW" altLang="en-US" sz="2400" dirty="0"/>
                  <a:t>跟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𝑆</m:t>
                        </m:r>
                      </m:sup>
                    </m:sSubSup>
                    <m:r>
                      <a:rPr lang="zh-TW" altLang="en-US" sz="2400" i="1">
                        <a:latin typeface="Cambria Math" panose="02040503050406030204" pitchFamily="18" charset="0"/>
                      </a:rPr>
                      <m:t>得到</m:t>
                    </m:r>
                  </m:oMath>
                </a14:m>
                <a:r>
                  <a:rPr lang="en-US" altLang="zh-TW" sz="2400" dirty="0"/>
                  <a:t>(1, 2, 3, 4, </a:t>
                </a:r>
                <a:r>
                  <a:rPr lang="zh-TW" altLang="en-US" sz="2400" dirty="0"/>
                  <a:t>   </a:t>
                </a:r>
                <a:r>
                  <a:rPr lang="en-US" altLang="zh-TW" sz="2400" dirty="0"/>
                  <a:t>5, 7, 10)</a:t>
                </a:r>
                <a:r>
                  <a:rPr lang="zh-TW" altLang="en-US" sz="2400" dirty="0"/>
                  <a:t>，更新</a:t>
                </a:r>
                <a:r>
                  <a:rPr lang="en-US" altLang="zh-TW" sz="2400" dirty="0"/>
                  <a:t>(a, b, d)</a:t>
                </a:r>
                <a:r>
                  <a:rPr lang="zh-TW" altLang="en-US" sz="2400" dirty="0"/>
                  <a:t>成</a:t>
                </a:r>
                <a:r>
                  <a:rPr lang="en-US" altLang="zh-TW" sz="2400" dirty="0"/>
                  <a:t>(a,</a:t>
                </a:r>
                <a:r>
                  <a:rPr lang="zh-TW" altLang="en-US" sz="2400" dirty="0"/>
                  <a:t> </a:t>
                </a:r>
                <a:r>
                  <a:rPr lang="en-US" altLang="zh-TW" sz="2400" dirty="0"/>
                  <a:t>b,</a:t>
                </a:r>
                <a:r>
                  <a:rPr lang="zh-TW" altLang="en-US" sz="2400" dirty="0"/>
                  <a:t> </a:t>
                </a:r>
                <a:r>
                  <a:rPr lang="en-US" altLang="zh-TW" sz="2400" dirty="0"/>
                  <a:t>f)</a:t>
                </a:r>
                <a:r>
                  <a:rPr lang="zh-TW" altLang="en-US" sz="2400" dirty="0"/>
                  <a:t>，</a:t>
                </a:r>
                <a:r>
                  <a:rPr lang="en-US" altLang="zh-TW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zh-TW" altLang="en-US" sz="2400" i="1" smtClean="0">
                        <a:latin typeface="Cambria Math" panose="02040503050406030204" pitchFamily="18" charset="0"/>
                      </a:rPr>
                      <m:t>對應</m:t>
                    </m:r>
                    <m:r>
                      <a:rPr lang="zh-TW" altLang="en-US" sz="2400" i="1" dirty="0" smtClean="0">
                        <a:latin typeface="Cambria Math" panose="02040503050406030204" pitchFamily="18" charset="0"/>
                      </a:rPr>
                      <m:t>為</m:t>
                    </m:r>
                  </m:oMath>
                </a14:m>
                <a:r>
                  <a:rPr lang="en-US" altLang="zh-TW" sz="2400" dirty="0"/>
                  <a:t>(g, d, e, c)</a:t>
                </a:r>
                <a:r>
                  <a:rPr lang="zh-TW" altLang="en-US" sz="2400" dirty="0"/>
                  <a:t>，</a:t>
                </a:r>
                <a:r>
                  <a:rPr lang="en-US" altLang="zh-TW" sz="2400" dirty="0"/>
                  <a:t>B=(a, b, f, g), (a, b, d, g), (a, b, d, e), (a, b, c, e)</a:t>
                </a:r>
              </a:p>
              <a:p>
                <a:pPr marL="0" indent="0">
                  <a:buNone/>
                </a:pPr>
                <a:r>
                  <a:rPr lang="en-US" altLang="zh-TW" sz="2400" dirty="0"/>
                  <a:t>4.</a:t>
                </a:r>
                <a:r>
                  <a:rPr lang="zh-TW" altLang="en-US" sz="2400" dirty="0"/>
                  <a:t> </a:t>
                </a:r>
                <a:r>
                  <a:rPr lang="en-US" altLang="zh-TW" sz="2400" dirty="0"/>
                  <a:t>a, b, c, e</a:t>
                </a:r>
                <a:r>
                  <a:rPr lang="zh-TW" altLang="en-US" sz="2400" dirty="0"/>
                  <a:t>就可以對應回</a:t>
                </a:r>
                <a:r>
                  <a:rPr lang="en-US" altLang="zh-TW" sz="2400" dirty="0"/>
                  <a:t>1, 2, 3, 5</a:t>
                </a:r>
              </a:p>
            </p:txBody>
          </p:sp>
        </mc:Choice>
        <mc:Fallback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7EA8248B-CF22-4D53-BD43-208C1FD8B1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527918"/>
                <a:ext cx="7886700" cy="5330082"/>
              </a:xfrm>
              <a:blipFill rotWithShape="0">
                <a:blip r:embed="rId2"/>
                <a:stretch>
                  <a:fillRect l="-1159" t="-1716" r="-69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9408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2572</TotalTime>
  <Words>306</Words>
  <Application>Microsoft Office PowerPoint</Application>
  <PresentationFormat>如螢幕大小 (4:3)</PresentationFormat>
  <Paragraphs>35</Paragraphs>
  <Slides>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1" baseType="lpstr">
      <vt:lpstr>新細明體</vt:lpstr>
      <vt:lpstr>Arial</vt:lpstr>
      <vt:lpstr>Calibri</vt:lpstr>
      <vt:lpstr>Calibri Light</vt:lpstr>
      <vt:lpstr>Cambria Math</vt:lpstr>
      <vt:lpstr>Office 佈景主題</vt:lpstr>
      <vt:lpstr>Computing a Longest Increasing Subsequence of Length k in Time O(nloglogk)</vt:lpstr>
      <vt:lpstr>Abstract</vt:lpstr>
      <vt:lpstr>LIS</vt:lpstr>
      <vt:lpstr>Renaming</vt:lpstr>
      <vt:lpstr>Renaming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linear space algorithm for computing a longest common increasing subsequence</dc:title>
  <dc:creator>黃國峰</dc:creator>
  <cp:lastModifiedBy>pplab-class</cp:lastModifiedBy>
  <cp:revision>71</cp:revision>
  <dcterms:created xsi:type="dcterms:W3CDTF">2017-10-02T04:56:24Z</dcterms:created>
  <dcterms:modified xsi:type="dcterms:W3CDTF">2018-04-24T12:58:01Z</dcterms:modified>
</cp:coreProperties>
</file>