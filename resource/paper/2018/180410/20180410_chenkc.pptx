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
  </p:notesMasterIdLst>
  <p:sldIdLst>
    <p:sldId id="256" r:id="rId2"/>
    <p:sldId id="257" r:id="rId3"/>
    <p:sldId id="268" r:id="rId4"/>
    <p:sldId id="269" r:id="rId5"/>
    <p:sldId id="270" r:id="rId6"/>
    <p:sldId id="271" r:id="rId7"/>
    <p:sldId id="272" r:id="rId8"/>
    <p:sldId id="274" r:id="rId9"/>
    <p:sldId id="273" r:id="rId10"/>
    <p:sldId id="275" r:id="rId11"/>
    <p:sldId id="27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5048" autoAdjust="0"/>
  </p:normalViewPr>
  <p:slideViewPr>
    <p:cSldViewPr snapToGrid="0">
      <p:cViewPr varScale="1">
        <p:scale>
          <a:sx n="83" d="100"/>
          <a:sy n="83" d="100"/>
        </p:scale>
        <p:origin x="2400"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2018/4/10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zh.wikipedia.org/wiki/%E9%A0%90%E5%8D%B0%E6%9C%AC" TargetMode="External"/><Relationship Id="rId3" Type="http://schemas.openxmlformats.org/officeDocument/2006/relationships/hyperlink" Target="https://zh.wikipedia.org/wiki/%E7%89%A9%E7%90%86%E5%AD%B8" TargetMode="External"/><Relationship Id="rId7" Type="http://schemas.openxmlformats.org/officeDocument/2006/relationships/hyperlink" Target="https://zh.wikipedia.org/wiki/%E8%AB%96%E6%96%87"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zh.wikipedia.org/wiki/%E7%94%9F%E7%89%A9%E5%AD%B8" TargetMode="External"/><Relationship Id="rId5" Type="http://schemas.openxmlformats.org/officeDocument/2006/relationships/hyperlink" Target="https://zh.wikipedia.org/wiki/%E8%A8%88%E7%AE%97%E6%A9%9F%E7%A7%91%E5%AD%B8" TargetMode="External"/><Relationship Id="rId4" Type="http://schemas.openxmlformats.org/officeDocument/2006/relationships/hyperlink" Target="https://zh.wikipedia.org/wiki/%E6%95%B8%E5%AD%B8"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400" kern="1200" dirty="0">
                <a:solidFill>
                  <a:schemeClr val="tx1"/>
                </a:solidFill>
                <a:latin typeface="Times New Roman" panose="02020603050405020304" pitchFamily="18" charset="0"/>
                <a:ea typeface="+mn-ea"/>
                <a:cs typeface="Times New Roman" panose="02020603050405020304" pitchFamily="18" charset="0"/>
              </a:rPr>
              <a:t>Masashi Kiyomi</a:t>
            </a:r>
          </a:p>
          <a:p>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Hirotaka</a:t>
            </a:r>
            <a:r>
              <a:rPr lang="en-US" altLang="zh-TW" sz="1400" kern="1200" dirty="0">
                <a:solidFill>
                  <a:schemeClr val="tx1"/>
                </a:solidFill>
                <a:latin typeface="Times New Roman" panose="02020603050405020304" pitchFamily="18" charset="0"/>
                <a:ea typeface="+mn-ea"/>
                <a:cs typeface="Times New Roman" panose="02020603050405020304" pitchFamily="18" charset="0"/>
              </a:rPr>
              <a:t> Ono</a:t>
            </a:r>
          </a:p>
          <a:p>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Yota</a:t>
            </a:r>
            <a:r>
              <a:rPr lang="en-US" altLang="zh-TW" sz="1400" kern="1200" dirty="0">
                <a:solidFill>
                  <a:schemeClr val="tx1"/>
                </a:solidFill>
                <a:latin typeface="Times New Roman" panose="02020603050405020304" pitchFamily="18" charset="0"/>
                <a:ea typeface="+mn-ea"/>
                <a:cs typeface="Times New Roman" panose="02020603050405020304" pitchFamily="18" charset="0"/>
              </a:rPr>
              <a:t> </a:t>
            </a:r>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Otachi</a:t>
            </a:r>
            <a:endParaRPr lang="en-US" altLang="zh-TW" sz="1400" kern="1200" dirty="0">
              <a:solidFill>
                <a:schemeClr val="tx1"/>
              </a:solidFill>
              <a:latin typeface="Times New Roman" panose="02020603050405020304" pitchFamily="18" charset="0"/>
              <a:ea typeface="+mn-ea"/>
              <a:cs typeface="Times New Roman" panose="02020603050405020304" pitchFamily="18" charset="0"/>
            </a:endParaRPr>
          </a:p>
          <a:p>
            <a:r>
              <a:rPr lang="en-US" altLang="zh-TW" sz="1400" kern="1200" dirty="0">
                <a:solidFill>
                  <a:schemeClr val="tx1"/>
                </a:solidFill>
                <a:latin typeface="Times New Roman" panose="02020603050405020304" pitchFamily="18" charset="0"/>
                <a:ea typeface="+mn-ea"/>
                <a:cs typeface="Times New Roman" panose="02020603050405020304" pitchFamily="18" charset="0"/>
              </a:rPr>
              <a:t>Pascal Schweitzer</a:t>
            </a:r>
          </a:p>
          <a:p>
            <a:r>
              <a:rPr lang="en-US" altLang="zh-TW" sz="1400" kern="1200" dirty="0">
                <a:solidFill>
                  <a:schemeClr val="tx1"/>
                </a:solidFill>
                <a:latin typeface="Times New Roman" panose="02020603050405020304" pitchFamily="18" charset="0"/>
                <a:ea typeface="+mn-ea"/>
                <a:cs typeface="Times New Roman" panose="02020603050405020304" pitchFamily="18" charset="0"/>
              </a:rPr>
              <a:t>Jun </a:t>
            </a:r>
            <a:r>
              <a:rPr lang="en-US" altLang="zh-TW" sz="1400" kern="1200" dirty="0" err="1">
                <a:solidFill>
                  <a:schemeClr val="tx1"/>
                </a:solidFill>
                <a:latin typeface="Times New Roman" panose="02020603050405020304" pitchFamily="18" charset="0"/>
                <a:ea typeface="+mn-ea"/>
                <a:cs typeface="Times New Roman" panose="02020603050405020304" pitchFamily="18" charset="0"/>
              </a:rPr>
              <a:t>Tarui</a:t>
            </a:r>
            <a:endParaRPr lang="zh-TW" altLang="en-US" sz="1400" kern="1200" dirty="0">
              <a:solidFill>
                <a:schemeClr val="tx1"/>
              </a:solidFill>
              <a:latin typeface="Times New Roman" panose="02020603050405020304" pitchFamily="18" charset="0"/>
              <a:ea typeface="+mn-ea"/>
              <a:cs typeface="Times New Roman" panose="02020603050405020304" pitchFamily="18" charset="0"/>
            </a:endParaRPr>
          </a:p>
          <a:p>
            <a:endParaRPr lang="en-US" altLang="zh-TW" sz="1200" b="0" i="0" kern="1200" dirty="0">
              <a:solidFill>
                <a:schemeClr val="tx1"/>
              </a:solidFill>
              <a:effectLst/>
              <a:latin typeface="+mn-lt"/>
              <a:ea typeface="+mn-ea"/>
              <a:cs typeface="+mn-cs"/>
            </a:endParaRPr>
          </a:p>
          <a:p>
            <a:r>
              <a:rPr lang="en-US" altLang="zh-TW" sz="1200" b="0" i="0" kern="1200" dirty="0" err="1">
                <a:solidFill>
                  <a:schemeClr val="tx1"/>
                </a:solidFill>
                <a:effectLst/>
                <a:latin typeface="+mn-lt"/>
                <a:ea typeface="+mn-ea"/>
                <a:cs typeface="+mn-cs"/>
              </a:rPr>
              <a:t>arxiv</a:t>
            </a:r>
            <a:r>
              <a:rPr lang="en-US" altLang="zh-TW" sz="1200" b="0" i="0" kern="1200" dirty="0">
                <a:solidFill>
                  <a:schemeClr val="tx1"/>
                </a:solidFill>
                <a:effectLst/>
                <a:latin typeface="+mn-lt"/>
                <a:ea typeface="+mn-ea"/>
                <a:cs typeface="+mn-cs"/>
              </a:rPr>
              <a:t>  by </a:t>
            </a:r>
            <a:r>
              <a:rPr lang="en-US" altLang="zh-TW" sz="1200" b="1" i="0" kern="1200" dirty="0">
                <a:solidFill>
                  <a:schemeClr val="tx1"/>
                </a:solidFill>
                <a:effectLst/>
                <a:latin typeface="+mn-lt"/>
                <a:ea typeface="+mn-ea"/>
                <a:cs typeface="+mn-cs"/>
              </a:rPr>
              <a:t>Paul Henry </a:t>
            </a:r>
            <a:r>
              <a:rPr lang="en-US" altLang="zh-TW" sz="1200" b="1" i="0" kern="1200" dirty="0" err="1">
                <a:solidFill>
                  <a:schemeClr val="tx1"/>
                </a:solidFill>
                <a:effectLst/>
                <a:latin typeface="+mn-lt"/>
                <a:ea typeface="+mn-ea"/>
                <a:cs typeface="+mn-cs"/>
              </a:rPr>
              <a:t>Ginsparg</a:t>
            </a:r>
            <a:r>
              <a:rPr lang="en-US" altLang="zh-TW" sz="1200" b="1"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美國</a:t>
            </a:r>
            <a:r>
              <a:rPr lang="zh-TW" altLang="en-US" sz="1200" b="0" i="0" u="none" strike="noStrike" kern="1200" dirty="0">
                <a:solidFill>
                  <a:schemeClr val="tx1"/>
                </a:solidFill>
                <a:effectLst/>
                <a:latin typeface="+mn-lt"/>
                <a:ea typeface="+mn-ea"/>
                <a:cs typeface="+mn-cs"/>
              </a:rPr>
              <a:t>物理學家</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收集</a:t>
            </a:r>
            <a:r>
              <a:rPr lang="zh-TW" altLang="en-US" sz="1200" b="0" i="0" u="none" strike="noStrike" kern="1200" dirty="0">
                <a:solidFill>
                  <a:schemeClr val="tx1"/>
                </a:solidFill>
                <a:effectLst/>
                <a:latin typeface="+mn-lt"/>
                <a:ea typeface="+mn-ea"/>
                <a:cs typeface="+mn-cs"/>
                <a:hlinkClick r:id="rId3" tooltip="物理學"/>
              </a:rPr>
              <a:t>物理學</a:t>
            </a:r>
            <a:r>
              <a:rPr lang="zh-TW" altLang="en-US" sz="1200" b="0" i="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hlinkClick r:id="rId4" tooltip="數學"/>
              </a:rPr>
              <a:t>數學</a:t>
            </a:r>
            <a:r>
              <a:rPr lang="zh-TW" altLang="en-US" sz="1200" b="0" i="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hlinkClick r:id="rId5" tooltip="計算機科學"/>
              </a:rPr>
              <a:t>計算機科學</a:t>
            </a:r>
            <a:r>
              <a:rPr lang="zh-TW" altLang="en-US" sz="1200" b="0" i="0" kern="1200" dirty="0">
                <a:solidFill>
                  <a:schemeClr val="tx1"/>
                </a:solidFill>
                <a:effectLst/>
                <a:latin typeface="+mn-lt"/>
                <a:ea typeface="+mn-ea"/>
                <a:cs typeface="+mn-cs"/>
              </a:rPr>
              <a:t>與</a:t>
            </a:r>
            <a:r>
              <a:rPr lang="zh-TW" altLang="en-US" sz="1200" b="0" i="0" u="none" strike="noStrike" kern="1200" dirty="0">
                <a:solidFill>
                  <a:schemeClr val="tx1"/>
                </a:solidFill>
                <a:effectLst/>
                <a:latin typeface="+mn-lt"/>
                <a:ea typeface="+mn-ea"/>
                <a:cs typeface="+mn-cs"/>
                <a:hlinkClick r:id="rId6" tooltip="生物學"/>
              </a:rPr>
              <a:t>生物學</a:t>
            </a:r>
            <a:r>
              <a:rPr lang="zh-TW" altLang="en-US" sz="1200" b="0" i="0" kern="1200" dirty="0">
                <a:solidFill>
                  <a:schemeClr val="tx1"/>
                </a:solidFill>
                <a:effectLst/>
                <a:latin typeface="+mn-lt"/>
                <a:ea typeface="+mn-ea"/>
                <a:cs typeface="+mn-cs"/>
              </a:rPr>
              <a:t>的</a:t>
            </a:r>
            <a:r>
              <a:rPr lang="zh-TW" altLang="en-US" sz="1200" b="0" i="0" u="none" strike="noStrike" kern="1200" dirty="0">
                <a:solidFill>
                  <a:schemeClr val="tx1"/>
                </a:solidFill>
                <a:effectLst/>
                <a:latin typeface="+mn-lt"/>
                <a:ea typeface="+mn-ea"/>
                <a:cs typeface="+mn-cs"/>
                <a:hlinkClick r:id="rId7" tooltip="論文"/>
              </a:rPr>
              <a:t>論文</a:t>
            </a:r>
            <a:r>
              <a:rPr lang="zh-TW" altLang="en-US" sz="1200" b="0" i="0" u="none" strike="noStrike" kern="1200" dirty="0">
                <a:solidFill>
                  <a:schemeClr val="tx1"/>
                </a:solidFill>
                <a:effectLst/>
                <a:latin typeface="+mn-lt"/>
                <a:ea typeface="+mn-ea"/>
                <a:cs typeface="+mn-cs"/>
                <a:hlinkClick r:id="rId8" tooltip="預印本"/>
              </a:rPr>
              <a:t>預印本</a:t>
            </a:r>
            <a:r>
              <a:rPr lang="zh-TW" altLang="en-US" sz="1200" b="0" i="0" kern="1200" dirty="0">
                <a:solidFill>
                  <a:schemeClr val="tx1"/>
                </a:solidFill>
                <a:effectLst/>
                <a:latin typeface="+mn-lt"/>
                <a:ea typeface="+mn-ea"/>
                <a:cs typeface="+mn-cs"/>
              </a:rPr>
              <a:t>的網站，始於</a:t>
            </a:r>
            <a:r>
              <a:rPr lang="en-US" altLang="zh-TW" sz="1200" b="0" i="0" kern="1200" dirty="0">
                <a:solidFill>
                  <a:schemeClr val="tx1"/>
                </a:solidFill>
                <a:effectLst/>
                <a:latin typeface="+mn-lt"/>
                <a:ea typeface="+mn-ea"/>
                <a:cs typeface="+mn-cs"/>
              </a:rPr>
              <a:t>1991</a:t>
            </a:r>
            <a:r>
              <a:rPr lang="zh-TW" altLang="en-US" sz="1200" b="0" i="0" kern="1200" dirty="0">
                <a:solidFill>
                  <a:schemeClr val="tx1"/>
                </a:solidFill>
                <a:effectLst/>
                <a:latin typeface="+mn-lt"/>
                <a:ea typeface="+mn-ea"/>
                <a:cs typeface="+mn-cs"/>
              </a:rPr>
              <a:t>年</a:t>
            </a:r>
            <a:r>
              <a:rPr lang="en-US" altLang="zh-TW" sz="1200" b="0" i="0" kern="1200" dirty="0">
                <a:solidFill>
                  <a:schemeClr val="tx1"/>
                </a:solidFill>
                <a:effectLst/>
                <a:latin typeface="+mn-lt"/>
                <a:ea typeface="+mn-ea"/>
                <a:cs typeface="+mn-cs"/>
              </a:rPr>
              <a:t>8</a:t>
            </a:r>
            <a:r>
              <a:rPr lang="zh-TW" altLang="en-US" sz="1200" b="0" i="0" kern="1200" dirty="0">
                <a:solidFill>
                  <a:schemeClr val="tx1"/>
                </a:solidFill>
                <a:effectLst/>
                <a:latin typeface="+mn-lt"/>
                <a:ea typeface="+mn-ea"/>
                <a:cs typeface="+mn-cs"/>
              </a:rPr>
              <a:t>月</a:t>
            </a:r>
            <a:r>
              <a:rPr lang="en-US" altLang="zh-TW" sz="1200" b="0" i="0" kern="1200" dirty="0">
                <a:solidFill>
                  <a:schemeClr val="tx1"/>
                </a:solidFill>
                <a:effectLst/>
                <a:latin typeface="+mn-lt"/>
                <a:ea typeface="+mn-ea"/>
                <a:cs typeface="+mn-cs"/>
              </a:rPr>
              <a:t>14</a:t>
            </a:r>
            <a:r>
              <a:rPr lang="zh-TW" altLang="en-US" sz="1200" b="0" i="0" kern="1200" dirty="0">
                <a:solidFill>
                  <a:schemeClr val="tx1"/>
                </a:solidFill>
                <a:effectLst/>
                <a:latin typeface="+mn-lt"/>
                <a:ea typeface="+mn-ea"/>
                <a:cs typeface="+mn-cs"/>
              </a:rPr>
              <a:t>日</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現今的一些數學家及科學家習慣先將其論文上傳至</a:t>
            </a:r>
            <a:r>
              <a:rPr lang="en-US" altLang="zh-TW" sz="1200" b="0" i="0" kern="1200" dirty="0">
                <a:solidFill>
                  <a:schemeClr val="tx1"/>
                </a:solidFill>
                <a:effectLst/>
                <a:latin typeface="+mn-lt"/>
                <a:ea typeface="+mn-ea"/>
                <a:cs typeface="+mn-cs"/>
              </a:rPr>
              <a:t>arXiv.org</a:t>
            </a:r>
            <a:r>
              <a:rPr lang="zh-TW" altLang="en-US" sz="1200" b="0" i="0" kern="1200" dirty="0">
                <a:solidFill>
                  <a:schemeClr val="tx1"/>
                </a:solidFill>
                <a:effectLst/>
                <a:latin typeface="+mn-lt"/>
                <a:ea typeface="+mn-ea"/>
                <a:cs typeface="+mn-cs"/>
              </a:rPr>
              <a:t>，再提交予專業的學術期刊</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758160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2018/4/10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2018/4/10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2018/4/10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2018/4/10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2018/4/10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2018/4/10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2018/4/10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2018/4/10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2018/4/10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2018/4/10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2018/4/10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2018/4/10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14.png"/><Relationship Id="rId21" Type="http://schemas.openxmlformats.org/officeDocument/2006/relationships/image" Target="../media/image7.png"/><Relationship Id="rId34" Type="http://schemas.openxmlformats.org/officeDocument/2006/relationships/image" Target="../media/image33.png"/><Relationship Id="rId42" Type="http://schemas.openxmlformats.org/officeDocument/2006/relationships/image" Target="../media/image39.png"/><Relationship Id="rId3" Type="http://schemas.openxmlformats.org/officeDocument/2006/relationships/image" Target="../media/image210.png"/><Relationship Id="rId47" Type="http://schemas.openxmlformats.org/officeDocument/2006/relationships/image" Target="../media/image57.png"/><Relationship Id="rId7" Type="http://schemas.openxmlformats.org/officeDocument/2006/relationships/image" Target="../media/image6.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56.png"/><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41"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1.png"/><Relationship Id="rId24" Type="http://schemas.openxmlformats.org/officeDocument/2006/relationships/image" Target="../media/image23.png"/><Relationship Id="rId11" Type="http://schemas.openxmlformats.org/officeDocument/2006/relationships/image" Target="../media/image10.png"/><Relationship Id="rId32" Type="http://schemas.openxmlformats.org/officeDocument/2006/relationships/image" Target="../media/image11.png"/><Relationship Id="rId37" Type="http://schemas.openxmlformats.org/officeDocument/2006/relationships/image" Target="../media/image36.png"/><Relationship Id="rId40" Type="http://schemas.openxmlformats.org/officeDocument/2006/relationships/image" Target="../media/image110.png"/><Relationship Id="rId5" Type="http://schemas.openxmlformats.org/officeDocument/2006/relationships/image" Target="../media/image4.png"/><Relationship Id="rId15" Type="http://schemas.openxmlformats.org/officeDocument/2006/relationships/image" Target="../media/image5.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9" Type="http://schemas.openxmlformats.org/officeDocument/2006/relationships/image" Target="../media/image18.png"/><Relationship Id="rId31" Type="http://schemas.openxmlformats.org/officeDocument/2006/relationships/image" Target="../media/image30.png"/><Relationship Id="rId10" Type="http://schemas.openxmlformats.org/officeDocument/2006/relationships/image" Target="../media/image9.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8.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20.png"/></Relationships>
</file>

<file path=ppt/slides/_rels/slide4.xml.rels><?xml version="1.0" encoding="UTF-8" standalone="yes"?>
<Relationships xmlns="http://schemas.openxmlformats.org/package/2006/relationships"><Relationship Id="rId13" Type="http://schemas.openxmlformats.org/officeDocument/2006/relationships/image" Target="../media/image52.png"/><Relationship Id="rId3" Type="http://schemas.openxmlformats.org/officeDocument/2006/relationships/image" Target="../media/image41.png"/><Relationship Id="rId12" Type="http://schemas.openxmlformats.org/officeDocument/2006/relationships/image" Target="../media/image51.png"/><Relationship Id="rId2" Type="http://schemas.openxmlformats.org/officeDocument/2006/relationships/notesSlide" Target="../notesSlides/notesSlide4.xml"/><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3.png"/><Relationship Id="rId15" Type="http://schemas.openxmlformats.org/officeDocument/2006/relationships/image" Target="../media/image54.png"/><Relationship Id="rId4" Type="http://schemas.openxmlformats.org/officeDocument/2006/relationships/image" Target="../media/image42.png"/><Relationship Id="rId14" Type="http://schemas.openxmlformats.org/officeDocument/2006/relationships/image" Target="../media/image53.png"/></Relationships>
</file>

<file path=ppt/slides/_rels/slide5.xml.rels><?xml version="1.0" encoding="UTF-8" standalone="yes"?>
<Relationships xmlns="http://schemas.openxmlformats.org/package/2006/relationships"><Relationship Id="rId39" Type="http://schemas.openxmlformats.org/officeDocument/2006/relationships/image" Target="../media/image380.png"/><Relationship Id="rId26" Type="http://schemas.openxmlformats.org/officeDocument/2006/relationships/image" Target="../media/image250.png"/><Relationship Id="rId34" Type="http://schemas.openxmlformats.org/officeDocument/2006/relationships/image" Target="../media/image330.png"/><Relationship Id="rId63" Type="http://schemas.openxmlformats.org/officeDocument/2006/relationships/image" Target="../media/image31.png"/><Relationship Id="rId47" Type="http://schemas.openxmlformats.org/officeDocument/2006/relationships/image" Target="../media/image65.png"/><Relationship Id="rId55" Type="http://schemas.openxmlformats.org/officeDocument/2006/relationships/image" Target="../media/image73.png"/><Relationship Id="rId3" Type="http://schemas.openxmlformats.org/officeDocument/2006/relationships/image" Target="../media/image58.png"/><Relationship Id="rId68" Type="http://schemas.openxmlformats.org/officeDocument/2006/relationships/image" Target="../media/image46.png"/><Relationship Id="rId76" Type="http://schemas.openxmlformats.org/officeDocument/2006/relationships/image" Target="../media/image87.png"/><Relationship Id="rId38" Type="http://schemas.openxmlformats.org/officeDocument/2006/relationships/image" Target="../media/image370.png"/><Relationship Id="rId46" Type="http://schemas.openxmlformats.org/officeDocument/2006/relationships/image" Target="../media/image64.png"/><Relationship Id="rId67" Type="http://schemas.openxmlformats.org/officeDocument/2006/relationships/image" Target="../media/image45.png"/><Relationship Id="rId59" Type="http://schemas.openxmlformats.org/officeDocument/2006/relationships/image" Target="../media/image77.png"/><Relationship Id="rId25" Type="http://schemas.openxmlformats.org/officeDocument/2006/relationships/image" Target="../media/image240.png"/><Relationship Id="rId71" Type="http://schemas.openxmlformats.org/officeDocument/2006/relationships/image" Target="../media/image82.png"/><Relationship Id="rId2" Type="http://schemas.openxmlformats.org/officeDocument/2006/relationships/notesSlide" Target="../notesSlides/notesSlide5.xml"/><Relationship Id="rId29" Type="http://schemas.openxmlformats.org/officeDocument/2006/relationships/image" Target="../media/image59.png"/><Relationship Id="rId41" Type="http://schemas.openxmlformats.org/officeDocument/2006/relationships/image" Target="../media/image60.png"/><Relationship Id="rId62" Type="http://schemas.openxmlformats.org/officeDocument/2006/relationships/image" Target="../media/image1.png"/><Relationship Id="rId16" Type="http://schemas.openxmlformats.org/officeDocument/2006/relationships/image" Target="../media/image150.png"/><Relationship Id="rId54" Type="http://schemas.openxmlformats.org/officeDocument/2006/relationships/image" Target="../media/image72.png"/><Relationship Id="rId70" Type="http://schemas.openxmlformats.org/officeDocument/2006/relationships/image" Target="../media/image81.png"/><Relationship Id="rId75" Type="http://schemas.openxmlformats.org/officeDocument/2006/relationships/image" Target="../media/image86.png"/><Relationship Id="rId1" Type="http://schemas.openxmlformats.org/officeDocument/2006/relationships/slideLayout" Target="../slideLayouts/slideLayout2.xml"/><Relationship Id="rId37" Type="http://schemas.openxmlformats.org/officeDocument/2006/relationships/image" Target="../media/image26.png"/><Relationship Id="rId6" Type="http://schemas.openxmlformats.org/officeDocument/2006/relationships/image" Target="../media/image510.png"/><Relationship Id="rId11" Type="http://schemas.openxmlformats.org/officeDocument/2006/relationships/image" Target="../media/image100.png"/><Relationship Id="rId66" Type="http://schemas.openxmlformats.org/officeDocument/2006/relationships/image" Target="../media/image44.png"/><Relationship Id="rId74" Type="http://schemas.openxmlformats.org/officeDocument/2006/relationships/image" Target="../media/image85.png"/><Relationship Id="rId36" Type="http://schemas.openxmlformats.org/officeDocument/2006/relationships/image" Target="../media/image350.png"/><Relationship Id="rId61" Type="http://schemas.openxmlformats.org/officeDocument/2006/relationships/image" Target="../media/image79.png"/><Relationship Id="rId49" Type="http://schemas.openxmlformats.org/officeDocument/2006/relationships/image" Target="../media/image67.png"/><Relationship Id="rId15" Type="http://schemas.openxmlformats.org/officeDocument/2006/relationships/image" Target="../media/image140.png"/><Relationship Id="rId57" Type="http://schemas.openxmlformats.org/officeDocument/2006/relationships/image" Target="../media/image75.png"/><Relationship Id="rId28" Type="http://schemas.openxmlformats.org/officeDocument/2006/relationships/image" Target="../media/image270.png"/><Relationship Id="rId44" Type="http://schemas.openxmlformats.org/officeDocument/2006/relationships/image" Target="../media/image62.png"/><Relationship Id="rId10" Type="http://schemas.openxmlformats.org/officeDocument/2006/relationships/image" Target="../media/image90.png"/><Relationship Id="rId65" Type="http://schemas.openxmlformats.org/officeDocument/2006/relationships/image" Target="../media/image40.png"/><Relationship Id="rId52" Type="http://schemas.openxmlformats.org/officeDocument/2006/relationships/image" Target="../media/image70.png"/><Relationship Id="rId60" Type="http://schemas.openxmlformats.org/officeDocument/2006/relationships/image" Target="../media/image78.png"/><Relationship Id="rId73" Type="http://schemas.openxmlformats.org/officeDocument/2006/relationships/image" Target="../media/image84.png"/><Relationship Id="rId35" Type="http://schemas.openxmlformats.org/officeDocument/2006/relationships/image" Target="../media/image340.png"/><Relationship Id="rId43" Type="http://schemas.openxmlformats.org/officeDocument/2006/relationships/image" Target="../media/image61.png"/><Relationship Id="rId48" Type="http://schemas.openxmlformats.org/officeDocument/2006/relationships/image" Target="../media/image66.png"/><Relationship Id="rId64" Type="http://schemas.openxmlformats.org/officeDocument/2006/relationships/image" Target="../media/image38.png"/><Relationship Id="rId56" Type="http://schemas.openxmlformats.org/officeDocument/2006/relationships/image" Target="../media/image74.png"/><Relationship Id="rId69" Type="http://schemas.openxmlformats.org/officeDocument/2006/relationships/image" Target="../media/image80.png"/><Relationship Id="rId77" Type="http://schemas.openxmlformats.org/officeDocument/2006/relationships/image" Target="../media/image88.png"/><Relationship Id="rId72" Type="http://schemas.openxmlformats.org/officeDocument/2006/relationships/image" Target="../media/image83.png"/></Relationships>
</file>

<file path=ppt/slides/_rels/slide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1.png"/><Relationship Id="rId3" Type="http://schemas.openxmlformats.org/officeDocument/2006/relationships/image" Target="../media/image89.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47.png"/><Relationship Id="rId7"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9" Type="http://schemas.openxmlformats.org/officeDocument/2006/relationships/image" Target="../media/image48.png"/></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3.png"/></Relationships>
</file>

<file path=ppt/slides/_rels/slide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11.xml.rels><?xml version="1.0" encoding="UTF-8" standalone="yes"?>
<Relationships xmlns="http://schemas.openxmlformats.org/package/2006/relationships"><Relationship Id="rId13" Type="http://schemas.openxmlformats.org/officeDocument/2006/relationships/image" Target="../media/image121.png"/><Relationship Id="rId18" Type="http://schemas.openxmlformats.org/officeDocument/2006/relationships/image" Target="../media/image126.png"/><Relationship Id="rId26" Type="http://schemas.openxmlformats.org/officeDocument/2006/relationships/image" Target="../media/image134.png"/><Relationship Id="rId39" Type="http://schemas.openxmlformats.org/officeDocument/2006/relationships/image" Target="../media/image148.png"/><Relationship Id="rId21" Type="http://schemas.openxmlformats.org/officeDocument/2006/relationships/image" Target="../media/image129.png"/><Relationship Id="rId34" Type="http://schemas.openxmlformats.org/officeDocument/2006/relationships/image" Target="../media/image143.png"/><Relationship Id="rId42" Type="http://schemas.openxmlformats.org/officeDocument/2006/relationships/image" Target="../media/image152.png"/><Relationship Id="rId47" Type="http://schemas.openxmlformats.org/officeDocument/2006/relationships/image" Target="../media/image157.png"/><Relationship Id="rId50" Type="http://schemas.openxmlformats.org/officeDocument/2006/relationships/image" Target="../media/image160.png"/><Relationship Id="rId55" Type="http://schemas.openxmlformats.org/officeDocument/2006/relationships/image" Target="../media/image165.png"/><Relationship Id="rId63" Type="http://schemas.openxmlformats.org/officeDocument/2006/relationships/image" Target="../media/image173.png"/><Relationship Id="rId7" Type="http://schemas.openxmlformats.org/officeDocument/2006/relationships/image" Target="../media/image115.png"/><Relationship Id="rId2" Type="http://schemas.openxmlformats.org/officeDocument/2006/relationships/image" Target="../media/image109.png"/><Relationship Id="rId16" Type="http://schemas.openxmlformats.org/officeDocument/2006/relationships/image" Target="../media/image124.png"/><Relationship Id="rId20" Type="http://schemas.openxmlformats.org/officeDocument/2006/relationships/image" Target="../media/image128.png"/><Relationship Id="rId29" Type="http://schemas.openxmlformats.org/officeDocument/2006/relationships/image" Target="../media/image137.png"/><Relationship Id="rId41" Type="http://schemas.openxmlformats.org/officeDocument/2006/relationships/image" Target="../media/image151.png"/><Relationship Id="rId54" Type="http://schemas.openxmlformats.org/officeDocument/2006/relationships/image" Target="../media/image164.png"/><Relationship Id="rId62" Type="http://schemas.openxmlformats.org/officeDocument/2006/relationships/image" Target="../media/image172.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9.png"/><Relationship Id="rId24" Type="http://schemas.openxmlformats.org/officeDocument/2006/relationships/image" Target="../media/image132.png"/><Relationship Id="rId32" Type="http://schemas.openxmlformats.org/officeDocument/2006/relationships/image" Target="../media/image141.png"/><Relationship Id="rId37" Type="http://schemas.openxmlformats.org/officeDocument/2006/relationships/image" Target="../media/image146.png"/><Relationship Id="rId40" Type="http://schemas.openxmlformats.org/officeDocument/2006/relationships/image" Target="../media/image149.png"/><Relationship Id="rId45" Type="http://schemas.openxmlformats.org/officeDocument/2006/relationships/image" Target="../media/image155.png"/><Relationship Id="rId53" Type="http://schemas.openxmlformats.org/officeDocument/2006/relationships/image" Target="../media/image163.png"/><Relationship Id="rId58" Type="http://schemas.openxmlformats.org/officeDocument/2006/relationships/image" Target="../media/image168.png"/><Relationship Id="rId66" Type="http://schemas.openxmlformats.org/officeDocument/2006/relationships/image" Target="../media/image176.png"/><Relationship Id="rId5" Type="http://schemas.openxmlformats.org/officeDocument/2006/relationships/image" Target="../media/image113.png"/><Relationship Id="rId15" Type="http://schemas.openxmlformats.org/officeDocument/2006/relationships/image" Target="../media/image123.png"/><Relationship Id="rId23" Type="http://schemas.openxmlformats.org/officeDocument/2006/relationships/image" Target="../media/image131.png"/><Relationship Id="rId28" Type="http://schemas.openxmlformats.org/officeDocument/2006/relationships/image" Target="../media/image136.png"/><Relationship Id="rId36" Type="http://schemas.openxmlformats.org/officeDocument/2006/relationships/image" Target="../media/image145.png"/><Relationship Id="rId49" Type="http://schemas.openxmlformats.org/officeDocument/2006/relationships/image" Target="../media/image159.png"/><Relationship Id="rId57" Type="http://schemas.openxmlformats.org/officeDocument/2006/relationships/image" Target="../media/image167.png"/><Relationship Id="rId61" Type="http://schemas.openxmlformats.org/officeDocument/2006/relationships/image" Target="../media/image171.png"/><Relationship Id="rId10" Type="http://schemas.openxmlformats.org/officeDocument/2006/relationships/image" Target="../media/image118.png"/><Relationship Id="rId19" Type="http://schemas.openxmlformats.org/officeDocument/2006/relationships/image" Target="../media/image127.png"/><Relationship Id="rId31" Type="http://schemas.openxmlformats.org/officeDocument/2006/relationships/image" Target="../media/image139.png"/><Relationship Id="rId44" Type="http://schemas.openxmlformats.org/officeDocument/2006/relationships/image" Target="../media/image154.png"/><Relationship Id="rId52" Type="http://schemas.openxmlformats.org/officeDocument/2006/relationships/image" Target="../media/image162.png"/><Relationship Id="rId60" Type="http://schemas.openxmlformats.org/officeDocument/2006/relationships/image" Target="../media/image170.png"/><Relationship Id="rId65" Type="http://schemas.openxmlformats.org/officeDocument/2006/relationships/image" Target="../media/image175.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 Id="rId22" Type="http://schemas.openxmlformats.org/officeDocument/2006/relationships/image" Target="../media/image130.png"/><Relationship Id="rId27" Type="http://schemas.openxmlformats.org/officeDocument/2006/relationships/image" Target="../media/image135.png"/><Relationship Id="rId30" Type="http://schemas.openxmlformats.org/officeDocument/2006/relationships/image" Target="../media/image138.png"/><Relationship Id="rId35" Type="http://schemas.openxmlformats.org/officeDocument/2006/relationships/image" Target="../media/image144.png"/><Relationship Id="rId43" Type="http://schemas.openxmlformats.org/officeDocument/2006/relationships/image" Target="../media/image153.png"/><Relationship Id="rId48" Type="http://schemas.openxmlformats.org/officeDocument/2006/relationships/image" Target="../media/image158.png"/><Relationship Id="rId56" Type="http://schemas.openxmlformats.org/officeDocument/2006/relationships/image" Target="../media/image166.png"/><Relationship Id="rId64" Type="http://schemas.openxmlformats.org/officeDocument/2006/relationships/image" Target="../media/image174.png"/><Relationship Id="rId8" Type="http://schemas.openxmlformats.org/officeDocument/2006/relationships/image" Target="../media/image116.png"/><Relationship Id="rId51" Type="http://schemas.openxmlformats.org/officeDocument/2006/relationships/image" Target="../media/image161.png"/><Relationship Id="rId3" Type="http://schemas.openxmlformats.org/officeDocument/2006/relationships/image" Target="../media/image111.png"/><Relationship Id="rId12" Type="http://schemas.openxmlformats.org/officeDocument/2006/relationships/image" Target="../media/image120.png"/><Relationship Id="rId17" Type="http://schemas.openxmlformats.org/officeDocument/2006/relationships/image" Target="../media/image125.png"/><Relationship Id="rId25" Type="http://schemas.openxmlformats.org/officeDocument/2006/relationships/image" Target="../media/image133.png"/><Relationship Id="rId33" Type="http://schemas.openxmlformats.org/officeDocument/2006/relationships/image" Target="../media/image142.png"/><Relationship Id="rId38" Type="http://schemas.openxmlformats.org/officeDocument/2006/relationships/image" Target="../media/image147.png"/><Relationship Id="rId46" Type="http://schemas.openxmlformats.org/officeDocument/2006/relationships/image" Target="../media/image156.png"/><Relationship Id="rId59" Type="http://schemas.openxmlformats.org/officeDocument/2006/relationships/image" Target="../media/image169.png"/></Relationships>
</file>

<file path=ppt/slides/_rels/slide12.xml.rels><?xml version="1.0" encoding="UTF-8" standalone="yes"?>
<Relationships xmlns="http://schemas.openxmlformats.org/package/2006/relationships"><Relationship Id="rId3" Type="http://schemas.openxmlformats.org/officeDocument/2006/relationships/hyperlink" Target="ftp://ftp.sanger.ac.uk/pub/resources/theses/js18/chapter3.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018998" y="572696"/>
            <a:ext cx="7106004" cy="1999531"/>
          </a:xfrm>
        </p:spPr>
        <p:txBody>
          <a:bodyPr>
            <a:norm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Space-Efficient Algorithms for Longest Increasing Subsequence</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0" y="2859077"/>
            <a:ext cx="9144000" cy="1005839"/>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Masashi Kiyomi, </a:t>
            </a:r>
            <a:r>
              <a:rPr lang="en-US" altLang="zh-TW" dirty="0" err="1">
                <a:latin typeface="Times New Roman" panose="02020603050405020304" pitchFamily="18" charset="0"/>
                <a:ea typeface="+mj-ea"/>
                <a:cs typeface="Times New Roman" panose="02020603050405020304" pitchFamily="18" charset="0"/>
              </a:rPr>
              <a:t>Hirotaka</a:t>
            </a:r>
            <a:r>
              <a:rPr lang="en-US" altLang="zh-TW" dirty="0">
                <a:latin typeface="Times New Roman" panose="02020603050405020304" pitchFamily="18" charset="0"/>
                <a:ea typeface="+mj-ea"/>
                <a:cs typeface="Times New Roman" panose="02020603050405020304" pitchFamily="18" charset="0"/>
              </a:rPr>
              <a:t> Ono, </a:t>
            </a:r>
            <a:r>
              <a:rPr lang="en-US" altLang="zh-TW" dirty="0" err="1">
                <a:latin typeface="Times New Roman" panose="02020603050405020304" pitchFamily="18" charset="0"/>
                <a:ea typeface="+mj-ea"/>
                <a:cs typeface="Times New Roman" panose="02020603050405020304" pitchFamily="18" charset="0"/>
              </a:rPr>
              <a:t>Yota</a:t>
            </a:r>
            <a:r>
              <a:rPr lang="en-US" altLang="zh-TW" dirty="0">
                <a:latin typeface="Times New Roman" panose="02020603050405020304" pitchFamily="18" charset="0"/>
                <a:ea typeface="+mj-ea"/>
                <a:cs typeface="Times New Roman" panose="02020603050405020304" pitchFamily="18" charset="0"/>
              </a:rPr>
              <a:t> </a:t>
            </a:r>
            <a:r>
              <a:rPr lang="en-US" altLang="zh-TW" dirty="0" err="1">
                <a:latin typeface="Times New Roman" panose="02020603050405020304" pitchFamily="18" charset="0"/>
                <a:ea typeface="+mj-ea"/>
                <a:cs typeface="Times New Roman" panose="02020603050405020304" pitchFamily="18" charset="0"/>
              </a:rPr>
              <a:t>Otachi</a:t>
            </a:r>
            <a:r>
              <a:rPr lang="en-US" altLang="zh-TW" dirty="0">
                <a:latin typeface="Times New Roman" panose="02020603050405020304" pitchFamily="18" charset="0"/>
                <a:ea typeface="+mj-ea"/>
                <a:cs typeface="Times New Roman" panose="02020603050405020304" pitchFamily="18" charset="0"/>
              </a:rPr>
              <a:t>, </a:t>
            </a:r>
          </a:p>
          <a:p>
            <a:r>
              <a:rPr lang="en-US" altLang="zh-TW" dirty="0">
                <a:latin typeface="Times New Roman" panose="02020603050405020304" pitchFamily="18" charset="0"/>
                <a:ea typeface="+mj-ea"/>
                <a:cs typeface="Times New Roman" panose="02020603050405020304" pitchFamily="18" charset="0"/>
              </a:rPr>
              <a:t>Pascal Schweitzer, and Jun </a:t>
            </a:r>
            <a:r>
              <a:rPr lang="en-US" altLang="zh-TW" dirty="0" err="1">
                <a:latin typeface="Times New Roman" panose="02020603050405020304" pitchFamily="18" charset="0"/>
                <a:ea typeface="+mj-ea"/>
                <a:cs typeface="Times New Roman" panose="02020603050405020304" pitchFamily="18" charset="0"/>
              </a:rPr>
              <a:t>Tarui</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09511" y="5084838"/>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2018.04.10</a:t>
            </a:r>
          </a:p>
        </p:txBody>
      </p:sp>
      <p:sp>
        <p:nvSpPr>
          <p:cNvPr id="5" name="矩形 4">
            <a:extLst>
              <a:ext uri="{FF2B5EF4-FFF2-40B4-BE49-F238E27FC236}">
                <a16:creationId xmlns:a16="http://schemas.microsoft.com/office/drawing/2014/main" id="{776243CF-D414-4295-8B1E-9BF6541E940C}"/>
              </a:ext>
            </a:extLst>
          </p:cNvPr>
          <p:cNvSpPr/>
          <p:nvPr/>
        </p:nvSpPr>
        <p:spPr>
          <a:xfrm>
            <a:off x="1231900" y="3746118"/>
            <a:ext cx="6680200" cy="830997"/>
          </a:xfrm>
          <a:prstGeom prst="rect">
            <a:avLst/>
          </a:prstGeom>
        </p:spPr>
        <p:txBody>
          <a:bodyPr wrap="square">
            <a:spAutoFit/>
          </a:bodyPr>
          <a:lstStyle/>
          <a:p>
            <a:pPr algn="ctr"/>
            <a:endParaRPr lang="zh-TW" altLang="en-US" sz="2400" dirty="0"/>
          </a:p>
          <a:p>
            <a:pPr algn="ctr"/>
            <a:r>
              <a:rPr lang="en-US" altLang="zh-TW" sz="2400" dirty="0"/>
              <a:t> </a:t>
            </a:r>
            <a:r>
              <a:rPr lang="en-US" altLang="zh-TW" sz="2400" dirty="0">
                <a:latin typeface="Times New Roman" panose="02020603050405020304" pitchFamily="18" charset="0"/>
                <a:ea typeface="+mj-ea"/>
                <a:cs typeface="Times New Roman" panose="02020603050405020304" pitchFamily="18" charset="0"/>
              </a:rPr>
              <a:t>arXiv:1712.09230v1, 2017</a:t>
            </a:r>
            <a:endParaRPr lang="zh-TW" altLang="en-US" sz="2400" dirty="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52BA11D1-2B61-4411-B294-3F20D4CE8ED0}"/>
              </a:ext>
            </a:extLst>
          </p:cNvPr>
          <p:cNvSpPr/>
          <p:nvPr/>
        </p:nvSpPr>
        <p:spPr>
          <a:xfrm>
            <a:off x="0" y="5500337"/>
            <a:ext cx="4814460" cy="1354217"/>
          </a:xfrm>
          <a:prstGeom prst="rect">
            <a:avLst/>
          </a:prstGeom>
        </p:spPr>
        <p:txBody>
          <a:bodyPr wrap="none">
            <a:spAutoFit/>
          </a:bodyPr>
          <a:lstStyle/>
          <a:p>
            <a:r>
              <a:rPr lang="en-US" altLang="zh-TW" sz="1600" dirty="0">
                <a:latin typeface="CMR8"/>
              </a:rPr>
              <a:t>Yokohama(</a:t>
            </a:r>
            <a:r>
              <a:rPr lang="zh-TW" altLang="en-US" sz="1600" dirty="0">
                <a:latin typeface="CMR8"/>
              </a:rPr>
              <a:t>橫濱</a:t>
            </a:r>
            <a:r>
              <a:rPr lang="en-US" altLang="zh-TW" sz="1600" dirty="0">
                <a:latin typeface="CMR8"/>
              </a:rPr>
              <a:t>)</a:t>
            </a:r>
          </a:p>
          <a:p>
            <a:r>
              <a:rPr lang="en-US" altLang="zh-TW" sz="1600" dirty="0"/>
              <a:t>Nagoya(</a:t>
            </a:r>
            <a:r>
              <a:rPr lang="zh-TW" altLang="en-US" sz="1600" dirty="0"/>
              <a:t>名古屋</a:t>
            </a:r>
            <a:r>
              <a:rPr lang="en-US" altLang="zh-TW" sz="1600" dirty="0"/>
              <a:t>)</a:t>
            </a:r>
          </a:p>
          <a:p>
            <a:r>
              <a:rPr lang="en-US" altLang="zh-TW" sz="1600" dirty="0"/>
              <a:t>Kumamoto(</a:t>
            </a:r>
            <a:r>
              <a:rPr lang="zh-TW" altLang="en-US" sz="1600" dirty="0"/>
              <a:t>熊本</a:t>
            </a:r>
            <a:r>
              <a:rPr lang="en-US" altLang="zh-TW" sz="1600" dirty="0"/>
              <a:t>)</a:t>
            </a:r>
          </a:p>
          <a:p>
            <a:r>
              <a:rPr lang="en-US" altLang="zh-TW" sz="1600" dirty="0"/>
              <a:t>TU Kaiserslautern(</a:t>
            </a:r>
            <a:r>
              <a:rPr lang="zh-TW" altLang="en-US" sz="1600" dirty="0"/>
              <a:t>凱撒勞頓</a:t>
            </a:r>
            <a:r>
              <a:rPr lang="en-US" altLang="zh-TW" sz="1600" dirty="0"/>
              <a:t>)</a:t>
            </a:r>
          </a:p>
          <a:p>
            <a:r>
              <a:rPr lang="en-US" altLang="zh-TW" sz="1600" dirty="0"/>
              <a:t>The University of Electro-Communications, </a:t>
            </a:r>
            <a:r>
              <a:rPr lang="en-US" altLang="zh-TW" sz="1600" dirty="0" err="1"/>
              <a:t>Chofu</a:t>
            </a:r>
            <a:r>
              <a:rPr lang="en-US" altLang="zh-TW" sz="1600" dirty="0"/>
              <a:t>(</a:t>
            </a:r>
            <a:r>
              <a:rPr lang="zh-TW" altLang="en-US" sz="1600" dirty="0"/>
              <a:t>調布</a:t>
            </a:r>
            <a:r>
              <a:rPr lang="en-US" altLang="zh-TW" sz="1600" dirty="0"/>
              <a:t>)</a:t>
            </a:r>
            <a:endParaRPr lang="zh-TW" altLang="en-US" sz="1600" dirty="0"/>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8327572" cy="5553983"/>
              </a:xfrm>
            </p:spPr>
            <p:txBody>
              <a:bodyPr>
                <a:normAutofit fontScale="77500" lnSpcReduction="20000"/>
              </a:bodyPr>
              <a:lstStyle/>
              <a:p>
                <a:pPr marL="0" indent="0">
                  <a:lnSpc>
                    <a:spcPct val="160000"/>
                  </a:lnSpc>
                  <a:buNone/>
                </a:pPr>
                <a:r>
                  <a:rPr lang="en-US" altLang="zh-TW" dirty="0">
                    <a:latin typeface="Times New Roman" panose="02020603050405020304" pitchFamily="18" charset="0"/>
                    <a:cs typeface="Times New Roman" panose="02020603050405020304" pitchFamily="18" charset="0"/>
                  </a:rPr>
                  <a:t>Given a sequence of integers, we want to find a longest increasing subsequence of the sequence. It is known that this problem can be solved in O(</a:t>
                </a:r>
                <a14:m>
                  <m:oMath xmlns:m="http://schemas.openxmlformats.org/officeDocument/2006/math">
                    <m:r>
                      <a:rPr lang="en-US" altLang="zh-TW" b="0" i="1" smtClean="0">
                        <a:latin typeface="Cambria Math" panose="02040503050406030204" pitchFamily="18" charset="0"/>
                      </a:rPr>
                      <m:t>𝑛</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time and space. Our goal in this paper is to reduce the space consumption while keeping the time complexity small. For </a:t>
                </a:r>
                <a14:m>
                  <m:oMath xmlns:m="http://schemas.openxmlformats.org/officeDocument/2006/math">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𝑛</m:t>
                        </m:r>
                      </m:e>
                    </m:rad>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oMath>
                </a14:m>
                <a:r>
                  <a:rPr lang="en-US" altLang="zh-TW" dirty="0">
                    <a:latin typeface="Times New Roman" panose="02020603050405020304" pitchFamily="18" charset="0"/>
                    <a:cs typeface="Times New Roman" panose="02020603050405020304" pitchFamily="18" charset="0"/>
                  </a:rPr>
                  <a:t>, we present algorithms that use O(</a:t>
                </a:r>
                <a14:m>
                  <m:oMath xmlns:m="http://schemas.openxmlformats.org/officeDocument/2006/math">
                    <m:r>
                      <a:rPr lang="en-US" altLang="zh-TW" b="0" i="1" smtClean="0">
                        <a:latin typeface="Cambria Math" panose="02040503050406030204" pitchFamily="18" charset="0"/>
                      </a:rPr>
                      <m:t>𝑠</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bits and O( </a:t>
                </a:r>
                <a14:m>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𝑠</m:t>
                        </m:r>
                      </m:den>
                    </m:f>
                    <m:r>
                      <a:rPr lang="en-US" altLang="zh-TW" b="0" i="1" smtClean="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sSup>
                      <m:sSupPr>
                        <m:ctrlPr>
                          <a:rPr lang="en-US" altLang="zh-TW" i="1" dirty="0">
                            <a:latin typeface="Cambria Math" panose="02040503050406030204" pitchFamily="18" charset="0"/>
                          </a:rPr>
                        </m:ctrlPr>
                      </m:sSupPr>
                      <m:e>
                        <m:r>
                          <a:rPr lang="en-US" altLang="zh-TW" b="0" i="1" dirty="0" smtClean="0">
                            <a:latin typeface="Cambria Math" panose="02040503050406030204" pitchFamily="18" charset="0"/>
                          </a:rPr>
                          <m:t> </m:t>
                        </m:r>
                        <m:r>
                          <a:rPr lang="en-US" altLang="zh-TW" i="1" dirty="0">
                            <a:latin typeface="Cambria Math" panose="02040503050406030204" pitchFamily="18" charset="0"/>
                          </a:rPr>
                          <m:t>𝑛</m:t>
                        </m:r>
                      </m:e>
                      <m:sup>
                        <m:r>
                          <a:rPr lang="en-US" altLang="zh-TW" i="1" dirty="0">
                            <a:latin typeface="Cambria Math" panose="02040503050406030204" pitchFamily="18" charset="0"/>
                          </a:rPr>
                          <m:t>2</m:t>
                        </m:r>
                      </m:sup>
                    </m:sSup>
                    <m:r>
                      <a:rPr lang="en-US" altLang="zh-TW" b="0" i="1" dirty="0" smtClean="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log</m:t>
                        </m:r>
                      </m:fName>
                      <m:e>
                        <m:r>
                          <a:rPr lang="en-US" altLang="zh-TW" i="1">
                            <a:latin typeface="Cambria Math" panose="02040503050406030204" pitchFamily="18" charset="0"/>
                          </a:rPr>
                          <m:t>𝑛</m:t>
                        </m:r>
                      </m:e>
                    </m:func>
                  </m:oMath>
                </a14:m>
                <a:r>
                  <a:rPr lang="en-US" altLang="zh-TW" dirty="0">
                    <a:latin typeface="Times New Roman" panose="02020603050405020304" pitchFamily="18" charset="0"/>
                    <a:cs typeface="Times New Roman" panose="02020603050405020304" pitchFamily="18" charset="0"/>
                  </a:rPr>
                  <a:t>) time for computing the length of a longest increasing subsequence, and O( </a:t>
                </a: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𝑠</m:t>
                        </m:r>
                      </m:den>
                    </m:f>
                    <m:r>
                      <a:rPr lang="en-US" altLang="zh-TW" i="1">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sSup>
                      <m:sSupPr>
                        <m:ctrlPr>
                          <a:rPr lang="en-US" altLang="zh-TW" i="1" dirty="0">
                            <a:latin typeface="Cambria Math" panose="02040503050406030204" pitchFamily="18" charset="0"/>
                          </a:rPr>
                        </m:ctrlPr>
                      </m:sSupPr>
                      <m:e>
                        <m:r>
                          <a:rPr lang="en-US" altLang="zh-TW" i="1" dirty="0">
                            <a:latin typeface="Cambria Math" panose="02040503050406030204" pitchFamily="18" charset="0"/>
                          </a:rPr>
                          <m:t> </m:t>
                        </m:r>
                        <m:r>
                          <a:rPr lang="en-US" altLang="zh-TW" i="1" dirty="0">
                            <a:latin typeface="Cambria Math" panose="02040503050406030204" pitchFamily="18" charset="0"/>
                          </a:rPr>
                          <m:t>𝑛</m:t>
                        </m:r>
                      </m:e>
                      <m:sup>
                        <m:r>
                          <a:rPr lang="en-US" altLang="zh-TW" i="1" dirty="0">
                            <a:latin typeface="Cambria Math" panose="02040503050406030204" pitchFamily="18" charset="0"/>
                          </a:rPr>
                          <m:t>2</m:t>
                        </m:r>
                      </m:sup>
                    </m:sSup>
                    <m:r>
                      <a:rPr lang="en-US" altLang="zh-TW" i="1" dirty="0">
                        <a:latin typeface="Cambria Math" panose="02040503050406030204" pitchFamily="18" charset="0"/>
                      </a:rPr>
                      <m:t> </m:t>
                    </m:r>
                    <m:r>
                      <m:rPr>
                        <m:nor/>
                      </m:rPr>
                      <a:rPr lang="en-US" altLang="zh-TW" dirty="0">
                        <a:latin typeface="Times New Roman" panose="02020603050405020304" pitchFamily="18" charset="0"/>
                        <a:cs typeface="Times New Roman" panose="02020603050405020304" pitchFamily="18" charset="0"/>
                      </a:rPr>
                      <m:t>·</m:t>
                    </m:r>
                    <m:func>
                      <m:funcPr>
                        <m:ctrlPr>
                          <a:rPr lang="en-US" altLang="zh-TW" i="1">
                            <a:latin typeface="Cambria Math" panose="02040503050406030204" pitchFamily="18" charset="0"/>
                          </a:rPr>
                        </m:ctrlPr>
                      </m:funcPr>
                      <m:fName>
                        <m:sSup>
                          <m:sSupPr>
                            <m:ctrlPr>
                              <a:rPr lang="en-US" altLang="zh-TW" b="0" i="1" smtClean="0">
                                <a:latin typeface="Cambria Math" panose="02040503050406030204" pitchFamily="18" charset="0"/>
                              </a:rPr>
                            </m:ctrlPr>
                          </m:sSupPr>
                          <m:e>
                            <m:r>
                              <m:rPr>
                                <m:sty m:val="p"/>
                              </m:rPr>
                              <a:rPr lang="en-US" altLang="zh-TW">
                                <a:latin typeface="Cambria Math" panose="02040503050406030204" pitchFamily="18" charset="0"/>
                              </a:rPr>
                              <m:t>log</m:t>
                            </m:r>
                          </m:e>
                          <m:sup>
                            <m:r>
                              <a:rPr lang="en-US" altLang="zh-TW" b="0" i="1" smtClean="0">
                                <a:latin typeface="Cambria Math" panose="02040503050406030204" pitchFamily="18" charset="0"/>
                              </a:rPr>
                              <m:t>2</m:t>
                            </m:r>
                          </m:sup>
                        </m:sSup>
                      </m:fName>
                      <m:e>
                        <m:r>
                          <a:rPr lang="en-US" altLang="zh-TW" i="1">
                            <a:latin typeface="Cambria Math" panose="02040503050406030204" pitchFamily="18" charset="0"/>
                          </a:rPr>
                          <m:t>𝑛</m:t>
                        </m:r>
                      </m:e>
                    </m:func>
                    <m:r>
                      <a:rPr lang="en-US" altLang="zh-TW" b="0" i="1" smtClean="0">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time for finding an actual subsequence. We also show that the time complexity of our algorithms is optimal up to polylogarithmic factors in the framework of sequential access algorithms with the prescribed amount of space.</a:t>
                </a:r>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8327572" cy="5553983"/>
              </a:xfrm>
              <a:blipFill>
                <a:blip r:embed="rId5"/>
                <a:stretch>
                  <a:fillRect l="-9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Patience Sorting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grpSp>
        <p:nvGrpSpPr>
          <p:cNvPr id="16" name="群組 15">
            <a:extLst>
              <a:ext uri="{FF2B5EF4-FFF2-40B4-BE49-F238E27FC236}">
                <a16:creationId xmlns:a16="http://schemas.microsoft.com/office/drawing/2014/main" id="{BF5AB28F-B7A8-4135-B0CF-1D09A1B0FCD8}"/>
              </a:ext>
            </a:extLst>
          </p:cNvPr>
          <p:cNvGrpSpPr/>
          <p:nvPr/>
        </p:nvGrpSpPr>
        <p:grpSpPr>
          <a:xfrm>
            <a:off x="570805" y="2409050"/>
            <a:ext cx="462241" cy="738665"/>
            <a:chOff x="1229360" y="931147"/>
            <a:chExt cx="462241" cy="738665"/>
          </a:xfrm>
        </p:grpSpPr>
        <p:grpSp>
          <p:nvGrpSpPr>
            <p:cNvPr id="17" name="群組 16">
              <a:extLst>
                <a:ext uri="{FF2B5EF4-FFF2-40B4-BE49-F238E27FC236}">
                  <a16:creationId xmlns:a16="http://schemas.microsoft.com/office/drawing/2014/main" id="{30F7D207-C180-45E8-9A78-45DC88A6B80D}"/>
                </a:ext>
              </a:extLst>
            </p:cNvPr>
            <p:cNvGrpSpPr/>
            <p:nvPr/>
          </p:nvGrpSpPr>
          <p:grpSpPr>
            <a:xfrm>
              <a:off x="1229360" y="931147"/>
              <a:ext cx="462241" cy="738665"/>
              <a:chOff x="1229360" y="931147"/>
              <a:chExt cx="462241" cy="738665"/>
            </a:xfrm>
          </p:grpSpPr>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3B9F2CC-029A-45B6-92FD-6A90133771EF}"/>
                      </a:ext>
                    </a:extLst>
                  </p:cNvPr>
                  <p:cNvSpPr txBox="1"/>
                  <p:nvPr/>
                </p:nvSpPr>
                <p:spPr>
                  <a:xfrm>
                    <a:off x="1229360" y="1300480"/>
                    <a:ext cx="4622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1" name="文字方塊 20"/>
                  <p:cNvSpPr txBox="1">
                    <a:spLocks noRot="1" noChangeAspect="1" noMove="1" noResize="1" noEditPoints="1" noAdjustHandles="1" noChangeArrowheads="1" noChangeShapeType="1" noTextEdit="1"/>
                  </p:cNvSpPr>
                  <p:nvPr/>
                </p:nvSpPr>
                <p:spPr>
                  <a:xfrm>
                    <a:off x="1229360" y="1300480"/>
                    <a:ext cx="462241" cy="369332"/>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35176C1D-AF6F-4972-A991-86710CFFF21E}"/>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𝟐</m:t>
                          </m:r>
                        </m:oMath>
                      </m:oMathPara>
                    </a14:m>
                    <a:endParaRPr lang="zh-TW" altLang="en-US" b="1" dirty="0">
                      <a:solidFill>
                        <a:srgbClr val="FF0000"/>
                      </a:solidFill>
                      <a:latin typeface="Times New Roman" panose="02020603050405020304" pitchFamily="18" charset="0"/>
                      <a:cs typeface="Times New Roman" panose="02020603050405020304" pitchFamily="18" charset="0"/>
                    </a:endParaRPr>
                  </a:p>
                </p:txBody>
              </p:sp>
            </mc:Choice>
            <mc:Fallback>
              <p:sp>
                <p:nvSpPr>
                  <p:cNvPr id="20" name="文字方塊 19">
                    <a:extLst>
                      <a:ext uri="{FF2B5EF4-FFF2-40B4-BE49-F238E27FC236}">
                        <a16:creationId xmlns:a16="http://schemas.microsoft.com/office/drawing/2014/main" id="{35176C1D-AF6F-4972-A991-86710CFFF21E}"/>
                      </a:ext>
                    </a:extLst>
                  </p:cNvPr>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a:blip r:embed="rId6"/>
                    <a:stretch>
                      <a:fillRect/>
                    </a:stretch>
                  </a:blipFill>
                </p:spPr>
                <p:txBody>
                  <a:bodyPr/>
                  <a:lstStyle/>
                  <a:p>
                    <a:r>
                      <a:rPr lang="zh-TW" altLang="en-US">
                        <a:noFill/>
                      </a:rPr>
                      <a:t> </a:t>
                    </a:r>
                  </a:p>
                </p:txBody>
              </p:sp>
            </mc:Fallback>
          </mc:AlternateContent>
        </p:grpSp>
        <p:cxnSp>
          <p:nvCxnSpPr>
            <p:cNvPr id="18" name="直線接點 17">
              <a:extLst>
                <a:ext uri="{FF2B5EF4-FFF2-40B4-BE49-F238E27FC236}">
                  <a16:creationId xmlns:a16="http://schemas.microsoft.com/office/drawing/2014/main" id="{08F9C01E-2979-4050-B13C-9A4252D2D289}"/>
                </a:ext>
              </a:extLst>
            </p:cNvPr>
            <p:cNvCxnSpPr/>
            <p:nvPr/>
          </p:nvCxnSpPr>
          <p:spPr>
            <a:xfrm>
              <a:off x="1287853" y="1300480"/>
              <a:ext cx="3021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0" name="群組 79">
            <a:extLst>
              <a:ext uri="{FF2B5EF4-FFF2-40B4-BE49-F238E27FC236}">
                <a16:creationId xmlns:a16="http://schemas.microsoft.com/office/drawing/2014/main" id="{7F219FB0-D5D1-4FBA-9123-41B77D1DB84D}"/>
              </a:ext>
            </a:extLst>
          </p:cNvPr>
          <p:cNvGrpSpPr/>
          <p:nvPr/>
        </p:nvGrpSpPr>
        <p:grpSpPr>
          <a:xfrm>
            <a:off x="1956711" y="2420242"/>
            <a:ext cx="703719" cy="727473"/>
            <a:chOff x="662125" y="3320192"/>
            <a:chExt cx="703719" cy="727473"/>
          </a:xfrm>
        </p:grpSpPr>
        <p:grpSp>
          <p:nvGrpSpPr>
            <p:cNvPr id="21" name="群組 20">
              <a:extLst>
                <a:ext uri="{FF2B5EF4-FFF2-40B4-BE49-F238E27FC236}">
                  <a16:creationId xmlns:a16="http://schemas.microsoft.com/office/drawing/2014/main" id="{3B5674B6-5D1E-47D3-B802-D3CB91A2D738}"/>
                </a:ext>
              </a:extLst>
            </p:cNvPr>
            <p:cNvGrpSpPr/>
            <p:nvPr/>
          </p:nvGrpSpPr>
          <p:grpSpPr>
            <a:xfrm>
              <a:off x="662125" y="3320192"/>
              <a:ext cx="703719" cy="727473"/>
              <a:chOff x="1229360" y="942339"/>
              <a:chExt cx="703719" cy="727473"/>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70DF1C7F-FEBC-4E18-A5B3-B3883DF1C35C}"/>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55" name="文字方塊 54"/>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057D47F4-2DAD-449D-8EF2-987D6A5A6BA5}"/>
                      </a:ext>
                    </a:extLst>
                  </p:cNvPr>
                  <p:cNvSpPr txBox="1"/>
                  <p:nvPr/>
                </p:nvSpPr>
                <p:spPr>
                  <a:xfrm>
                    <a:off x="1275173" y="942339"/>
                    <a:ext cx="611065"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8</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23" name="文字方塊 22">
                    <a:extLst>
                      <a:ext uri="{FF2B5EF4-FFF2-40B4-BE49-F238E27FC236}">
                        <a16:creationId xmlns:a16="http://schemas.microsoft.com/office/drawing/2014/main" id="{057D47F4-2DAD-449D-8EF2-987D6A5A6BA5}"/>
                      </a:ext>
                    </a:extLst>
                  </p:cNvPr>
                  <p:cNvSpPr txBox="1">
                    <a:spLocks noRot="1" noChangeAspect="1" noMove="1" noResize="1" noEditPoints="1" noAdjustHandles="1" noChangeArrowheads="1" noChangeShapeType="1" noTextEdit="1"/>
                  </p:cNvSpPr>
                  <p:nvPr/>
                </p:nvSpPr>
                <p:spPr>
                  <a:xfrm>
                    <a:off x="1275173" y="942339"/>
                    <a:ext cx="611065" cy="369332"/>
                  </a:xfrm>
                  <a:prstGeom prst="rect">
                    <a:avLst/>
                  </a:prstGeom>
                  <a:blipFill>
                    <a:blip r:embed="rId8"/>
                    <a:stretch>
                      <a:fillRect t="-9836" r="-8911" b="-22951"/>
                    </a:stretch>
                  </a:blipFill>
                </p:spPr>
                <p:txBody>
                  <a:bodyPr/>
                  <a:lstStyle/>
                  <a:p>
                    <a:r>
                      <a:rPr lang="zh-TW" altLang="en-US">
                        <a:noFill/>
                      </a:rPr>
                      <a:t> </a:t>
                    </a:r>
                  </a:p>
                </p:txBody>
              </p:sp>
            </mc:Fallback>
          </mc:AlternateContent>
        </p:grpSp>
        <p:cxnSp>
          <p:nvCxnSpPr>
            <p:cNvPr id="24" name="直線接點 23">
              <a:extLst>
                <a:ext uri="{FF2B5EF4-FFF2-40B4-BE49-F238E27FC236}">
                  <a16:creationId xmlns:a16="http://schemas.microsoft.com/office/drawing/2014/main" id="{E80BE1E8-1138-4A8C-8897-0F559C795BC8}"/>
                </a:ext>
              </a:extLst>
            </p:cNvPr>
            <p:cNvCxnSpPr/>
            <p:nvPr/>
          </p:nvCxnSpPr>
          <p:spPr>
            <a:xfrm>
              <a:off x="720618"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群組 29">
            <a:extLst>
              <a:ext uri="{FF2B5EF4-FFF2-40B4-BE49-F238E27FC236}">
                <a16:creationId xmlns:a16="http://schemas.microsoft.com/office/drawing/2014/main" id="{083B1EA1-3806-4554-BB73-2DCE4435846A}"/>
              </a:ext>
            </a:extLst>
          </p:cNvPr>
          <p:cNvGrpSpPr/>
          <p:nvPr/>
        </p:nvGrpSpPr>
        <p:grpSpPr>
          <a:xfrm>
            <a:off x="1119212" y="3903968"/>
            <a:ext cx="1013996" cy="1085614"/>
            <a:chOff x="5489283" y="3014978"/>
            <a:chExt cx="1013996" cy="1085614"/>
          </a:xfrm>
        </p:grpSpPr>
        <p:grpSp>
          <p:nvGrpSpPr>
            <p:cNvPr id="31" name="群組 30">
              <a:extLst>
                <a:ext uri="{FF2B5EF4-FFF2-40B4-BE49-F238E27FC236}">
                  <a16:creationId xmlns:a16="http://schemas.microsoft.com/office/drawing/2014/main" id="{D5A2FE69-162D-48E9-86E5-9AE609B21AB1}"/>
                </a:ext>
              </a:extLst>
            </p:cNvPr>
            <p:cNvGrpSpPr/>
            <p:nvPr/>
          </p:nvGrpSpPr>
          <p:grpSpPr>
            <a:xfrm>
              <a:off x="5489283" y="3014978"/>
              <a:ext cx="1013996" cy="1085614"/>
              <a:chOff x="5505677" y="3014978"/>
              <a:chExt cx="1013996" cy="1085614"/>
            </a:xfrm>
          </p:grpSpPr>
          <p:grpSp>
            <p:nvGrpSpPr>
              <p:cNvPr id="34" name="群組 33">
                <a:extLst>
                  <a:ext uri="{FF2B5EF4-FFF2-40B4-BE49-F238E27FC236}">
                    <a16:creationId xmlns:a16="http://schemas.microsoft.com/office/drawing/2014/main" id="{43E5FC64-15C5-4247-9D44-0E6D1BE8B0AD}"/>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9951EF1-1C7E-4FF1-9F4F-CA90B2CBCF00}"/>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08" name="文字方塊 207"/>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C0F182C-6B27-4969-A227-28A554E23769}"/>
                        </a:ext>
                      </a:extLst>
                    </p:cNvPr>
                    <p:cNvSpPr txBox="1"/>
                    <p:nvPr/>
                  </p:nvSpPr>
                  <p:spPr>
                    <a:xfrm>
                      <a:off x="1316256" y="931147"/>
                      <a:ext cx="889987"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mc:Choice>
              <mc:Fallback xmlns="">
                <p:sp>
                  <p:nvSpPr>
                    <p:cNvPr id="209" name="文字方塊 208"/>
                    <p:cNvSpPr txBox="1">
                      <a:spLocks noRot="1" noChangeAspect="1" noMove="1" noResize="1" noEditPoints="1" noAdjustHandles="1" noChangeArrowheads="1" noChangeShapeType="1" noTextEdit="1"/>
                    </p:cNvSpPr>
                    <p:nvPr/>
                  </p:nvSpPr>
                  <p:spPr>
                    <a:xfrm>
                      <a:off x="1316256" y="931147"/>
                      <a:ext cx="889987" cy="369332"/>
                    </a:xfrm>
                    <a:prstGeom prst="rect">
                      <a:avLst/>
                    </a:prstGeom>
                    <a:blipFill rotWithShape="0">
                      <a:blip r:embed="rId14"/>
                      <a:stretch>
                        <a:fillRect t="-8197" r="-4795" b="-2459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8" name="文字方塊 37">
                      <a:extLst>
                        <a:ext uri="{FF2B5EF4-FFF2-40B4-BE49-F238E27FC236}">
                          <a16:creationId xmlns:a16="http://schemas.microsoft.com/office/drawing/2014/main" id="{0765D4BC-C99D-441F-B497-E1399F29D018}"/>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𝟏</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38" name="文字方塊 37">
                      <a:extLst>
                        <a:ext uri="{FF2B5EF4-FFF2-40B4-BE49-F238E27FC236}">
                          <a16:creationId xmlns:a16="http://schemas.microsoft.com/office/drawing/2014/main" id="{0765D4BC-C99D-441F-B497-E1399F29D018}"/>
                        </a:ext>
                      </a:extLst>
                    </p:cNvPr>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a:blip r:embed="rId15"/>
                      <a:stretch>
                        <a:fillRect r="-22449"/>
                      </a:stretch>
                    </a:blipFill>
                  </p:spPr>
                  <p:txBody>
                    <a:bodyPr/>
                    <a:lstStyle/>
                    <a:p>
                      <a:r>
                        <a:rPr lang="zh-TW" altLang="en-US">
                          <a:noFill/>
                        </a:rPr>
                        <a:t> </a:t>
                      </a:r>
                    </a:p>
                  </p:txBody>
                </p:sp>
              </mc:Fallback>
            </mc:AlternateContent>
          </p:grpSp>
          <p:cxnSp>
            <p:nvCxnSpPr>
              <p:cNvPr id="35" name="直線接點 34">
                <a:extLst>
                  <a:ext uri="{FF2B5EF4-FFF2-40B4-BE49-F238E27FC236}">
                    <a16:creationId xmlns:a16="http://schemas.microsoft.com/office/drawing/2014/main" id="{CFBDA52E-2930-4E13-9B45-315587208CA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FBEE5491-A283-4D46-AB20-DF695130ADCD}"/>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F487B1E-EA3B-478F-A243-63FE37751EE9}"/>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5" name="文字方塊 234"/>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rotWithShape="0">
                  <a:blip r:embed="rId17"/>
                  <a:stretch>
                    <a:fillRect r="-18367"/>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8BB4F344-5D1D-43B5-A2DE-958CAC078BDB}"/>
              </a:ext>
            </a:extLst>
          </p:cNvPr>
          <p:cNvGrpSpPr/>
          <p:nvPr/>
        </p:nvGrpSpPr>
        <p:grpSpPr>
          <a:xfrm>
            <a:off x="2907134" y="3903968"/>
            <a:ext cx="1324273" cy="1085614"/>
            <a:chOff x="6609477" y="3014978"/>
            <a:chExt cx="1324273" cy="1085614"/>
          </a:xfrm>
        </p:grpSpPr>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C6012D2B-8FA0-4E19-B373-D1B837E3B691}"/>
                    </a:ext>
                  </a:extLst>
                </p:cNvPr>
                <p:cNvSpPr txBox="1"/>
                <p:nvPr/>
              </p:nvSpPr>
              <p:spPr>
                <a:xfrm>
                  <a:off x="6935572"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31" name="文字方塊 230"/>
                <p:cNvSpPr txBox="1">
                  <a:spLocks noRot="1" noChangeAspect="1" noMove="1" noResize="1" noEditPoints="1" noAdjustHandles="1" noChangeArrowheads="1" noChangeShapeType="1" noTextEdit="1"/>
                </p:cNvSpPr>
                <p:nvPr/>
              </p:nvSpPr>
              <p:spPr>
                <a:xfrm>
                  <a:off x="6935572" y="3026169"/>
                  <a:ext cx="300636" cy="369332"/>
                </a:xfrm>
                <a:prstGeom prst="rect">
                  <a:avLst/>
                </a:prstGeom>
                <a:blipFill rotWithShape="0">
                  <a:blip r:embed="rId18"/>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AA002670-5399-47DF-822C-CCD8B138786A}"/>
                    </a:ext>
                  </a:extLst>
                </p:cNvPr>
                <p:cNvSpPr txBox="1"/>
                <p:nvPr/>
              </p:nvSpPr>
              <p:spPr>
                <a:xfrm>
                  <a:off x="7236207"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2" name="文字方塊 231"/>
                <p:cNvSpPr txBox="1">
                  <a:spLocks noRot="1" noChangeAspect="1" noMove="1" noResize="1" noEditPoints="1" noAdjustHandles="1" noChangeArrowheads="1" noChangeShapeType="1" noTextEdit="1"/>
                </p:cNvSpPr>
                <p:nvPr/>
              </p:nvSpPr>
              <p:spPr>
                <a:xfrm>
                  <a:off x="7236207" y="3026169"/>
                  <a:ext cx="296646" cy="369332"/>
                </a:xfrm>
                <a:prstGeom prst="rect">
                  <a:avLst/>
                </a:prstGeom>
                <a:blipFill rotWithShape="0">
                  <a:blip r:embed="rId19"/>
                  <a:stretch>
                    <a:fillRect r="-18367"/>
                  </a:stretch>
                </a:blipFill>
              </p:spPr>
              <p:txBody>
                <a:bodyPr/>
                <a:lstStyle/>
                <a:p>
                  <a:r>
                    <a:rPr lang="zh-TW" altLang="en-US">
                      <a:noFill/>
                    </a:rPr>
                    <a:t> </a:t>
                  </a:r>
                </a:p>
              </p:txBody>
            </p:sp>
          </mc:Fallback>
        </mc:AlternateContent>
        <p:grpSp>
          <p:nvGrpSpPr>
            <p:cNvPr id="42" name="群組 41">
              <a:extLst>
                <a:ext uri="{FF2B5EF4-FFF2-40B4-BE49-F238E27FC236}">
                  <a16:creationId xmlns:a16="http://schemas.microsoft.com/office/drawing/2014/main" id="{AA44EE97-4E3B-4748-B632-9759883DF5F3}"/>
                </a:ext>
              </a:extLst>
            </p:cNvPr>
            <p:cNvGrpSpPr/>
            <p:nvPr/>
          </p:nvGrpSpPr>
          <p:grpSpPr>
            <a:xfrm>
              <a:off x="6609477" y="3014978"/>
              <a:ext cx="1324273" cy="1085614"/>
              <a:chOff x="5505677" y="3014978"/>
              <a:chExt cx="1324273" cy="1085614"/>
            </a:xfrm>
          </p:grpSpPr>
          <p:grpSp>
            <p:nvGrpSpPr>
              <p:cNvPr id="43" name="群組 42">
                <a:extLst>
                  <a:ext uri="{FF2B5EF4-FFF2-40B4-BE49-F238E27FC236}">
                    <a16:creationId xmlns:a16="http://schemas.microsoft.com/office/drawing/2014/main" id="{1DC27503-8690-4853-8C00-D22BF0385382}"/>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0187A7E8-8C93-4645-9F51-A75EE2760A76}"/>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17" name="文字方塊 216"/>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2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6" name="文字方塊 45">
                      <a:extLst>
                        <a:ext uri="{FF2B5EF4-FFF2-40B4-BE49-F238E27FC236}">
                          <a16:creationId xmlns:a16="http://schemas.microsoft.com/office/drawing/2014/main" id="{93CF60F3-007C-4994-93C0-83C7A003726F}"/>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7</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46" name="文字方塊 45">
                      <a:extLst>
                        <a:ext uri="{FF2B5EF4-FFF2-40B4-BE49-F238E27FC236}">
                          <a16:creationId xmlns:a16="http://schemas.microsoft.com/office/drawing/2014/main" id="{93CF60F3-007C-4994-93C0-83C7A003726F}"/>
                        </a:ext>
                      </a:extLst>
                    </p:cNvPr>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a:blip r:embed="rId21"/>
                      <a:stretch>
                        <a:fillRect t="-9836" r="-5699"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06CB26C6-F0D9-4556-A07C-6AB63EA483E5}"/>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0" name="文字方塊 219"/>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2"/>
                      <a:stretch>
                        <a:fillRect r="-16327"/>
                      </a:stretch>
                    </a:blipFill>
                  </p:spPr>
                  <p:txBody>
                    <a:bodyPr/>
                    <a:lstStyle/>
                    <a:p>
                      <a:r>
                        <a:rPr lang="zh-TW" altLang="en-US">
                          <a:noFill/>
                        </a:rPr>
                        <a:t> </a:t>
                      </a:r>
                    </a:p>
                  </p:txBody>
                </p:sp>
              </mc:Fallback>
            </mc:AlternateContent>
          </p:grpSp>
          <p:cxnSp>
            <p:nvCxnSpPr>
              <p:cNvPr id="44" name="直線接點 43">
                <a:extLst>
                  <a:ext uri="{FF2B5EF4-FFF2-40B4-BE49-F238E27FC236}">
                    <a16:creationId xmlns:a16="http://schemas.microsoft.com/office/drawing/2014/main" id="{E859881C-863B-4676-B24E-91B4BBD11B78}"/>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 name="群組 47">
            <a:extLst>
              <a:ext uri="{FF2B5EF4-FFF2-40B4-BE49-F238E27FC236}">
                <a16:creationId xmlns:a16="http://schemas.microsoft.com/office/drawing/2014/main" id="{C4FBAD9A-5D08-495E-857B-045EB7DC2095}"/>
              </a:ext>
            </a:extLst>
          </p:cNvPr>
          <p:cNvGrpSpPr/>
          <p:nvPr/>
        </p:nvGrpSpPr>
        <p:grpSpPr>
          <a:xfrm>
            <a:off x="4887265" y="3903968"/>
            <a:ext cx="1324273" cy="1085614"/>
            <a:chOff x="5505677" y="3014978"/>
            <a:chExt cx="1324273" cy="1085614"/>
          </a:xfrm>
        </p:grpSpPr>
        <p:grpSp>
          <p:nvGrpSpPr>
            <p:cNvPr id="49" name="群組 48">
              <a:extLst>
                <a:ext uri="{FF2B5EF4-FFF2-40B4-BE49-F238E27FC236}">
                  <a16:creationId xmlns:a16="http://schemas.microsoft.com/office/drawing/2014/main" id="{BD631867-7229-45D6-8C27-ADB26E7C3FFE}"/>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FF62B6B-643C-4E31-BE0E-3D1D0D6913EA}"/>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25" name="文字方塊 224"/>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E4328906-F70F-4215-BA0B-9D2812A83471}"/>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p:txBody>
              </p:sp>
            </mc:Choice>
            <mc:Fallback xmlns="">
              <p:sp>
                <p:nvSpPr>
                  <p:cNvPr id="226" name="文字方塊 22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2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811E212F-5671-44BF-BCB6-24B816DB6D78}"/>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7" name="文字方塊 22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25"/>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6F13C45-51DD-4C10-952D-3707D59A8EBE}"/>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8" name="文字方塊 22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6"/>
                    <a:stretch>
                      <a:fillRect r="-183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5" name="文字方塊 54">
                    <a:extLst>
                      <a:ext uri="{FF2B5EF4-FFF2-40B4-BE49-F238E27FC236}">
                        <a16:creationId xmlns:a16="http://schemas.microsoft.com/office/drawing/2014/main" id="{EEC8A7BF-8BA3-4142-B9F9-E624515666CC}"/>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𝟔</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55" name="文字方塊 54">
                    <a:extLst>
                      <a:ext uri="{FF2B5EF4-FFF2-40B4-BE49-F238E27FC236}">
                        <a16:creationId xmlns:a16="http://schemas.microsoft.com/office/drawing/2014/main" id="{EEC8A7BF-8BA3-4142-B9F9-E624515666CC}"/>
                      </a:ext>
                    </a:extLst>
                  </p:cNvPr>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a:blip r:embed="rId27"/>
                    <a:stretch>
                      <a:fillRect r="-224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81B46D76-A7F9-4C6C-BDC8-6153F176AC09}"/>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0" name="文字方塊 22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28"/>
                    <a:stretch>
                      <a:fillRect r="-18367"/>
                    </a:stretch>
                  </a:blipFill>
                </p:spPr>
                <p:txBody>
                  <a:bodyPr/>
                  <a:lstStyle/>
                  <a:p>
                    <a:r>
                      <a:rPr lang="zh-TW" altLang="en-US">
                        <a:noFill/>
                      </a:rPr>
                      <a:t> </a:t>
                    </a:r>
                  </a:p>
                </p:txBody>
              </p:sp>
            </mc:Fallback>
          </mc:AlternateContent>
        </p:grpSp>
        <p:cxnSp>
          <p:nvCxnSpPr>
            <p:cNvPr id="50" name="直線接點 49">
              <a:extLst>
                <a:ext uri="{FF2B5EF4-FFF2-40B4-BE49-F238E27FC236}">
                  <a16:creationId xmlns:a16="http://schemas.microsoft.com/office/drawing/2014/main" id="{634954D4-A8FB-4A7A-BF8A-D3D62ED0077B}"/>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群組 56">
            <a:extLst>
              <a:ext uri="{FF2B5EF4-FFF2-40B4-BE49-F238E27FC236}">
                <a16:creationId xmlns:a16="http://schemas.microsoft.com/office/drawing/2014/main" id="{E2E58BEC-6EE2-40FB-9EE3-CC712EE881F9}"/>
              </a:ext>
            </a:extLst>
          </p:cNvPr>
          <p:cNvGrpSpPr/>
          <p:nvPr/>
        </p:nvGrpSpPr>
        <p:grpSpPr>
          <a:xfrm>
            <a:off x="5177835" y="2073292"/>
            <a:ext cx="1013996" cy="1074423"/>
            <a:chOff x="3132289" y="3026169"/>
            <a:chExt cx="1013996" cy="1074423"/>
          </a:xfrm>
        </p:grpSpPr>
        <p:grpSp>
          <p:nvGrpSpPr>
            <p:cNvPr id="58" name="群組 57">
              <a:extLst>
                <a:ext uri="{FF2B5EF4-FFF2-40B4-BE49-F238E27FC236}">
                  <a16:creationId xmlns:a16="http://schemas.microsoft.com/office/drawing/2014/main" id="{A1F8AD50-B248-470F-872F-E0E20B84A530}"/>
                </a:ext>
              </a:extLst>
            </p:cNvPr>
            <p:cNvGrpSpPr/>
            <p:nvPr/>
          </p:nvGrpSpPr>
          <p:grpSpPr>
            <a:xfrm>
              <a:off x="3132289" y="3026169"/>
              <a:ext cx="1013996" cy="1074423"/>
              <a:chOff x="1229360" y="595389"/>
              <a:chExt cx="1013996" cy="1074423"/>
            </a:xfrm>
          </p:grpSpPr>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D7F0473F-03F8-4413-B0BB-47C3F069F369}"/>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93" name="文字方塊 192"/>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70C5827A-531D-42A4-AB9E-D4C8A4DA2FCA}"/>
                      </a:ext>
                    </a:extLst>
                  </p:cNvPr>
                  <p:cNvSpPr txBox="1"/>
                  <p:nvPr/>
                </p:nvSpPr>
                <p:spPr>
                  <a:xfrm>
                    <a:off x="1236515"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b="1">
                      <a:latin typeface="Times New Roman" panose="02020603050405020304" pitchFamily="18" charset="0"/>
                      <a:cs typeface="Times New Roman" panose="02020603050405020304" pitchFamily="18" charset="0"/>
                    </a:endParaRPr>
                  </a:p>
                </p:txBody>
              </p:sp>
            </mc:Choice>
            <mc:Fallback xmlns="">
              <p:sp>
                <p:nvSpPr>
                  <p:cNvPr id="194" name="文字方塊 193"/>
                  <p:cNvSpPr txBox="1">
                    <a:spLocks noRot="1" noChangeAspect="1" noMove="1" noResize="1" noEditPoints="1" noAdjustHandles="1" noChangeArrowheads="1" noChangeShapeType="1" noTextEdit="1"/>
                  </p:cNvSpPr>
                  <p:nvPr/>
                </p:nvSpPr>
                <p:spPr>
                  <a:xfrm>
                    <a:off x="1236515" y="970316"/>
                    <a:ext cx="370614" cy="369332"/>
                  </a:xfrm>
                  <a:prstGeom prst="rect">
                    <a:avLst/>
                  </a:prstGeom>
                  <a:blipFill rotWithShape="0">
                    <a:blip r:embed="rId3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6CD97F54-C4A6-470C-8BA0-6C7A57BA8B79}"/>
                      </a:ext>
                    </a:extLst>
                  </p:cNvPr>
                  <p:cNvSpPr txBox="1"/>
                  <p:nvPr/>
                </p:nvSpPr>
                <p:spPr>
                  <a:xfrm>
                    <a:off x="1573852" y="595389"/>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195" name="文字方塊 194"/>
                  <p:cNvSpPr txBox="1">
                    <a:spLocks noRot="1" noChangeAspect="1" noMove="1" noResize="1" noEditPoints="1" noAdjustHandles="1" noChangeArrowheads="1" noChangeShapeType="1" noTextEdit="1"/>
                  </p:cNvSpPr>
                  <p:nvPr/>
                </p:nvSpPr>
                <p:spPr>
                  <a:xfrm>
                    <a:off x="1573852" y="595389"/>
                    <a:ext cx="370614" cy="369332"/>
                  </a:xfrm>
                  <a:prstGeom prst="rect">
                    <a:avLst/>
                  </a:prstGeom>
                  <a:blipFill rotWithShape="0">
                    <a:blip r:embed="rId31"/>
                    <a:stretch>
                      <a:fillRect/>
                    </a:stretch>
                  </a:blipFill>
                </p:spPr>
                <p:txBody>
                  <a:bodyPr/>
                  <a:lstStyle/>
                  <a:p>
                    <a:r>
                      <a:rPr lang="zh-TW" altLang="en-US">
                        <a:noFill/>
                      </a:rPr>
                      <a:t> </a:t>
                    </a:r>
                  </a:p>
                </p:txBody>
              </p:sp>
            </mc:Fallback>
          </mc:AlternateContent>
        </p:grpSp>
        <p:cxnSp>
          <p:nvCxnSpPr>
            <p:cNvPr id="59" name="直線接點 58">
              <a:extLst>
                <a:ext uri="{FF2B5EF4-FFF2-40B4-BE49-F238E27FC236}">
                  <a16:creationId xmlns:a16="http://schemas.microsoft.com/office/drawing/2014/main" id="{639FA0C9-BD2C-4288-822A-6A1696DE3DC2}"/>
                </a:ext>
              </a:extLst>
            </p:cNvPr>
            <p:cNvCxnSpPr/>
            <p:nvPr/>
          </p:nvCxnSpPr>
          <p:spPr>
            <a:xfrm>
              <a:off x="3190782"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1E751679-6BFC-4142-BB42-2A96B101CB7D}"/>
                </a:ext>
              </a:extLst>
            </p:cNvPr>
            <p:cNvSpPr/>
            <p:nvPr/>
          </p:nvSpPr>
          <p:spPr>
            <a:xfrm>
              <a:off x="3835624" y="3378676"/>
              <a:ext cx="309700" cy="369332"/>
            </a:xfrm>
            <a:prstGeom prst="rect">
              <a:avLst/>
            </a:prstGeom>
          </p:spPr>
          <p:txBody>
            <a:bodyPr wrap="none">
              <a:spAutoFit/>
            </a:bodyPr>
            <a:lstStyle/>
            <a:p>
              <a:r>
                <a:rPr lang="en-US" altLang="zh-TW" b="1" dirty="0">
                  <a:solidFill>
                    <a:srgbClr val="FF0000"/>
                  </a:solidFill>
                  <a:latin typeface="Cambria Math" panose="02040503050406030204" pitchFamily="18" charset="0"/>
                  <a:cs typeface="Times New Roman" panose="02020603050405020304" pitchFamily="18" charset="0"/>
                </a:rPr>
                <a:t>9</a:t>
              </a:r>
              <a:endParaRPr lang="zh-TW" altLang="en-US" b="1" dirty="0">
                <a:solidFill>
                  <a:srgbClr val="FF0000"/>
                </a:solidFill>
                <a:latin typeface="Cambria Math" panose="02040503050406030204" pitchFamily="18" charset="0"/>
                <a:cs typeface="Times New Roman" panose="02020603050405020304" pitchFamily="18" charset="0"/>
              </a:endParaRPr>
            </a:p>
          </p:txBody>
        </p:sp>
        <p:sp>
          <p:nvSpPr>
            <p:cNvPr id="61" name="矩形 60">
              <a:extLst>
                <a:ext uri="{FF2B5EF4-FFF2-40B4-BE49-F238E27FC236}">
                  <a16:creationId xmlns:a16="http://schemas.microsoft.com/office/drawing/2014/main" id="{ECEB8100-BB36-40AD-B13D-0B23E4A2B911}"/>
                </a:ext>
              </a:extLst>
            </p:cNvPr>
            <p:cNvSpPr/>
            <p:nvPr/>
          </p:nvSpPr>
          <p:spPr>
            <a:xfrm>
              <a:off x="3513739" y="3389905"/>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p>
          </p:txBody>
        </p:sp>
      </p:grpSp>
      <p:grpSp>
        <p:nvGrpSpPr>
          <p:cNvPr id="81" name="群組 80">
            <a:extLst>
              <a:ext uri="{FF2B5EF4-FFF2-40B4-BE49-F238E27FC236}">
                <a16:creationId xmlns:a16="http://schemas.microsoft.com/office/drawing/2014/main" id="{F9C04D5E-81F7-4FC5-826E-6016F37FFEC6}"/>
              </a:ext>
            </a:extLst>
          </p:cNvPr>
          <p:cNvGrpSpPr/>
          <p:nvPr/>
        </p:nvGrpSpPr>
        <p:grpSpPr>
          <a:xfrm>
            <a:off x="3531512" y="2062101"/>
            <a:ext cx="703719" cy="1085614"/>
            <a:chOff x="1487657" y="2962051"/>
            <a:chExt cx="703719" cy="1085614"/>
          </a:xfrm>
        </p:grpSpPr>
        <p:grpSp>
          <p:nvGrpSpPr>
            <p:cNvPr id="25" name="群組 24">
              <a:extLst>
                <a:ext uri="{FF2B5EF4-FFF2-40B4-BE49-F238E27FC236}">
                  <a16:creationId xmlns:a16="http://schemas.microsoft.com/office/drawing/2014/main" id="{6FA6E169-6F5F-43EF-A1B9-2C3028EBC77A}"/>
                </a:ext>
              </a:extLst>
            </p:cNvPr>
            <p:cNvGrpSpPr/>
            <p:nvPr/>
          </p:nvGrpSpPr>
          <p:grpSpPr>
            <a:xfrm>
              <a:off x="1487657" y="2962051"/>
              <a:ext cx="703719" cy="1085614"/>
              <a:chOff x="1229360" y="584198"/>
              <a:chExt cx="703719" cy="1085614"/>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8229B41C-6250-41AB-932A-67BF56206199}"/>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79" name="文字方塊 178"/>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06F3FD5-AB38-4E4B-82BF-5D36FB7D28F0}"/>
                      </a:ext>
                    </a:extLst>
                  </p:cNvPr>
                  <p:cNvSpPr txBox="1"/>
                  <p:nvPr/>
                </p:nvSpPr>
                <p:spPr>
                  <a:xfrm>
                    <a:off x="1236151"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80" name="文字方塊 179"/>
                  <p:cNvSpPr txBox="1">
                    <a:spLocks noRot="1" noChangeAspect="1" noMove="1" noResize="1" noEditPoints="1" noAdjustHandles="1" noChangeArrowheads="1" noChangeShapeType="1" noTextEdit="1"/>
                  </p:cNvSpPr>
                  <p:nvPr/>
                </p:nvSpPr>
                <p:spPr>
                  <a:xfrm>
                    <a:off x="1236151" y="970316"/>
                    <a:ext cx="370614" cy="369332"/>
                  </a:xfrm>
                  <a:prstGeom prst="rect">
                    <a:avLst/>
                  </a:prstGeom>
                  <a:blipFill rotWithShape="0">
                    <a:blip r:embed="rId1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FE11E39E-FED1-4615-B7E1-E8492D5D3704}"/>
                      </a:ext>
                    </a:extLst>
                  </p:cNvPr>
                  <p:cNvSpPr txBox="1"/>
                  <p:nvPr/>
                </p:nvSpPr>
                <p:spPr>
                  <a:xfrm>
                    <a:off x="1548793" y="584198"/>
                    <a:ext cx="38023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𝟒</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28" name="文字方塊 27">
                    <a:extLst>
                      <a:ext uri="{FF2B5EF4-FFF2-40B4-BE49-F238E27FC236}">
                        <a16:creationId xmlns:a16="http://schemas.microsoft.com/office/drawing/2014/main" id="{FE11E39E-FED1-4615-B7E1-E8492D5D3704}"/>
                      </a:ext>
                    </a:extLst>
                  </p:cNvPr>
                  <p:cNvSpPr txBox="1">
                    <a:spLocks noRot="1" noChangeAspect="1" noMove="1" noResize="1" noEditPoints="1" noAdjustHandles="1" noChangeArrowheads="1" noChangeShapeType="1" noTextEdit="1"/>
                  </p:cNvSpPr>
                  <p:nvPr/>
                </p:nvSpPr>
                <p:spPr>
                  <a:xfrm>
                    <a:off x="1548793" y="584198"/>
                    <a:ext cx="380232" cy="369332"/>
                  </a:xfrm>
                  <a:prstGeom prst="rect">
                    <a:avLst/>
                  </a:prstGeom>
                  <a:blipFill>
                    <a:blip r:embed="rId32"/>
                    <a:stretch>
                      <a:fillRect/>
                    </a:stretch>
                  </a:blipFill>
                </p:spPr>
                <p:txBody>
                  <a:bodyPr/>
                  <a:lstStyle/>
                  <a:p>
                    <a:r>
                      <a:rPr lang="zh-TW" altLang="en-US">
                        <a:noFill/>
                      </a:rPr>
                      <a:t> </a:t>
                    </a:r>
                  </a:p>
                </p:txBody>
              </p:sp>
            </mc:Fallback>
          </mc:AlternateContent>
        </p:grpSp>
        <p:cxnSp>
          <p:nvCxnSpPr>
            <p:cNvPr id="29" name="直線接點 28">
              <a:extLst>
                <a:ext uri="{FF2B5EF4-FFF2-40B4-BE49-F238E27FC236}">
                  <a16:creationId xmlns:a16="http://schemas.microsoft.com/office/drawing/2014/main" id="{C297E773-C15E-48C5-86F7-CAA3AEFB4636}"/>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A934DC68-F57E-4F96-A4BA-08F8140D5230}"/>
                </a:ext>
              </a:extLst>
            </p:cNvPr>
            <p:cNvSpPr/>
            <p:nvPr/>
          </p:nvSpPr>
          <p:spPr>
            <a:xfrm>
              <a:off x="1848216" y="3336978"/>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latin typeface="Times New Roman" panose="02020603050405020304" pitchFamily="18" charset="0"/>
                <a:cs typeface="Times New Roman" panose="02020603050405020304" pitchFamily="18" charset="0"/>
              </a:endParaRPr>
            </a:p>
          </p:txBody>
        </p:sp>
      </p:grpSp>
      <p:grpSp>
        <p:nvGrpSpPr>
          <p:cNvPr id="67" name="群組 66">
            <a:extLst>
              <a:ext uri="{FF2B5EF4-FFF2-40B4-BE49-F238E27FC236}">
                <a16:creationId xmlns:a16="http://schemas.microsoft.com/office/drawing/2014/main" id="{DD0F3B8C-67A4-46F3-B486-2B9F123B9AC8}"/>
              </a:ext>
            </a:extLst>
          </p:cNvPr>
          <p:cNvGrpSpPr/>
          <p:nvPr/>
        </p:nvGrpSpPr>
        <p:grpSpPr>
          <a:xfrm>
            <a:off x="7070115" y="3559241"/>
            <a:ext cx="1324273" cy="1421948"/>
            <a:chOff x="9501670" y="2670251"/>
            <a:chExt cx="1324273" cy="1421948"/>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3006585"/>
              <a:ext cx="1324273" cy="1085614"/>
              <a:chOff x="5505677" y="3014978"/>
              <a:chExt cx="1324273" cy="1085614"/>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4</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55" name="文字方塊 254"/>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rotWithShape="0">
                      <a:blip r:embed="rId3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i="0" smtClean="0">
                              <a:solidFill>
                                <a:srgbClr val="0070C0"/>
                              </a:solidFill>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7</a:t>
                      </a:r>
                      <a:endParaRPr lang="zh-TW" altLang="en-US">
                        <a:latin typeface="Times New Roman" panose="02020603050405020304" pitchFamily="18" charset="0"/>
                        <a:cs typeface="Times New Roman" panose="02020603050405020304" pitchFamily="18" charset="0"/>
                      </a:endParaRPr>
                    </a:p>
                  </p:txBody>
                </p:sp>
              </mc:Choice>
              <mc:Fallback xmlns="">
                <p:sp>
                  <p:nvSpPr>
                    <p:cNvPr id="256" name="文字方塊 25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3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64C48A17-6E19-43C5-9B5E-5D2494263F77}"/>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solidFill>
                                  <a:srgbClr val="0070C0"/>
                                </a:solidFill>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7" name="文字方塊 25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35"/>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74683F1C-D7B9-4DAD-B273-87AACBFD987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8" name="文字方塊 25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3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129AB5FB-2789-4100-8673-53F8C5AED2F7}"/>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b="0" i="0" smtClean="0">
                                <a:solidFill>
                                  <a:srgbClr val="0070C0"/>
                                </a:solidFill>
                                <a:latin typeface="Cambria Math" panose="02040503050406030204" pitchFamily="18" charset="0"/>
                                <a:cs typeface="Times New Roman" panose="02020603050405020304" pitchFamily="18" charset="0"/>
                              </a:rPr>
                              <m:t>6</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59" name="文字方塊 258"/>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rotWithShape="0">
                      <a:blip r:embed="rId37"/>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6A8769E6-64E0-4798-B1AB-2DD1115C40D7}"/>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solidFill>
                                  <a:srgbClr val="0070C0"/>
                                </a:solidFill>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60" name="文字方塊 25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38"/>
                      <a:stretch>
                        <a:fillRect r="-1836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69" name="文字方塊 68">
                  <a:extLst>
                    <a:ext uri="{FF2B5EF4-FFF2-40B4-BE49-F238E27FC236}">
                      <a16:creationId xmlns:a16="http://schemas.microsoft.com/office/drawing/2014/main" id="{A37D10F3-D7B6-436E-9548-68D17DA14599}"/>
                    </a:ext>
                  </a:extLst>
                </p:cNvPr>
                <p:cNvSpPr txBox="1"/>
                <p:nvPr/>
              </p:nvSpPr>
              <p:spPr>
                <a:xfrm>
                  <a:off x="9828880" y="2670251"/>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3</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69" name="文字方塊 68">
                  <a:extLst>
                    <a:ext uri="{FF2B5EF4-FFF2-40B4-BE49-F238E27FC236}">
                      <a16:creationId xmlns:a16="http://schemas.microsoft.com/office/drawing/2014/main" id="{A37D10F3-D7B6-436E-9548-68D17DA14599}"/>
                    </a:ext>
                  </a:extLst>
                </p:cNvPr>
                <p:cNvSpPr txBox="1">
                  <a:spLocks noRot="1" noChangeAspect="1" noMove="1" noResize="1" noEditPoints="1" noAdjustHandles="1" noChangeArrowheads="1" noChangeShapeType="1" noTextEdit="1"/>
                </p:cNvSpPr>
                <p:nvPr/>
              </p:nvSpPr>
              <p:spPr>
                <a:xfrm>
                  <a:off x="9828880" y="2670251"/>
                  <a:ext cx="296646" cy="369332"/>
                </a:xfrm>
                <a:prstGeom prst="rect">
                  <a:avLst/>
                </a:prstGeom>
                <a:blipFill>
                  <a:blip r:embed="rId39"/>
                  <a:stretch>
                    <a:fillRect r="-183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18013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180135"/>
                <a:ext cx="7886700" cy="583367"/>
              </a:xfrm>
              <a:prstGeom prst="rect">
                <a:avLst/>
              </a:prstGeom>
              <a:blipFill>
                <a:blip r:embed="rId42"/>
                <a:stretch>
                  <a:fillRect l="-1624" t="-9474" b="-20000"/>
                </a:stretch>
              </a:blipFill>
            </p:spPr>
            <p:txBody>
              <a:bodyPr/>
              <a:lstStyle/>
              <a:p>
                <a:r>
                  <a:rPr lang="zh-TW" altLang="en-US">
                    <a:noFill/>
                  </a:rPr>
                  <a:t> </a:t>
                </a:r>
              </a:p>
            </p:txBody>
          </p:sp>
        </mc:Fallback>
      </mc:AlternateContent>
      <p:cxnSp>
        <p:nvCxnSpPr>
          <p:cNvPr id="92" name="直線單箭頭接點 91">
            <a:extLst>
              <a:ext uri="{FF2B5EF4-FFF2-40B4-BE49-F238E27FC236}">
                <a16:creationId xmlns:a16="http://schemas.microsoft.com/office/drawing/2014/main" id="{498196F0-6A4A-4760-B5D4-90B82C41706B}"/>
              </a:ext>
            </a:extLst>
          </p:cNvPr>
          <p:cNvCxnSpPr/>
          <p:nvPr/>
        </p:nvCxnSpPr>
        <p:spPr>
          <a:xfrm>
            <a:off x="1245314"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3" name="群組 92">
            <a:extLst>
              <a:ext uri="{FF2B5EF4-FFF2-40B4-BE49-F238E27FC236}">
                <a16:creationId xmlns:a16="http://schemas.microsoft.com/office/drawing/2014/main" id="{C0804ABB-5FD7-49CE-9A9D-4C2A9E7847E9}"/>
              </a:ext>
            </a:extLst>
          </p:cNvPr>
          <p:cNvGrpSpPr/>
          <p:nvPr/>
        </p:nvGrpSpPr>
        <p:grpSpPr>
          <a:xfrm>
            <a:off x="7122319" y="2062101"/>
            <a:ext cx="1013996" cy="1074423"/>
            <a:chOff x="1392435" y="3520994"/>
            <a:chExt cx="1013996" cy="1074423"/>
          </a:xfrm>
        </p:grpSpPr>
        <p:grpSp>
          <p:nvGrpSpPr>
            <p:cNvPr id="94" name="群組 93">
              <a:extLst>
                <a:ext uri="{FF2B5EF4-FFF2-40B4-BE49-F238E27FC236}">
                  <a16:creationId xmlns:a16="http://schemas.microsoft.com/office/drawing/2014/main" id="{F6A30D42-2BA2-4885-84F0-AD0AB9B60D32}"/>
                </a:ext>
              </a:extLst>
            </p:cNvPr>
            <p:cNvGrpSpPr/>
            <p:nvPr/>
          </p:nvGrpSpPr>
          <p:grpSpPr>
            <a:xfrm>
              <a:off x="1392435" y="3520994"/>
              <a:ext cx="1013996" cy="1074423"/>
              <a:chOff x="5489283" y="3026169"/>
              <a:chExt cx="1013996" cy="1074423"/>
            </a:xfrm>
          </p:grpSpPr>
          <p:grpSp>
            <p:nvGrpSpPr>
              <p:cNvPr id="96" name="群組 95">
                <a:extLst>
                  <a:ext uri="{FF2B5EF4-FFF2-40B4-BE49-F238E27FC236}">
                    <a16:creationId xmlns:a16="http://schemas.microsoft.com/office/drawing/2014/main" id="{4094ACD7-CA0A-4487-A61E-375C56D56700}"/>
                  </a:ext>
                </a:extLst>
              </p:cNvPr>
              <p:cNvGrpSpPr/>
              <p:nvPr/>
            </p:nvGrpSpPr>
            <p:grpSpPr>
              <a:xfrm>
                <a:off x="5489283" y="3361927"/>
                <a:ext cx="1013996" cy="738665"/>
                <a:chOff x="5505677" y="3361927"/>
                <a:chExt cx="1013996" cy="738665"/>
              </a:xfrm>
            </p:grpSpPr>
            <p:grpSp>
              <p:nvGrpSpPr>
                <p:cNvPr id="99" name="群組 98">
                  <a:extLst>
                    <a:ext uri="{FF2B5EF4-FFF2-40B4-BE49-F238E27FC236}">
                      <a16:creationId xmlns:a16="http://schemas.microsoft.com/office/drawing/2014/main" id="{3F4175D0-47B8-4F15-9E7F-98D22CA50150}"/>
                    </a:ext>
                  </a:extLst>
                </p:cNvPr>
                <p:cNvGrpSpPr/>
                <p:nvPr/>
              </p:nvGrpSpPr>
              <p:grpSpPr>
                <a:xfrm>
                  <a:off x="5505677" y="3361927"/>
                  <a:ext cx="1013996" cy="738665"/>
                  <a:chOff x="1229360" y="931147"/>
                  <a:chExt cx="1013996" cy="738665"/>
                </a:xfrm>
              </p:grpSpPr>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81C0D400-DEE6-422F-8A3D-D8F4E92CAC8A}"/>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zh-TW" altLang="en-US"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244" name="文字方塊 243"/>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rotWithShape="0">
                        <a:blip r:embed="rId40"/>
                        <a:stretch>
                          <a:fillRect/>
                        </a:stretch>
                      </a:blipFill>
                    </p:spPr>
                    <p:txBody>
                      <a:bodyPr/>
                      <a:lstStyle/>
                      <a:p>
                        <a:r>
                          <a:rPr lang="zh-TW" altLang="en-US">
                            <a:noFill/>
                          </a:rPr>
                          <a:t> </a:t>
                        </a:r>
                      </a:p>
                    </p:txBody>
                  </p:sp>
                </mc:Fallback>
              </mc:AlternateContent>
              <p:sp>
                <p:nvSpPr>
                  <p:cNvPr id="102" name="文字方塊 101">
                    <a:extLst>
                      <a:ext uri="{FF2B5EF4-FFF2-40B4-BE49-F238E27FC236}">
                        <a16:creationId xmlns:a16="http://schemas.microsoft.com/office/drawing/2014/main" id="{BAAC224B-578D-4F9A-9043-B7A3A4F7CF23}"/>
                      </a:ext>
                    </a:extLst>
                  </p:cNvPr>
                  <p:cNvSpPr txBox="1"/>
                  <p:nvPr/>
                </p:nvSpPr>
                <p:spPr>
                  <a:xfrm>
                    <a:off x="1614131" y="931147"/>
                    <a:ext cx="588623"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p:grpSp>
            <p:cxnSp>
              <p:nvCxnSpPr>
                <p:cNvPr id="100" name="直線接點 99">
                  <a:extLst>
                    <a:ext uri="{FF2B5EF4-FFF2-40B4-BE49-F238E27FC236}">
                      <a16:creationId xmlns:a16="http://schemas.microsoft.com/office/drawing/2014/main" id="{19989498-4B92-42BF-B6E3-EAC1A411623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7" name="文字方塊 96">
                    <a:extLst>
                      <a:ext uri="{FF2B5EF4-FFF2-40B4-BE49-F238E27FC236}">
                        <a16:creationId xmlns:a16="http://schemas.microsoft.com/office/drawing/2014/main" id="{96E9EB68-6D7C-40DB-A4CD-E026AA2B0123}"/>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40" name="文字方塊 239"/>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3"/>
                    <a:stretch>
                      <a:fillRect r="-1632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8" name="文字方塊 97">
                    <a:extLst>
                      <a:ext uri="{FF2B5EF4-FFF2-40B4-BE49-F238E27FC236}">
                        <a16:creationId xmlns:a16="http://schemas.microsoft.com/office/drawing/2014/main" id="{6CA6B8B6-553D-4489-9476-2E6C38B47CE3}"/>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𝟓</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98" name="文字方塊 97">
                    <a:extLst>
                      <a:ext uri="{FF2B5EF4-FFF2-40B4-BE49-F238E27FC236}">
                        <a16:creationId xmlns:a16="http://schemas.microsoft.com/office/drawing/2014/main" id="{6CA6B8B6-553D-4489-9476-2E6C38B47CE3}"/>
                      </a:ext>
                    </a:extLst>
                  </p:cNvPr>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a:blip r:embed="rId43"/>
                    <a:stretch>
                      <a:fillRect r="-2244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615C18CD-D210-43C3-9116-5EF5403EA78E}"/>
                    </a:ext>
                  </a:extLst>
                </p:cNvPr>
                <p:cNvSpPr/>
                <p:nvPr/>
              </p:nvSpPr>
              <p:spPr>
                <a:xfrm>
                  <a:off x="1406905" y="3867943"/>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0" smtClean="0">
                            <a:latin typeface="Cambria Math" panose="02040503050406030204" pitchFamily="18" charset="0"/>
                            <a:cs typeface="Times New Roman" panose="02020603050405020304" pitchFamily="18" charset="0"/>
                          </a:rPr>
                          <m:t>2</m:t>
                        </m:r>
                      </m:oMath>
                    </m:oMathPara>
                  </a14:m>
                  <a:endParaRPr lang="zh-TW" altLang="en-US"/>
                </a:p>
              </p:txBody>
            </p:sp>
          </mc:Choice>
          <mc:Fallback xmlns="">
            <p:sp>
              <p:nvSpPr>
                <p:cNvPr id="95" name="矩形 94">
                  <a:extLst>
                    <a:ext uri="{FF2B5EF4-FFF2-40B4-BE49-F238E27FC236}">
                      <a16:creationId xmlns:a16="http://schemas.microsoft.com/office/drawing/2014/main" id="{615C18CD-D210-43C3-9116-5EF5403EA78E}"/>
                    </a:ext>
                  </a:extLst>
                </p:cNvPr>
                <p:cNvSpPr>
                  <a:spLocks noRot="1" noChangeAspect="1" noMove="1" noResize="1" noEditPoints="1" noAdjustHandles="1" noChangeArrowheads="1" noChangeShapeType="1" noTextEdit="1"/>
                </p:cNvSpPr>
                <p:nvPr/>
              </p:nvSpPr>
              <p:spPr>
                <a:xfrm>
                  <a:off x="1406905" y="3867943"/>
                  <a:ext cx="365806" cy="369332"/>
                </a:xfrm>
                <a:prstGeom prst="rect">
                  <a:avLst/>
                </a:prstGeom>
                <a:blipFill>
                  <a:blip r:embed="rId41"/>
                  <a:stretch>
                    <a:fillRect/>
                  </a:stretch>
                </a:blipFill>
              </p:spPr>
              <p:txBody>
                <a:bodyPr/>
                <a:lstStyle/>
                <a:p>
                  <a:r>
                    <a:rPr lang="zh-TW" altLang="en-US">
                      <a:noFill/>
                    </a:rPr>
                    <a:t> </a:t>
                  </a:r>
                </a:p>
              </p:txBody>
            </p:sp>
          </mc:Fallback>
        </mc:AlternateContent>
      </p:grpSp>
      <p:cxnSp>
        <p:nvCxnSpPr>
          <p:cNvPr id="103" name="直線單箭頭接點 102">
            <a:extLst>
              <a:ext uri="{FF2B5EF4-FFF2-40B4-BE49-F238E27FC236}">
                <a16:creationId xmlns:a16="http://schemas.microsoft.com/office/drawing/2014/main" id="{EEAC0369-AE77-4354-B749-481E174FF733}"/>
              </a:ext>
            </a:extLst>
          </p:cNvPr>
          <p:cNvCxnSpPr/>
          <p:nvPr/>
        </p:nvCxnSpPr>
        <p:spPr>
          <a:xfrm>
            <a:off x="2933601"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08C50A83-4652-456F-9EBE-2C4291DB70BF}"/>
              </a:ext>
            </a:extLst>
          </p:cNvPr>
          <p:cNvCxnSpPr/>
          <p:nvPr/>
        </p:nvCxnSpPr>
        <p:spPr>
          <a:xfrm>
            <a:off x="4533495"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FD956956-BCC1-4E58-A461-70758022BAF6}"/>
              </a:ext>
            </a:extLst>
          </p:cNvPr>
          <p:cNvCxnSpPr/>
          <p:nvPr/>
        </p:nvCxnSpPr>
        <p:spPr>
          <a:xfrm>
            <a:off x="6503358" y="281755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116A6C49-5C56-456F-8D8D-181A7D4B5E92}"/>
              </a:ext>
            </a:extLst>
          </p:cNvPr>
          <p:cNvCxnSpPr/>
          <p:nvPr/>
        </p:nvCxnSpPr>
        <p:spPr>
          <a:xfrm>
            <a:off x="570805"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83560D84-0F94-4F21-9FCD-7893A7828FC2}"/>
              </a:ext>
            </a:extLst>
          </p:cNvPr>
          <p:cNvCxnSpPr/>
          <p:nvPr/>
        </p:nvCxnSpPr>
        <p:spPr>
          <a:xfrm>
            <a:off x="2325150"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8E551238-8505-44AF-A15D-3ABA2821CB1A}"/>
              </a:ext>
            </a:extLst>
          </p:cNvPr>
          <p:cNvCxnSpPr/>
          <p:nvPr/>
        </p:nvCxnSpPr>
        <p:spPr>
          <a:xfrm>
            <a:off x="4404360"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7CAEB58F-21E1-4BC9-A9B6-7861F2EB0EE8}"/>
              </a:ext>
            </a:extLst>
          </p:cNvPr>
          <p:cNvCxnSpPr/>
          <p:nvPr/>
        </p:nvCxnSpPr>
        <p:spPr>
          <a:xfrm>
            <a:off x="6503358" y="462024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8A1B601-A83A-4342-8ABE-4DD71B6B282F}"/>
                  </a:ext>
                </a:extLst>
              </p:cNvPr>
              <p:cNvSpPr txBox="1">
                <a:spLocks/>
              </p:cNvSpPr>
              <p:nvPr/>
            </p:nvSpPr>
            <p:spPr>
              <a:xfrm>
                <a:off x="574474" y="5351802"/>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𝑙𝑖𝑠</m:t>
                      </m:r>
                      <m:d>
                        <m:dPr>
                          <m:ctrlPr>
                            <a:rPr lang="en-US" altLang="zh-TW" sz="2800" b="0" i="1" smtClean="0">
                              <a:latin typeface="Cambria Math" panose="02040503050406030204" pitchFamily="18" charset="0"/>
                              <a:cs typeface="Times New Roman" panose="02020603050405020304" pitchFamily="18" charset="0"/>
                            </a:rPr>
                          </m:ctrlPr>
                        </m:dPr>
                        <m:e>
                          <m:r>
                            <a:rPr lang="zh-TW" altLang="en-US" sz="2800" b="0" i="1" smtClean="0">
                              <a:latin typeface="Cambria Math" panose="02040503050406030204" pitchFamily="18" charset="0"/>
                              <a:cs typeface="Times New Roman" panose="02020603050405020304" pitchFamily="18" charset="0"/>
                            </a:rPr>
                            <m:t>𝜏</m:t>
                          </m:r>
                        </m:e>
                      </m:d>
                      <m:r>
                        <a:rPr lang="en-US" altLang="zh-TW" sz="2800" b="0" i="1" smtClean="0">
                          <a:latin typeface="Cambria Math" panose="02040503050406030204" pitchFamily="18" charset="0"/>
                          <a:cs typeface="Times New Roman" panose="02020603050405020304" pitchFamily="18" charset="0"/>
                        </a:rPr>
                        <m:t>=4</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8A1B601-A83A-4342-8ABE-4DD71B6B282F}"/>
                  </a:ext>
                </a:extLst>
              </p:cNvPr>
              <p:cNvSpPr txBox="1">
                <a:spLocks noRot="1" noChangeAspect="1" noMove="1" noResize="1" noEditPoints="1" noAdjustHandles="1" noChangeArrowheads="1" noChangeShapeType="1" noTextEdit="1"/>
              </p:cNvSpPr>
              <p:nvPr/>
            </p:nvSpPr>
            <p:spPr>
              <a:xfrm>
                <a:off x="574474" y="5351802"/>
                <a:ext cx="7886700" cy="583367"/>
              </a:xfrm>
              <a:prstGeom prst="rect">
                <a:avLst/>
              </a:prstGeom>
              <a:blipFill>
                <a:blip r:embed="rId46"/>
                <a:stretch>
                  <a:fillRect l="-46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160C2DB3-3B85-4264-B345-1FE051B43411}"/>
                  </a:ext>
                </a:extLst>
              </p:cNvPr>
              <p:cNvSpPr txBox="1">
                <a:spLocks/>
              </p:cNvSpPr>
              <p:nvPr/>
            </p:nvSpPr>
            <p:spPr>
              <a:xfrm>
                <a:off x="4824054" y="5894020"/>
                <a:ext cx="355833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
                    </m:oMathParaPr>
                    <m:oMath xmlns:m="http://schemas.openxmlformats.org/officeDocument/2006/math">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dirty="0" smtClean="0">
                          <a:solidFill>
                            <a:srgbClr val="0070C0"/>
                          </a:solidFill>
                          <a:latin typeface="Times New Roman" panose="02020603050405020304" pitchFamily="18" charset="0"/>
                          <a:cs typeface="Times New Roman" panose="02020603050405020304" pitchFamily="18" charset="0"/>
                        </a:rPr>
                        <m:t>(</m:t>
                      </m:r>
                      <m:r>
                        <a:rPr lang="en-US" altLang="zh-TW" sz="2400" i="1">
                          <a:solidFill>
                            <a:srgbClr val="0070C0"/>
                          </a:solidFill>
                          <a:latin typeface="Cambria Math" panose="02040503050406030204" pitchFamily="18" charset="0"/>
                        </a:rPr>
                        <m:t>𝑛</m:t>
                      </m:r>
                      <m:func>
                        <m:funcPr>
                          <m:ctrlPr>
                            <a:rPr lang="en-US" altLang="zh-TW" sz="2400" i="1">
                              <a:solidFill>
                                <a:srgbClr val="0070C0"/>
                              </a:solidFill>
                              <a:latin typeface="Cambria Math" panose="02040503050406030204" pitchFamily="18" charset="0"/>
                            </a:rPr>
                          </m:ctrlPr>
                        </m:funcPr>
                        <m:fName>
                          <m:r>
                            <m:rPr>
                              <m:sty m:val="p"/>
                            </m:rPr>
                            <a:rPr lang="en-US" altLang="zh-TW" sz="2400">
                              <a:solidFill>
                                <a:srgbClr val="0070C0"/>
                              </a:solidFill>
                              <a:latin typeface="Cambria Math" panose="02040503050406030204" pitchFamily="18" charset="0"/>
                            </a:rPr>
                            <m:t>log</m:t>
                          </m:r>
                        </m:fName>
                        <m:e>
                          <m:r>
                            <a:rPr lang="en-US" altLang="zh-TW" sz="2400" i="1">
                              <a:solidFill>
                                <a:srgbClr val="0070C0"/>
                              </a:solidFill>
                              <a:latin typeface="Cambria Math" panose="02040503050406030204" pitchFamily="18" charset="0"/>
                            </a:rPr>
                            <m:t>𝑛</m:t>
                          </m:r>
                        </m:e>
                      </m:func>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time</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and</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space</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160C2DB3-3B85-4264-B345-1FE051B43411}"/>
                  </a:ext>
                </a:extLst>
              </p:cNvPr>
              <p:cNvSpPr txBox="1">
                <a:spLocks noRot="1" noChangeAspect="1" noMove="1" noResize="1" noEditPoints="1" noAdjustHandles="1" noChangeArrowheads="1" noChangeShapeType="1" noTextEdit="1"/>
              </p:cNvSpPr>
              <p:nvPr/>
            </p:nvSpPr>
            <p:spPr>
              <a:xfrm>
                <a:off x="4824054" y="5894020"/>
                <a:ext cx="3558333" cy="583367"/>
              </a:xfrm>
              <a:prstGeom prst="rect">
                <a:avLst/>
              </a:prstGeom>
              <a:blipFill>
                <a:blip r:embed="rId47"/>
                <a:stretch>
                  <a:fillRect b="-104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7588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Patience Sorting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grpSp>
        <p:nvGrpSpPr>
          <p:cNvPr id="68" name="群組 67">
            <a:extLst>
              <a:ext uri="{FF2B5EF4-FFF2-40B4-BE49-F238E27FC236}">
                <a16:creationId xmlns:a16="http://schemas.microsoft.com/office/drawing/2014/main" id="{0050684E-DDE6-485D-A573-EB2A48E4A7CC}"/>
              </a:ext>
            </a:extLst>
          </p:cNvPr>
          <p:cNvGrpSpPr/>
          <p:nvPr/>
        </p:nvGrpSpPr>
        <p:grpSpPr>
          <a:xfrm>
            <a:off x="2612660" y="1876080"/>
            <a:ext cx="2441951" cy="2339816"/>
            <a:chOff x="5428799" y="1859328"/>
            <a:chExt cx="2441951" cy="2339816"/>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428799" y="1859328"/>
              <a:ext cx="2441951" cy="2339816"/>
              <a:chOff x="1152482" y="-571452"/>
              <a:chExt cx="2441951" cy="2339816"/>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152482" y="1245144"/>
                    <a:ext cx="2441951" cy="523220"/>
                  </a:xfrm>
                  <a:prstGeom prst="rect">
                    <a:avLst/>
                  </a:prstGeom>
                  <a:noFill/>
                </p:spPr>
                <p:txBody>
                  <a:bodyPr wrap="none" rtlCol="0">
                    <a:spAutoFit/>
                  </a:bodyPr>
                  <a:lstStyle/>
                  <a:p>
                    <a14:m>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b="0" i="0" smtClean="0">
                                <a:latin typeface="Cambria Math" panose="02040503050406030204" pitchFamily="18" charset="0"/>
                                <a:cs typeface="Times New Roman" panose="02020603050405020304" pitchFamily="18" charset="0"/>
                              </a:rPr>
                              <m:t>1</m:t>
                            </m:r>
                          </m:sub>
                        </m:sSub>
                      </m:oMath>
                    </a14:m>
                    <a:r>
                      <a:rPr lang="zh-TW" altLang="en-US" sz="2800" dirty="0">
                        <a:latin typeface="Times New Roman" panose="02020603050405020304" pitchFamily="18" charset="0"/>
                        <a:cs typeface="Times New Roman" panose="02020603050405020304" pitchFamily="18" charset="0"/>
                      </a:rPr>
                      <a:t>   </a:t>
                    </a:r>
                    <a14:m>
                      <m:oMath xmlns:m="http://schemas.openxmlformats.org/officeDocument/2006/math">
                        <m:r>
                          <a:rPr lang="zh-TW" altLang="en-US" sz="2800" b="0" i="0">
                            <a:latin typeface="Cambria Math" panose="02040503050406030204" pitchFamily="18" charset="0"/>
                            <a:cs typeface="Times New Roman" panose="02020603050405020304" pitchFamily="18" charset="0"/>
                          </a:rPr>
                          <m:t> </m:t>
                        </m:r>
                        <m:sSub>
                          <m:sSubPr>
                            <m:ctrlPr>
                              <a:rPr lang="en-US" altLang="zh-TW" sz="2800" b="0" i="1" smtClean="0">
                                <a:latin typeface="Cambria Math" panose="02040503050406030204" pitchFamily="18" charset="0"/>
                                <a:cs typeface="Times New Roman" panose="02020603050405020304" pitchFamily="18" charset="0"/>
                              </a:rPr>
                            </m:ctrlPr>
                          </m:sSubPr>
                          <m:e>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2</m:t>
                            </m:r>
                          </m:sub>
                        </m:sSub>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3</m:t>
                            </m:r>
                          </m:sub>
                        </m:sSub>
                        <m:sSub>
                          <m:sSubPr>
                            <m:ctrlPr>
                              <a:rPr lang="en-US" altLang="zh-TW" sz="2800" b="0" i="1" smtClean="0">
                                <a:latin typeface="Cambria Math" panose="02040503050406030204" pitchFamily="18" charset="0"/>
                                <a:cs typeface="Times New Roman" panose="02020603050405020304" pitchFamily="18" charset="0"/>
                              </a:rPr>
                            </m:ctrlPr>
                          </m:sSubPr>
                          <m:e>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a:rPr lang="zh-TW" altLang="en-US" sz="2800" i="0">
                                <a:latin typeface="Cambria Math" panose="02040503050406030204" pitchFamily="18" charset="0"/>
                                <a:cs typeface="Times New Roman" panose="02020603050405020304" pitchFamily="18" charset="0"/>
                              </a:rPr>
                              <m:t> </m:t>
                            </m:r>
                            <m:r>
                              <a:rPr lang="en-US" altLang="zh-TW" sz="2800" b="0" i="0" smtClean="0">
                                <a:latin typeface="Cambria Math" panose="02040503050406030204" pitchFamily="18" charset="0"/>
                                <a:cs typeface="Times New Roman" panose="02020603050405020304" pitchFamily="18" charset="0"/>
                              </a:rPr>
                              <m:t> </m:t>
                            </m:r>
                            <m:r>
                              <m:rPr>
                                <m:sty m:val="p"/>
                              </m:rPr>
                              <a:rPr lang="en-US" altLang="zh-TW" sz="2800" b="0" i="0" smtClean="0">
                                <a:latin typeface="Cambria Math" panose="02040503050406030204" pitchFamily="18" charset="0"/>
                                <a:cs typeface="Times New Roman" panose="02020603050405020304" pitchFamily="18" charset="0"/>
                              </a:rPr>
                              <m:t>P</m:t>
                            </m:r>
                          </m:e>
                          <m:sub>
                            <m:r>
                              <a:rPr lang="en-US" altLang="zh-TW" sz="2800" i="0">
                                <a:latin typeface="Cambria Math" panose="02040503050406030204" pitchFamily="18" charset="0"/>
                                <a:cs typeface="Times New Roman" panose="02020603050405020304" pitchFamily="18" charset="0"/>
                              </a:rPr>
                              <m:t>4</m:t>
                            </m:r>
                          </m:sub>
                        </m:sSub>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152482" y="1245144"/>
                    <a:ext cx="2441951"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229360" y="642997"/>
                    <a:ext cx="2268570" cy="523220"/>
                  </a:xfrm>
                  <a:prstGeom prst="rect">
                    <a:avLst/>
                  </a:prstGeom>
                  <a:noFill/>
                </p:spPr>
                <p:txBody>
                  <a:bodyPr wrap="none" rtlCol="0">
                    <a:spAutoFit/>
                  </a:bodyPr>
                  <a:lstStyle/>
                  <a:p>
                    <a14:m>
                      <m:oMath xmlns:m="http://schemas.openxmlformats.org/officeDocument/2006/math">
                        <m:r>
                          <a:rPr lang="en-US" altLang="zh-TW" sz="2800" i="0" smtClean="0">
                            <a:solidFill>
                              <a:schemeClr val="tx1"/>
                            </a:solidFill>
                            <a:latin typeface="Cambria Math" panose="02040503050406030204" pitchFamily="18" charset="0"/>
                            <a:cs typeface="Times New Roman" panose="02020603050405020304" pitchFamily="18" charset="0"/>
                          </a:rPr>
                          <m:t>2</m:t>
                        </m:r>
                      </m:oMath>
                    </a14:m>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8</a:t>
                    </a:r>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9</a:t>
                    </a:r>
                    <a:r>
                      <a:rPr lang="zh-TW" altLang="en-US" sz="2800" dirty="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7</a:t>
                    </a:r>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3" name="文字方塊 72">
                    <a:extLst>
                      <a:ext uri="{FF2B5EF4-FFF2-40B4-BE49-F238E27FC236}">
                        <a16:creationId xmlns:a16="http://schemas.microsoft.com/office/drawing/2014/main" id="{2BCAF684-64D6-42CE-8D75-49C9A03C4BBD}"/>
                      </a:ext>
                    </a:extLst>
                  </p:cNvPr>
                  <p:cNvSpPr txBox="1">
                    <a:spLocks noRot="1" noChangeAspect="1" noMove="1" noResize="1" noEditPoints="1" noAdjustHandles="1" noChangeArrowheads="1" noChangeShapeType="1" noTextEdit="1"/>
                  </p:cNvSpPr>
                  <p:nvPr/>
                </p:nvSpPr>
                <p:spPr>
                  <a:xfrm>
                    <a:off x="1229360" y="642997"/>
                    <a:ext cx="2268570" cy="523220"/>
                  </a:xfrm>
                  <a:prstGeom prst="rect">
                    <a:avLst/>
                  </a:prstGeom>
                  <a:blipFill>
                    <a:blip r:embed="rId4"/>
                    <a:stretch>
                      <a:fillRect t="-12791" r="-4570" b="-313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 name="文字方塊 89">
                    <a:extLst>
                      <a:ext uri="{FF2B5EF4-FFF2-40B4-BE49-F238E27FC236}">
                        <a16:creationId xmlns:a16="http://schemas.microsoft.com/office/drawing/2014/main" id="{C4CA54FF-BE6B-4A34-BF5B-856540CC4472}"/>
                      </a:ext>
                    </a:extLst>
                  </p:cNvPr>
                  <p:cNvSpPr txBox="1"/>
                  <p:nvPr/>
                </p:nvSpPr>
                <p:spPr>
                  <a:xfrm>
                    <a:off x="1229360" y="18037"/>
                    <a:ext cx="2268570" cy="523220"/>
                  </a:xfrm>
                  <a:prstGeom prst="rect">
                    <a:avLst/>
                  </a:prstGeom>
                  <a:noFill/>
                </p:spPr>
                <p:txBody>
                  <a:bodyPr wrap="none" rtlCol="0">
                    <a:spAutoFit/>
                  </a:bodyPr>
                  <a:lstStyle/>
                  <a:p>
                    <a14:m>
                      <m:oMath xmlns:m="http://schemas.openxmlformats.org/officeDocument/2006/math">
                        <m:r>
                          <a:rPr lang="en-US" altLang="zh-TW" sz="2800" b="0" i="0" smtClean="0">
                            <a:solidFill>
                              <a:schemeClr val="tx1"/>
                            </a:solidFill>
                            <a:latin typeface="Cambria Math" panose="02040503050406030204" pitchFamily="18" charset="0"/>
                            <a:cs typeface="Times New Roman" panose="02020603050405020304" pitchFamily="18" charset="0"/>
                          </a:rPr>
                          <m:t>1</m:t>
                        </m:r>
                      </m:oMath>
                    </a14:m>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4</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5</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90" name="文字方塊 89">
                    <a:extLst>
                      <a:ext uri="{FF2B5EF4-FFF2-40B4-BE49-F238E27FC236}">
                        <a16:creationId xmlns:a16="http://schemas.microsoft.com/office/drawing/2014/main" id="{C4CA54FF-BE6B-4A34-BF5B-856540CC4472}"/>
                      </a:ext>
                    </a:extLst>
                  </p:cNvPr>
                  <p:cNvSpPr txBox="1">
                    <a:spLocks noRot="1" noChangeAspect="1" noMove="1" noResize="1" noEditPoints="1" noAdjustHandles="1" noChangeArrowheads="1" noChangeShapeType="1" noTextEdit="1"/>
                  </p:cNvSpPr>
                  <p:nvPr/>
                </p:nvSpPr>
                <p:spPr>
                  <a:xfrm>
                    <a:off x="1229360" y="18037"/>
                    <a:ext cx="2268570" cy="523220"/>
                  </a:xfrm>
                  <a:prstGeom prst="rect">
                    <a:avLst/>
                  </a:prstGeom>
                  <a:blipFill>
                    <a:blip r:embed="rId5"/>
                    <a:stretch>
                      <a:fillRect t="-11628" r="-4570" b="-31395"/>
                    </a:stretch>
                  </a:blipFill>
                </p:spPr>
                <p:txBody>
                  <a:bodyPr/>
                  <a:lstStyle/>
                  <a:p>
                    <a:r>
                      <a:rPr lang="zh-TW" altLang="en-US">
                        <a:noFill/>
                      </a:rPr>
                      <a:t> </a:t>
                    </a:r>
                  </a:p>
                </p:txBody>
              </p:sp>
            </mc:Fallback>
          </mc:AlternateContent>
          <p:sp>
            <p:nvSpPr>
              <p:cNvPr id="91" name="文字方塊 90">
                <a:extLst>
                  <a:ext uri="{FF2B5EF4-FFF2-40B4-BE49-F238E27FC236}">
                    <a16:creationId xmlns:a16="http://schemas.microsoft.com/office/drawing/2014/main" id="{D05B7B5E-7BA0-46DC-96F7-9141414A9A51}"/>
                  </a:ext>
                </a:extLst>
              </p:cNvPr>
              <p:cNvSpPr txBox="1"/>
              <p:nvPr/>
            </p:nvSpPr>
            <p:spPr>
              <a:xfrm>
                <a:off x="1849059" y="-571452"/>
                <a:ext cx="434898"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p:txBody>
          </p:sp>
        </p:grpSp>
        <p:cxnSp>
          <p:nvCxnSpPr>
            <p:cNvPr id="71" name="直線接點 70">
              <a:extLst>
                <a:ext uri="{FF2B5EF4-FFF2-40B4-BE49-F238E27FC236}">
                  <a16:creationId xmlns:a16="http://schemas.microsoft.com/office/drawing/2014/main" id="{7856D62B-CE1C-4AC0-B32F-7D0416BFB573}"/>
                </a:ext>
              </a:extLst>
            </p:cNvPr>
            <p:cNvCxnSpPr>
              <a:cxnSpLocks/>
            </p:cNvCxnSpPr>
            <p:nvPr/>
          </p:nvCxnSpPr>
          <p:spPr>
            <a:xfrm>
              <a:off x="5525304" y="3596997"/>
              <a:ext cx="22489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18013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180135"/>
                <a:ext cx="7886700" cy="583367"/>
              </a:xfrm>
              <a:prstGeom prst="rect">
                <a:avLst/>
              </a:prstGeom>
              <a:blipFill>
                <a:blip r:embed="rId6"/>
                <a:stretch>
                  <a:fillRect l="-1624" t="-9474"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88A1B601-A83A-4342-8ABE-4DD71B6B282F}"/>
                  </a:ext>
                </a:extLst>
              </p:cNvPr>
              <p:cNvSpPr txBox="1">
                <a:spLocks/>
              </p:cNvSpPr>
              <p:nvPr/>
            </p:nvSpPr>
            <p:spPr>
              <a:xfrm>
                <a:off x="570805" y="4547004"/>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𝑑𝑒𝑐𝑟𝑒𝑎𝑠𝑖𝑛𝑔</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𝑠𝑢𝑏𝑠𝑒𝑞𝑢𝑒𝑛𝑐𝑒</m:t>
                    </m:r>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88A1B601-A83A-4342-8ABE-4DD71B6B282F}"/>
                  </a:ext>
                </a:extLst>
              </p:cNvPr>
              <p:cNvSpPr txBox="1">
                <a:spLocks noRot="1" noChangeAspect="1" noMove="1" noResize="1" noEditPoints="1" noAdjustHandles="1" noChangeArrowheads="1" noChangeShapeType="1" noTextEdit="1"/>
              </p:cNvSpPr>
              <p:nvPr/>
            </p:nvSpPr>
            <p:spPr>
              <a:xfrm>
                <a:off x="570805" y="4547004"/>
                <a:ext cx="7886700" cy="583367"/>
              </a:xfrm>
              <a:prstGeom prst="rect">
                <a:avLst/>
              </a:prstGeom>
              <a:blipFill>
                <a:blip r:embed="rId12"/>
                <a:stretch>
                  <a:fillRect t="-9375" b="-197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50818103-E21D-4D24-BE15-1B8265CFB90F}"/>
                  </a:ext>
                </a:extLst>
              </p:cNvPr>
              <p:cNvSpPr txBox="1">
                <a:spLocks/>
              </p:cNvSpPr>
              <p:nvPr/>
            </p:nvSpPr>
            <p:spPr>
              <a:xfrm>
                <a:off x="570805" y="5159993"/>
                <a:ext cx="10626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2, 1</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50818103-E21D-4D24-BE15-1B8265CFB90F}"/>
                  </a:ext>
                </a:extLst>
              </p:cNvPr>
              <p:cNvSpPr txBox="1">
                <a:spLocks noRot="1" noChangeAspect="1" noMove="1" noResize="1" noEditPoints="1" noAdjustHandles="1" noChangeArrowheads="1" noChangeShapeType="1" noTextEdit="1"/>
              </p:cNvSpPr>
              <p:nvPr/>
            </p:nvSpPr>
            <p:spPr>
              <a:xfrm>
                <a:off x="570805" y="5159993"/>
                <a:ext cx="1062695" cy="583367"/>
              </a:xfrm>
              <a:prstGeom prst="rect">
                <a:avLst/>
              </a:prstGeom>
              <a:blipFill>
                <a:blip r:embed="rId13"/>
                <a:stretch>
                  <a:fillRect l="-28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C1199CFF-839B-480A-A1A8-37FB33EE4BA0}"/>
                  </a:ext>
                </a:extLst>
              </p:cNvPr>
              <p:cNvSpPr txBox="1">
                <a:spLocks/>
              </p:cNvSpPr>
              <p:nvPr/>
            </p:nvSpPr>
            <p:spPr>
              <a:xfrm>
                <a:off x="2689538" y="5159993"/>
                <a:ext cx="145871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8, 4, 3</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3" name="標題 1">
                <a:extLst>
                  <a:ext uri="{FF2B5EF4-FFF2-40B4-BE49-F238E27FC236}">
                    <a16:creationId xmlns:a16="http://schemas.microsoft.com/office/drawing/2014/main" id="{C1199CFF-839B-480A-A1A8-37FB33EE4BA0}"/>
                  </a:ext>
                </a:extLst>
              </p:cNvPr>
              <p:cNvSpPr txBox="1">
                <a:spLocks noRot="1" noChangeAspect="1" noMove="1" noResize="1" noEditPoints="1" noAdjustHandles="1" noChangeArrowheads="1" noChangeShapeType="1" noTextEdit="1"/>
              </p:cNvSpPr>
              <p:nvPr/>
            </p:nvSpPr>
            <p:spPr>
              <a:xfrm>
                <a:off x="2689538" y="5159993"/>
                <a:ext cx="1458716" cy="583367"/>
              </a:xfrm>
              <a:prstGeom prst="rect">
                <a:avLst/>
              </a:prstGeom>
              <a:blipFill>
                <a:blip r:embed="rId14"/>
                <a:stretch>
                  <a:fillRect l="-20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4" name="標題 1">
                <a:extLst>
                  <a:ext uri="{FF2B5EF4-FFF2-40B4-BE49-F238E27FC236}">
                    <a16:creationId xmlns:a16="http://schemas.microsoft.com/office/drawing/2014/main" id="{B8765B70-A186-484A-ABE7-4A9730FFB7D2}"/>
                  </a:ext>
                </a:extLst>
              </p:cNvPr>
              <p:cNvSpPr txBox="1">
                <a:spLocks/>
              </p:cNvSpPr>
              <p:nvPr/>
            </p:nvSpPr>
            <p:spPr>
              <a:xfrm>
                <a:off x="4808270" y="5159993"/>
                <a:ext cx="145871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9, 5</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4" name="標題 1">
                <a:extLst>
                  <a:ext uri="{FF2B5EF4-FFF2-40B4-BE49-F238E27FC236}">
                    <a16:creationId xmlns:a16="http://schemas.microsoft.com/office/drawing/2014/main" id="{B8765B70-A186-484A-ABE7-4A9730FFB7D2}"/>
                  </a:ext>
                </a:extLst>
              </p:cNvPr>
              <p:cNvSpPr txBox="1">
                <a:spLocks noRot="1" noChangeAspect="1" noMove="1" noResize="1" noEditPoints="1" noAdjustHandles="1" noChangeArrowheads="1" noChangeShapeType="1" noTextEdit="1"/>
              </p:cNvSpPr>
              <p:nvPr/>
            </p:nvSpPr>
            <p:spPr>
              <a:xfrm>
                <a:off x="4808270" y="5159993"/>
                <a:ext cx="1458716" cy="583367"/>
              </a:xfrm>
              <a:prstGeom prst="rect">
                <a:avLst/>
              </a:prstGeom>
              <a:blipFill>
                <a:blip r:embed="rId15"/>
                <a:stretch>
                  <a:fillRect l="-20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5" name="標題 1">
                <a:extLst>
                  <a:ext uri="{FF2B5EF4-FFF2-40B4-BE49-F238E27FC236}">
                    <a16:creationId xmlns:a16="http://schemas.microsoft.com/office/drawing/2014/main" id="{9D63B797-E7B8-4E5F-A2B9-824FC83146A3}"/>
                  </a:ext>
                </a:extLst>
              </p:cNvPr>
              <p:cNvSpPr txBox="1">
                <a:spLocks/>
              </p:cNvSpPr>
              <p:nvPr/>
            </p:nvSpPr>
            <p:spPr>
              <a:xfrm>
                <a:off x="6956624" y="5159993"/>
                <a:ext cx="205740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7, 6</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5" name="標題 1">
                <a:extLst>
                  <a:ext uri="{FF2B5EF4-FFF2-40B4-BE49-F238E27FC236}">
                    <a16:creationId xmlns:a16="http://schemas.microsoft.com/office/drawing/2014/main" id="{9D63B797-E7B8-4E5F-A2B9-824FC83146A3}"/>
                  </a:ext>
                </a:extLst>
              </p:cNvPr>
              <p:cNvSpPr txBox="1">
                <a:spLocks noRot="1" noChangeAspect="1" noMove="1" noResize="1" noEditPoints="1" noAdjustHandles="1" noChangeArrowheads="1" noChangeShapeType="1" noTextEdit="1"/>
              </p:cNvSpPr>
              <p:nvPr/>
            </p:nvSpPr>
            <p:spPr>
              <a:xfrm>
                <a:off x="6956624" y="5159993"/>
                <a:ext cx="2057401" cy="583367"/>
              </a:xfrm>
              <a:prstGeom prst="rect">
                <a:avLst/>
              </a:prstGeom>
              <a:blipFill>
                <a:blip r:embed="rId16"/>
                <a:stretch>
                  <a:fillRect l="-147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3667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Another way (for permutation input)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grpSp>
        <p:nvGrpSpPr>
          <p:cNvPr id="67" name="群組 66">
            <a:extLst>
              <a:ext uri="{FF2B5EF4-FFF2-40B4-BE49-F238E27FC236}">
                <a16:creationId xmlns:a16="http://schemas.microsoft.com/office/drawing/2014/main" id="{DD0F3B8C-67A4-46F3-B486-2B9F123B9AC8}"/>
              </a:ext>
            </a:extLst>
          </p:cNvPr>
          <p:cNvGrpSpPr/>
          <p:nvPr/>
        </p:nvGrpSpPr>
        <p:grpSpPr>
          <a:xfrm>
            <a:off x="7070115" y="4077401"/>
            <a:ext cx="1324273" cy="1421948"/>
            <a:chOff x="9501670" y="2670251"/>
            <a:chExt cx="1324273" cy="1421948"/>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3006585"/>
              <a:ext cx="1324273" cy="1085614"/>
              <a:chOff x="5505677" y="3014978"/>
              <a:chExt cx="1324273" cy="1085614"/>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1</m:t>
                              </m:r>
                            </m:sub>
                          </m:sSub>
                        </m:oMath>
                      </a14:m>
                      <a:r>
                        <a:rPr lang="zh-TW" alt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zh-TW" altLang="en-US" b="0" i="0">
                              <a:solidFill>
                                <a:schemeClr val="tx1"/>
                              </a:solidFill>
                              <a:latin typeface="Cambria Math" panose="02040503050406030204" pitchFamily="18" charset="0"/>
                              <a:cs typeface="Times New Roman" panose="02020603050405020304" pitchFamily="18" charset="0"/>
                            </a:rPr>
                            <m:t> </m:t>
                          </m:r>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2</m:t>
                              </m:r>
                            </m:sub>
                          </m:sSub>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b="0" i="0">
                                  <a:solidFill>
                                    <a:schemeClr val="tx1"/>
                                  </a:solidFill>
                                  <a:latin typeface="Cambria Math" panose="02040503050406030204" pitchFamily="18" charset="0"/>
                                  <a:cs typeface="Times New Roman" panose="02020603050405020304" pitchFamily="18" charset="0"/>
                                </a:rPr>
                                <m:t>  </m:t>
                              </m:r>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3</m:t>
                              </m:r>
                            </m:sub>
                          </m:sSub>
                          <m:sSub>
                            <m:sSubPr>
                              <m:ctrlPr>
                                <a:rPr lang="en-US" altLang="zh-TW" i="1" smtClean="0">
                                  <a:solidFill>
                                    <a:schemeClr val="tx1"/>
                                  </a:solidFill>
                                  <a:latin typeface="Cambria Math" panose="02040503050406030204" pitchFamily="18" charset="0"/>
                                  <a:cs typeface="Times New Roman" panose="02020603050405020304" pitchFamily="18" charset="0"/>
                                </a:rPr>
                              </m:ctrlPr>
                            </m:sSubPr>
                            <m:e>
                              <m:r>
                                <a:rPr lang="zh-TW" altLang="en-US" b="0" i="0">
                                  <a:solidFill>
                                    <a:schemeClr val="tx1"/>
                                  </a:solidFill>
                                  <a:latin typeface="Cambria Math" panose="02040503050406030204" pitchFamily="18" charset="0"/>
                                  <a:cs typeface="Times New Roman" panose="02020603050405020304" pitchFamily="18" charset="0"/>
                                </a:rPr>
                                <m:t>  </m:t>
                              </m:r>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a:solidFill>
                                    <a:schemeClr val="tx1"/>
                                  </a:solidFill>
                                  <a:latin typeface="Cambria Math" panose="02040503050406030204" pitchFamily="18" charset="0"/>
                                  <a:cs typeface="Times New Roman" panose="02020603050405020304" pitchFamily="18" charset="0"/>
                                </a:rPr>
                                <m:t>4</m:t>
                              </m:r>
                            </m:sub>
                          </m:sSub>
                        </m:oMath>
                      </a14:m>
                      <a:endParaRPr lang="zh-TW"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a:blip r:embed="rId29"/>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b="0" i="0" smtClean="0">
                              <a:solidFill>
                                <a:schemeClr val="tx1"/>
                              </a:solidFill>
                              <a:latin typeface="Cambria Math" panose="02040503050406030204" pitchFamily="18" charset="0"/>
                              <a:cs typeface="Times New Roman" panose="02020603050405020304" pitchFamily="18" charset="0"/>
                            </a:rPr>
                            <m:t>2</m:t>
                          </m:r>
                        </m:oMath>
                      </a14:m>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8</a:t>
                      </a:r>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9</a:t>
                      </a:r>
                      <a:r>
                        <a:rPr lang="zh-TW" altLang="en-US">
                          <a:solidFill>
                            <a:schemeClr val="tx1"/>
                          </a:solidFill>
                          <a:latin typeface="Times New Roman" panose="02020603050405020304" pitchFamily="18" charset="0"/>
                          <a:cs typeface="Times New Roman" panose="02020603050405020304" pitchFamily="18" charset="0"/>
                        </a:rPr>
                        <a:t>   </a:t>
                      </a:r>
                      <a:r>
                        <a:rPr lang="en-US" altLang="zh-TW">
                          <a:solidFill>
                            <a:schemeClr val="tx1"/>
                          </a:solidFill>
                          <a:latin typeface="Times New Roman" panose="02020603050405020304" pitchFamily="18" charset="0"/>
                          <a:cs typeface="Times New Roman" panose="02020603050405020304" pitchFamily="18" charset="0"/>
                        </a:rPr>
                        <a:t>7</a:t>
                      </a:r>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6" name="文字方塊 255"/>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rotWithShape="0">
                      <a:blip r:embed="rId34"/>
                      <a:stretch>
                        <a:fillRect t="-8197" r="-362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64C48A17-6E19-43C5-9B5E-5D2494263F77}"/>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4</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7" name="文字方塊 25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35"/>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74683F1C-D7B9-4DAD-B273-87AACBFD987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1</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58" name="文字方塊 25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36"/>
                      <a:stretch>
                        <a:fillRect r="-183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6" name="文字方塊 75">
                      <a:extLst>
                        <a:ext uri="{FF2B5EF4-FFF2-40B4-BE49-F238E27FC236}">
                          <a16:creationId xmlns:a16="http://schemas.microsoft.com/office/drawing/2014/main" id="{129AB5FB-2789-4100-8673-53F8C5AED2F7}"/>
                        </a:ext>
                      </a:extLst>
                    </p:cNvPr>
                    <p:cNvSpPr txBox="1"/>
                    <p:nvPr/>
                  </p:nvSpPr>
                  <p:spPr>
                    <a:xfrm>
                      <a:off x="21234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6</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76" name="文字方塊 75">
                      <a:extLst>
                        <a:ext uri="{FF2B5EF4-FFF2-40B4-BE49-F238E27FC236}">
                          <a16:creationId xmlns:a16="http://schemas.microsoft.com/office/drawing/2014/main" id="{129AB5FB-2789-4100-8673-53F8C5AED2F7}"/>
                        </a:ext>
                      </a:extLst>
                    </p:cNvPr>
                    <p:cNvSpPr txBox="1">
                      <a:spLocks noRot="1" noChangeAspect="1" noMove="1" noResize="1" noEditPoints="1" noAdjustHandles="1" noChangeArrowheads="1" noChangeShapeType="1" noTextEdit="1"/>
                    </p:cNvSpPr>
                    <p:nvPr/>
                  </p:nvSpPr>
                  <p:spPr>
                    <a:xfrm>
                      <a:off x="2123410" y="584198"/>
                      <a:ext cx="296646" cy="369332"/>
                    </a:xfrm>
                    <a:prstGeom prst="rect">
                      <a:avLst/>
                    </a:prstGeom>
                    <a:blipFill>
                      <a:blip r:embed="rId37"/>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6A8769E6-64E0-4798-B1AB-2DD1115C40D7}"/>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0" smtClean="0">
                                <a:solidFill>
                                  <a:schemeClr val="tx1"/>
                                </a:solidFill>
                                <a:latin typeface="Cambria Math" panose="02040503050406030204" pitchFamily="18" charset="0"/>
                                <a:cs typeface="Times New Roman" panose="02020603050405020304" pitchFamily="18" charset="0"/>
                              </a:rPr>
                              <m:t>5</m:t>
                            </m:r>
                          </m:oMath>
                        </m:oMathPara>
                      </a14:m>
                      <a:endParaRPr lang="zh-TW" altLang="en-US">
                        <a:solidFill>
                          <a:schemeClr val="tx1"/>
                        </a:solidFill>
                        <a:latin typeface="Times New Roman" panose="02020603050405020304" pitchFamily="18" charset="0"/>
                        <a:cs typeface="Times New Roman" panose="02020603050405020304" pitchFamily="18" charset="0"/>
                      </a:endParaRPr>
                    </a:p>
                  </p:txBody>
                </p:sp>
              </mc:Choice>
              <mc:Fallback xmlns="">
                <p:sp>
                  <p:nvSpPr>
                    <p:cNvPr id="260" name="文字方塊 25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38"/>
                      <a:stretch>
                        <a:fillRect r="-1836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A37D10F3-D7B6-436E-9548-68D17DA14599}"/>
                    </a:ext>
                  </a:extLst>
                </p:cNvPr>
                <p:cNvSpPr txBox="1"/>
                <p:nvPr/>
              </p:nvSpPr>
              <p:spPr>
                <a:xfrm>
                  <a:off x="9828880" y="2670251"/>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62" name="文字方塊 261"/>
                <p:cNvSpPr txBox="1">
                  <a:spLocks noRot="1" noChangeAspect="1" noMove="1" noResize="1" noEditPoints="1" noAdjustHandles="1" noChangeArrowheads="1" noChangeShapeType="1" noTextEdit="1"/>
                </p:cNvSpPr>
                <p:nvPr/>
              </p:nvSpPr>
              <p:spPr>
                <a:xfrm>
                  <a:off x="9828880" y="2670251"/>
                  <a:ext cx="296646" cy="369332"/>
                </a:xfrm>
                <a:prstGeom prst="rect">
                  <a:avLst/>
                </a:prstGeom>
                <a:blipFill rotWithShape="0">
                  <a:blip r:embed="rId39"/>
                  <a:stretch>
                    <a:fillRect r="-183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234999"/>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234999"/>
                <a:ext cx="5708075" cy="583367"/>
              </a:xfrm>
              <a:prstGeom prst="rect">
                <a:avLst/>
              </a:prstGeom>
              <a:blipFill>
                <a:blip r:embed="rId61"/>
                <a:stretch>
                  <a:fillRect l="-2244" t="-9474" b="-20000"/>
                </a:stretch>
              </a:blipFill>
            </p:spPr>
            <p:txBody>
              <a:bodyPr/>
              <a:lstStyle/>
              <a:p>
                <a:r>
                  <a:rPr lang="zh-TW" altLang="en-US">
                    <a:noFill/>
                  </a:rPr>
                  <a:t> </a:t>
                </a:r>
              </a:p>
            </p:txBody>
          </p:sp>
        </mc:Fallback>
      </mc:AlternateContent>
      <p:cxnSp>
        <p:nvCxnSpPr>
          <p:cNvPr id="92" name="直線單箭頭接點 91">
            <a:extLst>
              <a:ext uri="{FF2B5EF4-FFF2-40B4-BE49-F238E27FC236}">
                <a16:creationId xmlns:a16="http://schemas.microsoft.com/office/drawing/2014/main" id="{498196F0-6A4A-4760-B5D4-90B82C41706B}"/>
              </a:ext>
            </a:extLst>
          </p:cNvPr>
          <p:cNvCxnSpPr/>
          <p:nvPr/>
        </p:nvCxnSpPr>
        <p:spPr>
          <a:xfrm>
            <a:off x="1245314"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EEAC0369-AE77-4354-B749-481E174FF733}"/>
              </a:ext>
            </a:extLst>
          </p:cNvPr>
          <p:cNvCxnSpPr/>
          <p:nvPr/>
        </p:nvCxnSpPr>
        <p:spPr>
          <a:xfrm>
            <a:off x="2933601"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08C50A83-4652-456F-9EBE-2C4291DB70BF}"/>
              </a:ext>
            </a:extLst>
          </p:cNvPr>
          <p:cNvCxnSpPr/>
          <p:nvPr/>
        </p:nvCxnSpPr>
        <p:spPr>
          <a:xfrm>
            <a:off x="4533495" y="3335711"/>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116A6C49-5C56-456F-8D8D-181A7D4B5E92}"/>
              </a:ext>
            </a:extLst>
          </p:cNvPr>
          <p:cNvCxnSpPr/>
          <p:nvPr/>
        </p:nvCxnSpPr>
        <p:spPr>
          <a:xfrm>
            <a:off x="570805"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83560D84-0F94-4F21-9FCD-7893A7828FC2}"/>
              </a:ext>
            </a:extLst>
          </p:cNvPr>
          <p:cNvCxnSpPr/>
          <p:nvPr/>
        </p:nvCxnSpPr>
        <p:spPr>
          <a:xfrm>
            <a:off x="2325150"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8E551238-8505-44AF-A15D-3ABA2821CB1A}"/>
              </a:ext>
            </a:extLst>
          </p:cNvPr>
          <p:cNvCxnSpPr/>
          <p:nvPr/>
        </p:nvCxnSpPr>
        <p:spPr>
          <a:xfrm>
            <a:off x="4404360"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7CAEB58F-21E1-4BC9-A9B6-7861F2EB0EE8}"/>
              </a:ext>
            </a:extLst>
          </p:cNvPr>
          <p:cNvCxnSpPr/>
          <p:nvPr/>
        </p:nvCxnSpPr>
        <p:spPr>
          <a:xfrm>
            <a:off x="6503358" y="5138409"/>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標題 1">
                <a:extLst>
                  <a:ext uri="{FF2B5EF4-FFF2-40B4-BE49-F238E27FC236}">
                    <a16:creationId xmlns:a16="http://schemas.microsoft.com/office/drawing/2014/main" id="{7EF2DFDC-8E71-4B8D-8FC5-40E3999471C4}"/>
                  </a:ext>
                </a:extLst>
              </p:cNvPr>
              <p:cNvSpPr txBox="1">
                <a:spLocks/>
              </p:cNvSpPr>
              <p:nvPr/>
            </p:nvSpPr>
            <p:spPr>
              <a:xfrm>
                <a:off x="4824054" y="5894020"/>
                <a:ext cx="355833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
                    </m:oMathParaPr>
                    <m:oMath xmlns:m="http://schemas.openxmlformats.org/officeDocument/2006/math">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dirty="0" smtClean="0">
                          <a:solidFill>
                            <a:srgbClr val="0070C0"/>
                          </a:solidFill>
                          <a:latin typeface="Times New Roman" panose="02020603050405020304" pitchFamily="18" charset="0"/>
                          <a:cs typeface="Times New Roman" panose="02020603050405020304" pitchFamily="18" charset="0"/>
                        </a:rPr>
                        <m:t>(</m:t>
                      </m:r>
                      <m:sSup>
                        <m:sSupPr>
                          <m:ctrlPr>
                            <a:rPr lang="en-US" altLang="zh-TW" sz="2400" i="1">
                              <a:solidFill>
                                <a:srgbClr val="0070C0"/>
                              </a:solidFill>
                              <a:latin typeface="Cambria Math" panose="02040503050406030204" pitchFamily="18" charset="0"/>
                              <a:cs typeface="Times New Roman" panose="02020603050405020304" pitchFamily="18" charset="0"/>
                            </a:rPr>
                          </m:ctrlPr>
                        </m:sSupPr>
                        <m:e>
                          <m:r>
                            <a:rPr lang="en-US" altLang="zh-TW" sz="2400" i="1">
                              <a:solidFill>
                                <a:srgbClr val="0070C0"/>
                              </a:solidFill>
                              <a:latin typeface="Cambria Math" panose="02040503050406030204" pitchFamily="18" charset="0"/>
                              <a:cs typeface="Times New Roman" panose="02020603050405020304" pitchFamily="18" charset="0"/>
                            </a:rPr>
                            <m:t>𝑛</m:t>
                          </m:r>
                        </m:e>
                        <m:sup>
                          <m:r>
                            <a:rPr lang="en-US" altLang="zh-TW" sz="2400" i="1">
                              <a:solidFill>
                                <a:srgbClr val="0070C0"/>
                              </a:solidFill>
                              <a:latin typeface="Cambria Math" panose="02040503050406030204" pitchFamily="18" charset="0"/>
                              <a:cs typeface="Times New Roman" panose="02020603050405020304" pitchFamily="18" charset="0"/>
                            </a:rPr>
                            <m:t>2</m:t>
                          </m:r>
                        </m:sup>
                      </m:sSup>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time</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and</m:t>
                      </m:r>
                      <m:r>
                        <m:rPr>
                          <m:nor/>
                        </m:rPr>
                        <a:rPr lang="en-US" altLang="zh-TW" sz="2400" dirty="0">
                          <a:solidFill>
                            <a:srgbClr val="0070C0"/>
                          </a:solidFill>
                          <a:latin typeface="Times New Roman" panose="02020603050405020304" pitchFamily="18" charset="0"/>
                          <a:cs typeface="Times New Roman" panose="02020603050405020304" pitchFamily="18" charset="0"/>
                        </a:rPr>
                        <m:t> </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O</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n</m:t>
                      </m:r>
                      <m:r>
                        <m:rPr>
                          <m:nor/>
                        </m:rPr>
                        <a:rPr lang="en-US" altLang="zh-TW" sz="2400" b="0" i="0" dirty="0" smtClean="0">
                          <a:solidFill>
                            <a:srgbClr val="0070C0"/>
                          </a:solidFill>
                          <a:latin typeface="Times New Roman" panose="02020603050405020304" pitchFamily="18" charset="0"/>
                          <a:cs typeface="Times New Roman" panose="02020603050405020304" pitchFamily="18" charset="0"/>
                        </a:rPr>
                        <m:t>) </m:t>
                      </m:r>
                      <m:r>
                        <m:rPr>
                          <m:nor/>
                        </m:rPr>
                        <a:rPr lang="en-US" altLang="zh-TW" sz="2400" dirty="0">
                          <a:solidFill>
                            <a:srgbClr val="0070C0"/>
                          </a:solidFill>
                          <a:latin typeface="Times New Roman" panose="02020603050405020304" pitchFamily="18" charset="0"/>
                          <a:cs typeface="Times New Roman" panose="02020603050405020304" pitchFamily="18" charset="0"/>
                        </a:rPr>
                        <m:t>space</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89" name="標題 1">
                <a:extLst>
                  <a:ext uri="{FF2B5EF4-FFF2-40B4-BE49-F238E27FC236}">
                    <a16:creationId xmlns:a16="http://schemas.microsoft.com/office/drawing/2014/main" id="{7EF2DFDC-8E71-4B8D-8FC5-40E3999471C4}"/>
                  </a:ext>
                </a:extLst>
              </p:cNvPr>
              <p:cNvSpPr txBox="1">
                <a:spLocks noRot="1" noChangeAspect="1" noMove="1" noResize="1" noEditPoints="1" noAdjustHandles="1" noChangeArrowheads="1" noChangeShapeType="1" noTextEdit="1"/>
              </p:cNvSpPr>
              <p:nvPr/>
            </p:nvSpPr>
            <p:spPr>
              <a:xfrm>
                <a:off x="4824054" y="5894020"/>
                <a:ext cx="3558333" cy="583367"/>
              </a:xfrm>
              <a:prstGeom prst="rect">
                <a:avLst/>
              </a:prstGeom>
              <a:blipFill>
                <a:blip r:embed="rId41"/>
                <a:stretch>
                  <a:fillRect b="-1042"/>
                </a:stretch>
              </a:blipFill>
            </p:spPr>
            <p:txBody>
              <a:bodyPr/>
              <a:lstStyle/>
              <a:p>
                <a:r>
                  <a:rPr lang="zh-TW" altLang="en-US">
                    <a:noFill/>
                  </a:rPr>
                  <a:t> </a:t>
                </a:r>
              </a:p>
            </p:txBody>
          </p:sp>
        </mc:Fallback>
      </mc:AlternateContent>
      <p:grpSp>
        <p:nvGrpSpPr>
          <p:cNvPr id="16" name="群組 15">
            <a:extLst>
              <a:ext uri="{FF2B5EF4-FFF2-40B4-BE49-F238E27FC236}">
                <a16:creationId xmlns:a16="http://schemas.microsoft.com/office/drawing/2014/main" id="{BF5AB28F-B7A8-4135-B0CF-1D09A1B0FCD8}"/>
              </a:ext>
            </a:extLst>
          </p:cNvPr>
          <p:cNvGrpSpPr/>
          <p:nvPr/>
        </p:nvGrpSpPr>
        <p:grpSpPr>
          <a:xfrm>
            <a:off x="570805" y="2927210"/>
            <a:ext cx="444737" cy="738665"/>
            <a:chOff x="1229360" y="931147"/>
            <a:chExt cx="444737" cy="738665"/>
          </a:xfrm>
        </p:grpSpPr>
        <p:grpSp>
          <p:nvGrpSpPr>
            <p:cNvPr id="17" name="群組 16">
              <a:extLst>
                <a:ext uri="{FF2B5EF4-FFF2-40B4-BE49-F238E27FC236}">
                  <a16:creationId xmlns:a16="http://schemas.microsoft.com/office/drawing/2014/main" id="{30F7D207-C180-45E8-9A78-45DC88A6B80D}"/>
                </a:ext>
              </a:extLst>
            </p:cNvPr>
            <p:cNvGrpSpPr/>
            <p:nvPr/>
          </p:nvGrpSpPr>
          <p:grpSpPr>
            <a:xfrm>
              <a:off x="1229360" y="931147"/>
              <a:ext cx="444737" cy="738665"/>
              <a:chOff x="1229360" y="931147"/>
              <a:chExt cx="444737" cy="738665"/>
            </a:xfrm>
          </p:grpSpPr>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3B9F2CC-029A-45B6-92FD-6A90133771EF}"/>
                      </a:ext>
                    </a:extLst>
                  </p:cNvPr>
                  <p:cNvSpPr txBox="1"/>
                  <p:nvPr/>
                </p:nvSpPr>
                <p:spPr>
                  <a:xfrm>
                    <a:off x="1229360" y="1300480"/>
                    <a:ext cx="444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23B9F2CC-029A-45B6-92FD-6A90133771EF}"/>
                      </a:ext>
                    </a:extLst>
                  </p:cNvPr>
                  <p:cNvSpPr txBox="1">
                    <a:spLocks noRot="1" noChangeAspect="1" noMove="1" noResize="1" noEditPoints="1" noAdjustHandles="1" noChangeArrowheads="1" noChangeShapeType="1" noTextEdit="1"/>
                  </p:cNvSpPr>
                  <p:nvPr/>
                </p:nvSpPr>
                <p:spPr>
                  <a:xfrm>
                    <a:off x="1229360" y="1300480"/>
                    <a:ext cx="444737" cy="369332"/>
                  </a:xfrm>
                  <a:prstGeom prst="rect">
                    <a:avLst/>
                  </a:prstGeom>
                  <a:blipFill>
                    <a:blip r:embed="rId43"/>
                    <a:stretch>
                      <a:fillRect b="-1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35176C1D-AF6F-4972-A991-86710CFFF21E}"/>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𝟐</m:t>
                          </m:r>
                        </m:oMath>
                      </m:oMathPara>
                    </a14:m>
                    <a:endParaRPr lang="zh-TW" altLang="en-US" b="1" dirty="0">
                      <a:solidFill>
                        <a:srgbClr val="FF0000"/>
                      </a:solidFill>
                      <a:latin typeface="Times New Roman" panose="02020603050405020304" pitchFamily="18" charset="0"/>
                      <a:cs typeface="Times New Roman" panose="02020603050405020304" pitchFamily="18" charset="0"/>
                    </a:endParaRPr>
                  </a:p>
                </p:txBody>
              </p:sp>
            </mc:Choice>
            <mc:Fallback>
              <p:sp>
                <p:nvSpPr>
                  <p:cNvPr id="20" name="文字方塊 19">
                    <a:extLst>
                      <a:ext uri="{FF2B5EF4-FFF2-40B4-BE49-F238E27FC236}">
                        <a16:creationId xmlns:a16="http://schemas.microsoft.com/office/drawing/2014/main" id="{35176C1D-AF6F-4972-A991-86710CFFF21E}"/>
                      </a:ext>
                    </a:extLst>
                  </p:cNvPr>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a:blip r:embed="rId62"/>
                    <a:stretch>
                      <a:fillRect/>
                    </a:stretch>
                  </a:blipFill>
                </p:spPr>
                <p:txBody>
                  <a:bodyPr/>
                  <a:lstStyle/>
                  <a:p>
                    <a:r>
                      <a:rPr lang="zh-TW" altLang="en-US">
                        <a:noFill/>
                      </a:rPr>
                      <a:t> </a:t>
                    </a:r>
                  </a:p>
                </p:txBody>
              </p:sp>
            </mc:Fallback>
          </mc:AlternateContent>
        </p:grpSp>
        <p:cxnSp>
          <p:nvCxnSpPr>
            <p:cNvPr id="18" name="直線接點 17">
              <a:extLst>
                <a:ext uri="{FF2B5EF4-FFF2-40B4-BE49-F238E27FC236}">
                  <a16:creationId xmlns:a16="http://schemas.microsoft.com/office/drawing/2014/main" id="{08F9C01E-2979-4050-B13C-9A4252D2D289}"/>
                </a:ext>
              </a:extLst>
            </p:cNvPr>
            <p:cNvCxnSpPr/>
            <p:nvPr/>
          </p:nvCxnSpPr>
          <p:spPr>
            <a:xfrm>
              <a:off x="1287853" y="1300480"/>
              <a:ext cx="3021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5" name="群組 114">
            <a:extLst>
              <a:ext uri="{FF2B5EF4-FFF2-40B4-BE49-F238E27FC236}">
                <a16:creationId xmlns:a16="http://schemas.microsoft.com/office/drawing/2014/main" id="{C08409A1-BAC8-4DA2-969A-8A8D026804F8}"/>
              </a:ext>
            </a:extLst>
          </p:cNvPr>
          <p:cNvGrpSpPr/>
          <p:nvPr/>
        </p:nvGrpSpPr>
        <p:grpSpPr>
          <a:xfrm>
            <a:off x="2025883" y="2616777"/>
            <a:ext cx="444737" cy="1049098"/>
            <a:chOff x="570805" y="2098617"/>
            <a:chExt cx="444737" cy="1049098"/>
          </a:xfrm>
        </p:grpSpPr>
        <p:grpSp>
          <p:nvGrpSpPr>
            <p:cNvPr id="116" name="群組 115">
              <a:extLst>
                <a:ext uri="{FF2B5EF4-FFF2-40B4-BE49-F238E27FC236}">
                  <a16:creationId xmlns:a16="http://schemas.microsoft.com/office/drawing/2014/main" id="{919F87C0-E879-4E5B-88B1-B52285163663}"/>
                </a:ext>
              </a:extLst>
            </p:cNvPr>
            <p:cNvGrpSpPr/>
            <p:nvPr/>
          </p:nvGrpSpPr>
          <p:grpSpPr>
            <a:xfrm>
              <a:off x="570805" y="2409050"/>
              <a:ext cx="444737" cy="738665"/>
              <a:chOff x="1229360" y="931147"/>
              <a:chExt cx="444737" cy="738665"/>
            </a:xfrm>
          </p:grpSpPr>
          <p:grpSp>
            <p:nvGrpSpPr>
              <p:cNvPr id="118" name="群組 117">
                <a:extLst>
                  <a:ext uri="{FF2B5EF4-FFF2-40B4-BE49-F238E27FC236}">
                    <a16:creationId xmlns:a16="http://schemas.microsoft.com/office/drawing/2014/main" id="{E281DDFF-AA2E-4EF4-86BB-4A82E9F93984}"/>
                  </a:ext>
                </a:extLst>
              </p:cNvPr>
              <p:cNvGrpSpPr/>
              <p:nvPr/>
            </p:nvGrpSpPr>
            <p:grpSpPr>
              <a:xfrm>
                <a:off x="1229360" y="931147"/>
                <a:ext cx="444737" cy="738665"/>
                <a:chOff x="1229360" y="931147"/>
                <a:chExt cx="444737" cy="738665"/>
              </a:xfrm>
            </p:grpSpPr>
            <mc:AlternateContent xmlns:mc="http://schemas.openxmlformats.org/markup-compatibility/2006" xmlns:a14="http://schemas.microsoft.com/office/drawing/2010/main">
              <mc:Choice Requires="a14">
                <p:sp>
                  <p:nvSpPr>
                    <p:cNvPr id="120" name="文字方塊 119">
                      <a:extLst>
                        <a:ext uri="{FF2B5EF4-FFF2-40B4-BE49-F238E27FC236}">
                          <a16:creationId xmlns:a16="http://schemas.microsoft.com/office/drawing/2014/main" id="{C73C4698-F73A-4BAF-92C6-22AFE9A58EA1}"/>
                        </a:ext>
                      </a:extLst>
                    </p:cNvPr>
                    <p:cNvSpPr txBox="1"/>
                    <p:nvPr/>
                  </p:nvSpPr>
                  <p:spPr>
                    <a:xfrm>
                      <a:off x="1229360" y="1300480"/>
                      <a:ext cx="444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0" name="文字方塊 119">
                      <a:extLst>
                        <a:ext uri="{FF2B5EF4-FFF2-40B4-BE49-F238E27FC236}">
                          <a16:creationId xmlns:a16="http://schemas.microsoft.com/office/drawing/2014/main" id="{C73C4698-F73A-4BAF-92C6-22AFE9A58EA1}"/>
                        </a:ext>
                      </a:extLst>
                    </p:cNvPr>
                    <p:cNvSpPr txBox="1">
                      <a:spLocks noRot="1" noChangeAspect="1" noMove="1" noResize="1" noEditPoints="1" noAdjustHandles="1" noChangeArrowheads="1" noChangeShapeType="1" noTextEdit="1"/>
                    </p:cNvSpPr>
                    <p:nvPr/>
                  </p:nvSpPr>
                  <p:spPr>
                    <a:xfrm>
                      <a:off x="1229360" y="1300480"/>
                      <a:ext cx="444737" cy="369332"/>
                    </a:xfrm>
                    <a:prstGeom prst="rect">
                      <a:avLst/>
                    </a:prstGeom>
                    <a:blipFill>
                      <a:blip r:embed="rId44"/>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1" name="文字方塊 120">
                      <a:extLst>
                        <a:ext uri="{FF2B5EF4-FFF2-40B4-BE49-F238E27FC236}">
                          <a16:creationId xmlns:a16="http://schemas.microsoft.com/office/drawing/2014/main" id="{AAFB6A9D-2123-4576-96F3-482EC2C3EEA8}"/>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40" name="文字方塊 39"/>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rotWithShape="0">
                      <a:blip r:embed="rId6"/>
                      <a:stretch>
                        <a:fillRect/>
                      </a:stretch>
                    </a:blipFill>
                  </p:spPr>
                  <p:txBody>
                    <a:bodyPr/>
                    <a:lstStyle/>
                    <a:p>
                      <a:r>
                        <a:rPr lang="zh-TW" altLang="en-US">
                          <a:noFill/>
                        </a:rPr>
                        <a:t> </a:t>
                      </a:r>
                    </a:p>
                  </p:txBody>
                </p:sp>
              </mc:Fallback>
            </mc:AlternateContent>
          </p:grpSp>
          <p:cxnSp>
            <p:nvCxnSpPr>
              <p:cNvPr id="119" name="直線接點 118">
                <a:extLst>
                  <a:ext uri="{FF2B5EF4-FFF2-40B4-BE49-F238E27FC236}">
                    <a16:creationId xmlns:a16="http://schemas.microsoft.com/office/drawing/2014/main" id="{A03A45A4-1D10-4E86-BEF0-A575B61087E5}"/>
                  </a:ext>
                </a:extLst>
              </p:cNvPr>
              <p:cNvCxnSpPr>
                <a:cxnSpLocks/>
              </p:cNvCxnSpPr>
              <p:nvPr/>
            </p:nvCxnSpPr>
            <p:spPr>
              <a:xfrm>
                <a:off x="1287853" y="1300480"/>
                <a:ext cx="364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17" name="文字方塊 116">
                  <a:extLst>
                    <a:ext uri="{FF2B5EF4-FFF2-40B4-BE49-F238E27FC236}">
                      <a16:creationId xmlns:a16="http://schemas.microsoft.com/office/drawing/2014/main" id="{F2ECD046-88A2-475A-AA35-7D47C7A72BD2}"/>
                    </a:ext>
                  </a:extLst>
                </p:cNvPr>
                <p:cNvSpPr txBox="1"/>
                <p:nvPr/>
              </p:nvSpPr>
              <p:spPr>
                <a:xfrm>
                  <a:off x="590122" y="2098617"/>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1</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17" name="文字方塊 116">
                  <a:extLst>
                    <a:ext uri="{FF2B5EF4-FFF2-40B4-BE49-F238E27FC236}">
                      <a16:creationId xmlns:a16="http://schemas.microsoft.com/office/drawing/2014/main" id="{F2ECD046-88A2-475A-AA35-7D47C7A72BD2}"/>
                    </a:ext>
                  </a:extLst>
                </p:cNvPr>
                <p:cNvSpPr txBox="1">
                  <a:spLocks noRot="1" noChangeAspect="1" noMove="1" noResize="1" noEditPoints="1" noAdjustHandles="1" noChangeArrowheads="1" noChangeShapeType="1" noTextEdit="1"/>
                </p:cNvSpPr>
                <p:nvPr/>
              </p:nvSpPr>
              <p:spPr>
                <a:xfrm>
                  <a:off x="590122" y="2098617"/>
                  <a:ext cx="296646" cy="369332"/>
                </a:xfrm>
                <a:prstGeom prst="rect">
                  <a:avLst/>
                </a:prstGeom>
                <a:blipFill>
                  <a:blip r:embed="rId63"/>
                  <a:stretch>
                    <a:fillRect r="-18367"/>
                  </a:stretch>
                </a:blipFill>
              </p:spPr>
              <p:txBody>
                <a:bodyPr/>
                <a:lstStyle/>
                <a:p>
                  <a:r>
                    <a:rPr lang="zh-TW" altLang="en-US">
                      <a:noFill/>
                    </a:rPr>
                    <a:t> </a:t>
                  </a:r>
                </a:p>
              </p:txBody>
            </p:sp>
          </mc:Fallback>
        </mc:AlternateContent>
      </p:grpSp>
      <p:grpSp>
        <p:nvGrpSpPr>
          <p:cNvPr id="6" name="群組 5">
            <a:extLst>
              <a:ext uri="{FF2B5EF4-FFF2-40B4-BE49-F238E27FC236}">
                <a16:creationId xmlns:a16="http://schemas.microsoft.com/office/drawing/2014/main" id="{A4783383-C001-41DF-9A7D-7AF7C2AD643A}"/>
              </a:ext>
            </a:extLst>
          </p:cNvPr>
          <p:cNvGrpSpPr/>
          <p:nvPr/>
        </p:nvGrpSpPr>
        <p:grpSpPr>
          <a:xfrm>
            <a:off x="3531512" y="2576716"/>
            <a:ext cx="703719" cy="1089159"/>
            <a:chOff x="3531512" y="2058556"/>
            <a:chExt cx="703719" cy="1089159"/>
          </a:xfrm>
        </p:grpSpPr>
        <p:grpSp>
          <p:nvGrpSpPr>
            <p:cNvPr id="81" name="群組 80">
              <a:extLst>
                <a:ext uri="{FF2B5EF4-FFF2-40B4-BE49-F238E27FC236}">
                  <a16:creationId xmlns:a16="http://schemas.microsoft.com/office/drawing/2014/main" id="{F9C04D5E-81F7-4FC5-826E-6016F37FFEC6}"/>
                </a:ext>
              </a:extLst>
            </p:cNvPr>
            <p:cNvGrpSpPr/>
            <p:nvPr/>
          </p:nvGrpSpPr>
          <p:grpSpPr>
            <a:xfrm>
              <a:off x="3531512" y="2437028"/>
              <a:ext cx="703719" cy="710687"/>
              <a:chOff x="1487657" y="3336978"/>
              <a:chExt cx="703719" cy="710687"/>
            </a:xfrm>
          </p:grpSpPr>
          <p:grpSp>
            <p:nvGrpSpPr>
              <p:cNvPr id="25" name="群組 24">
                <a:extLst>
                  <a:ext uri="{FF2B5EF4-FFF2-40B4-BE49-F238E27FC236}">
                    <a16:creationId xmlns:a16="http://schemas.microsoft.com/office/drawing/2014/main" id="{6FA6E169-6F5F-43EF-A1B9-2C3028EBC77A}"/>
                  </a:ext>
                </a:extLst>
              </p:cNvPr>
              <p:cNvGrpSpPr/>
              <p:nvPr/>
            </p:nvGrpSpPr>
            <p:grpSpPr>
              <a:xfrm>
                <a:off x="1487657" y="3348169"/>
                <a:ext cx="703719" cy="699496"/>
                <a:chOff x="1229360" y="970316"/>
                <a:chExt cx="703719" cy="699496"/>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8229B41C-6250-41AB-932A-67BF56206199}"/>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8229B41C-6250-41AB-932A-67BF56206199}"/>
                        </a:ext>
                      </a:extLst>
                    </p:cNvPr>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a:blip r:embed="rId46"/>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06F3FD5-AB38-4E4B-82BF-5D36FB7D28F0}"/>
                        </a:ext>
                      </a:extLst>
                    </p:cNvPr>
                    <p:cNvSpPr txBox="1"/>
                    <p:nvPr/>
                  </p:nvSpPr>
                  <p:spPr>
                    <a:xfrm>
                      <a:off x="1236151" y="970316"/>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F06F3FD5-AB38-4E4B-82BF-5D36FB7D28F0}"/>
                        </a:ext>
                      </a:extLst>
                    </p:cNvPr>
                    <p:cNvSpPr txBox="1">
                      <a:spLocks noRot="1" noChangeAspect="1" noMove="1" noResize="1" noEditPoints="1" noAdjustHandles="1" noChangeArrowheads="1" noChangeShapeType="1" noTextEdit="1"/>
                    </p:cNvSpPr>
                    <p:nvPr/>
                  </p:nvSpPr>
                  <p:spPr>
                    <a:xfrm>
                      <a:off x="1236151" y="970316"/>
                      <a:ext cx="380232" cy="369332"/>
                    </a:xfrm>
                    <a:prstGeom prst="rect">
                      <a:avLst/>
                    </a:prstGeom>
                    <a:blipFill>
                      <a:blip r:embed="rId47"/>
                      <a:stretch>
                        <a:fillRect/>
                      </a:stretch>
                    </a:blipFill>
                  </p:spPr>
                  <p:txBody>
                    <a:bodyPr/>
                    <a:lstStyle/>
                    <a:p>
                      <a:r>
                        <a:rPr lang="zh-TW" altLang="en-US">
                          <a:noFill/>
                        </a:rPr>
                        <a:t> </a:t>
                      </a:r>
                    </a:p>
                  </p:txBody>
                </p:sp>
              </mc:Fallback>
            </mc:AlternateContent>
          </p:grpSp>
          <p:cxnSp>
            <p:nvCxnSpPr>
              <p:cNvPr id="29" name="直線接點 28">
                <a:extLst>
                  <a:ext uri="{FF2B5EF4-FFF2-40B4-BE49-F238E27FC236}">
                    <a16:creationId xmlns:a16="http://schemas.microsoft.com/office/drawing/2014/main" id="{C297E773-C15E-48C5-86F7-CAA3AEFB4636}"/>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A934DC68-F57E-4F96-A4BA-08F8140D5230}"/>
                  </a:ext>
                </a:extLst>
              </p:cNvPr>
              <p:cNvSpPr/>
              <p:nvPr/>
            </p:nvSpPr>
            <p:spPr>
              <a:xfrm>
                <a:off x="1848216" y="3336978"/>
                <a:ext cx="309700" cy="369332"/>
              </a:xfrm>
              <a:prstGeom prst="rect">
                <a:avLst/>
              </a:prstGeom>
            </p:spPr>
            <p:txBody>
              <a:bodyPr wrap="none">
                <a:spAutoFit/>
              </a:bodyPr>
              <a:lstStyle/>
              <a:p>
                <a:r>
                  <a:rPr lang="en-US" altLang="zh-TW" b="1" dirty="0">
                    <a:solidFill>
                      <a:srgbClr val="FF0000"/>
                    </a:solidFill>
                    <a:latin typeface="Cambria Math" panose="02040503050406030204" pitchFamily="18" charset="0"/>
                    <a:cs typeface="Times New Roman" panose="02020603050405020304" pitchFamily="18" charset="0"/>
                  </a:rPr>
                  <a:t>8</a:t>
                </a:r>
                <a:endParaRPr lang="zh-TW" altLang="en-US" b="1" dirty="0">
                  <a:solidFill>
                    <a:srgbClr val="FF0000"/>
                  </a:solidFill>
                  <a:latin typeface="Cambria Math" panose="020405030504060302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17A8FCCA-5B73-42FB-99EE-520124EAEE1C}"/>
                    </a:ext>
                  </a:extLst>
                </p:cNvPr>
                <p:cNvSpPr txBox="1"/>
                <p:nvPr/>
              </p:nvSpPr>
              <p:spPr>
                <a:xfrm>
                  <a:off x="3538827"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17A8FCCA-5B73-42FB-99EE-520124EAEE1C}"/>
                    </a:ext>
                  </a:extLst>
                </p:cNvPr>
                <p:cNvSpPr txBox="1">
                  <a:spLocks noRot="1" noChangeAspect="1" noMove="1" noResize="1" noEditPoints="1" noAdjustHandles="1" noChangeArrowheads="1" noChangeShapeType="1" noTextEdit="1"/>
                </p:cNvSpPr>
                <p:nvPr/>
              </p:nvSpPr>
              <p:spPr>
                <a:xfrm>
                  <a:off x="3538827" y="2058556"/>
                  <a:ext cx="296646" cy="369332"/>
                </a:xfrm>
                <a:prstGeom prst="rect">
                  <a:avLst/>
                </a:prstGeom>
                <a:blipFill>
                  <a:blip r:embed="rId48"/>
                  <a:stretch>
                    <a:fillRect r="-18750"/>
                  </a:stretch>
                </a:blipFill>
              </p:spPr>
              <p:txBody>
                <a:bodyPr/>
                <a:lstStyle/>
                <a:p>
                  <a:r>
                    <a:rPr lang="zh-TW" altLang="en-US">
                      <a:noFill/>
                    </a:rPr>
                    <a:t> </a:t>
                  </a:r>
                </a:p>
              </p:txBody>
            </p:sp>
          </mc:Fallback>
        </mc:AlternateContent>
      </p:grpSp>
      <p:grpSp>
        <p:nvGrpSpPr>
          <p:cNvPr id="123" name="群組 122">
            <a:extLst>
              <a:ext uri="{FF2B5EF4-FFF2-40B4-BE49-F238E27FC236}">
                <a16:creationId xmlns:a16="http://schemas.microsoft.com/office/drawing/2014/main" id="{F5B51A68-0739-4C8D-8962-BA4C0EFA312B}"/>
              </a:ext>
            </a:extLst>
          </p:cNvPr>
          <p:cNvGrpSpPr/>
          <p:nvPr/>
        </p:nvGrpSpPr>
        <p:grpSpPr>
          <a:xfrm>
            <a:off x="5295928" y="2208164"/>
            <a:ext cx="703719" cy="1457711"/>
            <a:chOff x="3531512" y="1690004"/>
            <a:chExt cx="703719" cy="1457711"/>
          </a:xfrm>
        </p:grpSpPr>
        <p:grpSp>
          <p:nvGrpSpPr>
            <p:cNvPr id="124" name="群組 123">
              <a:extLst>
                <a:ext uri="{FF2B5EF4-FFF2-40B4-BE49-F238E27FC236}">
                  <a16:creationId xmlns:a16="http://schemas.microsoft.com/office/drawing/2014/main" id="{8441D519-148C-45E4-93C9-8A41D583CE11}"/>
                </a:ext>
              </a:extLst>
            </p:cNvPr>
            <p:cNvGrpSpPr/>
            <p:nvPr/>
          </p:nvGrpSpPr>
          <p:grpSpPr>
            <a:xfrm>
              <a:off x="3531512" y="2437028"/>
              <a:ext cx="703719" cy="710687"/>
              <a:chOff x="1487657" y="3336978"/>
              <a:chExt cx="703719" cy="710687"/>
            </a:xfrm>
          </p:grpSpPr>
          <p:grpSp>
            <p:nvGrpSpPr>
              <p:cNvPr id="126" name="群組 125">
                <a:extLst>
                  <a:ext uri="{FF2B5EF4-FFF2-40B4-BE49-F238E27FC236}">
                    <a16:creationId xmlns:a16="http://schemas.microsoft.com/office/drawing/2014/main" id="{C7EC3300-0CFF-4E16-BD53-280E89E702FF}"/>
                  </a:ext>
                </a:extLst>
              </p:cNvPr>
              <p:cNvGrpSpPr/>
              <p:nvPr/>
            </p:nvGrpSpPr>
            <p:grpSpPr>
              <a:xfrm>
                <a:off x="1487657" y="3348169"/>
                <a:ext cx="703719" cy="699496"/>
                <a:chOff x="1229360" y="970316"/>
                <a:chExt cx="703719" cy="699496"/>
              </a:xfrm>
            </p:grpSpPr>
            <mc:AlternateContent xmlns:mc="http://schemas.openxmlformats.org/markup-compatibility/2006" xmlns:a14="http://schemas.microsoft.com/office/drawing/2010/main">
              <mc:Choice Requires="a14">
                <p:sp>
                  <p:nvSpPr>
                    <p:cNvPr id="129" name="文字方塊 128">
                      <a:extLst>
                        <a:ext uri="{FF2B5EF4-FFF2-40B4-BE49-F238E27FC236}">
                          <a16:creationId xmlns:a16="http://schemas.microsoft.com/office/drawing/2014/main" id="{F6AE5FC7-7C82-4249-8E45-57BA0A0FD6C1}"/>
                        </a:ext>
                      </a:extLst>
                    </p:cNvPr>
                    <p:cNvSpPr txBox="1"/>
                    <p:nvPr/>
                  </p:nvSpPr>
                  <p:spPr>
                    <a:xfrm>
                      <a:off x="1229360" y="1300480"/>
                      <a:ext cx="70371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i="0">
                                  <a:latin typeface="Cambria Math" panose="02040503050406030204" pitchFamily="18" charset="0"/>
                                  <a:cs typeface="Times New Roman" panose="02020603050405020304" pitchFamily="18" charset="0"/>
                                </a:rPr>
                                <m:t>2</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79" name="文字方塊 178"/>
                    <p:cNvSpPr txBox="1">
                      <a:spLocks noRot="1" noChangeAspect="1" noMove="1" noResize="1" noEditPoints="1" noAdjustHandles="1" noChangeArrowheads="1" noChangeShapeType="1" noTextEdit="1"/>
                    </p:cNvSpPr>
                    <p:nvPr/>
                  </p:nvSpPr>
                  <p:spPr>
                    <a:xfrm>
                      <a:off x="1229360" y="1300480"/>
                      <a:ext cx="703719" cy="369332"/>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0" name="文字方塊 129">
                      <a:extLst>
                        <a:ext uri="{FF2B5EF4-FFF2-40B4-BE49-F238E27FC236}">
                          <a16:creationId xmlns:a16="http://schemas.microsoft.com/office/drawing/2014/main" id="{45CE303E-A674-4A55-9D42-2F5D0AB44627}"/>
                        </a:ext>
                      </a:extLst>
                    </p:cNvPr>
                    <p:cNvSpPr txBox="1"/>
                    <p:nvPr/>
                  </p:nvSpPr>
                  <p:spPr>
                    <a:xfrm>
                      <a:off x="1236151" y="97031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0">
                                <a:latin typeface="Cambria Math" panose="02040503050406030204" pitchFamily="18" charset="0"/>
                                <a:cs typeface="Times New Roman" panose="02020603050405020304" pitchFamily="18" charset="0"/>
                              </a:rPr>
                              <m:t>2</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80" name="文字方塊 179"/>
                    <p:cNvSpPr txBox="1">
                      <a:spLocks noRot="1" noChangeAspect="1" noMove="1" noResize="1" noEditPoints="1" noAdjustHandles="1" noChangeArrowheads="1" noChangeShapeType="1" noTextEdit="1"/>
                    </p:cNvSpPr>
                    <p:nvPr/>
                  </p:nvSpPr>
                  <p:spPr>
                    <a:xfrm>
                      <a:off x="1236151" y="970316"/>
                      <a:ext cx="370614" cy="369332"/>
                    </a:xfrm>
                    <a:prstGeom prst="rect">
                      <a:avLst/>
                    </a:prstGeom>
                    <a:blipFill rotWithShape="0">
                      <a:blip r:embed="rId11"/>
                      <a:stretch>
                        <a:fillRect/>
                      </a:stretch>
                    </a:blipFill>
                  </p:spPr>
                  <p:txBody>
                    <a:bodyPr/>
                    <a:lstStyle/>
                    <a:p>
                      <a:r>
                        <a:rPr lang="zh-TW" altLang="en-US">
                          <a:noFill/>
                        </a:rPr>
                        <a:t> </a:t>
                      </a:r>
                    </a:p>
                  </p:txBody>
                </p:sp>
              </mc:Fallback>
            </mc:AlternateContent>
          </p:grpSp>
          <p:cxnSp>
            <p:nvCxnSpPr>
              <p:cNvPr id="127" name="直線接點 126">
                <a:extLst>
                  <a:ext uri="{FF2B5EF4-FFF2-40B4-BE49-F238E27FC236}">
                    <a16:creationId xmlns:a16="http://schemas.microsoft.com/office/drawing/2014/main" id="{09E37BDC-6A49-4964-94CF-25AECFC7EAE4}"/>
                  </a:ext>
                </a:extLst>
              </p:cNvPr>
              <p:cNvCxnSpPr/>
              <p:nvPr/>
            </p:nvCxnSpPr>
            <p:spPr>
              <a:xfrm>
                <a:off x="1546150" y="3678333"/>
                <a:ext cx="5887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037BD2D8-2B67-4A89-844F-836420D36717}"/>
                  </a:ext>
                </a:extLst>
              </p:cNvPr>
              <p:cNvSpPr/>
              <p:nvPr/>
            </p:nvSpPr>
            <p:spPr>
              <a:xfrm>
                <a:off x="1848216" y="3336978"/>
                <a:ext cx="300082" cy="369332"/>
              </a:xfrm>
              <a:prstGeom prst="rect">
                <a:avLst/>
              </a:prstGeom>
            </p:spPr>
            <p:txBody>
              <a:bodyPr wrap="none">
                <a:spAutoFit/>
              </a:bodyPr>
              <a:lstStyle/>
              <a:p>
                <a:r>
                  <a:rPr lang="en-US" altLang="zh-TW">
                    <a:latin typeface="Times New Roman" panose="02020603050405020304" pitchFamily="18" charset="0"/>
                    <a:cs typeface="Times New Roman" panose="02020603050405020304" pitchFamily="18" charset="0"/>
                  </a:rPr>
                  <a:t>8</a:t>
                </a:r>
                <a:endParaRPr lang="zh-TW" altLang="en-US">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444FA3BD-E30A-4457-8EE1-D50341B3F526}"/>
                    </a:ext>
                  </a:extLst>
                </p:cNvPr>
                <p:cNvSpPr txBox="1"/>
                <p:nvPr/>
              </p:nvSpPr>
              <p:spPr>
                <a:xfrm>
                  <a:off x="3538827"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i="0">
                            <a:latin typeface="Cambria Math" panose="02040503050406030204" pitchFamily="18" charset="0"/>
                            <a:cs typeface="Times New Roman" panose="02020603050405020304" pitchFamily="18" charset="0"/>
                          </a:rPr>
                          <m:t> </m:t>
                        </m:r>
                        <m:r>
                          <a:rPr lang="en-US" altLang="zh-TW"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444FA3BD-E30A-4457-8EE1-D50341B3F526}"/>
                    </a:ext>
                  </a:extLst>
                </p:cNvPr>
                <p:cNvSpPr txBox="1">
                  <a:spLocks noRot="1" noChangeAspect="1" noMove="1" noResize="1" noEditPoints="1" noAdjustHandles="1" noChangeArrowheads="1" noChangeShapeType="1" noTextEdit="1"/>
                </p:cNvSpPr>
                <p:nvPr/>
              </p:nvSpPr>
              <p:spPr>
                <a:xfrm>
                  <a:off x="3538827" y="2058556"/>
                  <a:ext cx="296646" cy="369332"/>
                </a:xfrm>
                <a:prstGeom prst="rect">
                  <a:avLst/>
                </a:prstGeom>
                <a:blipFill>
                  <a:blip r:embed="rId49"/>
                  <a:stretch>
                    <a:fillRect r="-1632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1" name="文字方塊 130">
                  <a:extLst>
                    <a:ext uri="{FF2B5EF4-FFF2-40B4-BE49-F238E27FC236}">
                      <a16:creationId xmlns:a16="http://schemas.microsoft.com/office/drawing/2014/main" id="{D63E1869-283B-48EA-8F25-BE508398BFBB}"/>
                    </a:ext>
                  </a:extLst>
                </p:cNvPr>
                <p:cNvSpPr txBox="1"/>
                <p:nvPr/>
              </p:nvSpPr>
              <p:spPr>
                <a:xfrm>
                  <a:off x="3837358" y="2058556"/>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4</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1" name="文字方塊 130">
                  <a:extLst>
                    <a:ext uri="{FF2B5EF4-FFF2-40B4-BE49-F238E27FC236}">
                      <a16:creationId xmlns:a16="http://schemas.microsoft.com/office/drawing/2014/main" id="{D63E1869-283B-48EA-8F25-BE508398BFBB}"/>
                    </a:ext>
                  </a:extLst>
                </p:cNvPr>
                <p:cNvSpPr txBox="1">
                  <a:spLocks noRot="1" noChangeAspect="1" noMove="1" noResize="1" noEditPoints="1" noAdjustHandles="1" noChangeArrowheads="1" noChangeShapeType="1" noTextEdit="1"/>
                </p:cNvSpPr>
                <p:nvPr/>
              </p:nvSpPr>
              <p:spPr>
                <a:xfrm>
                  <a:off x="3837358" y="2058556"/>
                  <a:ext cx="296646" cy="369332"/>
                </a:xfrm>
                <a:prstGeom prst="rect">
                  <a:avLst/>
                </a:prstGeom>
                <a:blipFill>
                  <a:blip r:embed="rId64"/>
                  <a:stretch>
                    <a:fillRect r="-1632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2" name="文字方塊 131">
                  <a:extLst>
                    <a:ext uri="{FF2B5EF4-FFF2-40B4-BE49-F238E27FC236}">
                      <a16:creationId xmlns:a16="http://schemas.microsoft.com/office/drawing/2014/main" id="{5831A3FC-B39D-4DF7-8C5B-62299BE26B9A}"/>
                    </a:ext>
                  </a:extLst>
                </p:cNvPr>
                <p:cNvSpPr txBox="1"/>
                <p:nvPr/>
              </p:nvSpPr>
              <p:spPr>
                <a:xfrm>
                  <a:off x="3837358" y="1690004"/>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1">
                            <a:solidFill>
                              <a:srgbClr val="FF0000"/>
                            </a:solidFill>
                            <a:latin typeface="Cambria Math" panose="02040503050406030204" pitchFamily="18" charset="0"/>
                            <a:cs typeface="Times New Roman" panose="02020603050405020304" pitchFamily="18" charset="0"/>
                          </a:rPr>
                          <m:t> </m:t>
                        </m:r>
                        <m:r>
                          <a:rPr lang="en-US" altLang="zh-TW" b="1">
                            <a:solidFill>
                              <a:srgbClr val="FF0000"/>
                            </a:solidFill>
                            <a:latin typeface="Cambria Math" panose="02040503050406030204" pitchFamily="18" charset="0"/>
                            <a:cs typeface="Times New Roman" panose="02020603050405020304" pitchFamily="18" charset="0"/>
                          </a:rPr>
                          <m:t>3</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2" name="文字方塊 131">
                  <a:extLst>
                    <a:ext uri="{FF2B5EF4-FFF2-40B4-BE49-F238E27FC236}">
                      <a16:creationId xmlns:a16="http://schemas.microsoft.com/office/drawing/2014/main" id="{5831A3FC-B39D-4DF7-8C5B-62299BE26B9A}"/>
                    </a:ext>
                  </a:extLst>
                </p:cNvPr>
                <p:cNvSpPr txBox="1">
                  <a:spLocks noRot="1" noChangeAspect="1" noMove="1" noResize="1" noEditPoints="1" noAdjustHandles="1" noChangeArrowheads="1" noChangeShapeType="1" noTextEdit="1"/>
                </p:cNvSpPr>
                <p:nvPr/>
              </p:nvSpPr>
              <p:spPr>
                <a:xfrm>
                  <a:off x="3837358" y="1690004"/>
                  <a:ext cx="296646" cy="369332"/>
                </a:xfrm>
                <a:prstGeom prst="rect">
                  <a:avLst/>
                </a:prstGeom>
                <a:blipFill>
                  <a:blip r:embed="rId65"/>
                  <a:stretch>
                    <a:fillRect r="-16327"/>
                  </a:stretch>
                </a:blipFill>
              </p:spPr>
              <p:txBody>
                <a:bodyPr/>
                <a:lstStyle/>
                <a:p>
                  <a:r>
                    <a:rPr lang="zh-TW" altLang="en-US">
                      <a:noFill/>
                    </a:rPr>
                    <a:t> </a:t>
                  </a:r>
                </a:p>
              </p:txBody>
            </p:sp>
          </mc:Fallback>
        </mc:AlternateContent>
      </p:grpSp>
      <p:grpSp>
        <p:nvGrpSpPr>
          <p:cNvPr id="7" name="群組 6">
            <a:extLst>
              <a:ext uri="{FF2B5EF4-FFF2-40B4-BE49-F238E27FC236}">
                <a16:creationId xmlns:a16="http://schemas.microsoft.com/office/drawing/2014/main" id="{9149F8AB-B878-4D8E-B9D7-A4BB48E87D1F}"/>
              </a:ext>
            </a:extLst>
          </p:cNvPr>
          <p:cNvGrpSpPr/>
          <p:nvPr/>
        </p:nvGrpSpPr>
        <p:grpSpPr>
          <a:xfrm>
            <a:off x="1119212" y="4111416"/>
            <a:ext cx="1013996" cy="1396326"/>
            <a:chOff x="1119212" y="3593256"/>
            <a:chExt cx="1013996" cy="1396326"/>
          </a:xfrm>
        </p:grpSpPr>
        <p:grpSp>
          <p:nvGrpSpPr>
            <p:cNvPr id="30" name="群組 29">
              <a:extLst>
                <a:ext uri="{FF2B5EF4-FFF2-40B4-BE49-F238E27FC236}">
                  <a16:creationId xmlns:a16="http://schemas.microsoft.com/office/drawing/2014/main" id="{083B1EA1-3806-4554-BB73-2DCE4435846A}"/>
                </a:ext>
              </a:extLst>
            </p:cNvPr>
            <p:cNvGrpSpPr/>
            <p:nvPr/>
          </p:nvGrpSpPr>
          <p:grpSpPr>
            <a:xfrm>
              <a:off x="1119212" y="3903968"/>
              <a:ext cx="1013996" cy="1085614"/>
              <a:chOff x="5489283" y="3014978"/>
              <a:chExt cx="1013996" cy="1085614"/>
            </a:xfrm>
          </p:grpSpPr>
          <p:grpSp>
            <p:nvGrpSpPr>
              <p:cNvPr id="31" name="群組 30">
                <a:extLst>
                  <a:ext uri="{FF2B5EF4-FFF2-40B4-BE49-F238E27FC236}">
                    <a16:creationId xmlns:a16="http://schemas.microsoft.com/office/drawing/2014/main" id="{D5A2FE69-162D-48E9-86E5-9AE609B21AB1}"/>
                  </a:ext>
                </a:extLst>
              </p:cNvPr>
              <p:cNvGrpSpPr/>
              <p:nvPr/>
            </p:nvGrpSpPr>
            <p:grpSpPr>
              <a:xfrm>
                <a:off x="5489283" y="3014978"/>
                <a:ext cx="1013996" cy="1085614"/>
                <a:chOff x="5505677" y="3014978"/>
                <a:chExt cx="1013996" cy="1085614"/>
              </a:xfrm>
            </p:grpSpPr>
            <p:grpSp>
              <p:nvGrpSpPr>
                <p:cNvPr id="34" name="群組 33">
                  <a:extLst>
                    <a:ext uri="{FF2B5EF4-FFF2-40B4-BE49-F238E27FC236}">
                      <a16:creationId xmlns:a16="http://schemas.microsoft.com/office/drawing/2014/main" id="{43E5FC64-15C5-4247-9D44-0E6D1BE8B0AD}"/>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9951EF1-1C7E-4FF1-9F4F-CA90B2CBCF00}"/>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36" name="文字方塊 35">
                        <a:extLst>
                          <a:ext uri="{FF2B5EF4-FFF2-40B4-BE49-F238E27FC236}">
                            <a16:creationId xmlns:a16="http://schemas.microsoft.com/office/drawing/2014/main" id="{89951EF1-1C7E-4FF1-9F4F-CA90B2CBCF00}"/>
                          </a:ext>
                        </a:extLst>
                      </p:cNvPr>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a:blip r:embed="rId5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文字方塊 36">
                        <a:extLst>
                          <a:ext uri="{FF2B5EF4-FFF2-40B4-BE49-F238E27FC236}">
                            <a16:creationId xmlns:a16="http://schemas.microsoft.com/office/drawing/2014/main" id="{3C0F182C-6B27-4969-A227-28A554E23769}"/>
                          </a:ext>
                        </a:extLst>
                      </p:cNvPr>
                      <p:cNvSpPr txBox="1"/>
                      <p:nvPr/>
                    </p:nvSpPr>
                    <p:spPr>
                      <a:xfrm>
                        <a:off x="1316256" y="931147"/>
                        <a:ext cx="899605"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9</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37" name="文字方塊 36">
                        <a:extLst>
                          <a:ext uri="{FF2B5EF4-FFF2-40B4-BE49-F238E27FC236}">
                            <a16:creationId xmlns:a16="http://schemas.microsoft.com/office/drawing/2014/main" id="{3C0F182C-6B27-4969-A227-28A554E23769}"/>
                          </a:ext>
                        </a:extLst>
                      </p:cNvPr>
                      <p:cNvSpPr txBox="1">
                        <a:spLocks noRot="1" noChangeAspect="1" noMove="1" noResize="1" noEditPoints="1" noAdjustHandles="1" noChangeArrowheads="1" noChangeShapeType="1" noTextEdit="1"/>
                      </p:cNvSpPr>
                      <p:nvPr/>
                    </p:nvSpPr>
                    <p:spPr>
                      <a:xfrm>
                        <a:off x="1316256" y="931147"/>
                        <a:ext cx="899605" cy="369332"/>
                      </a:xfrm>
                      <a:prstGeom prst="rect">
                        <a:avLst/>
                      </a:prstGeom>
                      <a:blipFill>
                        <a:blip r:embed="rId66"/>
                        <a:stretch>
                          <a:fillRect t="-9836" r="-6122"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0765D4BC-C99D-441F-B497-E1399F29D018}"/>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12" name="文字方塊 211"/>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15"/>
                        <a:stretch>
                          <a:fillRect r="-22449"/>
                        </a:stretch>
                      </a:blipFill>
                    </p:spPr>
                    <p:txBody>
                      <a:bodyPr/>
                      <a:lstStyle/>
                      <a:p>
                        <a:r>
                          <a:rPr lang="zh-TW" altLang="en-US">
                            <a:noFill/>
                          </a:rPr>
                          <a:t> </a:t>
                        </a:r>
                      </a:p>
                    </p:txBody>
                  </p:sp>
                </mc:Fallback>
              </mc:AlternateContent>
            </p:grpSp>
            <p:cxnSp>
              <p:nvCxnSpPr>
                <p:cNvPr id="35" name="直線接點 34">
                  <a:extLst>
                    <a:ext uri="{FF2B5EF4-FFF2-40B4-BE49-F238E27FC236}">
                      <a16:creationId xmlns:a16="http://schemas.microsoft.com/office/drawing/2014/main" id="{CFBDA52E-2930-4E13-9B45-315587208CAE}"/>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FBEE5491-A283-4D46-AB20-DF695130ADCD}"/>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F487B1E-EA3B-478F-A243-63FE37751EE9}"/>
                      </a:ext>
                    </a:extLst>
                  </p:cNvPr>
                  <p:cNvSpPr txBox="1"/>
                  <p:nvPr/>
                </p:nvSpPr>
                <p:spPr>
                  <a:xfrm>
                    <a:off x="6108091"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FF487B1E-EA3B-478F-A243-63FE37751EE9}"/>
                      </a:ext>
                    </a:extLst>
                  </p:cNvPr>
                  <p:cNvSpPr txBox="1">
                    <a:spLocks noRot="1" noChangeAspect="1" noMove="1" noResize="1" noEditPoints="1" noAdjustHandles="1" noChangeArrowheads="1" noChangeShapeType="1" noTextEdit="1"/>
                  </p:cNvSpPr>
                  <p:nvPr/>
                </p:nvSpPr>
                <p:spPr>
                  <a:xfrm>
                    <a:off x="6108091" y="3026169"/>
                    <a:ext cx="296646" cy="369332"/>
                  </a:xfrm>
                  <a:prstGeom prst="rect">
                    <a:avLst/>
                  </a:prstGeom>
                  <a:blipFill>
                    <a:blip r:embed="rId54"/>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43" name="文字方塊 142">
                  <a:extLst>
                    <a:ext uri="{FF2B5EF4-FFF2-40B4-BE49-F238E27FC236}">
                      <a16:creationId xmlns:a16="http://schemas.microsoft.com/office/drawing/2014/main" id="{B227E415-3921-44D1-810B-0BB7CDF378A3}"/>
                    </a:ext>
                  </a:extLst>
                </p:cNvPr>
                <p:cNvSpPr txBox="1"/>
                <p:nvPr/>
              </p:nvSpPr>
              <p:spPr>
                <a:xfrm>
                  <a:off x="1432980"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3" name="文字方塊 142">
                  <a:extLst>
                    <a:ext uri="{FF2B5EF4-FFF2-40B4-BE49-F238E27FC236}">
                      <a16:creationId xmlns:a16="http://schemas.microsoft.com/office/drawing/2014/main" id="{B227E415-3921-44D1-810B-0BB7CDF378A3}"/>
                    </a:ext>
                  </a:extLst>
                </p:cNvPr>
                <p:cNvSpPr txBox="1">
                  <a:spLocks noRot="1" noChangeAspect="1" noMove="1" noResize="1" noEditPoints="1" noAdjustHandles="1" noChangeArrowheads="1" noChangeShapeType="1" noTextEdit="1"/>
                </p:cNvSpPr>
                <p:nvPr/>
              </p:nvSpPr>
              <p:spPr>
                <a:xfrm>
                  <a:off x="1432980" y="3593256"/>
                  <a:ext cx="315690" cy="369332"/>
                </a:xfrm>
                <a:prstGeom prst="rect">
                  <a:avLst/>
                </a:prstGeom>
                <a:blipFill>
                  <a:blip r:embed="rId55"/>
                  <a:stretch>
                    <a:fillRect r="-11538"/>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5CB677F0-1F88-4729-A1D4-C1D9CE3255F3}"/>
              </a:ext>
            </a:extLst>
          </p:cNvPr>
          <p:cNvGrpSpPr/>
          <p:nvPr/>
        </p:nvGrpSpPr>
        <p:grpSpPr>
          <a:xfrm>
            <a:off x="3063631" y="4111416"/>
            <a:ext cx="1013996" cy="1396326"/>
            <a:chOff x="3063631" y="3593256"/>
            <a:chExt cx="1013996" cy="1396326"/>
          </a:xfrm>
        </p:grpSpPr>
        <p:grpSp>
          <p:nvGrpSpPr>
            <p:cNvPr id="134" name="群組 133">
              <a:extLst>
                <a:ext uri="{FF2B5EF4-FFF2-40B4-BE49-F238E27FC236}">
                  <a16:creationId xmlns:a16="http://schemas.microsoft.com/office/drawing/2014/main" id="{61F71725-2FB3-4DAB-B725-2FF609A345D6}"/>
                </a:ext>
              </a:extLst>
            </p:cNvPr>
            <p:cNvGrpSpPr/>
            <p:nvPr/>
          </p:nvGrpSpPr>
          <p:grpSpPr>
            <a:xfrm>
              <a:off x="3063631" y="3903968"/>
              <a:ext cx="1013996" cy="1085614"/>
              <a:chOff x="5489283" y="3014978"/>
              <a:chExt cx="1013996" cy="1085614"/>
            </a:xfrm>
          </p:grpSpPr>
          <p:grpSp>
            <p:nvGrpSpPr>
              <p:cNvPr id="135" name="群組 134">
                <a:extLst>
                  <a:ext uri="{FF2B5EF4-FFF2-40B4-BE49-F238E27FC236}">
                    <a16:creationId xmlns:a16="http://schemas.microsoft.com/office/drawing/2014/main" id="{4FD2B5E3-2047-4BCD-AED4-36EC6F4148CF}"/>
                  </a:ext>
                </a:extLst>
              </p:cNvPr>
              <p:cNvGrpSpPr/>
              <p:nvPr/>
            </p:nvGrpSpPr>
            <p:grpSpPr>
              <a:xfrm>
                <a:off x="5489283" y="3014978"/>
                <a:ext cx="1013996" cy="1085614"/>
                <a:chOff x="5505677" y="3014978"/>
                <a:chExt cx="1013996" cy="1085614"/>
              </a:xfrm>
            </p:grpSpPr>
            <p:grpSp>
              <p:nvGrpSpPr>
                <p:cNvPr id="138" name="群組 137">
                  <a:extLst>
                    <a:ext uri="{FF2B5EF4-FFF2-40B4-BE49-F238E27FC236}">
                      <a16:creationId xmlns:a16="http://schemas.microsoft.com/office/drawing/2014/main" id="{133C1C68-70AD-4257-96D0-FAA443056997}"/>
                    </a:ext>
                  </a:extLst>
                </p:cNvPr>
                <p:cNvGrpSpPr/>
                <p:nvPr/>
              </p:nvGrpSpPr>
              <p:grpSpPr>
                <a:xfrm>
                  <a:off x="5505677" y="3014978"/>
                  <a:ext cx="1013996" cy="1085614"/>
                  <a:chOff x="1229360" y="584198"/>
                  <a:chExt cx="1013996" cy="1085614"/>
                </a:xfrm>
              </p:grpSpPr>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1BFFFE8B-1CA6-449B-A693-8620E3C55C09}"/>
                          </a:ext>
                        </a:extLst>
                      </p:cNvPr>
                      <p:cNvSpPr txBox="1"/>
                      <p:nvPr/>
                    </p:nvSpPr>
                    <p:spPr>
                      <a:xfrm>
                        <a:off x="1229360" y="1300480"/>
                        <a:ext cx="1013996"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oMath>
                        </a14:m>
                        <a:endParaRPr lang="zh-TW" altLang="en-US">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1BFFFE8B-1CA6-449B-A693-8620E3C55C09}"/>
                          </a:ext>
                        </a:extLst>
                      </p:cNvPr>
                      <p:cNvSpPr txBox="1">
                        <a:spLocks noRot="1" noChangeAspect="1" noMove="1" noResize="1" noEditPoints="1" noAdjustHandles="1" noChangeArrowheads="1" noChangeShapeType="1" noTextEdit="1"/>
                      </p:cNvSpPr>
                      <p:nvPr/>
                    </p:nvSpPr>
                    <p:spPr>
                      <a:xfrm>
                        <a:off x="1229360" y="1300480"/>
                        <a:ext cx="1013996" cy="369332"/>
                      </a:xfrm>
                      <a:prstGeom prst="rect">
                        <a:avLst/>
                      </a:prstGeom>
                      <a:blipFill>
                        <a:blip r:embed="rId5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401B83E5-508B-46DC-9C14-8023EE346A05}"/>
                          </a:ext>
                        </a:extLst>
                      </p:cNvPr>
                      <p:cNvSpPr txBox="1"/>
                      <p:nvPr/>
                    </p:nvSpPr>
                    <p:spPr>
                      <a:xfrm>
                        <a:off x="1316256" y="931147"/>
                        <a:ext cx="899605"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8</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9</a:t>
                        </a:r>
                        <a:endParaRPr lang="zh-TW" altLang="en-US">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401B83E5-508B-46DC-9C14-8023EE346A05}"/>
                          </a:ext>
                        </a:extLst>
                      </p:cNvPr>
                      <p:cNvSpPr txBox="1">
                        <a:spLocks noRot="1" noChangeAspect="1" noMove="1" noResize="1" noEditPoints="1" noAdjustHandles="1" noChangeArrowheads="1" noChangeShapeType="1" noTextEdit="1"/>
                      </p:cNvSpPr>
                      <p:nvPr/>
                    </p:nvSpPr>
                    <p:spPr>
                      <a:xfrm>
                        <a:off x="1316256" y="931147"/>
                        <a:ext cx="899605" cy="369332"/>
                      </a:xfrm>
                      <a:prstGeom prst="rect">
                        <a:avLst/>
                      </a:prstGeom>
                      <a:blipFill>
                        <a:blip r:embed="rId57"/>
                        <a:stretch>
                          <a:fillRect t="-8197" r="-4082"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52D6BC8D-85D3-4527-85C3-C56DA0CD1614}"/>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12" name="文字方塊 211"/>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15"/>
                        <a:stretch>
                          <a:fillRect r="-22449"/>
                        </a:stretch>
                      </a:blipFill>
                    </p:spPr>
                    <p:txBody>
                      <a:bodyPr/>
                      <a:lstStyle/>
                      <a:p>
                        <a:r>
                          <a:rPr lang="zh-TW" altLang="en-US">
                            <a:noFill/>
                          </a:rPr>
                          <a:t> </a:t>
                        </a:r>
                      </a:p>
                    </p:txBody>
                  </p:sp>
                </mc:Fallback>
              </mc:AlternateContent>
            </p:grpSp>
            <p:cxnSp>
              <p:nvCxnSpPr>
                <p:cNvPr id="139" name="直線接點 138">
                  <a:extLst>
                    <a:ext uri="{FF2B5EF4-FFF2-40B4-BE49-F238E27FC236}">
                      <a16:creationId xmlns:a16="http://schemas.microsoft.com/office/drawing/2014/main" id="{D2E32D0A-451F-478F-B5D7-B03B526A3467}"/>
                    </a:ext>
                  </a:extLst>
                </p:cNvPr>
                <p:cNvCxnSpPr/>
                <p:nvPr/>
              </p:nvCxnSpPr>
              <p:spPr>
                <a:xfrm>
                  <a:off x="5564170" y="3731260"/>
                  <a:ext cx="954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6" name="文字方塊 135">
                    <a:extLst>
                      <a:ext uri="{FF2B5EF4-FFF2-40B4-BE49-F238E27FC236}">
                        <a16:creationId xmlns:a16="http://schemas.microsoft.com/office/drawing/2014/main" id="{DD1637A2-9991-4B70-A116-1E605CCD9341}"/>
                      </a:ext>
                    </a:extLst>
                  </p:cNvPr>
                  <p:cNvSpPr txBox="1"/>
                  <p:nvPr/>
                </p:nvSpPr>
                <p:spPr>
                  <a:xfrm>
                    <a:off x="5807456" y="3026169"/>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4" name="文字方塊 233"/>
                  <p:cNvSpPr txBox="1">
                    <a:spLocks noRot="1" noChangeAspect="1" noMove="1" noResize="1" noEditPoints="1" noAdjustHandles="1" noChangeArrowheads="1" noChangeShapeType="1" noTextEdit="1"/>
                  </p:cNvSpPr>
                  <p:nvPr/>
                </p:nvSpPr>
                <p:spPr>
                  <a:xfrm>
                    <a:off x="5807456" y="3026169"/>
                    <a:ext cx="300636" cy="369332"/>
                  </a:xfrm>
                  <a:prstGeom prst="rect">
                    <a:avLst/>
                  </a:prstGeom>
                  <a:blipFill rotWithShape="0">
                    <a:blip r:embed="rId16"/>
                    <a:stretch>
                      <a:fillRect r="-1632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7" name="文字方塊 136">
                    <a:extLst>
                      <a:ext uri="{FF2B5EF4-FFF2-40B4-BE49-F238E27FC236}">
                        <a16:creationId xmlns:a16="http://schemas.microsoft.com/office/drawing/2014/main" id="{50795664-53BA-4AD2-9637-CB14DB408968}"/>
                      </a:ext>
                    </a:extLst>
                  </p:cNvPr>
                  <p:cNvSpPr txBox="1"/>
                  <p:nvPr/>
                </p:nvSpPr>
                <p:spPr>
                  <a:xfrm>
                    <a:off x="6160700" y="3026169"/>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5</m:t>
                          </m:r>
                          <m:r>
                            <a:rPr lang="zh-TW" altLang="en-US" b="1">
                              <a:solidFill>
                                <a:srgbClr val="FF0000"/>
                              </a:solidFill>
                              <a:latin typeface="Cambria Math" panose="02040503050406030204" pitchFamily="18" charset="0"/>
                              <a:cs typeface="Times New Roman" panose="02020603050405020304" pitchFamily="18" charset="0"/>
                            </a:rPr>
                            <m:t> </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7" name="文字方塊 136">
                    <a:extLst>
                      <a:ext uri="{FF2B5EF4-FFF2-40B4-BE49-F238E27FC236}">
                        <a16:creationId xmlns:a16="http://schemas.microsoft.com/office/drawing/2014/main" id="{50795664-53BA-4AD2-9637-CB14DB408968}"/>
                      </a:ext>
                    </a:extLst>
                  </p:cNvPr>
                  <p:cNvSpPr txBox="1">
                    <a:spLocks noRot="1" noChangeAspect="1" noMove="1" noResize="1" noEditPoints="1" noAdjustHandles="1" noChangeArrowheads="1" noChangeShapeType="1" noTextEdit="1"/>
                  </p:cNvSpPr>
                  <p:nvPr/>
                </p:nvSpPr>
                <p:spPr>
                  <a:xfrm>
                    <a:off x="6160700" y="3026169"/>
                    <a:ext cx="296646" cy="369332"/>
                  </a:xfrm>
                  <a:prstGeom prst="rect">
                    <a:avLst/>
                  </a:prstGeom>
                  <a:blipFill>
                    <a:blip r:embed="rId67"/>
                    <a:stretch>
                      <a:fillRect r="-41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44" name="文字方塊 143">
                  <a:extLst>
                    <a:ext uri="{FF2B5EF4-FFF2-40B4-BE49-F238E27FC236}">
                      <a16:creationId xmlns:a16="http://schemas.microsoft.com/office/drawing/2014/main" id="{1FE6D8DB-46D9-4DB4-A188-86631B83FE3A}"/>
                    </a:ext>
                  </a:extLst>
                </p:cNvPr>
                <p:cNvSpPr txBox="1"/>
                <p:nvPr/>
              </p:nvSpPr>
              <p:spPr>
                <a:xfrm>
                  <a:off x="3391835"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4" name="文字方塊 143">
                  <a:extLst>
                    <a:ext uri="{FF2B5EF4-FFF2-40B4-BE49-F238E27FC236}">
                      <a16:creationId xmlns:a16="http://schemas.microsoft.com/office/drawing/2014/main" id="{1FE6D8DB-46D9-4DB4-A188-86631B83FE3A}"/>
                    </a:ext>
                  </a:extLst>
                </p:cNvPr>
                <p:cNvSpPr txBox="1">
                  <a:spLocks noRot="1" noChangeAspect="1" noMove="1" noResize="1" noEditPoints="1" noAdjustHandles="1" noChangeArrowheads="1" noChangeShapeType="1" noTextEdit="1"/>
                </p:cNvSpPr>
                <p:nvPr/>
              </p:nvSpPr>
              <p:spPr>
                <a:xfrm>
                  <a:off x="3391835" y="3593256"/>
                  <a:ext cx="315690" cy="369332"/>
                </a:xfrm>
                <a:prstGeom prst="rect">
                  <a:avLst/>
                </a:prstGeom>
                <a:blipFill>
                  <a:blip r:embed="rId59"/>
                  <a:stretch>
                    <a:fillRect r="-11538"/>
                  </a:stretch>
                </a:blipFill>
              </p:spPr>
              <p:txBody>
                <a:bodyPr/>
                <a:lstStyle/>
                <a:p>
                  <a:r>
                    <a:rPr lang="zh-TW" altLang="en-US">
                      <a:noFill/>
                    </a:rPr>
                    <a:t> </a:t>
                  </a:r>
                </a:p>
              </p:txBody>
            </p:sp>
          </mc:Fallback>
        </mc:AlternateContent>
      </p:grpSp>
      <p:grpSp>
        <p:nvGrpSpPr>
          <p:cNvPr id="9" name="群組 8">
            <a:extLst>
              <a:ext uri="{FF2B5EF4-FFF2-40B4-BE49-F238E27FC236}">
                <a16:creationId xmlns:a16="http://schemas.microsoft.com/office/drawing/2014/main" id="{35439A30-9863-4D8B-BAF9-9E4D702FF9DD}"/>
              </a:ext>
            </a:extLst>
          </p:cNvPr>
          <p:cNvGrpSpPr/>
          <p:nvPr/>
        </p:nvGrpSpPr>
        <p:grpSpPr>
          <a:xfrm>
            <a:off x="4887265" y="4111416"/>
            <a:ext cx="1324273" cy="1396326"/>
            <a:chOff x="4887265" y="3593256"/>
            <a:chExt cx="1324273" cy="1396326"/>
          </a:xfrm>
        </p:grpSpPr>
        <p:grpSp>
          <p:nvGrpSpPr>
            <p:cNvPr id="48" name="群組 47">
              <a:extLst>
                <a:ext uri="{FF2B5EF4-FFF2-40B4-BE49-F238E27FC236}">
                  <a16:creationId xmlns:a16="http://schemas.microsoft.com/office/drawing/2014/main" id="{C4FBAD9A-5D08-495E-857B-045EB7DC2095}"/>
                </a:ext>
              </a:extLst>
            </p:cNvPr>
            <p:cNvGrpSpPr/>
            <p:nvPr/>
          </p:nvGrpSpPr>
          <p:grpSpPr>
            <a:xfrm>
              <a:off x="4887265" y="3903968"/>
              <a:ext cx="1324273" cy="1085614"/>
              <a:chOff x="5505677" y="3014978"/>
              <a:chExt cx="1324273" cy="1085614"/>
            </a:xfrm>
          </p:grpSpPr>
          <p:grpSp>
            <p:nvGrpSpPr>
              <p:cNvPr id="49" name="群組 48">
                <a:extLst>
                  <a:ext uri="{FF2B5EF4-FFF2-40B4-BE49-F238E27FC236}">
                    <a16:creationId xmlns:a16="http://schemas.microsoft.com/office/drawing/2014/main" id="{BD631867-7229-45D6-8C27-ADB26E7C3FFE}"/>
                  </a:ext>
                </a:extLst>
              </p:cNvPr>
              <p:cNvGrpSpPr/>
              <p:nvPr/>
            </p:nvGrpSpPr>
            <p:grpSpPr>
              <a:xfrm>
                <a:off x="5505677" y="3014978"/>
                <a:ext cx="1324273" cy="1085614"/>
                <a:chOff x="1229360" y="584198"/>
                <a:chExt cx="1324273" cy="1085614"/>
              </a:xfrm>
            </p:grpSpPr>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FF62B6B-643C-4E31-BE0E-3D1D0D6913EA}"/>
                        </a:ext>
                      </a:extLst>
                    </p:cNvPr>
                    <p:cNvSpPr txBox="1"/>
                    <p:nvPr/>
                  </p:nvSpPr>
                  <p:spPr>
                    <a:xfrm>
                      <a:off x="1229360" y="1300480"/>
                      <a:ext cx="1324273" cy="369332"/>
                    </a:xfrm>
                    <a:prstGeom prst="rect">
                      <a:avLst/>
                    </a:prstGeom>
                    <a:noFill/>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smtClean="0">
                                  <a:latin typeface="Cambria Math" panose="02040503050406030204" pitchFamily="18" charset="0"/>
                                  <a:cs typeface="Times New Roman" panose="02020603050405020304" pitchFamily="18" charset="0"/>
                                </a:rPr>
                                <m:t>1</m:t>
                              </m:r>
                            </m:sub>
                          </m:sSub>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a:latin typeface="Cambria Math" panose="02040503050406030204" pitchFamily="18" charset="0"/>
                              <a:cs typeface="Times New Roman" panose="02020603050405020304" pitchFamily="18" charset="0"/>
                            </a:rPr>
                            <m:t> </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2</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3</m:t>
                              </m:r>
                            </m:sub>
                          </m:sSub>
                          <m:sSub>
                            <m:sSubPr>
                              <m:ctrlPr>
                                <a:rPr lang="en-US" altLang="zh-TW" i="1" smtClean="0">
                                  <a:latin typeface="Cambria Math" panose="02040503050406030204" pitchFamily="18" charset="0"/>
                                  <a:cs typeface="Times New Roman" panose="02020603050405020304" pitchFamily="18" charset="0"/>
                                </a:rPr>
                              </m:ctrlPr>
                            </m:sSubPr>
                            <m:e>
                              <m:r>
                                <a:rPr lang="zh-TW" altLang="en-US" b="0"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m:t>
                              </m:r>
                            </m:e>
                            <m:sub>
                              <m:r>
                                <a:rPr lang="en-US" altLang="zh-TW" b="0" i="0">
                                  <a:latin typeface="Cambria Math" panose="02040503050406030204" pitchFamily="18" charset="0"/>
                                  <a:cs typeface="Times New Roman" panose="02020603050405020304" pitchFamily="18" charset="0"/>
                                </a:rPr>
                                <m:t>4</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5FF62B6B-643C-4E31-BE0E-3D1D0D6913EA}"/>
                        </a:ext>
                      </a:extLst>
                    </p:cNvPr>
                    <p:cNvSpPr txBox="1">
                      <a:spLocks noRot="1" noChangeAspect="1" noMove="1" noResize="1" noEditPoints="1" noAdjustHandles="1" noChangeArrowheads="1" noChangeShapeType="1" noTextEdit="1"/>
                    </p:cNvSpPr>
                    <p:nvPr/>
                  </p:nvSpPr>
                  <p:spPr>
                    <a:xfrm>
                      <a:off x="1229360" y="1300480"/>
                      <a:ext cx="1324273"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E4328906-F70F-4215-BA0B-9D2812A83471}"/>
                        </a:ext>
                      </a:extLst>
                    </p:cNvPr>
                    <p:cNvSpPr txBox="1"/>
                    <p:nvPr/>
                  </p:nvSpPr>
                  <p:spPr>
                    <a:xfrm>
                      <a:off x="1316256" y="931147"/>
                      <a:ext cx="1178528" cy="369332"/>
                    </a:xfrm>
                    <a:prstGeom prst="rect">
                      <a:avLst/>
                    </a:prstGeom>
                    <a:noFill/>
                  </p:spPr>
                  <p:txBody>
                    <a:bodyPr wrap="none" rtlCol="0">
                      <a:spAutoFit/>
                    </a:bodyPr>
                    <a:lstStyle/>
                    <a:p>
                      <a14:m>
                        <m:oMath xmlns:m="http://schemas.openxmlformats.org/officeDocument/2006/math">
                          <m:r>
                            <a:rPr lang="en-US" altLang="zh-TW" b="0" i="0">
                              <a:latin typeface="Cambria Math" panose="02040503050406030204" pitchFamily="18" charset="0"/>
                              <a:cs typeface="Times New Roman" panose="02020603050405020304" pitchFamily="18" charset="0"/>
                            </a:rPr>
                            <m:t>2</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a:t>
                      </a:r>
                      <a:r>
                        <a:rPr lang="zh-TW" altLang="en-US" dirty="0">
                          <a:latin typeface="Times New Roman" panose="02020603050405020304" pitchFamily="18" charset="0"/>
                          <a:cs typeface="Times New Roman" panose="02020603050405020304" pitchFamily="18" charset="0"/>
                        </a:rPr>
                        <a:t>   </a:t>
                      </a:r>
                      <a:r>
                        <a:rPr lang="en-US" altLang="zh-TW" b="1" dirty="0">
                          <a:solidFill>
                            <a:srgbClr val="FF0000"/>
                          </a:solidFill>
                          <a:latin typeface="Cambria Math" panose="02040503050406030204" pitchFamily="18" charset="0"/>
                          <a:cs typeface="Times New Roman" panose="02020603050405020304" pitchFamily="18" charset="0"/>
                        </a:rPr>
                        <a:t>7</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52" name="文字方塊 51">
                      <a:extLst>
                        <a:ext uri="{FF2B5EF4-FFF2-40B4-BE49-F238E27FC236}">
                          <a16:creationId xmlns:a16="http://schemas.microsoft.com/office/drawing/2014/main" id="{E4328906-F70F-4215-BA0B-9D2812A83471}"/>
                        </a:ext>
                      </a:extLst>
                    </p:cNvPr>
                    <p:cNvSpPr txBox="1">
                      <a:spLocks noRot="1" noChangeAspect="1" noMove="1" noResize="1" noEditPoints="1" noAdjustHandles="1" noChangeArrowheads="1" noChangeShapeType="1" noTextEdit="1"/>
                    </p:cNvSpPr>
                    <p:nvPr/>
                  </p:nvSpPr>
                  <p:spPr>
                    <a:xfrm>
                      <a:off x="1316256" y="931147"/>
                      <a:ext cx="1178528" cy="369332"/>
                    </a:xfrm>
                    <a:prstGeom prst="rect">
                      <a:avLst/>
                    </a:prstGeom>
                    <a:blipFill>
                      <a:blip r:embed="rId68"/>
                      <a:stretch>
                        <a:fillRect t="-9836" r="-5181"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811E212F-5671-44BF-BCB6-24B816DB6D78}"/>
                        </a:ext>
                      </a:extLst>
                    </p:cNvPr>
                    <p:cNvSpPr txBox="1"/>
                    <p:nvPr/>
                  </p:nvSpPr>
                  <p:spPr>
                    <a:xfrm>
                      <a:off x="1554575" y="584198"/>
                      <a:ext cx="300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4</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7" name="文字方塊 226"/>
                    <p:cNvSpPr txBox="1">
                      <a:spLocks noRot="1" noChangeAspect="1" noMove="1" noResize="1" noEditPoints="1" noAdjustHandles="1" noChangeArrowheads="1" noChangeShapeType="1" noTextEdit="1"/>
                    </p:cNvSpPr>
                    <p:nvPr/>
                  </p:nvSpPr>
                  <p:spPr>
                    <a:xfrm>
                      <a:off x="1554575" y="584198"/>
                      <a:ext cx="300636" cy="369332"/>
                    </a:xfrm>
                    <a:prstGeom prst="rect">
                      <a:avLst/>
                    </a:prstGeom>
                    <a:blipFill rotWithShape="0">
                      <a:blip r:embed="rId25"/>
                      <a:stretch>
                        <a:fillRect r="-163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6F13C45-51DD-4C10-952D-3707D59A8EBE}"/>
                        </a:ext>
                      </a:extLst>
                    </p:cNvPr>
                    <p:cNvSpPr txBox="1"/>
                    <p:nvPr/>
                  </p:nvSpPr>
                  <p:spPr>
                    <a:xfrm>
                      <a:off x="1257929"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1</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8" name="文字方塊 227"/>
                    <p:cNvSpPr txBox="1">
                      <a:spLocks noRot="1" noChangeAspect="1" noMove="1" noResize="1" noEditPoints="1" noAdjustHandles="1" noChangeArrowheads="1" noChangeShapeType="1" noTextEdit="1"/>
                    </p:cNvSpPr>
                    <p:nvPr/>
                  </p:nvSpPr>
                  <p:spPr>
                    <a:xfrm>
                      <a:off x="1257929" y="584198"/>
                      <a:ext cx="296646" cy="369332"/>
                    </a:xfrm>
                    <a:prstGeom prst="rect">
                      <a:avLst/>
                    </a:prstGeom>
                    <a:blipFill rotWithShape="0">
                      <a:blip r:embed="rId26"/>
                      <a:stretch>
                        <a:fillRect r="-183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81B46D76-A7F9-4C6C-BDC8-6153F176AC09}"/>
                        </a:ext>
                      </a:extLst>
                    </p:cNvPr>
                    <p:cNvSpPr txBox="1"/>
                    <p:nvPr/>
                  </p:nvSpPr>
                  <p:spPr>
                    <a:xfrm>
                      <a:off x="1855210" y="584198"/>
                      <a:ext cx="29664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0" smtClean="0">
                                <a:latin typeface="Cambria Math" panose="02040503050406030204" pitchFamily="18" charset="0"/>
                                <a:cs typeface="Times New Roman" panose="02020603050405020304" pitchFamily="18" charset="0"/>
                              </a:rPr>
                              <m:t>5</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0" name="文字方塊 229"/>
                    <p:cNvSpPr txBox="1">
                      <a:spLocks noRot="1" noChangeAspect="1" noMove="1" noResize="1" noEditPoints="1" noAdjustHandles="1" noChangeArrowheads="1" noChangeShapeType="1" noTextEdit="1"/>
                    </p:cNvSpPr>
                    <p:nvPr/>
                  </p:nvSpPr>
                  <p:spPr>
                    <a:xfrm>
                      <a:off x="1855210" y="584198"/>
                      <a:ext cx="296646" cy="369332"/>
                    </a:xfrm>
                    <a:prstGeom prst="rect">
                      <a:avLst/>
                    </a:prstGeom>
                    <a:blipFill rotWithShape="0">
                      <a:blip r:embed="rId28"/>
                      <a:stretch>
                        <a:fillRect r="-18367"/>
                      </a:stretch>
                    </a:blipFill>
                  </p:spPr>
                  <p:txBody>
                    <a:bodyPr/>
                    <a:lstStyle/>
                    <a:p>
                      <a:r>
                        <a:rPr lang="zh-TW" altLang="en-US">
                          <a:noFill/>
                        </a:rPr>
                        <a:t> </a:t>
                      </a:r>
                    </a:p>
                  </p:txBody>
                </p:sp>
              </mc:Fallback>
            </mc:AlternateContent>
          </p:grpSp>
          <p:cxnSp>
            <p:nvCxnSpPr>
              <p:cNvPr id="50" name="直線接點 49">
                <a:extLst>
                  <a:ext uri="{FF2B5EF4-FFF2-40B4-BE49-F238E27FC236}">
                    <a16:creationId xmlns:a16="http://schemas.microsoft.com/office/drawing/2014/main" id="{634954D4-A8FB-4A7A-BF8A-D3D62ED0077B}"/>
                  </a:ext>
                </a:extLst>
              </p:cNvPr>
              <p:cNvCxnSpPr/>
              <p:nvPr/>
            </p:nvCxnSpPr>
            <p:spPr>
              <a:xfrm>
                <a:off x="5564170" y="3731260"/>
                <a:ext cx="12141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5" name="文字方塊 144">
                  <a:extLst>
                    <a:ext uri="{FF2B5EF4-FFF2-40B4-BE49-F238E27FC236}">
                      <a16:creationId xmlns:a16="http://schemas.microsoft.com/office/drawing/2014/main" id="{AF05DB13-686B-42A1-BB58-C2712AD6DFC6}"/>
                    </a:ext>
                  </a:extLst>
                </p:cNvPr>
                <p:cNvSpPr txBox="1"/>
                <p:nvPr/>
              </p:nvSpPr>
              <p:spPr>
                <a:xfrm>
                  <a:off x="5229470" y="3593256"/>
                  <a:ext cx="315690"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b="0" i="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3</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5" name="文字方塊 144">
                  <a:extLst>
                    <a:ext uri="{FF2B5EF4-FFF2-40B4-BE49-F238E27FC236}">
                      <a16:creationId xmlns:a16="http://schemas.microsoft.com/office/drawing/2014/main" id="{AF05DB13-686B-42A1-BB58-C2712AD6DFC6}"/>
                    </a:ext>
                  </a:extLst>
                </p:cNvPr>
                <p:cNvSpPr txBox="1">
                  <a:spLocks noRot="1" noChangeAspect="1" noMove="1" noResize="1" noEditPoints="1" noAdjustHandles="1" noChangeArrowheads="1" noChangeShapeType="1" noTextEdit="1"/>
                </p:cNvSpPr>
                <p:nvPr/>
              </p:nvSpPr>
              <p:spPr>
                <a:xfrm>
                  <a:off x="5229470" y="3593256"/>
                  <a:ext cx="315690" cy="369332"/>
                </a:xfrm>
                <a:prstGeom prst="rect">
                  <a:avLst/>
                </a:prstGeom>
                <a:blipFill>
                  <a:blip r:embed="rId60"/>
                  <a:stretch>
                    <a:fillRect r="-9615"/>
                  </a:stretch>
                </a:blipFill>
              </p:spPr>
              <p:txBody>
                <a:bodyPr/>
                <a:lstStyle/>
                <a:p>
                  <a:r>
                    <a:rPr lang="zh-TW" altLang="en-US">
                      <a:noFill/>
                    </a:rPr>
                    <a:t> </a:t>
                  </a:r>
                </a:p>
              </p:txBody>
            </p:sp>
          </mc:Fallback>
        </mc:AlternateContent>
      </p:grpSp>
      <p:sp>
        <p:nvSpPr>
          <p:cNvPr id="10" name="橢圓 9">
            <a:extLst>
              <a:ext uri="{FF2B5EF4-FFF2-40B4-BE49-F238E27FC236}">
                <a16:creationId xmlns:a16="http://schemas.microsoft.com/office/drawing/2014/main" id="{0D36056C-8651-4EC8-ACDA-E7FC96922E41}"/>
              </a:ext>
            </a:extLst>
          </p:cNvPr>
          <p:cNvSpPr/>
          <p:nvPr/>
        </p:nvSpPr>
        <p:spPr>
          <a:xfrm>
            <a:off x="504519" y="2761382"/>
            <a:ext cx="551723" cy="1005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7" name="文字方塊 146">
                <a:extLst>
                  <a:ext uri="{FF2B5EF4-FFF2-40B4-BE49-F238E27FC236}">
                    <a16:creationId xmlns:a16="http://schemas.microsoft.com/office/drawing/2014/main" id="{FE8AA8F1-D8CF-42A9-8734-9917942D5242}"/>
                  </a:ext>
                </a:extLst>
              </p:cNvPr>
              <p:cNvSpPr txBox="1"/>
              <p:nvPr/>
            </p:nvSpPr>
            <p:spPr>
              <a:xfrm>
                <a:off x="2585385"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7" name="文字方塊 146">
                <a:extLst>
                  <a:ext uri="{FF2B5EF4-FFF2-40B4-BE49-F238E27FC236}">
                    <a16:creationId xmlns:a16="http://schemas.microsoft.com/office/drawing/2014/main" id="{FE8AA8F1-D8CF-42A9-8734-9917942D5242}"/>
                  </a:ext>
                </a:extLst>
              </p:cNvPr>
              <p:cNvSpPr txBox="1">
                <a:spLocks noRot="1" noChangeAspect="1" noMove="1" noResize="1" noEditPoints="1" noAdjustHandles="1" noChangeArrowheads="1" noChangeShapeType="1" noTextEdit="1"/>
              </p:cNvSpPr>
              <p:nvPr/>
            </p:nvSpPr>
            <p:spPr>
              <a:xfrm>
                <a:off x="2585385" y="931658"/>
                <a:ext cx="404278" cy="400110"/>
              </a:xfrm>
              <a:prstGeom prst="rect">
                <a:avLst/>
              </a:prstGeom>
              <a:blipFill>
                <a:blip r:embed="rId6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8" name="文字方塊 147">
                <a:extLst>
                  <a:ext uri="{FF2B5EF4-FFF2-40B4-BE49-F238E27FC236}">
                    <a16:creationId xmlns:a16="http://schemas.microsoft.com/office/drawing/2014/main" id="{099E250C-142B-4772-8D43-C597CD49318B}"/>
                  </a:ext>
                </a:extLst>
              </p:cNvPr>
              <p:cNvSpPr txBox="1"/>
              <p:nvPr/>
            </p:nvSpPr>
            <p:spPr>
              <a:xfrm>
                <a:off x="2891684"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8" name="文字方塊 147">
                <a:extLst>
                  <a:ext uri="{FF2B5EF4-FFF2-40B4-BE49-F238E27FC236}">
                    <a16:creationId xmlns:a16="http://schemas.microsoft.com/office/drawing/2014/main" id="{099E250C-142B-4772-8D43-C597CD49318B}"/>
                  </a:ext>
                </a:extLst>
              </p:cNvPr>
              <p:cNvSpPr txBox="1">
                <a:spLocks noRot="1" noChangeAspect="1" noMove="1" noResize="1" noEditPoints="1" noAdjustHandles="1" noChangeArrowheads="1" noChangeShapeType="1" noTextEdit="1"/>
              </p:cNvSpPr>
              <p:nvPr/>
            </p:nvSpPr>
            <p:spPr>
              <a:xfrm>
                <a:off x="2891684" y="931658"/>
                <a:ext cx="404278" cy="400110"/>
              </a:xfrm>
              <a:prstGeom prst="rect">
                <a:avLst/>
              </a:prstGeom>
              <a:blipFill>
                <a:blip r:embed="rId7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9" name="文字方塊 148">
                <a:extLst>
                  <a:ext uri="{FF2B5EF4-FFF2-40B4-BE49-F238E27FC236}">
                    <a16:creationId xmlns:a16="http://schemas.microsoft.com/office/drawing/2014/main" id="{7E9CF4DC-D559-45FF-A3D7-CE014006F9C5}"/>
                  </a:ext>
                </a:extLst>
              </p:cNvPr>
              <p:cNvSpPr txBox="1"/>
              <p:nvPr/>
            </p:nvSpPr>
            <p:spPr>
              <a:xfrm>
                <a:off x="3228337"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9" name="文字方塊 148">
                <a:extLst>
                  <a:ext uri="{FF2B5EF4-FFF2-40B4-BE49-F238E27FC236}">
                    <a16:creationId xmlns:a16="http://schemas.microsoft.com/office/drawing/2014/main" id="{7E9CF4DC-D559-45FF-A3D7-CE014006F9C5}"/>
                  </a:ext>
                </a:extLst>
              </p:cNvPr>
              <p:cNvSpPr txBox="1">
                <a:spLocks noRot="1" noChangeAspect="1" noMove="1" noResize="1" noEditPoints="1" noAdjustHandles="1" noChangeArrowheads="1" noChangeShapeType="1" noTextEdit="1"/>
              </p:cNvSpPr>
              <p:nvPr/>
            </p:nvSpPr>
            <p:spPr>
              <a:xfrm>
                <a:off x="3228337" y="931658"/>
                <a:ext cx="404278" cy="400110"/>
              </a:xfrm>
              <a:prstGeom prst="rect">
                <a:avLst/>
              </a:prstGeom>
              <a:blipFill>
                <a:blip r:embed="rId7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0" name="文字方塊 149">
                <a:extLst>
                  <a:ext uri="{FF2B5EF4-FFF2-40B4-BE49-F238E27FC236}">
                    <a16:creationId xmlns:a16="http://schemas.microsoft.com/office/drawing/2014/main" id="{F22B25EA-603B-40CA-9CA4-8C5191DABBD5}"/>
                  </a:ext>
                </a:extLst>
              </p:cNvPr>
              <p:cNvSpPr txBox="1"/>
              <p:nvPr/>
            </p:nvSpPr>
            <p:spPr>
              <a:xfrm>
                <a:off x="3548760"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0" name="文字方塊 149">
                <a:extLst>
                  <a:ext uri="{FF2B5EF4-FFF2-40B4-BE49-F238E27FC236}">
                    <a16:creationId xmlns:a16="http://schemas.microsoft.com/office/drawing/2014/main" id="{F22B25EA-603B-40CA-9CA4-8C5191DABBD5}"/>
                  </a:ext>
                </a:extLst>
              </p:cNvPr>
              <p:cNvSpPr txBox="1">
                <a:spLocks noRot="1" noChangeAspect="1" noMove="1" noResize="1" noEditPoints="1" noAdjustHandles="1" noChangeArrowheads="1" noChangeShapeType="1" noTextEdit="1"/>
              </p:cNvSpPr>
              <p:nvPr/>
            </p:nvSpPr>
            <p:spPr>
              <a:xfrm>
                <a:off x="3548760" y="931658"/>
                <a:ext cx="404278" cy="400110"/>
              </a:xfrm>
              <a:prstGeom prst="rect">
                <a:avLst/>
              </a:prstGeom>
              <a:blipFill>
                <a:blip r:embed="rId7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1" name="文字方塊 150">
                <a:extLst>
                  <a:ext uri="{FF2B5EF4-FFF2-40B4-BE49-F238E27FC236}">
                    <a16:creationId xmlns:a16="http://schemas.microsoft.com/office/drawing/2014/main" id="{9515B0CD-C3AF-431A-94BF-E99731ED6C50}"/>
                  </a:ext>
                </a:extLst>
              </p:cNvPr>
              <p:cNvSpPr txBox="1"/>
              <p:nvPr/>
            </p:nvSpPr>
            <p:spPr>
              <a:xfrm>
                <a:off x="3878229"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1" name="文字方塊 150">
                <a:extLst>
                  <a:ext uri="{FF2B5EF4-FFF2-40B4-BE49-F238E27FC236}">
                    <a16:creationId xmlns:a16="http://schemas.microsoft.com/office/drawing/2014/main" id="{9515B0CD-C3AF-431A-94BF-E99731ED6C50}"/>
                  </a:ext>
                </a:extLst>
              </p:cNvPr>
              <p:cNvSpPr txBox="1">
                <a:spLocks noRot="1" noChangeAspect="1" noMove="1" noResize="1" noEditPoints="1" noAdjustHandles="1" noChangeArrowheads="1" noChangeShapeType="1" noTextEdit="1"/>
              </p:cNvSpPr>
              <p:nvPr/>
            </p:nvSpPr>
            <p:spPr>
              <a:xfrm>
                <a:off x="3878229" y="931658"/>
                <a:ext cx="404278" cy="400110"/>
              </a:xfrm>
              <a:prstGeom prst="rect">
                <a:avLst/>
              </a:prstGeom>
              <a:blipFill>
                <a:blip r:embed="rId7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2" name="文字方塊 151">
                <a:extLst>
                  <a:ext uri="{FF2B5EF4-FFF2-40B4-BE49-F238E27FC236}">
                    <a16:creationId xmlns:a16="http://schemas.microsoft.com/office/drawing/2014/main" id="{CA12D9BC-EB44-4BDF-AF3F-61C4712DDEBE}"/>
                  </a:ext>
                </a:extLst>
              </p:cNvPr>
              <p:cNvSpPr txBox="1"/>
              <p:nvPr/>
            </p:nvSpPr>
            <p:spPr>
              <a:xfrm>
                <a:off x="4210296"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2" name="文字方塊 151">
                <a:extLst>
                  <a:ext uri="{FF2B5EF4-FFF2-40B4-BE49-F238E27FC236}">
                    <a16:creationId xmlns:a16="http://schemas.microsoft.com/office/drawing/2014/main" id="{CA12D9BC-EB44-4BDF-AF3F-61C4712DDEBE}"/>
                  </a:ext>
                </a:extLst>
              </p:cNvPr>
              <p:cNvSpPr txBox="1">
                <a:spLocks noRot="1" noChangeAspect="1" noMove="1" noResize="1" noEditPoints="1" noAdjustHandles="1" noChangeArrowheads="1" noChangeShapeType="1" noTextEdit="1"/>
              </p:cNvSpPr>
              <p:nvPr/>
            </p:nvSpPr>
            <p:spPr>
              <a:xfrm>
                <a:off x="4210296" y="931658"/>
                <a:ext cx="404278" cy="400110"/>
              </a:xfrm>
              <a:prstGeom prst="rect">
                <a:avLst/>
              </a:prstGeom>
              <a:blipFill>
                <a:blip r:embed="rId7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3" name="文字方塊 152">
                <a:extLst>
                  <a:ext uri="{FF2B5EF4-FFF2-40B4-BE49-F238E27FC236}">
                    <a16:creationId xmlns:a16="http://schemas.microsoft.com/office/drawing/2014/main" id="{6D80A9F5-1A99-4CBF-A09D-E757D99B0ACA}"/>
                  </a:ext>
                </a:extLst>
              </p:cNvPr>
              <p:cNvSpPr txBox="1"/>
              <p:nvPr/>
            </p:nvSpPr>
            <p:spPr>
              <a:xfrm>
                <a:off x="4521181"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3" name="文字方塊 152">
                <a:extLst>
                  <a:ext uri="{FF2B5EF4-FFF2-40B4-BE49-F238E27FC236}">
                    <a16:creationId xmlns:a16="http://schemas.microsoft.com/office/drawing/2014/main" id="{6D80A9F5-1A99-4CBF-A09D-E757D99B0ACA}"/>
                  </a:ext>
                </a:extLst>
              </p:cNvPr>
              <p:cNvSpPr txBox="1">
                <a:spLocks noRot="1" noChangeAspect="1" noMove="1" noResize="1" noEditPoints="1" noAdjustHandles="1" noChangeArrowheads="1" noChangeShapeType="1" noTextEdit="1"/>
              </p:cNvSpPr>
              <p:nvPr/>
            </p:nvSpPr>
            <p:spPr>
              <a:xfrm>
                <a:off x="4521181" y="931658"/>
                <a:ext cx="404278" cy="400110"/>
              </a:xfrm>
              <a:prstGeom prst="rect">
                <a:avLst/>
              </a:prstGeom>
              <a:blipFill>
                <a:blip r:embed="rId7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4" name="文字方塊 153">
                <a:extLst>
                  <a:ext uri="{FF2B5EF4-FFF2-40B4-BE49-F238E27FC236}">
                    <a16:creationId xmlns:a16="http://schemas.microsoft.com/office/drawing/2014/main" id="{FD3135F5-2619-4902-8677-DBC393812E65}"/>
                  </a:ext>
                </a:extLst>
              </p:cNvPr>
              <p:cNvSpPr txBox="1"/>
              <p:nvPr/>
            </p:nvSpPr>
            <p:spPr>
              <a:xfrm>
                <a:off x="4871959"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4" name="文字方塊 153">
                <a:extLst>
                  <a:ext uri="{FF2B5EF4-FFF2-40B4-BE49-F238E27FC236}">
                    <a16:creationId xmlns:a16="http://schemas.microsoft.com/office/drawing/2014/main" id="{FD3135F5-2619-4902-8677-DBC393812E65}"/>
                  </a:ext>
                </a:extLst>
              </p:cNvPr>
              <p:cNvSpPr txBox="1">
                <a:spLocks noRot="1" noChangeAspect="1" noMove="1" noResize="1" noEditPoints="1" noAdjustHandles="1" noChangeArrowheads="1" noChangeShapeType="1" noTextEdit="1"/>
              </p:cNvSpPr>
              <p:nvPr/>
            </p:nvSpPr>
            <p:spPr>
              <a:xfrm>
                <a:off x="4871959" y="931658"/>
                <a:ext cx="404278" cy="400110"/>
              </a:xfrm>
              <a:prstGeom prst="rect">
                <a:avLst/>
              </a:prstGeom>
              <a:blipFill>
                <a:blip r:embed="rId7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5" name="文字方塊 154">
                <a:extLst>
                  <a:ext uri="{FF2B5EF4-FFF2-40B4-BE49-F238E27FC236}">
                    <a16:creationId xmlns:a16="http://schemas.microsoft.com/office/drawing/2014/main" id="{0EEF8007-2913-49EB-B203-05A77F966739}"/>
                  </a:ext>
                </a:extLst>
              </p:cNvPr>
              <p:cNvSpPr txBox="1"/>
              <p:nvPr/>
            </p:nvSpPr>
            <p:spPr>
              <a:xfrm>
                <a:off x="5202633" y="931658"/>
                <a:ext cx="40427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000" b="0" i="0" smtClean="0">
                          <a:solidFill>
                            <a:srgbClr val="FF0000"/>
                          </a:solidFill>
                          <a:latin typeface="Cambria Math" panose="02040503050406030204" pitchFamily="18" charset="0"/>
                          <a:cs typeface="Times New Roman" panose="02020603050405020304" pitchFamily="18" charset="0"/>
                        </a:rPr>
                        <m:t>V</m:t>
                      </m:r>
                    </m:oMath>
                  </m:oMathPara>
                </a14:m>
                <a:endParaRPr lang="zh-TW" altLang="en-US"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5" name="文字方塊 154">
                <a:extLst>
                  <a:ext uri="{FF2B5EF4-FFF2-40B4-BE49-F238E27FC236}">
                    <a16:creationId xmlns:a16="http://schemas.microsoft.com/office/drawing/2014/main" id="{0EEF8007-2913-49EB-B203-05A77F966739}"/>
                  </a:ext>
                </a:extLst>
              </p:cNvPr>
              <p:cNvSpPr txBox="1">
                <a:spLocks noRot="1" noChangeAspect="1" noMove="1" noResize="1" noEditPoints="1" noAdjustHandles="1" noChangeArrowheads="1" noChangeShapeType="1" noTextEdit="1"/>
              </p:cNvSpPr>
              <p:nvPr/>
            </p:nvSpPr>
            <p:spPr>
              <a:xfrm>
                <a:off x="5202633" y="931658"/>
                <a:ext cx="404278" cy="400110"/>
              </a:xfrm>
              <a:prstGeom prst="rect">
                <a:avLst/>
              </a:prstGeom>
              <a:blipFill>
                <a:blip r:embed="rId7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6" name="文字方塊 155">
                <a:extLst>
                  <a:ext uri="{FF2B5EF4-FFF2-40B4-BE49-F238E27FC236}">
                    <a16:creationId xmlns:a16="http://schemas.microsoft.com/office/drawing/2014/main" id="{89078ADB-BF6D-44C8-B0DE-32D47C2B7238}"/>
                  </a:ext>
                </a:extLst>
              </p:cNvPr>
              <p:cNvSpPr txBox="1"/>
              <p:nvPr/>
            </p:nvSpPr>
            <p:spPr>
              <a:xfrm>
                <a:off x="5959549" y="931658"/>
                <a:ext cx="8451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solidFill>
                            <a:srgbClr val="002060"/>
                          </a:solidFill>
                          <a:latin typeface="Cambria Math" panose="02040503050406030204" pitchFamily="18" charset="0"/>
                          <a:cs typeface="Times New Roman" panose="02020603050405020304" pitchFamily="18" charset="0"/>
                        </a:rPr>
                        <m:t>𝐔𝐬𝐞𝐝</m:t>
                      </m:r>
                    </m:oMath>
                  </m:oMathPara>
                </a14:m>
                <a:endParaRPr lang="zh-TW" altLang="en-US" sz="2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156" name="文字方塊 155">
                <a:extLst>
                  <a:ext uri="{FF2B5EF4-FFF2-40B4-BE49-F238E27FC236}">
                    <a16:creationId xmlns:a16="http://schemas.microsoft.com/office/drawing/2014/main" id="{89078ADB-BF6D-44C8-B0DE-32D47C2B7238}"/>
                  </a:ext>
                </a:extLst>
              </p:cNvPr>
              <p:cNvSpPr txBox="1">
                <a:spLocks noRot="1" noChangeAspect="1" noMove="1" noResize="1" noEditPoints="1" noAdjustHandles="1" noChangeArrowheads="1" noChangeShapeType="1" noTextEdit="1"/>
              </p:cNvSpPr>
              <p:nvPr/>
            </p:nvSpPr>
            <p:spPr>
              <a:xfrm>
                <a:off x="5959549" y="931658"/>
                <a:ext cx="845103" cy="400110"/>
              </a:xfrm>
              <a:prstGeom prst="rect">
                <a:avLst/>
              </a:prstGeom>
              <a:blipFill>
                <a:blip r:embed="rId77"/>
                <a:stretch>
                  <a:fillRect/>
                </a:stretch>
              </a:blipFill>
            </p:spPr>
            <p:txBody>
              <a:bodyPr/>
              <a:lstStyle/>
              <a:p>
                <a:r>
                  <a:rPr lang="zh-TW" altLang="en-US">
                    <a:noFill/>
                  </a:rPr>
                  <a:t> </a:t>
                </a:r>
              </a:p>
            </p:txBody>
          </p:sp>
        </mc:Fallback>
      </mc:AlternateContent>
      <p:sp>
        <p:nvSpPr>
          <p:cNvPr id="157" name="橢圓 156">
            <a:extLst>
              <a:ext uri="{FF2B5EF4-FFF2-40B4-BE49-F238E27FC236}">
                <a16:creationId xmlns:a16="http://schemas.microsoft.com/office/drawing/2014/main" id="{EFE02533-41B7-47C3-AA75-FFAB25C58EE1}"/>
              </a:ext>
            </a:extLst>
          </p:cNvPr>
          <p:cNvSpPr/>
          <p:nvPr/>
        </p:nvSpPr>
        <p:spPr>
          <a:xfrm>
            <a:off x="1843039" y="2424681"/>
            <a:ext cx="827077" cy="1402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8" name="橢圓 157">
            <a:extLst>
              <a:ext uri="{FF2B5EF4-FFF2-40B4-BE49-F238E27FC236}">
                <a16:creationId xmlns:a16="http://schemas.microsoft.com/office/drawing/2014/main" id="{0BDE6679-796D-4597-BDBC-B0F79D293C16}"/>
              </a:ext>
            </a:extLst>
          </p:cNvPr>
          <p:cNvSpPr/>
          <p:nvPr/>
        </p:nvSpPr>
        <p:spPr>
          <a:xfrm>
            <a:off x="3388144" y="2424681"/>
            <a:ext cx="967797" cy="1402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9" name="橢圓 158">
            <a:extLst>
              <a:ext uri="{FF2B5EF4-FFF2-40B4-BE49-F238E27FC236}">
                <a16:creationId xmlns:a16="http://schemas.microsoft.com/office/drawing/2014/main" id="{F9962EDA-DA10-4E1C-BC9D-D266FC9357C2}"/>
              </a:ext>
            </a:extLst>
          </p:cNvPr>
          <p:cNvSpPr/>
          <p:nvPr/>
        </p:nvSpPr>
        <p:spPr>
          <a:xfrm>
            <a:off x="5079526" y="2129078"/>
            <a:ext cx="1214158"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0" name="橢圓 159">
            <a:extLst>
              <a:ext uri="{FF2B5EF4-FFF2-40B4-BE49-F238E27FC236}">
                <a16:creationId xmlns:a16="http://schemas.microsoft.com/office/drawing/2014/main" id="{9702642B-6567-463F-9B44-8A0ECFB1C5D7}"/>
              </a:ext>
            </a:extLst>
          </p:cNvPr>
          <p:cNvSpPr/>
          <p:nvPr/>
        </p:nvSpPr>
        <p:spPr>
          <a:xfrm>
            <a:off x="1026107" y="4111416"/>
            <a:ext cx="1214158"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橢圓 160">
            <a:extLst>
              <a:ext uri="{FF2B5EF4-FFF2-40B4-BE49-F238E27FC236}">
                <a16:creationId xmlns:a16="http://schemas.microsoft.com/office/drawing/2014/main" id="{C421861F-4026-4EAE-8120-FEDCC927AE98}"/>
              </a:ext>
            </a:extLst>
          </p:cNvPr>
          <p:cNvSpPr/>
          <p:nvPr/>
        </p:nvSpPr>
        <p:spPr>
          <a:xfrm>
            <a:off x="2915351" y="4111416"/>
            <a:ext cx="1287733"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2" name="橢圓 161">
            <a:extLst>
              <a:ext uri="{FF2B5EF4-FFF2-40B4-BE49-F238E27FC236}">
                <a16:creationId xmlns:a16="http://schemas.microsoft.com/office/drawing/2014/main" id="{41558763-B79E-46AA-9708-275D92858E14}"/>
              </a:ext>
            </a:extLst>
          </p:cNvPr>
          <p:cNvSpPr/>
          <p:nvPr/>
        </p:nvSpPr>
        <p:spPr>
          <a:xfrm>
            <a:off x="4835643" y="4111416"/>
            <a:ext cx="1443237"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橢圓 162">
            <a:extLst>
              <a:ext uri="{FF2B5EF4-FFF2-40B4-BE49-F238E27FC236}">
                <a16:creationId xmlns:a16="http://schemas.microsoft.com/office/drawing/2014/main" id="{68AB9ED1-CABB-41B8-8E8C-F9B5BD550231}"/>
              </a:ext>
            </a:extLst>
          </p:cNvPr>
          <p:cNvSpPr/>
          <p:nvPr/>
        </p:nvSpPr>
        <p:spPr>
          <a:xfrm>
            <a:off x="6934610" y="4111416"/>
            <a:ext cx="1548539" cy="16976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8780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4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157"/>
                                        </p:tgtEl>
                                        <p:attrNameLst>
                                          <p:attrName>style.visibility</p:attrName>
                                        </p:attrNameLst>
                                      </p:cBhvr>
                                      <p:to>
                                        <p:strVal val="visible"/>
                                      </p:to>
                                    </p:set>
                                    <p:animEffect transition="in" filter="fade">
                                      <p:cBhvr>
                                        <p:cTn id="16" dur="500"/>
                                        <p:tgtEl>
                                          <p:spTgt spid="15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2"/>
                                        </p:tgtEl>
                                        <p:attrNameLst>
                                          <p:attrName>style.visibility</p:attrName>
                                        </p:attrNameLst>
                                      </p:cBhvr>
                                      <p:to>
                                        <p:strVal val="visible"/>
                                      </p:to>
                                    </p:set>
                                    <p:animEffect transition="in" filter="fade">
                                      <p:cBhvr>
                                        <p:cTn id="19" dur="500"/>
                                        <p:tgtEl>
                                          <p:spTgt spid="15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157"/>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158"/>
                                        </p:tgtEl>
                                        <p:attrNameLst>
                                          <p:attrName>style.visibility</p:attrName>
                                        </p:attrNameLst>
                                      </p:cBhvr>
                                      <p:to>
                                        <p:strVal val="visible"/>
                                      </p:to>
                                    </p:set>
                                    <p:animEffect transition="in" filter="fade">
                                      <p:cBhvr>
                                        <p:cTn id="26" dur="500"/>
                                        <p:tgtEl>
                                          <p:spTgt spid="15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8"/>
                                        </p:tgtEl>
                                        <p:attrNameLst>
                                          <p:attrName>style.visibility</p:attrName>
                                        </p:attrNameLst>
                                      </p:cBhvr>
                                      <p:to>
                                        <p:strVal val="visible"/>
                                      </p:to>
                                    </p:set>
                                    <p:animEffect transition="in" filter="fade">
                                      <p:cBhvr>
                                        <p:cTn id="29" dur="500"/>
                                        <p:tgtEl>
                                          <p:spTgt spid="14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158"/>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59"/>
                                        </p:tgtEl>
                                        <p:attrNameLst>
                                          <p:attrName>style.visibility</p:attrName>
                                        </p:attrNameLst>
                                      </p:cBhvr>
                                      <p:to>
                                        <p:strVal val="visible"/>
                                      </p:to>
                                    </p:set>
                                    <p:animEffect transition="in" filter="fade">
                                      <p:cBhvr>
                                        <p:cTn id="36" dur="500"/>
                                        <p:tgtEl>
                                          <p:spTgt spid="15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9"/>
                                        </p:tgtEl>
                                        <p:attrNameLst>
                                          <p:attrName>style.visibility</p:attrName>
                                        </p:attrNameLst>
                                      </p:cBhvr>
                                      <p:to>
                                        <p:strVal val="visible"/>
                                      </p:to>
                                    </p:set>
                                    <p:animEffect transition="in" filter="fade">
                                      <p:cBhvr>
                                        <p:cTn id="39" dur="500"/>
                                        <p:tgtEl>
                                          <p:spTgt spid="14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5"/>
                                        </p:tgtEl>
                                        <p:attrNameLst>
                                          <p:attrName>style.visibility</p:attrName>
                                        </p:attrNameLst>
                                      </p:cBhvr>
                                      <p:to>
                                        <p:strVal val="visible"/>
                                      </p:to>
                                    </p:set>
                                    <p:animEffect transition="in" filter="fade">
                                      <p:cBhvr>
                                        <p:cTn id="42" dur="500"/>
                                        <p:tgtEl>
                                          <p:spTgt spid="15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59"/>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160"/>
                                        </p:tgtEl>
                                        <p:attrNameLst>
                                          <p:attrName>style.visibility</p:attrName>
                                        </p:attrNameLst>
                                      </p:cBhvr>
                                      <p:to>
                                        <p:strVal val="visible"/>
                                      </p:to>
                                    </p:set>
                                    <p:animEffect transition="in" filter="fade">
                                      <p:cBhvr>
                                        <p:cTn id="49" dur="500"/>
                                        <p:tgtEl>
                                          <p:spTgt spid="16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0"/>
                                        </p:tgtEl>
                                        <p:attrNameLst>
                                          <p:attrName>style.visibility</p:attrName>
                                        </p:attrNameLst>
                                      </p:cBhvr>
                                      <p:to>
                                        <p:strVal val="visible"/>
                                      </p:to>
                                    </p:set>
                                    <p:animEffect transition="in" filter="fade">
                                      <p:cBhvr>
                                        <p:cTn id="52" dur="500"/>
                                        <p:tgtEl>
                                          <p:spTgt spid="15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60"/>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161"/>
                                        </p:tgtEl>
                                        <p:attrNameLst>
                                          <p:attrName>style.visibility</p:attrName>
                                        </p:attrNameLst>
                                      </p:cBhvr>
                                      <p:to>
                                        <p:strVal val="visible"/>
                                      </p:to>
                                    </p:set>
                                    <p:animEffect transition="in" filter="fade">
                                      <p:cBhvr>
                                        <p:cTn id="59" dur="500"/>
                                        <p:tgtEl>
                                          <p:spTgt spid="16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51"/>
                                        </p:tgtEl>
                                        <p:attrNameLst>
                                          <p:attrName>style.visibility</p:attrName>
                                        </p:attrNameLst>
                                      </p:cBhvr>
                                      <p:to>
                                        <p:strVal val="visible"/>
                                      </p:to>
                                    </p:set>
                                    <p:animEffect transition="in" filter="fade">
                                      <p:cBhvr>
                                        <p:cTn id="62" dur="500"/>
                                        <p:tgtEl>
                                          <p:spTgt spid="15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161"/>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162"/>
                                        </p:tgtEl>
                                        <p:attrNameLst>
                                          <p:attrName>style.visibility</p:attrName>
                                        </p:attrNameLst>
                                      </p:cBhvr>
                                      <p:to>
                                        <p:strVal val="visible"/>
                                      </p:to>
                                    </p:set>
                                    <p:animEffect transition="in" filter="fade">
                                      <p:cBhvr>
                                        <p:cTn id="69" dur="500"/>
                                        <p:tgtEl>
                                          <p:spTgt spid="16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3"/>
                                        </p:tgtEl>
                                        <p:attrNameLst>
                                          <p:attrName>style.visibility</p:attrName>
                                        </p:attrNameLst>
                                      </p:cBhvr>
                                      <p:to>
                                        <p:strVal val="visible"/>
                                      </p:to>
                                    </p:set>
                                    <p:animEffect transition="in" filter="fade">
                                      <p:cBhvr>
                                        <p:cTn id="72" dur="500"/>
                                        <p:tgtEl>
                                          <p:spTgt spid="153"/>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162"/>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163"/>
                                        </p:tgtEl>
                                        <p:attrNameLst>
                                          <p:attrName>style.visibility</p:attrName>
                                        </p:attrNameLst>
                                      </p:cBhvr>
                                      <p:to>
                                        <p:strVal val="visible"/>
                                      </p:to>
                                    </p:set>
                                    <p:animEffect transition="in" filter="fade">
                                      <p:cBhvr>
                                        <p:cTn id="79" dur="500"/>
                                        <p:tgtEl>
                                          <p:spTgt spid="16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54"/>
                                        </p:tgtEl>
                                        <p:attrNameLst>
                                          <p:attrName>style.visibility</p:attrName>
                                        </p:attrNameLst>
                                      </p:cBhvr>
                                      <p:to>
                                        <p:strVal val="visible"/>
                                      </p:to>
                                    </p:set>
                                    <p:animEffect transition="in" filter="fade">
                                      <p:cBhvr>
                                        <p:cTn id="82"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47" grpId="0"/>
      <p:bldP spid="148" grpId="0"/>
      <p:bldP spid="149" grpId="0"/>
      <p:bldP spid="150" grpId="0"/>
      <p:bldP spid="151" grpId="0"/>
      <p:bldP spid="152" grpId="0"/>
      <p:bldP spid="153" grpId="0"/>
      <p:bldP spid="154" grpId="0"/>
      <p:bldP spid="155" grpId="0"/>
      <p:bldP spid="157" grpId="0" animBg="1"/>
      <p:bldP spid="157" grpId="1" animBg="1"/>
      <p:bldP spid="158" grpId="0" animBg="1"/>
      <p:bldP spid="158" grpId="1" animBg="1"/>
      <p:bldP spid="159" grpId="0" animBg="1"/>
      <p:bldP spid="159" grpId="1" animBg="1"/>
      <p:bldP spid="160" grpId="0" animBg="1"/>
      <p:bldP spid="160" grpId="1" animBg="1"/>
      <p:bldP spid="161" grpId="0" animBg="1"/>
      <p:bldP spid="161" grpId="1" animBg="1"/>
      <p:bldP spid="162" grpId="0" animBg="1"/>
      <p:bldP spid="162" grpId="1" animBg="1"/>
      <p:bldP spid="16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Another way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grpSp>
        <p:nvGrpSpPr>
          <p:cNvPr id="67" name="群組 66">
            <a:extLst>
              <a:ext uri="{FF2B5EF4-FFF2-40B4-BE49-F238E27FC236}">
                <a16:creationId xmlns:a16="http://schemas.microsoft.com/office/drawing/2014/main" id="{DD0F3B8C-67A4-46F3-B486-2B9F123B9AC8}"/>
              </a:ext>
            </a:extLst>
          </p:cNvPr>
          <p:cNvGrpSpPr/>
          <p:nvPr/>
        </p:nvGrpSpPr>
        <p:grpSpPr>
          <a:xfrm>
            <a:off x="6878692" y="500963"/>
            <a:ext cx="1694503" cy="1702832"/>
            <a:chOff x="9501670" y="2485200"/>
            <a:chExt cx="1694503" cy="1702832"/>
          </a:xfrm>
        </p:grpSpPr>
        <p:grpSp>
          <p:nvGrpSpPr>
            <p:cNvPr id="68" name="群組 67">
              <a:extLst>
                <a:ext uri="{FF2B5EF4-FFF2-40B4-BE49-F238E27FC236}">
                  <a16:creationId xmlns:a16="http://schemas.microsoft.com/office/drawing/2014/main" id="{0050684E-DDE6-485D-A573-EB2A48E4A7CC}"/>
                </a:ext>
              </a:extLst>
            </p:cNvPr>
            <p:cNvGrpSpPr/>
            <p:nvPr/>
          </p:nvGrpSpPr>
          <p:grpSpPr>
            <a:xfrm>
              <a:off x="9501670" y="2868690"/>
              <a:ext cx="1694503" cy="1319342"/>
              <a:chOff x="5505677" y="2877083"/>
              <a:chExt cx="1694503" cy="1319342"/>
            </a:xfrm>
          </p:grpSpPr>
          <p:grpSp>
            <p:nvGrpSpPr>
              <p:cNvPr id="70" name="群組 69">
                <a:extLst>
                  <a:ext uri="{FF2B5EF4-FFF2-40B4-BE49-F238E27FC236}">
                    <a16:creationId xmlns:a16="http://schemas.microsoft.com/office/drawing/2014/main" id="{93D16AA5-8758-4F60-80C7-F6E99FDA11B5}"/>
                  </a:ext>
                </a:extLst>
              </p:cNvPr>
              <p:cNvGrpSpPr/>
              <p:nvPr/>
            </p:nvGrpSpPr>
            <p:grpSpPr>
              <a:xfrm>
                <a:off x="5505677" y="2877083"/>
                <a:ext cx="1694503" cy="1319342"/>
                <a:chOff x="1229360" y="446303"/>
                <a:chExt cx="1694503" cy="1319342"/>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D1CAC6C7-5083-4FB4-94F6-2E1FFD578B9C}"/>
                        </a:ext>
                      </a:extLst>
                    </p:cNvPr>
                    <p:cNvSpPr txBox="1"/>
                    <p:nvPr/>
                  </p:nvSpPr>
                  <p:spPr>
                    <a:xfrm>
                      <a:off x="1229360" y="1303980"/>
                      <a:ext cx="1694503" cy="461665"/>
                    </a:xfrm>
                    <a:prstGeom prst="rect">
                      <a:avLst/>
                    </a:prstGeom>
                    <a:noFill/>
                  </p:spPr>
                  <p:txBody>
                    <a:bodyPr wrap="none" rtlCol="0">
                      <a:spAutoFit/>
                    </a:bodyPr>
                    <a:lstStyle/>
                    <a:p>
                      <a14:m>
                        <m:oMath xmlns:m="http://schemas.openxmlformats.org/officeDocument/2006/math">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smtClean="0">
                                  <a:solidFill>
                                    <a:schemeClr val="tx1"/>
                                  </a:solidFill>
                                  <a:latin typeface="Cambria Math" panose="02040503050406030204" pitchFamily="18" charset="0"/>
                                  <a:cs typeface="Times New Roman" panose="02020603050405020304" pitchFamily="18" charset="0"/>
                                </a:rPr>
                                <m:t>1</m:t>
                              </m:r>
                            </m:sub>
                          </m:sSub>
                        </m:oMath>
                      </a14:m>
                      <a:r>
                        <a:rPr lang="zh-TW" altLang="en-US"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zh-TW" altLang="en-US" sz="2400" b="0" i="0">
                              <a:solidFill>
                                <a:schemeClr val="tx1"/>
                              </a:solidFill>
                              <a:latin typeface="Cambria Math" panose="02040503050406030204" pitchFamily="18" charset="0"/>
                              <a:cs typeface="Times New Roman" panose="02020603050405020304" pitchFamily="18" charset="0"/>
                            </a:rPr>
                            <m:t> </m:t>
                          </m:r>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2</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3</m:t>
                              </m:r>
                            </m:sub>
                          </m:sSub>
                          <m:sSub>
                            <m:sSubPr>
                              <m:ctrlPr>
                                <a:rPr lang="en-US" altLang="zh-TW" sz="2400" i="1" smtClean="0">
                                  <a:solidFill>
                                    <a:schemeClr val="tx1"/>
                                  </a:solidFill>
                                  <a:latin typeface="Cambria Math" panose="02040503050406030204" pitchFamily="18" charset="0"/>
                                  <a:cs typeface="Times New Roman" panose="02020603050405020304" pitchFamily="18" charset="0"/>
                                </a:rPr>
                              </m:ctrlPr>
                            </m:sSubPr>
                            <m:e>
                              <m:r>
                                <a:rPr lang="zh-TW" altLang="en-US" sz="2400" b="0" i="0">
                                  <a:solidFill>
                                    <a:schemeClr val="tx1"/>
                                  </a:solidFill>
                                  <a:latin typeface="Cambria Math" panose="02040503050406030204" pitchFamily="18" charset="0"/>
                                  <a:cs typeface="Times New Roman" panose="02020603050405020304" pitchFamily="18" charset="0"/>
                                </a:rPr>
                                <m:t>  </m:t>
                              </m:r>
                              <m:r>
                                <m:rPr>
                                  <m:sty m:val="p"/>
                                </m:rPr>
                                <a:rPr lang="en-US" altLang="zh-TW" sz="2400" b="0" i="0" smtClean="0">
                                  <a:solidFill>
                                    <a:schemeClr val="tx1"/>
                                  </a:solidFill>
                                  <a:latin typeface="Cambria Math" panose="02040503050406030204" pitchFamily="18" charset="0"/>
                                  <a:cs typeface="Times New Roman" panose="02020603050405020304" pitchFamily="18" charset="0"/>
                                </a:rPr>
                                <m:t>P</m:t>
                              </m:r>
                            </m:e>
                            <m:sub>
                              <m:r>
                                <a:rPr lang="en-US" altLang="zh-TW" sz="2400" b="0" i="0">
                                  <a:solidFill>
                                    <a:schemeClr val="tx1"/>
                                  </a:solidFill>
                                  <a:latin typeface="Cambria Math" panose="02040503050406030204" pitchFamily="18" charset="0"/>
                                  <a:cs typeface="Times New Roman" panose="02020603050405020304" pitchFamily="18" charset="0"/>
                                </a:rPr>
                                <m:t>4</m:t>
                              </m:r>
                            </m:sub>
                          </m:sSub>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2" name="文字方塊 71">
                      <a:extLst>
                        <a:ext uri="{FF2B5EF4-FFF2-40B4-BE49-F238E27FC236}">
                          <a16:creationId xmlns:a16="http://schemas.microsoft.com/office/drawing/2014/main" id="{D1CAC6C7-5083-4FB4-94F6-2E1FFD578B9C}"/>
                        </a:ext>
                      </a:extLst>
                    </p:cNvPr>
                    <p:cNvSpPr txBox="1">
                      <a:spLocks noRot="1" noChangeAspect="1" noMove="1" noResize="1" noEditPoints="1" noAdjustHandles="1" noChangeArrowheads="1" noChangeShapeType="1" noTextEdit="1"/>
                    </p:cNvSpPr>
                    <p:nvPr/>
                  </p:nvSpPr>
                  <p:spPr>
                    <a:xfrm>
                      <a:off x="1229360" y="1303980"/>
                      <a:ext cx="1694503" cy="461665"/>
                    </a:xfrm>
                    <a:prstGeom prst="rect">
                      <a:avLst/>
                    </a:prstGeom>
                    <a:blipFill>
                      <a:blip r:embed="rId3"/>
                      <a:stretch>
                        <a:fillRect l="-719"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2BCAF684-64D6-42CE-8D75-49C9A03C4BBD}"/>
                        </a:ext>
                      </a:extLst>
                    </p:cNvPr>
                    <p:cNvSpPr txBox="1"/>
                    <p:nvPr/>
                  </p:nvSpPr>
                  <p:spPr>
                    <a:xfrm>
                      <a:off x="1316256" y="860027"/>
                      <a:ext cx="1508746" cy="461665"/>
                    </a:xfrm>
                    <a:prstGeom prst="rect">
                      <a:avLst/>
                    </a:prstGeom>
                    <a:noFill/>
                  </p:spPr>
                  <p:txBody>
                    <a:bodyPr wrap="none" rtlCol="0">
                      <a:spAutoFit/>
                    </a:bodyPr>
                    <a:lstStyle/>
                    <a:p>
                      <a14:m>
                        <m:oMath xmlns:m="http://schemas.openxmlformats.org/officeDocument/2006/math">
                          <m:r>
                            <a:rPr lang="en-US" altLang="zh-TW" sz="2400" b="0" i="0" smtClean="0">
                              <a:solidFill>
                                <a:schemeClr val="tx1"/>
                              </a:solidFill>
                              <a:latin typeface="Cambria Math" panose="02040503050406030204" pitchFamily="18" charset="0"/>
                              <a:cs typeface="Times New Roman" panose="02020603050405020304" pitchFamily="18" charset="0"/>
                            </a:rPr>
                            <m:t>2</m:t>
                          </m:r>
                        </m:oMath>
                      </a14:m>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8</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9</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3" name="文字方塊 72">
                      <a:extLst>
                        <a:ext uri="{FF2B5EF4-FFF2-40B4-BE49-F238E27FC236}">
                          <a16:creationId xmlns:a16="http://schemas.microsoft.com/office/drawing/2014/main" id="{2BCAF684-64D6-42CE-8D75-49C9A03C4BBD}"/>
                        </a:ext>
                      </a:extLst>
                    </p:cNvPr>
                    <p:cNvSpPr txBox="1">
                      <a:spLocks noRot="1" noChangeAspect="1" noMove="1" noResize="1" noEditPoints="1" noAdjustHandles="1" noChangeArrowheads="1" noChangeShapeType="1" noTextEdit="1"/>
                    </p:cNvSpPr>
                    <p:nvPr/>
                  </p:nvSpPr>
                  <p:spPr>
                    <a:xfrm>
                      <a:off x="1316256" y="860027"/>
                      <a:ext cx="1508746" cy="461665"/>
                    </a:xfrm>
                    <a:prstGeom prst="rect">
                      <a:avLst/>
                    </a:prstGeom>
                    <a:blipFill>
                      <a:blip r:embed="rId4"/>
                      <a:stretch>
                        <a:fillRect l="-1215" t="-10526" r="-5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693C8A0D-E9BF-4750-88A6-13F822C2E77E}"/>
                        </a:ext>
                      </a:extLst>
                    </p:cNvPr>
                    <p:cNvSpPr txBox="1"/>
                    <p:nvPr/>
                  </p:nvSpPr>
                  <p:spPr>
                    <a:xfrm>
                      <a:off x="1316256" y="446303"/>
                      <a:ext cx="1508746" cy="461665"/>
                    </a:xfrm>
                    <a:prstGeom prst="rect">
                      <a:avLst/>
                    </a:prstGeom>
                    <a:noFill/>
                  </p:spPr>
                  <p:txBody>
                    <a:bodyPr wrap="none" rtlCol="0">
                      <a:spAutoFit/>
                    </a:bodyPr>
                    <a:lstStyle/>
                    <a:p>
                      <a14:m>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1</m:t>
                          </m:r>
                        </m:oMath>
                      </a14:m>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4</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5</a:t>
                      </a:r>
                      <a:r>
                        <a:rPr lang="zh-TW" altLang="en-US" sz="2400" dirty="0">
                          <a:solidFill>
                            <a:schemeClr val="tx1"/>
                          </a:solidFill>
                          <a:latin typeface="Times New Roman" panose="02020603050405020304" pitchFamily="18" charset="0"/>
                          <a:cs typeface="Times New Roman" panose="02020603050405020304" pitchFamily="18" charset="0"/>
                        </a:rPr>
                        <a:t>   </a:t>
                      </a: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5" name="文字方塊 104">
                      <a:extLst>
                        <a:ext uri="{FF2B5EF4-FFF2-40B4-BE49-F238E27FC236}">
                          <a16:creationId xmlns:a16="http://schemas.microsoft.com/office/drawing/2014/main" id="{693C8A0D-E9BF-4750-88A6-13F822C2E77E}"/>
                        </a:ext>
                      </a:extLst>
                    </p:cNvPr>
                    <p:cNvSpPr txBox="1">
                      <a:spLocks noRot="1" noChangeAspect="1" noMove="1" noResize="1" noEditPoints="1" noAdjustHandles="1" noChangeArrowheads="1" noChangeShapeType="1" noTextEdit="1"/>
                    </p:cNvSpPr>
                    <p:nvPr/>
                  </p:nvSpPr>
                  <p:spPr>
                    <a:xfrm>
                      <a:off x="1316256" y="446303"/>
                      <a:ext cx="1508746" cy="461665"/>
                    </a:xfrm>
                    <a:prstGeom prst="rect">
                      <a:avLst/>
                    </a:prstGeom>
                    <a:blipFill>
                      <a:blip r:embed="rId5"/>
                      <a:stretch>
                        <a:fillRect l="-1215" t="-10526" r="-5263" b="-28947"/>
                      </a:stretch>
                    </a:blipFill>
                  </p:spPr>
                  <p:txBody>
                    <a:bodyPr/>
                    <a:lstStyle/>
                    <a:p>
                      <a:r>
                        <a:rPr lang="zh-TW" altLang="en-US">
                          <a:noFill/>
                        </a:rPr>
                        <a:t> </a:t>
                      </a:r>
                    </a:p>
                  </p:txBody>
                </p:sp>
              </mc:Fallback>
            </mc:AlternateContent>
          </p:grpSp>
          <p:cxnSp>
            <p:nvCxnSpPr>
              <p:cNvPr id="71" name="直線接點 70">
                <a:extLst>
                  <a:ext uri="{FF2B5EF4-FFF2-40B4-BE49-F238E27FC236}">
                    <a16:creationId xmlns:a16="http://schemas.microsoft.com/office/drawing/2014/main" id="{7856D62B-CE1C-4AC0-B32F-7D0416BFB573}"/>
                  </a:ext>
                </a:extLst>
              </p:cNvPr>
              <p:cNvCxnSpPr>
                <a:cxnSpLocks/>
              </p:cNvCxnSpPr>
              <p:nvPr/>
            </p:nvCxnSpPr>
            <p:spPr>
              <a:xfrm>
                <a:off x="5522454" y="3763227"/>
                <a:ext cx="1578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A37D10F3-D7B6-436E-9548-68D17DA14599}"/>
                    </a:ext>
                  </a:extLst>
                </p:cNvPr>
                <p:cNvSpPr txBox="1"/>
                <p:nvPr/>
              </p:nvSpPr>
              <p:spPr>
                <a:xfrm>
                  <a:off x="9834105" y="2485200"/>
                  <a:ext cx="698233"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TW" sz="2400" b="0" i="1" smtClean="0">
                            <a:solidFill>
                              <a:schemeClr val="tx1"/>
                            </a:solidFill>
                            <a:latin typeface="Cambria Math" panose="02040503050406030204" pitchFamily="18" charset="0"/>
                            <a:cs typeface="Times New Roman" panose="02020603050405020304" pitchFamily="18" charset="0"/>
                          </a:rPr>
                          <m:t>3</m:t>
                        </m:r>
                      </m:oMath>
                    </m:oMathPara>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A37D10F3-D7B6-436E-9548-68D17DA14599}"/>
                    </a:ext>
                  </a:extLst>
                </p:cNvPr>
                <p:cNvSpPr txBox="1">
                  <a:spLocks noRot="1" noChangeAspect="1" noMove="1" noResize="1" noEditPoints="1" noAdjustHandles="1" noChangeArrowheads="1" noChangeShapeType="1" noTextEdit="1"/>
                </p:cNvSpPr>
                <p:nvPr/>
              </p:nvSpPr>
              <p:spPr>
                <a:xfrm>
                  <a:off x="9834105" y="2485200"/>
                  <a:ext cx="698233" cy="461665"/>
                </a:xfrm>
                <a:prstGeom prst="rect">
                  <a:avLst/>
                </a:prstGeom>
                <a:blipFill>
                  <a:blip r:embed="rId6"/>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78" name="標題 1">
                <a:extLst>
                  <a:ext uri="{FF2B5EF4-FFF2-40B4-BE49-F238E27FC236}">
                    <a16:creationId xmlns:a16="http://schemas.microsoft.com/office/drawing/2014/main" id="{61682426-6933-433A-ACD1-5259A0A8AD45}"/>
                  </a:ext>
                </a:extLst>
              </p:cNvPr>
              <p:cNvSpPr txBox="1">
                <a:spLocks/>
              </p:cNvSpPr>
              <p:nvPr/>
            </p:nvSpPr>
            <p:spPr>
              <a:xfrm>
                <a:off x="570805" y="1234999"/>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&lt;2, 8, 4, 9, 5, 1,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78" name="標題 1">
                <a:extLst>
                  <a:ext uri="{FF2B5EF4-FFF2-40B4-BE49-F238E27FC236}">
                    <a16:creationId xmlns:a16="http://schemas.microsoft.com/office/drawing/2014/main" id="{61682426-6933-433A-ACD1-5259A0A8AD45}"/>
                  </a:ext>
                </a:extLst>
              </p:cNvPr>
              <p:cNvSpPr txBox="1">
                <a:spLocks noRot="1" noChangeAspect="1" noMove="1" noResize="1" noEditPoints="1" noAdjustHandles="1" noChangeArrowheads="1" noChangeShapeType="1" noTextEdit="1"/>
              </p:cNvSpPr>
              <p:nvPr/>
            </p:nvSpPr>
            <p:spPr>
              <a:xfrm>
                <a:off x="570805" y="1234999"/>
                <a:ext cx="5708075" cy="58336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1" name="標題 1">
                <a:extLst>
                  <a:ext uri="{FF2B5EF4-FFF2-40B4-BE49-F238E27FC236}">
                    <a16:creationId xmlns:a16="http://schemas.microsoft.com/office/drawing/2014/main" id="{3E02D428-793C-4A43-8BEB-7A4BB04EF18B}"/>
                  </a:ext>
                </a:extLst>
              </p:cNvPr>
              <p:cNvSpPr txBox="1">
                <a:spLocks/>
              </p:cNvSpPr>
              <p:nvPr/>
            </p:nvSpPr>
            <p:spPr>
              <a:xfrm>
                <a:off x="570805" y="1832499"/>
                <a:ext cx="5708075" cy="58336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sSub>
                      <m:sSubPr>
                        <m:ctrlPr>
                          <a:rPr lang="en-US" altLang="zh-TW" sz="2800" b="0" i="1" smtClean="0">
                            <a:solidFill>
                              <a:schemeClr val="accent5">
                                <a:lumMod val="75000"/>
                              </a:schemeClr>
                            </a:solidFill>
                            <a:latin typeface="Cambria Math" panose="02040503050406030204" pitchFamily="18" charset="0"/>
                            <a:cs typeface="Times New Roman" panose="02020603050405020304" pitchFamily="18" charset="0"/>
                          </a:rPr>
                        </m:ctrlPr>
                      </m:sSubPr>
                      <m:e>
                        <m:r>
                          <m:rPr>
                            <m:sty m:val="p"/>
                          </m:rP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P</m:t>
                        </m:r>
                      </m:e>
                      <m: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1</m:t>
                        </m:r>
                      </m:sub>
                    </m:s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 :2, 1</m:t>
                    </m:r>
                  </m:oMath>
                </a14:m>
                <a:r>
                  <a:rPr lang="zh-TW" altLang="en-US" sz="2800" dirty="0">
                    <a:solidFill>
                      <a:schemeClr val="accent5">
                        <a:lumMod val="75000"/>
                      </a:schemeClr>
                    </a:solidFill>
                    <a:latin typeface="Times New Roman" panose="02020603050405020304" pitchFamily="18" charset="0"/>
                    <a:cs typeface="Times New Roman" panose="02020603050405020304" pitchFamily="18" charset="0"/>
                  </a:rPr>
                  <a:t> </a:t>
                </a:r>
                <a:r>
                  <a:rPr lang="en-US" altLang="zh-TW" sz="2800" dirty="0">
                    <a:solidFill>
                      <a:schemeClr val="accent5">
                        <a:lumMod val="75000"/>
                      </a:schemeClr>
                    </a:solidFill>
                    <a:latin typeface="Times New Roman" panose="02020603050405020304" pitchFamily="18" charset="0"/>
                    <a:cs typeface="Times New Roman" panose="02020603050405020304" pitchFamily="18" charset="0"/>
                  </a:rPr>
                  <a:t>(left-to-right minima subsequence of </a:t>
                </a:r>
                <a14:m>
                  <m:oMath xmlns:m="http://schemas.openxmlformats.org/officeDocument/2006/math">
                    <m:sSub>
                      <m:sSubPr>
                        <m:ctrlPr>
                          <a:rPr lang="en-US" altLang="zh-TW" sz="2800" b="0" i="1" smtClean="0">
                            <a:solidFill>
                              <a:schemeClr val="accent5">
                                <a:lumMod val="75000"/>
                              </a:schemeClr>
                            </a:solidFill>
                            <a:latin typeface="Cambria Math" panose="02040503050406030204" pitchFamily="18" charset="0"/>
                            <a:cs typeface="Times New Roman" panose="02020603050405020304" pitchFamily="18" charset="0"/>
                          </a:rPr>
                        </m:ctrlPr>
                      </m:sSubPr>
                      <m:e>
                        <m:r>
                          <m:rPr>
                            <m:sty m:val="p"/>
                          </m:rP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τ</m:t>
                        </m:r>
                      </m:e>
                      <m:sub>
                        <m:r>
                          <a:rPr lang="en-US" altLang="zh-TW" sz="2800" b="0" i="0" smtClean="0">
                            <a:solidFill>
                              <a:schemeClr val="accent5">
                                <a:lumMod val="75000"/>
                              </a:schemeClr>
                            </a:solidFill>
                            <a:latin typeface="Cambria Math" panose="02040503050406030204" pitchFamily="18" charset="0"/>
                            <a:cs typeface="Times New Roman" panose="02020603050405020304" pitchFamily="18" charset="0"/>
                          </a:rPr>
                          <m:t>1</m:t>
                        </m:r>
                      </m:sub>
                    </m:sSub>
                  </m:oMath>
                </a14:m>
                <a:r>
                  <a:rPr lang="en-US" altLang="zh-TW" sz="2800" dirty="0">
                    <a:solidFill>
                      <a:schemeClr val="accent5">
                        <a:lumMod val="75000"/>
                      </a:schemeClr>
                    </a:solidFill>
                    <a:latin typeface="Times New Roman" panose="02020603050405020304" pitchFamily="18" charset="0"/>
                    <a:cs typeface="Times New Roman" panose="02020603050405020304" pitchFamily="18" charset="0"/>
                  </a:rPr>
                  <a:t>)</a:t>
                </a:r>
                <a:endParaRPr lang="zh-TW" altLang="en-US" sz="2800" dirty="0">
                  <a:solidFill>
                    <a:schemeClr val="accent5">
                      <a:lumMod val="75000"/>
                    </a:schemeClr>
                  </a:solidFill>
                  <a:latin typeface="Times New Roman" panose="02020603050405020304" pitchFamily="18" charset="0"/>
                  <a:cs typeface="Times New Roman" panose="02020603050405020304" pitchFamily="18" charset="0"/>
                </a:endParaRPr>
              </a:p>
            </p:txBody>
          </p:sp>
        </mc:Choice>
        <mc:Fallback xmlns="">
          <p:sp>
            <p:nvSpPr>
              <p:cNvPr id="111" name="標題 1">
                <a:extLst>
                  <a:ext uri="{FF2B5EF4-FFF2-40B4-BE49-F238E27FC236}">
                    <a16:creationId xmlns:a16="http://schemas.microsoft.com/office/drawing/2014/main" id="{3E02D428-793C-4A43-8BEB-7A4BB04EF18B}"/>
                  </a:ext>
                </a:extLst>
              </p:cNvPr>
              <p:cNvSpPr txBox="1">
                <a:spLocks noRot="1" noChangeAspect="1" noMove="1" noResize="1" noEditPoints="1" noAdjustHandles="1" noChangeArrowheads="1" noChangeShapeType="1" noTextEdit="1"/>
              </p:cNvSpPr>
              <p:nvPr/>
            </p:nvSpPr>
            <p:spPr>
              <a:xfrm>
                <a:off x="570805" y="1832499"/>
                <a:ext cx="5708075" cy="583367"/>
              </a:xfrm>
              <a:prstGeom prst="rect">
                <a:avLst/>
              </a:prstGeom>
              <a:blipFill>
                <a:blip r:embed="rId8"/>
                <a:stretch>
                  <a:fillRect l="-107" t="-1053" r="-855" b="-10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2" name="標題 1">
                <a:extLst>
                  <a:ext uri="{FF2B5EF4-FFF2-40B4-BE49-F238E27FC236}">
                    <a16:creationId xmlns:a16="http://schemas.microsoft.com/office/drawing/2014/main" id="{BE4AEF1B-614F-4B51-A1D9-453225C2F85F}"/>
                  </a:ext>
                </a:extLst>
              </p:cNvPr>
              <p:cNvSpPr txBox="1">
                <a:spLocks/>
              </p:cNvSpPr>
              <p:nvPr/>
            </p:nvSpPr>
            <p:spPr>
              <a:xfrm>
                <a:off x="570805" y="2415866"/>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2</m:t>
                          </m:r>
                        </m:sub>
                      </m:sSub>
                      <m:r>
                        <a:rPr lang="en-US" altLang="zh-TW" sz="2800" b="0" i="1" smtClean="0">
                          <a:latin typeface="Cambria Math" panose="02040503050406030204" pitchFamily="18" charset="0"/>
                          <a:cs typeface="Times New Roman" panose="02020603050405020304" pitchFamily="18" charset="0"/>
                        </a:rPr>
                        <m:t>= &lt;8, 4, 9, 5, 7, 6, 3&gt;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2" name="標題 1">
                <a:extLst>
                  <a:ext uri="{FF2B5EF4-FFF2-40B4-BE49-F238E27FC236}">
                    <a16:creationId xmlns:a16="http://schemas.microsoft.com/office/drawing/2014/main" id="{BE4AEF1B-614F-4B51-A1D9-453225C2F85F}"/>
                  </a:ext>
                </a:extLst>
              </p:cNvPr>
              <p:cNvSpPr txBox="1">
                <a:spLocks noRot="1" noChangeAspect="1" noMove="1" noResize="1" noEditPoints="1" noAdjustHandles="1" noChangeArrowheads="1" noChangeShapeType="1" noTextEdit="1"/>
              </p:cNvSpPr>
              <p:nvPr/>
            </p:nvSpPr>
            <p:spPr>
              <a:xfrm>
                <a:off x="570805" y="2415866"/>
                <a:ext cx="5708075" cy="583367"/>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3" name="標題 1">
                <a:extLst>
                  <a:ext uri="{FF2B5EF4-FFF2-40B4-BE49-F238E27FC236}">
                    <a16:creationId xmlns:a16="http://schemas.microsoft.com/office/drawing/2014/main" id="{B0DF1B85-F0BA-4061-BD20-F2E5DB9E350A}"/>
                  </a:ext>
                </a:extLst>
              </p:cNvPr>
              <p:cNvSpPr txBox="1">
                <a:spLocks/>
              </p:cNvSpPr>
              <p:nvPr/>
            </p:nvSpPr>
            <p:spPr>
              <a:xfrm>
                <a:off x="570805" y="2999233"/>
                <a:ext cx="613479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2</m:t>
                        </m:r>
                      </m:sub>
                    </m:sSub>
                    <m:r>
                      <a:rPr lang="en-US" altLang="zh-TW" i="0">
                        <a:latin typeface="Cambria Math" panose="02040503050406030204" pitchFamily="18" charset="0"/>
                      </a:rPr>
                      <m:t> :8, 4, 3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2</m:t>
                        </m:r>
                      </m:sub>
                    </m:sSub>
                  </m:oMath>
                </a14:m>
                <a:r>
                  <a:rPr lang="en-US" altLang="zh-TW" i="0" dirty="0"/>
                  <a:t>)</a:t>
                </a:r>
                <a:endParaRPr lang="zh-TW" altLang="en-US" i="0" dirty="0"/>
              </a:p>
            </p:txBody>
          </p:sp>
        </mc:Choice>
        <mc:Fallback xmlns="">
          <p:sp>
            <p:nvSpPr>
              <p:cNvPr id="113" name="標題 1">
                <a:extLst>
                  <a:ext uri="{FF2B5EF4-FFF2-40B4-BE49-F238E27FC236}">
                    <a16:creationId xmlns:a16="http://schemas.microsoft.com/office/drawing/2014/main" id="{B0DF1B85-F0BA-4061-BD20-F2E5DB9E350A}"/>
                  </a:ext>
                </a:extLst>
              </p:cNvPr>
              <p:cNvSpPr txBox="1">
                <a:spLocks noRot="1" noChangeAspect="1" noMove="1" noResize="1" noEditPoints="1" noAdjustHandles="1" noChangeArrowheads="1" noChangeShapeType="1" noTextEdit="1"/>
              </p:cNvSpPr>
              <p:nvPr/>
            </p:nvSpPr>
            <p:spPr>
              <a:xfrm>
                <a:off x="570805" y="2999233"/>
                <a:ext cx="6134795" cy="583367"/>
              </a:xfrm>
              <a:prstGeom prst="rect">
                <a:avLst/>
              </a:prstGeom>
              <a:blipFill>
                <a:blip r:embed="rId10"/>
                <a:stretch>
                  <a:fillRect l="-99" t="-2083" r="-31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4" name="標題 1">
                <a:extLst>
                  <a:ext uri="{FF2B5EF4-FFF2-40B4-BE49-F238E27FC236}">
                    <a16:creationId xmlns:a16="http://schemas.microsoft.com/office/drawing/2014/main" id="{541EEDF8-2C10-47B7-BF57-2ABF9D83295D}"/>
                  </a:ext>
                </a:extLst>
              </p:cNvPr>
              <p:cNvSpPr txBox="1">
                <a:spLocks/>
              </p:cNvSpPr>
              <p:nvPr/>
            </p:nvSpPr>
            <p:spPr>
              <a:xfrm>
                <a:off x="570805" y="3582600"/>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3</m:t>
                          </m:r>
                        </m:sub>
                      </m:sSub>
                      <m:r>
                        <a:rPr lang="en-US" altLang="zh-TW" sz="2800" b="0" i="1" smtClean="0">
                          <a:latin typeface="Cambria Math" panose="02040503050406030204" pitchFamily="18" charset="0"/>
                          <a:cs typeface="Times New Roman" panose="02020603050405020304" pitchFamily="18" charset="0"/>
                        </a:rPr>
                        <m:t>= &lt;9, 5, 7, 6&gt;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14" name="標題 1">
                <a:extLst>
                  <a:ext uri="{FF2B5EF4-FFF2-40B4-BE49-F238E27FC236}">
                    <a16:creationId xmlns:a16="http://schemas.microsoft.com/office/drawing/2014/main" id="{541EEDF8-2C10-47B7-BF57-2ABF9D83295D}"/>
                  </a:ext>
                </a:extLst>
              </p:cNvPr>
              <p:cNvSpPr txBox="1">
                <a:spLocks noRot="1" noChangeAspect="1" noMove="1" noResize="1" noEditPoints="1" noAdjustHandles="1" noChangeArrowheads="1" noChangeShapeType="1" noTextEdit="1"/>
              </p:cNvSpPr>
              <p:nvPr/>
            </p:nvSpPr>
            <p:spPr>
              <a:xfrm>
                <a:off x="570805" y="3582600"/>
                <a:ext cx="5708075" cy="583367"/>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3" name="標題 1">
                <a:extLst>
                  <a:ext uri="{FF2B5EF4-FFF2-40B4-BE49-F238E27FC236}">
                    <a16:creationId xmlns:a16="http://schemas.microsoft.com/office/drawing/2014/main" id="{FBF416F9-EF94-4F16-8757-6BCFEDB218F2}"/>
                  </a:ext>
                </a:extLst>
              </p:cNvPr>
              <p:cNvSpPr txBox="1">
                <a:spLocks/>
              </p:cNvSpPr>
              <p:nvPr/>
            </p:nvSpPr>
            <p:spPr>
              <a:xfrm>
                <a:off x="570805" y="4165967"/>
                <a:ext cx="588714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3</m:t>
                        </m:r>
                      </m:sub>
                    </m:sSub>
                    <m:r>
                      <a:rPr lang="en-US" altLang="zh-TW" i="0">
                        <a:latin typeface="Cambria Math" panose="02040503050406030204" pitchFamily="18" charset="0"/>
                      </a:rPr>
                      <m:t> :9, 5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3</m:t>
                        </m:r>
                      </m:sub>
                    </m:sSub>
                  </m:oMath>
                </a14:m>
                <a:r>
                  <a:rPr lang="en-US" altLang="zh-TW" i="0" dirty="0"/>
                  <a:t>)</a:t>
                </a:r>
                <a:endParaRPr lang="zh-TW" altLang="en-US" i="0" dirty="0"/>
              </a:p>
            </p:txBody>
          </p:sp>
        </mc:Choice>
        <mc:Fallback xmlns="">
          <p:sp>
            <p:nvSpPr>
              <p:cNvPr id="133" name="標題 1">
                <a:extLst>
                  <a:ext uri="{FF2B5EF4-FFF2-40B4-BE49-F238E27FC236}">
                    <a16:creationId xmlns:a16="http://schemas.microsoft.com/office/drawing/2014/main" id="{FBF416F9-EF94-4F16-8757-6BCFEDB218F2}"/>
                  </a:ext>
                </a:extLst>
              </p:cNvPr>
              <p:cNvSpPr txBox="1">
                <a:spLocks noRot="1" noChangeAspect="1" noMove="1" noResize="1" noEditPoints="1" noAdjustHandles="1" noChangeArrowheads="1" noChangeShapeType="1" noTextEdit="1"/>
              </p:cNvSpPr>
              <p:nvPr/>
            </p:nvSpPr>
            <p:spPr>
              <a:xfrm>
                <a:off x="570805" y="4165967"/>
                <a:ext cx="5887145" cy="583367"/>
              </a:xfrm>
              <a:prstGeom prst="rect">
                <a:avLst/>
              </a:prstGeom>
              <a:blipFill>
                <a:blip r:embed="rId12"/>
                <a:stretch>
                  <a:fillRect l="-104" t="-1042" r="-34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6" name="標題 1">
                <a:extLst>
                  <a:ext uri="{FF2B5EF4-FFF2-40B4-BE49-F238E27FC236}">
                    <a16:creationId xmlns:a16="http://schemas.microsoft.com/office/drawing/2014/main" id="{689DB9E6-1B1E-4909-BD0D-2B870E32BE4C}"/>
                  </a:ext>
                </a:extLst>
              </p:cNvPr>
              <p:cNvSpPr txBox="1">
                <a:spLocks/>
              </p:cNvSpPr>
              <p:nvPr/>
            </p:nvSpPr>
            <p:spPr>
              <a:xfrm>
                <a:off x="570805" y="4810468"/>
                <a:ext cx="570807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𝜏</m:t>
                          </m:r>
                        </m:e>
                        <m:sub>
                          <m:r>
                            <a:rPr lang="en-US" altLang="zh-TW" sz="2800" b="0" i="1" smtClean="0">
                              <a:latin typeface="Cambria Math" panose="02040503050406030204" pitchFamily="18" charset="0"/>
                              <a:cs typeface="Times New Roman" panose="02020603050405020304" pitchFamily="18" charset="0"/>
                            </a:rPr>
                            <m:t>4</m:t>
                          </m:r>
                        </m:sub>
                      </m:sSub>
                      <m:r>
                        <a:rPr lang="en-US" altLang="zh-TW" sz="2800" b="0" i="1" smtClean="0">
                          <a:latin typeface="Cambria Math" panose="02040503050406030204" pitchFamily="18" charset="0"/>
                          <a:cs typeface="Times New Roman" panose="02020603050405020304" pitchFamily="18" charset="0"/>
                        </a:rPr>
                        <m:t>= &lt;7, 6&gt;</m:t>
                      </m:r>
                    </m:oMath>
                  </m:oMathPara>
                </a14:m>
                <a:endParaRPr lang="zh-TW" altLang="en-US" sz="2800" dirty="0">
                  <a:latin typeface="Times New Roman" panose="02020603050405020304" pitchFamily="18" charset="0"/>
                  <a:cs typeface="Times New Roman" panose="02020603050405020304" pitchFamily="18" charset="0"/>
                </a:endParaRPr>
              </a:p>
            </p:txBody>
          </p:sp>
        </mc:Choice>
        <mc:Fallback xmlns="">
          <p:sp>
            <p:nvSpPr>
              <p:cNvPr id="146" name="標題 1">
                <a:extLst>
                  <a:ext uri="{FF2B5EF4-FFF2-40B4-BE49-F238E27FC236}">
                    <a16:creationId xmlns:a16="http://schemas.microsoft.com/office/drawing/2014/main" id="{689DB9E6-1B1E-4909-BD0D-2B870E32BE4C}"/>
                  </a:ext>
                </a:extLst>
              </p:cNvPr>
              <p:cNvSpPr txBox="1">
                <a:spLocks noRot="1" noChangeAspect="1" noMove="1" noResize="1" noEditPoints="1" noAdjustHandles="1" noChangeArrowheads="1" noChangeShapeType="1" noTextEdit="1"/>
              </p:cNvSpPr>
              <p:nvPr/>
            </p:nvSpPr>
            <p:spPr>
              <a:xfrm>
                <a:off x="570805" y="4810468"/>
                <a:ext cx="5708075" cy="583367"/>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4" name="標題 1">
                <a:extLst>
                  <a:ext uri="{FF2B5EF4-FFF2-40B4-BE49-F238E27FC236}">
                    <a16:creationId xmlns:a16="http://schemas.microsoft.com/office/drawing/2014/main" id="{C763382E-20EE-4806-9415-59894E5A6B2C}"/>
                  </a:ext>
                </a:extLst>
              </p:cNvPr>
              <p:cNvSpPr txBox="1">
                <a:spLocks/>
              </p:cNvSpPr>
              <p:nvPr/>
            </p:nvSpPr>
            <p:spPr>
              <a:xfrm>
                <a:off x="570805" y="5393835"/>
                <a:ext cx="5887145" cy="583367"/>
              </a:xfrm>
              <a:prstGeom prst="rect">
                <a:avLst/>
              </a:prstGeom>
            </p:spPr>
            <p:txBody>
              <a:bodyPr vert="horz" lIns="91440" tIns="45720" rIns="91440" bIns="45720" rtlCol="0" anchor="ctr">
                <a:normAutofit fontScale="77500" lnSpcReduction="20000"/>
              </a:bodyPr>
              <a:lstStyle>
                <a:defPPr>
                  <a:defRPr lang="en-US"/>
                </a:defPPr>
                <a:lvl1pPr defTabSz="914400">
                  <a:lnSpc>
                    <a:spcPct val="90000"/>
                  </a:lnSpc>
                  <a:spcBef>
                    <a:spcPct val="0"/>
                  </a:spcBef>
                  <a:buNone/>
                  <a:defRPr sz="2800" b="0" i="1">
                    <a:solidFill>
                      <a:schemeClr val="accent5">
                        <a:lumMod val="75000"/>
                      </a:schemeClr>
                    </a:solidFill>
                    <a:latin typeface="Cambria Math" panose="02040503050406030204" pitchFamily="18" charset="0"/>
                    <a:ea typeface="+mj-ea"/>
                    <a:cs typeface="Times New Roman" panose="02020603050405020304" pitchFamily="18" charset="0"/>
                  </a:defRPr>
                </a:lvl1pPr>
              </a:lstStyle>
              <a:p>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P</m:t>
                        </m:r>
                      </m:e>
                      <m:sub>
                        <m:r>
                          <a:rPr lang="en-US" altLang="zh-TW" i="0">
                            <a:latin typeface="Cambria Math" panose="02040503050406030204" pitchFamily="18" charset="0"/>
                          </a:rPr>
                          <m:t>4</m:t>
                        </m:r>
                      </m:sub>
                    </m:sSub>
                    <m:r>
                      <a:rPr lang="en-US" altLang="zh-TW" i="0">
                        <a:latin typeface="Cambria Math" panose="02040503050406030204" pitchFamily="18" charset="0"/>
                      </a:rPr>
                      <m:t> :7, 6 </m:t>
                    </m:r>
                  </m:oMath>
                </a14:m>
                <a:r>
                  <a:rPr lang="en-US" altLang="zh-TW" i="0" dirty="0"/>
                  <a:t>(left-to-right minima subsequence of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τ</m:t>
                        </m:r>
                      </m:e>
                      <m:sub>
                        <m:r>
                          <a:rPr lang="en-US" altLang="zh-TW" i="0">
                            <a:latin typeface="Cambria Math" panose="02040503050406030204" pitchFamily="18" charset="0"/>
                          </a:rPr>
                          <m:t>4</m:t>
                        </m:r>
                      </m:sub>
                    </m:sSub>
                  </m:oMath>
                </a14:m>
                <a:r>
                  <a:rPr lang="en-US" altLang="zh-TW" i="0" dirty="0"/>
                  <a:t>)</a:t>
                </a:r>
                <a:endParaRPr lang="zh-TW" altLang="en-US" i="0" dirty="0"/>
              </a:p>
            </p:txBody>
          </p:sp>
        </mc:Choice>
        <mc:Fallback xmlns="">
          <p:sp>
            <p:nvSpPr>
              <p:cNvPr id="164" name="標題 1">
                <a:extLst>
                  <a:ext uri="{FF2B5EF4-FFF2-40B4-BE49-F238E27FC236}">
                    <a16:creationId xmlns:a16="http://schemas.microsoft.com/office/drawing/2014/main" id="{C763382E-20EE-4806-9415-59894E5A6B2C}"/>
                  </a:ext>
                </a:extLst>
              </p:cNvPr>
              <p:cNvSpPr txBox="1">
                <a:spLocks noRot="1" noChangeAspect="1" noMove="1" noResize="1" noEditPoints="1" noAdjustHandles="1" noChangeArrowheads="1" noChangeShapeType="1" noTextEdit="1"/>
              </p:cNvSpPr>
              <p:nvPr/>
            </p:nvSpPr>
            <p:spPr>
              <a:xfrm>
                <a:off x="570805" y="5393835"/>
                <a:ext cx="5887145" cy="583367"/>
              </a:xfrm>
              <a:prstGeom prst="rect">
                <a:avLst/>
              </a:prstGeom>
              <a:blipFill>
                <a:blip r:embed="rId14"/>
                <a:stretch>
                  <a:fillRect l="-104" t="-2083" r="-34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4386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500"/>
                                        <p:tgtEl>
                                          <p:spTgt spid="1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500"/>
                                        <p:tgtEl>
                                          <p:spTgt spid="1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3"/>
                                        </p:tgtEl>
                                        <p:attrNameLst>
                                          <p:attrName>style.visibility</p:attrName>
                                        </p:attrNameLst>
                                      </p:cBhvr>
                                      <p:to>
                                        <p:strVal val="visible"/>
                                      </p:to>
                                    </p:set>
                                    <p:animEffect transition="in" filter="fade">
                                      <p:cBhvr>
                                        <p:cTn id="18" dur="500"/>
                                        <p:tgtEl>
                                          <p:spTgt spid="1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fade">
                                      <p:cBhvr>
                                        <p:cTn id="23" dur="500"/>
                                        <p:tgtEl>
                                          <p:spTgt spid="14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4"/>
                                        </p:tgtEl>
                                        <p:attrNameLst>
                                          <p:attrName>style.visibility</p:attrName>
                                        </p:attrNameLst>
                                      </p:cBhvr>
                                      <p:to>
                                        <p:strVal val="visible"/>
                                      </p:to>
                                    </p:set>
                                    <p:animEffect transition="in" filter="fade">
                                      <p:cBhvr>
                                        <p:cTn id="26"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4" grpId="0"/>
      <p:bldP spid="133" grpId="0"/>
      <p:bldP spid="146" grpId="0"/>
      <p:bldP spid="1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609600" y="1253331"/>
                <a:ext cx="8534400" cy="583367"/>
              </a:xfrm>
            </p:spPr>
            <p:txBody>
              <a:bodyPr>
                <a:normAutofit/>
              </a:bodyPr>
              <a:lstStyle/>
              <a:p>
                <a:r>
                  <a:rPr lang="en-US" altLang="zh-TW" sz="2400" b="0" i="0" dirty="0">
                    <a:latin typeface="Times New Roman" panose="02020603050405020304" pitchFamily="18" charset="0"/>
                    <a:cs typeface="Times New Roman" panose="02020603050405020304" pitchFamily="18" charset="0"/>
                  </a:rPr>
                  <a:t>Given an integer </a:t>
                </a:r>
                <a14:m>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 </m:t>
                    </m:r>
                  </m:oMath>
                </a14:m>
                <a:r>
                  <a:rPr lang="en-US" altLang="zh-TW" sz="2400" b="0" i="0" dirty="0">
                    <a:latin typeface="Times New Roman" panose="02020603050405020304" pitchFamily="18" charset="0"/>
                    <a:cs typeface="Times New Roman" panose="02020603050405020304" pitchFamily="18" charset="0"/>
                  </a:rPr>
                  <a:t>satisfying</a:t>
                </a:r>
                <a14:m>
                  <m:oMath xmlns:m="http://schemas.openxmlformats.org/officeDocument/2006/math">
                    <m:r>
                      <a:rPr lang="en-US" altLang="zh-TW" sz="2400" b="0" i="1" smtClean="0">
                        <a:latin typeface="Cambria Math" panose="02040503050406030204" pitchFamily="18" charset="0"/>
                      </a:rPr>
                      <m:t> </m:t>
                    </m:r>
                    <m:rad>
                      <m:radPr>
                        <m:degHide m:val="on"/>
                        <m:ctrlPr>
                          <a:rPr lang="en-US" altLang="zh-TW" sz="2400" b="0" i="1" smtClean="0">
                            <a:latin typeface="Cambria Math" panose="02040503050406030204" pitchFamily="18" charset="0"/>
                          </a:rPr>
                        </m:ctrlPr>
                      </m:radPr>
                      <m:deg/>
                      <m:e>
                        <m:r>
                          <a:rPr lang="en-US" altLang="zh-TW" sz="2400" b="0" i="1" smtClean="0">
                            <a:latin typeface="Cambria Math" panose="02040503050406030204" pitchFamily="18" charset="0"/>
                          </a:rPr>
                          <m:t>𝑛</m:t>
                        </m:r>
                      </m:e>
                    </m:ra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609600" y="1253331"/>
                <a:ext cx="8534400" cy="583367"/>
              </a:xfrm>
              <a:blipFill>
                <a:blip r:embed="rId6"/>
                <a:stretch>
                  <a:fillRect l="-929" t="-1368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Their Algorithm</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標題 1">
                <a:extLst>
                  <a:ext uri="{FF2B5EF4-FFF2-40B4-BE49-F238E27FC236}">
                    <a16:creationId xmlns:a16="http://schemas.microsoft.com/office/drawing/2014/main" id="{2A05076C-D0E8-4C29-BAD3-0CB75E332216}"/>
                  </a:ext>
                </a:extLst>
              </p:cNvPr>
              <p:cNvSpPr txBox="1">
                <a:spLocks/>
              </p:cNvSpPr>
              <p:nvPr/>
            </p:nvSpPr>
            <p:spPr>
              <a:xfrm>
                <a:off x="5849136" y="1529043"/>
                <a:ext cx="25095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000">
                        <a:solidFill>
                          <a:schemeClr val="accent5">
                            <a:lumMod val="75000"/>
                          </a:schemeClr>
                        </a:solidFill>
                        <a:latin typeface="Cambria Math" panose="02040503050406030204" pitchFamily="18" charset="0"/>
                        <a:cs typeface="Times New Roman" panose="02020603050405020304" pitchFamily="18" charset="0"/>
                      </a:rPr>
                      <m:t>𝑠</m:t>
                    </m:r>
                    <m:r>
                      <a:rPr lang="en-US" altLang="zh-TW" sz="2000">
                        <a:solidFill>
                          <a:schemeClr val="accent5">
                            <a:lumMod val="75000"/>
                          </a:schemeClr>
                        </a:solidFill>
                        <a:latin typeface="Cambria Math" panose="02040503050406030204" pitchFamily="18" charset="0"/>
                        <a:cs typeface="Times New Roman" panose="02020603050405020304" pitchFamily="18" charset="0"/>
                      </a:rPr>
                      <m:t> </m:t>
                    </m:r>
                  </m:oMath>
                </a14:m>
                <a:r>
                  <a:rPr lang="en-US" altLang="zh-TW" sz="2000" dirty="0">
                    <a:solidFill>
                      <a:schemeClr val="accent5">
                        <a:lumMod val="75000"/>
                      </a:schemeClr>
                    </a:solidFill>
                    <a:latin typeface="Times New Roman" panose="02020603050405020304" pitchFamily="18" charset="0"/>
                    <a:cs typeface="Times New Roman" panose="02020603050405020304" pitchFamily="18" charset="0"/>
                  </a:rPr>
                  <a:t>: memory bound</a:t>
                </a:r>
                <a:endParaRPr lang="zh-TW" altLang="en-US" sz="2000" dirty="0">
                  <a:solidFill>
                    <a:schemeClr val="accent5">
                      <a:lumMod val="75000"/>
                    </a:schemeClr>
                  </a:solidFill>
                  <a:latin typeface="Times New Roman" panose="02020603050405020304" pitchFamily="18" charset="0"/>
                  <a:cs typeface="Times New Roman" panose="02020603050405020304" pitchFamily="18" charset="0"/>
                </a:endParaRPr>
              </a:p>
            </p:txBody>
          </p:sp>
        </mc:Choice>
        <mc:Fallback xmlns="">
          <p:sp>
            <p:nvSpPr>
              <p:cNvPr id="6" name="標題 1">
                <a:extLst>
                  <a:ext uri="{FF2B5EF4-FFF2-40B4-BE49-F238E27FC236}">
                    <a16:creationId xmlns:a16="http://schemas.microsoft.com/office/drawing/2014/main" id="{2A05076C-D0E8-4C29-BAD3-0CB75E332216}"/>
                  </a:ext>
                </a:extLst>
              </p:cNvPr>
              <p:cNvSpPr txBox="1">
                <a:spLocks noRot="1" noChangeAspect="1" noMove="1" noResize="1" noEditPoints="1" noAdjustHandles="1" noChangeArrowheads="1" noChangeShapeType="1" noTextEdit="1"/>
              </p:cNvSpPr>
              <p:nvPr/>
            </p:nvSpPr>
            <p:spPr>
              <a:xfrm>
                <a:off x="5849136" y="1529043"/>
                <a:ext cx="2509520" cy="583367"/>
              </a:xfrm>
              <a:prstGeom prst="rect">
                <a:avLst/>
              </a:prstGeom>
              <a:blipFill>
                <a:blip r:embed="rId7"/>
                <a:stretch>
                  <a:fillRect/>
                </a:stretch>
              </a:blipFill>
            </p:spPr>
            <p:txBody>
              <a:bodyPr/>
              <a:lstStyle/>
              <a:p>
                <a:r>
                  <a:rPr lang="zh-TW" altLang="en-US">
                    <a:noFill/>
                  </a:rPr>
                  <a:t> </a:t>
                </a:r>
              </a:p>
            </p:txBody>
          </p:sp>
        </mc:Fallback>
      </mc:AlternateContent>
      <p:sp>
        <p:nvSpPr>
          <p:cNvPr id="7" name="內容版面配置區 2">
            <a:extLst>
              <a:ext uri="{FF2B5EF4-FFF2-40B4-BE49-F238E27FC236}">
                <a16:creationId xmlns:a16="http://schemas.microsoft.com/office/drawing/2014/main" id="{480DE385-FD4F-417A-8A86-564251FEFE0D}"/>
              </a:ext>
            </a:extLst>
          </p:cNvPr>
          <p:cNvSpPr txBox="1">
            <a:spLocks/>
          </p:cNvSpPr>
          <p:nvPr/>
        </p:nvSpPr>
        <p:spPr>
          <a:xfrm>
            <a:off x="609600" y="2018495"/>
            <a:ext cx="8534400" cy="5833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Scan input (n/s) times</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016FACC-75E6-47FA-922D-132A9E6B8F11}"/>
                  </a:ext>
                </a:extLst>
              </p:cNvPr>
              <p:cNvSpPr/>
              <p:nvPr/>
            </p:nvSpPr>
            <p:spPr>
              <a:xfrm>
                <a:off x="3004754" y="5912972"/>
                <a:ext cx="5353902" cy="625941"/>
              </a:xfrm>
              <a:prstGeom prst="rect">
                <a:avLst/>
              </a:prstGeom>
            </p:spPr>
            <p:txBody>
              <a:bodyPr wrap="none">
                <a:spAutoFit/>
              </a:bodyPr>
              <a:lstStyle/>
              <a:p>
                <a:r>
                  <a:rPr lang="en-US" altLang="zh-TW" sz="2400" dirty="0">
                    <a:solidFill>
                      <a:srgbClr val="0070C0"/>
                    </a:solidFill>
                    <a:latin typeface="Times New Roman" panose="02020603050405020304" pitchFamily="18" charset="0"/>
                    <a:ea typeface="+mj-ea"/>
                    <a:cs typeface="Times New Roman" panose="02020603050405020304" pitchFamily="18" charset="0"/>
                  </a:rPr>
                  <a:t>O(</a:t>
                </a:r>
                <a14:m>
                  <m:oMath xmlns:m="http://schemas.openxmlformats.org/officeDocument/2006/math">
                    <m:r>
                      <a:rPr lang="en-US" altLang="zh-TW" sz="2400">
                        <a:solidFill>
                          <a:srgbClr val="0070C0"/>
                        </a:solidFill>
                        <a:latin typeface="Cambria Math" panose="02040503050406030204" pitchFamily="18" charset="0"/>
                        <a:ea typeface="+mj-ea"/>
                        <a:cs typeface="Times New Roman" panose="02020603050405020304" pitchFamily="18" charset="0"/>
                      </a:rPr>
                      <m:t>𝑠</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bits and O( </a:t>
                </a:r>
                <a14:m>
                  <m:oMath xmlns:m="http://schemas.openxmlformats.org/officeDocument/2006/math">
                    <m:f>
                      <m:fPr>
                        <m:ctrlPr>
                          <a:rPr lang="en-US" altLang="zh-TW" sz="2400" i="1">
                            <a:solidFill>
                              <a:srgbClr val="0070C0"/>
                            </a:solidFill>
                            <a:latin typeface="Cambria Math" panose="02040503050406030204" pitchFamily="18" charset="0"/>
                            <a:ea typeface="+mj-ea"/>
                            <a:cs typeface="Times New Roman" panose="02020603050405020304" pitchFamily="18" charset="0"/>
                          </a:rPr>
                        </m:ctrlPr>
                      </m:fPr>
                      <m:num>
                        <m:r>
                          <a:rPr lang="en-US" altLang="zh-TW" sz="2400">
                            <a:solidFill>
                              <a:srgbClr val="0070C0"/>
                            </a:solidFill>
                            <a:latin typeface="Cambria Math" panose="02040503050406030204" pitchFamily="18" charset="0"/>
                            <a:ea typeface="+mj-ea"/>
                            <a:cs typeface="Times New Roman" panose="02020603050405020304" pitchFamily="18" charset="0"/>
                          </a:rPr>
                          <m:t>1</m:t>
                        </m:r>
                      </m:num>
                      <m:den>
                        <m:r>
                          <a:rPr lang="en-US" altLang="zh-TW" sz="2400">
                            <a:solidFill>
                              <a:srgbClr val="0070C0"/>
                            </a:solidFill>
                            <a:latin typeface="Cambria Math" panose="02040503050406030204" pitchFamily="18" charset="0"/>
                            <a:ea typeface="+mj-ea"/>
                            <a:cs typeface="Times New Roman" panose="02020603050405020304" pitchFamily="18" charset="0"/>
                          </a:rPr>
                          <m:t>𝑠</m:t>
                        </m:r>
                      </m:den>
                    </m:f>
                    <m:r>
                      <a:rPr lang="en-US" altLang="zh-TW" sz="2400">
                        <a:solidFill>
                          <a:srgbClr val="0070C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0070C0"/>
                        </a:solidFill>
                        <a:latin typeface="Times New Roman" panose="02020603050405020304" pitchFamily="18" charset="0"/>
                        <a:ea typeface="+mj-ea"/>
                        <a:cs typeface="Times New Roman" panose="02020603050405020304" pitchFamily="18" charset="0"/>
                      </a:rPr>
                      <m:t>·</m:t>
                    </m:r>
                    <m:sSup>
                      <m:sSupPr>
                        <m:ctrlPr>
                          <a:rPr lang="en-US" altLang="zh-TW" sz="2400" i="1" dirty="0">
                            <a:solidFill>
                              <a:srgbClr val="0070C0"/>
                            </a:solidFill>
                            <a:latin typeface="Cambria Math" panose="02040503050406030204" pitchFamily="18" charset="0"/>
                            <a:ea typeface="+mj-ea"/>
                            <a:cs typeface="Times New Roman" panose="02020603050405020304" pitchFamily="18" charset="0"/>
                          </a:rPr>
                        </m:ctrlPr>
                      </m:sSupPr>
                      <m:e>
                        <m:r>
                          <a:rPr lang="en-US" altLang="zh-TW" sz="2400" dirty="0">
                            <a:solidFill>
                              <a:srgbClr val="0070C0"/>
                            </a:solidFill>
                            <a:latin typeface="Cambria Math" panose="02040503050406030204" pitchFamily="18" charset="0"/>
                            <a:ea typeface="+mj-ea"/>
                            <a:cs typeface="Times New Roman" panose="02020603050405020304" pitchFamily="18" charset="0"/>
                          </a:rPr>
                          <m:t> </m:t>
                        </m:r>
                        <m:r>
                          <a:rPr lang="en-US" altLang="zh-TW" sz="2400" dirty="0">
                            <a:solidFill>
                              <a:srgbClr val="0070C0"/>
                            </a:solidFill>
                            <a:latin typeface="Cambria Math" panose="02040503050406030204" pitchFamily="18" charset="0"/>
                            <a:ea typeface="+mj-ea"/>
                            <a:cs typeface="Times New Roman" panose="02020603050405020304" pitchFamily="18" charset="0"/>
                          </a:rPr>
                          <m:t>𝑛</m:t>
                        </m:r>
                      </m:e>
                      <m:sup>
                        <m:r>
                          <a:rPr lang="en-US" altLang="zh-TW" sz="2400" dirty="0">
                            <a:solidFill>
                              <a:srgbClr val="0070C0"/>
                            </a:solidFill>
                            <a:latin typeface="Cambria Math" panose="02040503050406030204" pitchFamily="18" charset="0"/>
                            <a:ea typeface="+mj-ea"/>
                            <a:cs typeface="Times New Roman" panose="02020603050405020304" pitchFamily="18" charset="0"/>
                          </a:rPr>
                          <m:t>2</m:t>
                        </m:r>
                      </m:sup>
                    </m:sSup>
                    <m:r>
                      <a:rPr lang="en-US" altLang="zh-TW" sz="2400" dirty="0">
                        <a:solidFill>
                          <a:srgbClr val="0070C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0070C0"/>
                        </a:solidFill>
                        <a:latin typeface="Times New Roman" panose="02020603050405020304" pitchFamily="18" charset="0"/>
                        <a:ea typeface="+mj-ea"/>
                        <a:cs typeface="Times New Roman" panose="02020603050405020304" pitchFamily="18" charset="0"/>
                      </a:rPr>
                      <m:t>·</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time </a:t>
                </a:r>
                <a:endParaRPr lang="zh-TW" altLang="en-US" sz="2400" dirty="0">
                  <a:solidFill>
                    <a:srgbClr val="0070C0"/>
                  </a:solidFill>
                  <a:latin typeface="Times New Roman" panose="02020603050405020304" pitchFamily="18" charset="0"/>
                  <a:ea typeface="+mj-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D016FACC-75E6-47FA-922D-132A9E6B8F11}"/>
                  </a:ext>
                </a:extLst>
              </p:cNvPr>
              <p:cNvSpPr>
                <a:spLocks noRot="1" noChangeAspect="1" noMove="1" noResize="1" noEditPoints="1" noAdjustHandles="1" noChangeArrowheads="1" noChangeShapeType="1" noTextEdit="1"/>
              </p:cNvSpPr>
              <p:nvPr/>
            </p:nvSpPr>
            <p:spPr>
              <a:xfrm>
                <a:off x="3004754" y="5912972"/>
                <a:ext cx="5353902" cy="625941"/>
              </a:xfrm>
              <a:prstGeom prst="rect">
                <a:avLst/>
              </a:prstGeom>
              <a:blipFill>
                <a:blip r:embed="rId5"/>
                <a:stretch>
                  <a:fillRect l="-1822" r="-797" b="-77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內容版面配置區 2">
                <a:extLst>
                  <a:ext uri="{FF2B5EF4-FFF2-40B4-BE49-F238E27FC236}">
                    <a16:creationId xmlns:a16="http://schemas.microsoft.com/office/drawing/2014/main" id="{A8ADF6CA-8B68-4232-8CEB-09ECE19CDA12}"/>
                  </a:ext>
                </a:extLst>
              </p:cNvPr>
              <p:cNvSpPr txBox="1">
                <a:spLocks/>
              </p:cNvSpPr>
              <p:nvPr/>
            </p:nvSpPr>
            <p:spPr>
              <a:xfrm>
                <a:off x="609600" y="2601862"/>
                <a:ext cx="7905750" cy="11865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zh-TW" sz="2400" dirty="0">
                    <a:latin typeface="Times New Roman" panose="02020603050405020304" pitchFamily="18" charset="0"/>
                    <a:cs typeface="Times New Roman" panose="02020603050405020304" pitchFamily="18" charset="0"/>
                  </a:rPr>
                  <a:t>In each pass, assume a pile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sub>
                    </m:sSub>
                    <m:r>
                      <a:rPr lang="en-US" altLang="zh-TW" sz="2400" b="0" i="1" smtClean="0">
                        <a:latin typeface="Cambria Math" panose="02040503050406030204" pitchFamily="18" charset="0"/>
                        <a:cs typeface="Times New Roman" panose="02020603050405020304" pitchFamily="18" charset="0"/>
                      </a:rPr>
                      <m:t> </m:t>
                    </m:r>
                  </m:oMath>
                </a14:m>
                <a:r>
                  <a:rPr lang="en-US" altLang="zh-TW" sz="2400" dirty="0">
                    <a:latin typeface="Times New Roman" panose="02020603050405020304" pitchFamily="18" charset="0"/>
                    <a:cs typeface="Times New Roman" panose="02020603050405020304" pitchFamily="18" charset="0"/>
                  </a:rPr>
                  <a:t>with at most s elements, filtering out the elements in the previous piles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 …, </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−1</m:t>
                        </m:r>
                      </m:sub>
                    </m:sSub>
                  </m:oMath>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9" name="內容版面配置區 2">
                <a:extLst>
                  <a:ext uri="{FF2B5EF4-FFF2-40B4-BE49-F238E27FC236}">
                    <a16:creationId xmlns:a16="http://schemas.microsoft.com/office/drawing/2014/main" id="{A8ADF6CA-8B68-4232-8CEB-09ECE19CDA12}"/>
                  </a:ext>
                </a:extLst>
              </p:cNvPr>
              <p:cNvSpPr txBox="1">
                <a:spLocks noRot="1" noChangeAspect="1" noMove="1" noResize="1" noEditPoints="1" noAdjustHandles="1" noChangeArrowheads="1" noChangeShapeType="1" noTextEdit="1"/>
              </p:cNvSpPr>
              <p:nvPr/>
            </p:nvSpPr>
            <p:spPr>
              <a:xfrm>
                <a:off x="609600" y="2601862"/>
                <a:ext cx="7905750" cy="1186519"/>
              </a:xfrm>
              <a:prstGeom prst="rect">
                <a:avLst/>
              </a:prstGeom>
              <a:blipFill>
                <a:blip r:embed="rId8"/>
                <a:stretch>
                  <a:fillRect l="-1002" b="-1804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內容版面配置區 2">
                <a:extLst>
                  <a:ext uri="{FF2B5EF4-FFF2-40B4-BE49-F238E27FC236}">
                    <a16:creationId xmlns:a16="http://schemas.microsoft.com/office/drawing/2014/main" id="{6CE9E6E9-3F10-456C-810E-1C46C4799BA7}"/>
                  </a:ext>
                </a:extLst>
              </p:cNvPr>
              <p:cNvSpPr txBox="1">
                <a:spLocks/>
              </p:cNvSpPr>
              <p:nvPr/>
            </p:nvSpPr>
            <p:spPr>
              <a:xfrm>
                <a:off x="609600" y="3877096"/>
                <a:ext cx="7905750" cy="93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zh-TW" sz="2400" dirty="0">
                    <a:latin typeface="Times New Roman" panose="02020603050405020304" pitchFamily="18" charset="0"/>
                    <a:cs typeface="Times New Roman" panose="02020603050405020304" pitchFamily="18" charset="0"/>
                  </a:rPr>
                  <a:t>As the result, it computes a new pile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𝑗</m:t>
                        </m:r>
                      </m:sub>
                    </m:sSub>
                  </m:oMath>
                </a14:m>
                <a:r>
                  <a:rPr lang="en-US" altLang="zh-TW" sz="2400"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𝑗</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𝑖</m:t>
                    </m:r>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𝑠</m:t>
                    </m:r>
                  </m:oMath>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10" name="內容版面配置區 2">
                <a:extLst>
                  <a:ext uri="{FF2B5EF4-FFF2-40B4-BE49-F238E27FC236}">
                    <a16:creationId xmlns:a16="http://schemas.microsoft.com/office/drawing/2014/main" id="{6CE9E6E9-3F10-456C-810E-1C46C4799BA7}"/>
                  </a:ext>
                </a:extLst>
              </p:cNvPr>
              <p:cNvSpPr txBox="1">
                <a:spLocks noRot="1" noChangeAspect="1" noMove="1" noResize="1" noEditPoints="1" noAdjustHandles="1" noChangeArrowheads="1" noChangeShapeType="1" noTextEdit="1"/>
              </p:cNvSpPr>
              <p:nvPr/>
            </p:nvSpPr>
            <p:spPr>
              <a:xfrm>
                <a:off x="609600" y="3877096"/>
                <a:ext cx="7905750" cy="935050"/>
              </a:xfrm>
              <a:prstGeom prst="rect">
                <a:avLst/>
              </a:prstGeom>
              <a:blipFill>
                <a:blip r:embed="rId9"/>
                <a:stretch>
                  <a:fillRect l="-100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446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711200" y="1213703"/>
                <a:ext cx="6908800" cy="4745896"/>
              </a:xfrm>
            </p:spPr>
            <p:txBody>
              <a:bodyPr>
                <a:normAutofit/>
              </a:bodyPr>
              <a:lstStyle/>
              <a:p>
                <a:pPr>
                  <a:lnSpc>
                    <a:spcPct val="150000"/>
                  </a:lnSpc>
                </a:pPr>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Filtering </a:t>
                </a:r>
                <a14:m>
                  <m:oMath xmlns:m="http://schemas.openxmlformats.org/officeDocument/2006/math">
                    <m:sSub>
                      <m:sSubPr>
                        <m:ctrlP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h</m:t>
                        </m:r>
                      </m:sub>
                    </m:sSub>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 </m:t>
                    </m:r>
                  </m:oMath>
                </a14:m>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with </a:t>
                </a:r>
                <a14:m>
                  <m:oMath xmlns:m="http://schemas.openxmlformats.org/officeDocument/2006/math">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h</m:t>
                    </m:r>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&lt;</m:t>
                    </m:r>
                    <m:r>
                      <a:rPr lang="en-US" altLang="zh-TW" sz="2400" b="0" i="1" smtClean="0">
                        <a:solidFill>
                          <a:schemeClr val="accent5">
                            <a:lumMod val="50000"/>
                          </a:schemeClr>
                        </a:solidFill>
                        <a:latin typeface="Cambria Math" panose="02040503050406030204" pitchFamily="18" charset="0"/>
                        <a:cs typeface="Times New Roman" panose="02020603050405020304" pitchFamily="18" charset="0"/>
                      </a:rPr>
                      <m:t>𝑖</m:t>
                    </m:r>
                  </m:oMath>
                </a14:m>
                <a:endParaRPr lang="en-US" altLang="zh-TW" sz="2400" dirty="0">
                  <a:solidFill>
                    <a:schemeClr val="accent5">
                      <a:lumMod val="50000"/>
                    </a:schemeClr>
                  </a:solidFill>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r>
                          <a:rPr lang="en-US" altLang="zh-TW" sz="2000" i="1">
                            <a:latin typeface="Cambria Math" panose="02040503050406030204" pitchFamily="18" charset="0"/>
                            <a:cs typeface="Times New Roman" panose="02020603050405020304" pitchFamily="18" charset="0"/>
                          </a:rPr>
                          <m:t>+1</m:t>
                        </m:r>
                      </m:e>
                    </m:d>
                  </m:oMath>
                </a14:m>
                <a:r>
                  <a:rPr lang="zh-TW" altLang="en-US" sz="2000" dirty="0">
                    <a:latin typeface="Times New Roman" panose="02020603050405020304" pitchFamily="18" charset="0"/>
                    <a:cs typeface="Times New Roman" panose="02020603050405020304" pitchFamily="18" charset="0"/>
                  </a:rPr>
                  <a:t>  →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𝑟</m:t>
                    </m:r>
                    <m:r>
                      <a:rPr lang="en-US" altLang="zh-TW" sz="2000" i="1">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&lt;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e>
                    </m:d>
                  </m:oMath>
                </a14:m>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ignore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oMath>
                </a14:m>
                <a:endParaRPr lang="en-US" altLang="zh-TW" sz="2000" dirty="0">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&gt;</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𝑖</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𝑟</m:t>
                        </m:r>
                      </m:e>
                    </m:d>
                  </m:oMath>
                </a14:m>
                <a:r>
                  <a:rPr lang="zh-TW" altLang="en-US" sz="2000" dirty="0">
                    <a:latin typeface="Times New Roman" panose="02020603050405020304" pitchFamily="18" charset="0"/>
                    <a:cs typeface="Times New Roman" panose="02020603050405020304" pitchFamily="18" charset="0"/>
                  </a:rPr>
                  <a:t> → </a:t>
                </a:r>
                <a:r>
                  <a:rPr lang="zh-TW" altLang="en-US" sz="2000" dirty="0">
                    <a:latin typeface="標楷體" panose="03000509000000000000" pitchFamily="65" charset="-120"/>
                    <a:ea typeface="標楷體" panose="03000509000000000000" pitchFamily="65" charset="-120"/>
                    <a:cs typeface="Tahoma" panose="020B0604030504040204" pitchFamily="34" charset="0"/>
                  </a:rPr>
                  <a:t>保留</a:t>
                </a:r>
                <a:endParaRPr lang="en-US" altLang="zh-TW" sz="2000" dirty="0">
                  <a:latin typeface="Times New Roman" panose="02020603050405020304" pitchFamily="18" charset="0"/>
                  <a:cs typeface="Times New Roman" panose="02020603050405020304" pitchFamily="18" charset="0"/>
                </a:endParaRPr>
              </a:p>
              <a:p>
                <a:pPr>
                  <a:lnSpc>
                    <a:spcPct val="150000"/>
                  </a:lnSpc>
                </a:pPr>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Filtering </a:t>
                </a:r>
                <a14:m>
                  <m:oMath xmlns:m="http://schemas.openxmlformats.org/officeDocument/2006/math">
                    <m:sSub>
                      <m:sSubPr>
                        <m:ctrlPr>
                          <a:rPr lang="en-US" altLang="zh-TW" sz="2400">
                            <a:solidFill>
                              <a:schemeClr val="accent5">
                                <a:lumMod val="50000"/>
                              </a:schemeClr>
                            </a:solidFill>
                            <a:latin typeface="Times New Roman" panose="02020603050405020304" pitchFamily="18" charset="0"/>
                            <a:cs typeface="Times New Roman" panose="02020603050405020304" pitchFamily="18" charset="0"/>
                          </a:rPr>
                        </m:ctrlPr>
                      </m:sSubPr>
                      <m:e>
                        <m:r>
                          <a:rPr lang="en-US" altLang="zh-TW" sz="2400">
                            <a:solidFill>
                              <a:schemeClr val="accent5">
                                <a:lumMod val="50000"/>
                              </a:schemeClr>
                            </a:solidFill>
                            <a:latin typeface="Times New Roman" panose="02020603050405020304" pitchFamily="18" charset="0"/>
                            <a:cs typeface="Times New Roman" panose="02020603050405020304" pitchFamily="18" charset="0"/>
                          </a:rPr>
                          <m:t>𝑃</m:t>
                        </m:r>
                      </m:e>
                      <m:sub>
                        <m:r>
                          <a:rPr lang="en-US" altLang="zh-TW" sz="2400">
                            <a:solidFill>
                              <a:schemeClr val="accent5">
                                <a:lumMod val="50000"/>
                              </a:schemeClr>
                            </a:solidFill>
                            <a:latin typeface="Times New Roman" panose="02020603050405020304" pitchFamily="18" charset="0"/>
                            <a:cs typeface="Times New Roman" panose="02020603050405020304" pitchFamily="18" charset="0"/>
                          </a:rPr>
                          <m:t>h</m:t>
                        </m:r>
                      </m:sub>
                    </m:sSub>
                    <m:r>
                      <a:rPr lang="en-US" altLang="zh-TW" sz="2400">
                        <a:solidFill>
                          <a:schemeClr val="accent5">
                            <a:lumMod val="50000"/>
                          </a:schemeClr>
                        </a:solidFill>
                        <a:latin typeface="Times New Roman" panose="02020603050405020304" pitchFamily="18" charset="0"/>
                        <a:cs typeface="Times New Roman" panose="02020603050405020304" pitchFamily="18" charset="0"/>
                      </a:rPr>
                      <m:t> </m:t>
                    </m:r>
                  </m:oMath>
                </a14:m>
                <a:r>
                  <a:rPr lang="en-US" altLang="zh-TW" sz="2400" dirty="0">
                    <a:solidFill>
                      <a:schemeClr val="accent5">
                        <a:lumMod val="50000"/>
                      </a:schemeClr>
                    </a:solidFill>
                    <a:latin typeface="Times New Roman" panose="02020603050405020304" pitchFamily="18" charset="0"/>
                    <a:cs typeface="Times New Roman" panose="02020603050405020304" pitchFamily="18" charset="0"/>
                  </a:rPr>
                  <a:t>with </a:t>
                </a:r>
                <a14:m>
                  <m:oMath xmlns:m="http://schemas.openxmlformats.org/officeDocument/2006/math">
                    <m:r>
                      <a:rPr lang="en-US" altLang="zh-TW" sz="2400">
                        <a:solidFill>
                          <a:schemeClr val="accent5">
                            <a:lumMod val="50000"/>
                          </a:schemeClr>
                        </a:solidFill>
                        <a:latin typeface="Times New Roman" panose="02020603050405020304" pitchFamily="18" charset="0"/>
                        <a:cs typeface="Times New Roman" panose="02020603050405020304" pitchFamily="18" charset="0"/>
                      </a:rPr>
                      <m:t>h</m:t>
                    </m:r>
                    <m:r>
                      <a:rPr lang="en-US" altLang="zh-TW" sz="2400">
                        <a:solidFill>
                          <a:schemeClr val="accent5">
                            <a:lumMod val="50000"/>
                          </a:schemeClr>
                        </a:solidFill>
                        <a:latin typeface="Times New Roman" panose="02020603050405020304" pitchFamily="18" charset="0"/>
                        <a:cs typeface="Times New Roman" panose="02020603050405020304" pitchFamily="18" charset="0"/>
                      </a:rPr>
                      <m:t>&gt;</m:t>
                    </m:r>
                    <m:r>
                      <a:rPr lang="en-US" altLang="zh-TW" sz="2400">
                        <a:solidFill>
                          <a:schemeClr val="accent5">
                            <a:lumMod val="50000"/>
                          </a:schemeClr>
                        </a:solidFill>
                        <a:latin typeface="Times New Roman" panose="02020603050405020304" pitchFamily="18" charset="0"/>
                        <a:cs typeface="Times New Roman" panose="02020603050405020304" pitchFamily="18" charset="0"/>
                      </a:rPr>
                      <m:t>𝑗</m:t>
                    </m:r>
                  </m:oMath>
                </a14:m>
                <a:endParaRPr lang="en-US" altLang="zh-TW" sz="2400" dirty="0">
                  <a:solidFill>
                    <a:schemeClr val="accent5">
                      <a:lumMod val="50000"/>
                    </a:schemeClr>
                  </a:solidFill>
                  <a:latin typeface="Times New Roman" panose="02020603050405020304" pitchFamily="18" charset="0"/>
                  <a:cs typeface="Times New Roman" panose="02020603050405020304" pitchFamily="18" charset="0"/>
                </a:endParaRPr>
              </a:p>
              <a:p>
                <a:pPr lvl="1">
                  <a:lnSpc>
                    <a:spcPct val="150000"/>
                  </a:lnSpc>
                </a:pPr>
                <a14:m>
                  <m:oMath xmlns:m="http://schemas.openxmlformats.org/officeDocument/2006/math">
                    <m:sSub>
                      <m:sSubPr>
                        <m:ctrlPr>
                          <a:rPr lang="en-US" altLang="zh-TW" sz="2000" b="0" i="1" smtClean="0">
                            <a:latin typeface="Cambria Math" panose="02040503050406030204" pitchFamily="18" charset="0"/>
                            <a:ea typeface="標楷體" panose="03000509000000000000" pitchFamily="65" charset="-120"/>
                            <a:cs typeface="Tahoma" panose="020B0604030504040204" pitchFamily="34" charset="0"/>
                          </a:rPr>
                        </m:ctrlPr>
                      </m:sSubPr>
                      <m:e>
                        <m:r>
                          <a:rPr lang="en-US" altLang="zh-TW" sz="2000" b="0" i="1" smtClean="0">
                            <a:latin typeface="Cambria Math" panose="02040503050406030204" pitchFamily="18" charset="0"/>
                            <a:ea typeface="標楷體" panose="03000509000000000000" pitchFamily="65" charset="-120"/>
                            <a:cs typeface="Tahoma" panose="020B0604030504040204" pitchFamily="34" charset="0"/>
                          </a:rPr>
                          <m:t>𝑃</m:t>
                        </m:r>
                      </m:e>
                      <m:sub>
                        <m:r>
                          <a:rPr lang="en-US" altLang="zh-TW" sz="2000" b="0" i="1" smtClean="0">
                            <a:latin typeface="Cambria Math" panose="02040503050406030204" pitchFamily="18" charset="0"/>
                            <a:ea typeface="標楷體" panose="03000509000000000000" pitchFamily="65" charset="-120"/>
                            <a:cs typeface="Tahoma" panose="020B0604030504040204" pitchFamily="34" charset="0"/>
                          </a:rPr>
                          <m:t>𝑗</m:t>
                        </m:r>
                      </m:sub>
                    </m:sSub>
                  </m:oMath>
                </a14:m>
                <a:r>
                  <a:rPr lang="zh-TW" altLang="en-US" sz="2000" dirty="0">
                    <a:latin typeface="標楷體" panose="03000509000000000000" pitchFamily="65" charset="-120"/>
                    <a:ea typeface="標楷體" panose="03000509000000000000" pitchFamily="65" charset="-120"/>
                    <a:cs typeface="Tahoma" panose="020B0604030504040204" pitchFamily="34" charset="0"/>
                  </a:rPr>
                  <a:t>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has not been constructed </a:t>
                </a:r>
                <a:r>
                  <a:rPr lang="zh-TW" altLang="en-US" sz="2000" dirty="0">
                    <a:latin typeface="Times New Roman" panose="02020603050405020304" pitchFamily="18" charset="0"/>
                    <a:cs typeface="Times New Roman" panose="02020603050405020304" pitchFamily="18" charset="0"/>
                  </a:rPr>
                  <a:t>→ </a:t>
                </a:r>
                <a:r>
                  <a:rPr lang="zh-TW" altLang="en-US" sz="2000" dirty="0">
                    <a:latin typeface="標楷體" panose="03000509000000000000" pitchFamily="65" charset="-120"/>
                    <a:ea typeface="標楷體" panose="03000509000000000000" pitchFamily="65" charset="-120"/>
                    <a:cs typeface="Tahoma" panose="020B0604030504040204" pitchFamily="34" charset="0"/>
                  </a:rPr>
                  <a:t>保留</a:t>
                </a:r>
                <a:endParaRPr lang="en-US" altLang="zh-TW" sz="2000" dirty="0">
                  <a:latin typeface="標楷體" panose="03000509000000000000" pitchFamily="65" charset="-120"/>
                  <a:ea typeface="標楷體" panose="03000509000000000000" pitchFamily="65" charset="-120"/>
                  <a:cs typeface="Tahoma" panose="020B0604030504040204" pitchFamily="34"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i="1">
                        <a:latin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𝑦</m:t>
                        </m:r>
                      </m:e>
                    </m:d>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𝑡𝑜𝑝</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𝑜𝑓</m:t>
                        </m:r>
                        <m:r>
                          <a:rPr lang="en-US" altLang="zh-TW" sz="2000" b="0" i="1" smtClean="0">
                            <a:latin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𝑗</m:t>
                            </m:r>
                          </m:sub>
                        </m:sSub>
                      </m:e>
                    </m:d>
                    <m:r>
                      <a:rPr lang="en-US" altLang="zh-TW" sz="2000" b="0" i="1" smtClean="0">
                        <a:latin typeface="Cambria Math" panose="02040503050406030204" pitchFamily="18" charset="0"/>
                        <a:cs typeface="Times New Roman" panose="02020603050405020304" pitchFamily="18" charset="0"/>
                      </a:rPr>
                      <m:t> </m:t>
                    </m:r>
                  </m:oMath>
                </a14:m>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ignore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oMath>
                </a14:m>
                <a:endParaRPr lang="en-US" altLang="zh-TW" sz="2000" dirty="0">
                  <a:latin typeface="標楷體" panose="03000509000000000000" pitchFamily="65" charset="-120"/>
                  <a:ea typeface="標楷體" panose="03000509000000000000" pitchFamily="65" charset="-120"/>
                  <a:cs typeface="Tahoma" panose="020B0604030504040204" pitchFamily="34" charset="0"/>
                </a:endParaRPr>
              </a:p>
              <a:p>
                <a:pPr lvl="1">
                  <a:lnSpc>
                    <a:spcPct val="150000"/>
                  </a:lnSpc>
                </a:pPr>
                <a14:m>
                  <m:oMath xmlns:m="http://schemas.openxmlformats.org/officeDocument/2006/math">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e>
                    </m:d>
                    <m:r>
                      <a:rPr lang="en-US" altLang="zh-TW" sz="2000" b="0" i="1" smtClean="0">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𝜏</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𝑦</m:t>
                        </m:r>
                      </m:e>
                    </m:d>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𝑡𝑜𝑝</m:t>
                        </m:r>
                        <m:r>
                          <a:rPr lang="en-US" altLang="zh-TW" sz="2000" i="1">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𝑜𝑓</m:t>
                        </m:r>
                        <m:r>
                          <a:rPr lang="en-US" altLang="zh-TW" sz="2000" i="1">
                            <a:latin typeface="Cambria Math" panose="02040503050406030204" pitchFamily="18" charset="0"/>
                            <a:cs typeface="Times New Roman" panose="02020603050405020304" pitchFamily="18" charset="0"/>
                          </a:rPr>
                          <m:t> </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𝑗</m:t>
                            </m:r>
                          </m:sub>
                        </m:sSub>
                      </m:e>
                    </m:d>
                    <m:r>
                      <m:rPr>
                        <m:nor/>
                      </m:rPr>
                      <a:rPr lang="en-US" altLang="zh-TW" sz="2000" b="0" i="0" smtClean="0">
                        <a:latin typeface="Cambria Math" panose="02040503050406030204" pitchFamily="18" charset="0"/>
                        <a:cs typeface="Times New Roman" panose="02020603050405020304" pitchFamily="18" charset="0"/>
                      </a:rPr>
                      <m:t> </m:t>
                    </m:r>
                    <m:r>
                      <m:rPr>
                        <m:nor/>
                      </m:rPr>
                      <a:rPr lang="zh-TW" altLang="en-US" sz="2000" dirty="0">
                        <a:latin typeface="Times New Roman" panose="02020603050405020304" pitchFamily="18" charset="0"/>
                        <a:cs typeface="Times New Roman" panose="02020603050405020304" pitchFamily="18" charset="0"/>
                      </a:rPr>
                      <m:t>→ </m:t>
                    </m:r>
                    <m:r>
                      <m:rPr>
                        <m:nor/>
                      </m:rPr>
                      <a:rPr lang="zh-TW" altLang="en-US" sz="2000" dirty="0">
                        <a:latin typeface="標楷體" panose="03000509000000000000" pitchFamily="65" charset="-120"/>
                        <a:ea typeface="標楷體" panose="03000509000000000000" pitchFamily="65" charset="-120"/>
                        <a:cs typeface="Tahoma" panose="020B0604030504040204" pitchFamily="34" charset="0"/>
                      </a:rPr>
                      <m:t>保留</m:t>
                    </m:r>
                  </m:oMath>
                </a14:m>
                <a:endParaRPr lang="zh-TW" altLang="en-US" sz="2000" dirty="0">
                  <a:latin typeface="標楷體" panose="03000509000000000000" pitchFamily="65" charset="-120"/>
                  <a:ea typeface="標楷體" panose="03000509000000000000" pitchFamily="65" charset="-120"/>
                  <a:cs typeface="Tahoma" panose="020B0604030504040204" pitchFamily="34" charset="0"/>
                </a:endParaRPr>
              </a:p>
            </p:txBody>
          </p:sp>
        </mc:Choice>
        <mc:Fallback>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711200" y="1213703"/>
                <a:ext cx="6908800" cy="4745896"/>
              </a:xfrm>
              <a:blipFill>
                <a:blip r:embed="rId2"/>
                <a:stretch>
                  <a:fillRect l="-123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Filter</a:t>
            </a:r>
            <a:endParaRPr lang="zh-TW" altLang="en-US" sz="3200" dirty="0">
              <a:latin typeface="Times New Roman" panose="02020603050405020304" pitchFamily="18" charset="0"/>
              <a:cs typeface="Times New Roman" panose="02020603050405020304" pitchFamily="18" charset="0"/>
            </a:endParaRPr>
          </a:p>
        </p:txBody>
      </p:sp>
      <p:sp>
        <p:nvSpPr>
          <p:cNvPr id="2" name="矩形: 圓角 1">
            <a:extLst>
              <a:ext uri="{FF2B5EF4-FFF2-40B4-BE49-F238E27FC236}">
                <a16:creationId xmlns:a16="http://schemas.microsoft.com/office/drawing/2014/main" id="{7A0FCC24-4179-44AD-8151-9C1765CBCF11}"/>
              </a:ext>
            </a:extLst>
          </p:cNvPr>
          <p:cNvSpPr/>
          <p:nvPr/>
        </p:nvSpPr>
        <p:spPr>
          <a:xfrm>
            <a:off x="6602951"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CE371516-D316-4DA5-89FC-D3792A49B5AE}"/>
                  </a:ext>
                </a:extLst>
              </p:cNvPr>
              <p:cNvSpPr/>
              <p:nvPr/>
            </p:nvSpPr>
            <p:spPr>
              <a:xfrm>
                <a:off x="6551408" y="177045"/>
                <a:ext cx="48135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i="1">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b="0" i="1" smtClean="0">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TW" i="1">
                          <a:solidFill>
                            <a:schemeClr val="accent5">
                              <a:lumMod val="50000"/>
                            </a:schemeClr>
                          </a:solidFill>
                          <a:latin typeface="Cambria Math" panose="02040503050406030204" pitchFamily="18" charset="0"/>
                          <a:cs typeface="Times New Roman" panose="02020603050405020304" pitchFamily="18" charset="0"/>
                        </a:rPr>
                        <m:t> </m:t>
                      </m:r>
                    </m:oMath>
                  </m:oMathPara>
                </a14:m>
                <a:endParaRPr lang="zh-TW" altLang="en-US" dirty="0"/>
              </a:p>
            </p:txBody>
          </p:sp>
        </mc:Choice>
        <mc:Fallback>
          <p:sp>
            <p:nvSpPr>
              <p:cNvPr id="11" name="矩形 10">
                <a:extLst>
                  <a:ext uri="{FF2B5EF4-FFF2-40B4-BE49-F238E27FC236}">
                    <a16:creationId xmlns:a16="http://schemas.microsoft.com/office/drawing/2014/main" id="{CE371516-D316-4DA5-89FC-D3792A49B5AE}"/>
                  </a:ext>
                </a:extLst>
              </p:cNvPr>
              <p:cNvSpPr>
                <a:spLocks noRot="1" noChangeAspect="1" noMove="1" noResize="1" noEditPoints="1" noAdjustHandles="1" noChangeArrowheads="1" noChangeShapeType="1" noTextEdit="1"/>
              </p:cNvSpPr>
              <p:nvPr/>
            </p:nvSpPr>
            <p:spPr>
              <a:xfrm>
                <a:off x="6551408" y="177045"/>
                <a:ext cx="481350"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40E322F7-BAA3-474E-8D3A-57B07A4F7513}"/>
                  </a:ext>
                </a:extLst>
              </p:cNvPr>
              <p:cNvSpPr/>
              <p:nvPr/>
            </p:nvSpPr>
            <p:spPr>
              <a:xfrm>
                <a:off x="6950855" y="954314"/>
                <a:ext cx="481350" cy="369332"/>
              </a:xfrm>
              <a:prstGeom prst="rect">
                <a:avLst/>
              </a:prstGeom>
            </p:spPr>
            <p:txBody>
              <a:bodyPr wrap="square">
                <a:spAutoFit/>
              </a:bodyPr>
              <a:lstStyle/>
              <a:p>
                <a:pPr/>
                <a14:m>
                  <m:oMathPara xmlns:m="http://schemas.openxmlformats.org/officeDocument/2006/math">
                    <m:oMathParaPr>
                      <m:jc m:val="center"/>
                    </m:oMathParaPr>
                    <m:oMath xmlns:m="http://schemas.openxmlformats.org/officeDocument/2006/math">
                      <m:r>
                        <a:rPr lang="en-US" altLang="zh-TW" i="1" smtClean="0">
                          <a:solidFill>
                            <a:schemeClr val="accent5">
                              <a:lumMod val="50000"/>
                            </a:schemeClr>
                          </a:solidFill>
                          <a:latin typeface="Cambria Math" panose="02040503050406030204" pitchFamily="18" charset="0"/>
                          <a:cs typeface="Times New Roman" panose="02020603050405020304" pitchFamily="18" charset="0"/>
                        </a:rPr>
                        <m:t>…</m:t>
                      </m:r>
                    </m:oMath>
                  </m:oMathPara>
                </a14:m>
                <a:endParaRPr lang="zh-TW" altLang="en-US" dirty="0"/>
              </a:p>
            </p:txBody>
          </p:sp>
        </mc:Choice>
        <mc:Fallback>
          <p:sp>
            <p:nvSpPr>
              <p:cNvPr id="12" name="矩形 11">
                <a:extLst>
                  <a:ext uri="{FF2B5EF4-FFF2-40B4-BE49-F238E27FC236}">
                    <a16:creationId xmlns:a16="http://schemas.microsoft.com/office/drawing/2014/main" id="{40E322F7-BAA3-474E-8D3A-57B07A4F7513}"/>
                  </a:ext>
                </a:extLst>
              </p:cNvPr>
              <p:cNvSpPr>
                <a:spLocks noRot="1" noChangeAspect="1" noMove="1" noResize="1" noEditPoints="1" noAdjustHandles="1" noChangeArrowheads="1" noChangeShapeType="1" noTextEdit="1"/>
              </p:cNvSpPr>
              <p:nvPr/>
            </p:nvSpPr>
            <p:spPr>
              <a:xfrm>
                <a:off x="6950855" y="954314"/>
                <a:ext cx="481350"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F3F82B6E-9A2D-4835-A68B-0D29F64FDB3C}"/>
                  </a:ext>
                </a:extLst>
              </p:cNvPr>
              <p:cNvSpPr/>
              <p:nvPr/>
            </p:nvSpPr>
            <p:spPr>
              <a:xfrm>
                <a:off x="7380576" y="177045"/>
                <a:ext cx="480067" cy="39164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TW" i="1">
                              <a:solidFill>
                                <a:schemeClr val="accent5">
                                  <a:lumMod val="50000"/>
                                </a:schemeClr>
                              </a:solidFill>
                              <a:latin typeface="Cambria Math" panose="02040503050406030204" pitchFamily="18" charset="0"/>
                              <a:cs typeface="Times New Roman" panose="02020603050405020304" pitchFamily="18" charset="0"/>
                            </a:rPr>
                            <m:t>𝑃</m:t>
                          </m:r>
                        </m:e>
                        <m:sub>
                          <m:r>
                            <a:rPr lang="en-US" altLang="zh-TW" b="0" i="1" smtClean="0">
                              <a:solidFill>
                                <a:schemeClr val="accent5">
                                  <a:lumMod val="50000"/>
                                </a:schemeClr>
                              </a:solidFill>
                              <a:latin typeface="Cambria Math" panose="02040503050406030204" pitchFamily="18" charset="0"/>
                              <a:cs typeface="Times New Roman" panose="02020603050405020304" pitchFamily="18" charset="0"/>
                            </a:rPr>
                            <m:t>𝑗</m:t>
                          </m:r>
                        </m:sub>
                      </m:sSub>
                      <m:r>
                        <a:rPr lang="en-US" altLang="zh-TW" i="1">
                          <a:solidFill>
                            <a:schemeClr val="accent5">
                              <a:lumMod val="50000"/>
                            </a:schemeClr>
                          </a:solidFill>
                          <a:latin typeface="Cambria Math" panose="02040503050406030204" pitchFamily="18" charset="0"/>
                          <a:cs typeface="Times New Roman" panose="02020603050405020304" pitchFamily="18" charset="0"/>
                        </a:rPr>
                        <m:t> </m:t>
                      </m:r>
                    </m:oMath>
                  </m:oMathPara>
                </a14:m>
                <a:endParaRPr lang="zh-TW" altLang="en-US" dirty="0"/>
              </a:p>
            </p:txBody>
          </p:sp>
        </mc:Choice>
        <mc:Fallback>
          <p:sp>
            <p:nvSpPr>
              <p:cNvPr id="14" name="矩形 13">
                <a:extLst>
                  <a:ext uri="{FF2B5EF4-FFF2-40B4-BE49-F238E27FC236}">
                    <a16:creationId xmlns:a16="http://schemas.microsoft.com/office/drawing/2014/main" id="{F3F82B6E-9A2D-4835-A68B-0D29F64FDB3C}"/>
                  </a:ext>
                </a:extLst>
              </p:cNvPr>
              <p:cNvSpPr>
                <a:spLocks noRot="1" noChangeAspect="1" noMove="1" noResize="1" noEditPoints="1" noAdjustHandles="1" noChangeArrowheads="1" noChangeShapeType="1" noTextEdit="1"/>
              </p:cNvSpPr>
              <p:nvPr/>
            </p:nvSpPr>
            <p:spPr>
              <a:xfrm>
                <a:off x="7380576" y="177045"/>
                <a:ext cx="480067" cy="391646"/>
              </a:xfrm>
              <a:prstGeom prst="rect">
                <a:avLst/>
              </a:prstGeom>
              <a:blipFill>
                <a:blip r:embed="rId5"/>
                <a:stretch>
                  <a:fillRect b="-9375"/>
                </a:stretch>
              </a:blipFill>
            </p:spPr>
            <p:txBody>
              <a:bodyPr/>
              <a:lstStyle/>
              <a:p>
                <a:r>
                  <a:rPr lang="zh-TW" altLang="en-US">
                    <a:noFill/>
                  </a:rPr>
                  <a:t> </a:t>
                </a:r>
              </a:p>
            </p:txBody>
          </p:sp>
        </mc:Fallback>
      </mc:AlternateContent>
      <p:sp>
        <p:nvSpPr>
          <p:cNvPr id="15" name="矩形: 圓角 14">
            <a:extLst>
              <a:ext uri="{FF2B5EF4-FFF2-40B4-BE49-F238E27FC236}">
                <a16:creationId xmlns:a16="http://schemas.microsoft.com/office/drawing/2014/main" id="{2E600A9C-30E7-4A33-A076-9849D3CA4764}"/>
              </a:ext>
            </a:extLst>
          </p:cNvPr>
          <p:cNvSpPr/>
          <p:nvPr/>
        </p:nvSpPr>
        <p:spPr>
          <a:xfrm>
            <a:off x="7432205"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4" name="群組 23">
            <a:extLst>
              <a:ext uri="{FF2B5EF4-FFF2-40B4-BE49-F238E27FC236}">
                <a16:creationId xmlns:a16="http://schemas.microsoft.com/office/drawing/2014/main" id="{01F33B53-DAF4-45DA-BE76-6419A1BEA54F}"/>
              </a:ext>
            </a:extLst>
          </p:cNvPr>
          <p:cNvGrpSpPr/>
          <p:nvPr/>
        </p:nvGrpSpPr>
        <p:grpSpPr>
          <a:xfrm>
            <a:off x="7971538" y="568691"/>
            <a:ext cx="348373" cy="1390848"/>
            <a:chOff x="8599331" y="568691"/>
            <a:chExt cx="348373" cy="1390848"/>
          </a:xfrm>
        </p:grpSpPr>
        <p:sp>
          <p:nvSpPr>
            <p:cNvPr id="16" name="矩形: 圓角 15">
              <a:extLst>
                <a:ext uri="{FF2B5EF4-FFF2-40B4-BE49-F238E27FC236}">
                  <a16:creationId xmlns:a16="http://schemas.microsoft.com/office/drawing/2014/main" id="{6CBAD9B9-4760-4736-ACAF-19B780EDDD2E}"/>
                </a:ext>
              </a:extLst>
            </p:cNvPr>
            <p:cNvSpPr/>
            <p:nvPr/>
          </p:nvSpPr>
          <p:spPr>
            <a:xfrm>
              <a:off x="8615404"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8" name="直線接點 17">
              <a:extLst>
                <a:ext uri="{FF2B5EF4-FFF2-40B4-BE49-F238E27FC236}">
                  <a16:creationId xmlns:a16="http://schemas.microsoft.com/office/drawing/2014/main" id="{1E8B9929-B59D-4709-B1F4-DBE71AE03F22}"/>
                </a:ext>
              </a:extLst>
            </p:cNvPr>
            <p:cNvCxnSpPr>
              <a:cxnSpLocks/>
            </p:cNvCxnSpPr>
            <p:nvPr/>
          </p:nvCxnSpPr>
          <p:spPr>
            <a:xfrm flipV="1">
              <a:off x="8615404" y="568691"/>
              <a:ext cx="332300" cy="13908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5C536404-5810-4243-B2BA-84682D77B096}"/>
                </a:ext>
              </a:extLst>
            </p:cNvPr>
            <p:cNvCxnSpPr>
              <a:cxnSpLocks/>
            </p:cNvCxnSpPr>
            <p:nvPr/>
          </p:nvCxnSpPr>
          <p:spPr>
            <a:xfrm flipH="1" flipV="1">
              <a:off x="8599331" y="592557"/>
              <a:ext cx="348373" cy="13669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 name="群組 24">
            <a:extLst>
              <a:ext uri="{FF2B5EF4-FFF2-40B4-BE49-F238E27FC236}">
                <a16:creationId xmlns:a16="http://schemas.microsoft.com/office/drawing/2014/main" id="{AD22D9A4-08EF-4E54-80B6-F51843D94541}"/>
              </a:ext>
            </a:extLst>
          </p:cNvPr>
          <p:cNvGrpSpPr/>
          <p:nvPr/>
        </p:nvGrpSpPr>
        <p:grpSpPr>
          <a:xfrm>
            <a:off x="6052180" y="568691"/>
            <a:ext cx="348373" cy="1390848"/>
            <a:chOff x="8599331" y="568691"/>
            <a:chExt cx="348373" cy="1390848"/>
          </a:xfrm>
        </p:grpSpPr>
        <p:sp>
          <p:nvSpPr>
            <p:cNvPr id="26" name="矩形: 圓角 25">
              <a:extLst>
                <a:ext uri="{FF2B5EF4-FFF2-40B4-BE49-F238E27FC236}">
                  <a16:creationId xmlns:a16="http://schemas.microsoft.com/office/drawing/2014/main" id="{665C4E0C-32B2-4401-A195-D073185C0DFA}"/>
                </a:ext>
              </a:extLst>
            </p:cNvPr>
            <p:cNvSpPr/>
            <p:nvPr/>
          </p:nvSpPr>
          <p:spPr>
            <a:xfrm>
              <a:off x="8615404" y="592557"/>
              <a:ext cx="332300" cy="1366982"/>
            </a:xfrm>
            <a:prstGeom prst="roundRect">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7" name="直線接點 26">
              <a:extLst>
                <a:ext uri="{FF2B5EF4-FFF2-40B4-BE49-F238E27FC236}">
                  <a16:creationId xmlns:a16="http://schemas.microsoft.com/office/drawing/2014/main" id="{CC0A59E3-1FF9-468E-8AFE-AFA66EF1B8C6}"/>
                </a:ext>
              </a:extLst>
            </p:cNvPr>
            <p:cNvCxnSpPr>
              <a:cxnSpLocks/>
            </p:cNvCxnSpPr>
            <p:nvPr/>
          </p:nvCxnSpPr>
          <p:spPr>
            <a:xfrm flipV="1">
              <a:off x="8615404" y="568691"/>
              <a:ext cx="332300" cy="13908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F329B6C-7B1E-49C9-B950-B03AA93EB3D6}"/>
                </a:ext>
              </a:extLst>
            </p:cNvPr>
            <p:cNvCxnSpPr>
              <a:cxnSpLocks/>
            </p:cNvCxnSpPr>
            <p:nvPr/>
          </p:nvCxnSpPr>
          <p:spPr>
            <a:xfrm flipH="1" flipV="1">
              <a:off x="8599331" y="592557"/>
              <a:ext cx="348373" cy="13669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694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8791CF8-89C9-4C0A-91DB-665A6609F254}"/>
                  </a:ext>
                </a:extLst>
              </p:cNvPr>
              <p:cNvSpPr>
                <a:spLocks noGrp="1"/>
              </p:cNvSpPr>
              <p:nvPr>
                <p:ph idx="1"/>
              </p:nvPr>
            </p:nvSpPr>
            <p:spPr>
              <a:xfrm>
                <a:off x="609600" y="1047038"/>
                <a:ext cx="7905750" cy="1280526"/>
              </a:xfrm>
            </p:spPr>
            <p:txBody>
              <a:bodyPr>
                <a:normAutofit fontScale="92500"/>
              </a:bodyPr>
              <a:lstStyle/>
              <a:p>
                <a:pPr>
                  <a:lnSpc>
                    <a:spcPct val="100000"/>
                  </a:lnSpc>
                </a:pPr>
                <a:r>
                  <a:rPr lang="en-US" altLang="zh-TW" sz="2000" b="0" i="0" dirty="0">
                    <a:latin typeface="Times New Roman" panose="02020603050405020304" pitchFamily="18" charset="0"/>
                    <a:cs typeface="Times New Roman" panose="02020603050405020304" pitchFamily="18" charset="0"/>
                  </a:rPr>
                  <a:t>Set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0</m:t>
                        </m:r>
                      </m:sub>
                    </m:sSub>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with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0</m:t>
                        </m:r>
                      </m:sub>
                    </m:sSub>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e>
                    </m:d>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for some</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≥0, </m:t>
                    </m:r>
                  </m:oMath>
                </a14:m>
                <a:r>
                  <a:rPr lang="en-US" altLang="zh-TW" sz="2000" dirty="0">
                    <a:latin typeface="Times New Roman" panose="02020603050405020304" pitchFamily="18" charset="0"/>
                    <a:cs typeface="Times New Roman" panose="02020603050405020304" pitchFamily="18" charset="0"/>
                  </a:rPr>
                  <a:t>compute </a:t>
                </a:r>
                <a14:m>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𝑖</m:t>
                        </m:r>
                      </m:sub>
                    </m:sSub>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with at most s elements.</a:t>
                </a:r>
              </a:p>
              <a:p>
                <a:pPr>
                  <a:lnSpc>
                    <a:spcPct val="100000"/>
                  </a:lnSpc>
                </a:pPr>
                <a:r>
                  <a:rPr lang="en-US" altLang="zh-TW" sz="2000" dirty="0">
                    <a:latin typeface="Times New Roman" panose="02020603050405020304" pitchFamily="18" charset="0"/>
                    <a:cs typeface="Times New Roman" panose="02020603050405020304" pitchFamily="18" charset="0"/>
                  </a:rPr>
                  <a:t>In each pass, compute </a:t>
                </a:r>
                <a:r>
                  <a:rPr lang="en-US" altLang="zh-TW" sz="2000" dirty="0">
                    <a:solidFill>
                      <a:srgbClr val="0070C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sz="2000" b="0" i="1" smtClean="0">
                            <a:solidFill>
                              <a:srgbClr val="0070C0"/>
                            </a:solidFill>
                            <a:latin typeface="Cambria Math" panose="02040503050406030204" pitchFamily="18" charset="0"/>
                            <a:cs typeface="Times New Roman" panose="02020603050405020304" pitchFamily="18" charset="0"/>
                          </a:rPr>
                        </m:ctrlPr>
                      </m:sSubPr>
                      <m:e>
                        <m:r>
                          <a:rPr lang="en-US" altLang="zh-TW" sz="2000" b="0" i="1" smtClean="0">
                            <a:solidFill>
                              <a:srgbClr val="0070C0"/>
                            </a:solidFill>
                            <a:latin typeface="Cambria Math" panose="02040503050406030204" pitchFamily="18" charset="0"/>
                            <a:cs typeface="Times New Roman" panose="02020603050405020304" pitchFamily="18" charset="0"/>
                          </a:rPr>
                          <m:t>𝑃</m:t>
                        </m:r>
                      </m:e>
                      <m:sub>
                        <m:r>
                          <a:rPr lang="en-US" altLang="zh-TW" sz="2000" b="0" i="1" smtClean="0">
                            <a:solidFill>
                              <a:srgbClr val="0070C0"/>
                            </a:solidFill>
                            <a:latin typeface="Cambria Math" panose="02040503050406030204" pitchFamily="18" charset="0"/>
                            <a:cs typeface="Times New Roman" panose="02020603050405020304" pitchFamily="18" charset="0"/>
                          </a:rPr>
                          <m:t>𝑘</m:t>
                        </m:r>
                      </m:sub>
                    </m:sSub>
                  </m:oMath>
                </a14:m>
                <a:r>
                  <a:rPr lang="en-US" altLang="zh-TW" sz="2000" dirty="0">
                    <a:solidFill>
                      <a:srgbClr val="0070C0"/>
                    </a:solidFill>
                    <a:latin typeface="Times New Roman" panose="02020603050405020304" pitchFamily="18" charset="0"/>
                    <a:cs typeface="Times New Roman" panose="02020603050405020304" pitchFamily="18" charset="0"/>
                  </a:rPr>
                  <a:t>| for </a:t>
                </a:r>
                <a14:m>
                  <m:oMath xmlns:m="http://schemas.openxmlformats.org/officeDocument/2006/math">
                    <m:r>
                      <a:rPr lang="en-US" altLang="zh-TW" sz="2000" b="0" i="1" smtClean="0">
                        <a:solidFill>
                          <a:srgbClr val="0070C0"/>
                        </a:solidFill>
                        <a:latin typeface="Cambria Math" panose="02040503050406030204" pitchFamily="18" charset="0"/>
                        <a:cs typeface="Times New Roman" panose="02020603050405020304" pitchFamily="18" charset="0"/>
                      </a:rPr>
                      <m:t>𝑖</m:t>
                    </m:r>
                    <m:r>
                      <a:rPr lang="en-US" altLang="zh-TW" sz="2000" b="0" i="1" smtClean="0">
                        <a:solidFill>
                          <a:srgbClr val="0070C0"/>
                        </a:solidFill>
                        <a:latin typeface="Cambria Math" panose="02040503050406030204" pitchFamily="18" charset="0"/>
                        <a:cs typeface="Times New Roman" panose="02020603050405020304" pitchFamily="18" charset="0"/>
                      </a:rPr>
                      <m:t>+1≤</m:t>
                    </m:r>
                    <m:r>
                      <a:rPr lang="en-US" altLang="zh-TW" sz="2000" b="0" i="1" smtClean="0">
                        <a:solidFill>
                          <a:srgbClr val="0070C0"/>
                        </a:solidFill>
                        <a:latin typeface="Cambria Math" panose="02040503050406030204" pitchFamily="18" charset="0"/>
                        <a:cs typeface="Times New Roman" panose="02020603050405020304" pitchFamily="18" charset="0"/>
                      </a:rPr>
                      <m:t>𝑘</m:t>
                    </m:r>
                    <m:r>
                      <a:rPr lang="en-US" altLang="zh-TW" sz="2000" b="0" i="1" smtClean="0">
                        <a:solidFill>
                          <a:srgbClr val="0070C0"/>
                        </a:solidFill>
                        <a:latin typeface="Cambria Math" panose="02040503050406030204" pitchFamily="18" charset="0"/>
                        <a:cs typeface="Times New Roman" panose="02020603050405020304" pitchFamily="18" charset="0"/>
                      </a:rPr>
                      <m:t>≤</m:t>
                    </m:r>
                    <m:r>
                      <a:rPr lang="en-US" altLang="zh-TW" sz="2000" b="0" i="1" smtClean="0">
                        <a:solidFill>
                          <a:srgbClr val="0070C0"/>
                        </a:solidFill>
                        <a:latin typeface="Cambria Math" panose="02040503050406030204" pitchFamily="18" charset="0"/>
                        <a:cs typeface="Times New Roman" panose="02020603050405020304" pitchFamily="18" charset="0"/>
                      </a:rPr>
                      <m:t>𝑖</m:t>
                    </m:r>
                    <m:r>
                      <a:rPr lang="en-US" altLang="zh-TW" sz="2000" b="0" i="1" smtClean="0">
                        <a:solidFill>
                          <a:srgbClr val="0070C0"/>
                        </a:solidFill>
                        <a:latin typeface="Cambria Math" panose="02040503050406030204" pitchFamily="18" charset="0"/>
                        <a:cs typeface="Times New Roman" panose="02020603050405020304" pitchFamily="18" charset="0"/>
                      </a:rPr>
                      <m:t>+2</m:t>
                    </m:r>
                    <m:r>
                      <a:rPr lang="en-US" altLang="zh-TW" sz="2000" b="0" i="1" smtClean="0">
                        <a:solidFill>
                          <a:srgbClr val="0070C0"/>
                        </a:solidFill>
                        <a:latin typeface="Cambria Math" panose="02040503050406030204" pitchFamily="18" charset="0"/>
                        <a:cs typeface="Times New Roman" panose="02020603050405020304" pitchFamily="18" charset="0"/>
                      </a:rPr>
                      <m:t>𝑠</m:t>
                    </m:r>
                    <m:r>
                      <a:rPr lang="en-US" altLang="zh-TW" sz="2000" b="0" i="1" smtClean="0">
                        <a:solidFill>
                          <a:srgbClr val="0070C0"/>
                        </a:solidFill>
                        <a:latin typeface="Cambria Math" panose="02040503050406030204" pitchFamily="18" charset="0"/>
                        <a:cs typeface="Times New Roman" panose="02020603050405020304" pitchFamily="18" charset="0"/>
                      </a:rPr>
                      <m:t>, </m:t>
                    </m:r>
                  </m:oMath>
                </a14:m>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repeat until find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𝑙𝑖𝑠</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𝜏</m:t>
                        </m:r>
                      </m:e>
                    </m:d>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(when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𝑙𝑖𝑠</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𝜏</m:t>
                        </m:r>
                      </m:e>
                    </m:d>
                    <m:r>
                      <a:rPr lang="en-US" altLang="zh-TW" sz="2000" i="1">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&lt;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+2</m:t>
                    </m:r>
                    <m:r>
                      <a:rPr lang="en-US" altLang="zh-TW" sz="2000" b="0" i="1"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A8791CF8-89C9-4C0A-91DB-665A6609F254}"/>
                  </a:ext>
                </a:extLst>
              </p:cNvPr>
              <p:cNvSpPr>
                <a:spLocks noGrp="1" noRot="1" noChangeAspect="1" noMove="1" noResize="1" noEditPoints="1" noAdjustHandles="1" noChangeArrowheads="1" noChangeShapeType="1" noTextEdit="1"/>
              </p:cNvSpPr>
              <p:nvPr>
                <p:ph idx="1"/>
              </p:nvPr>
            </p:nvSpPr>
            <p:spPr>
              <a:xfrm>
                <a:off x="609600" y="1047038"/>
                <a:ext cx="7905750" cy="1280526"/>
              </a:xfrm>
              <a:blipFill>
                <a:blip r:embed="rId2"/>
                <a:stretch>
                  <a:fillRect l="-540" t="-2381" r="-138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Proof.</a:t>
            </a:r>
            <a:endParaRPr lang="zh-TW" altLang="en-US" sz="32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10941936-47F8-4B33-9F4A-0929A1113553}"/>
              </a:ext>
            </a:extLst>
          </p:cNvPr>
          <p:cNvPicPr>
            <a:picLocks noChangeAspect="1"/>
          </p:cNvPicPr>
          <p:nvPr/>
        </p:nvPicPr>
        <p:blipFill>
          <a:blip r:embed="rId3"/>
          <a:stretch>
            <a:fillRect/>
          </a:stretch>
        </p:blipFill>
        <p:spPr>
          <a:xfrm>
            <a:off x="514350" y="2376510"/>
            <a:ext cx="8096250" cy="3918139"/>
          </a:xfrm>
          <a:prstGeom prst="rect">
            <a:avLst/>
          </a:prstGeom>
        </p:spPr>
      </p:pic>
    </p:spTree>
    <p:extLst>
      <p:ext uri="{BB962C8B-B14F-4D97-AF65-F5344CB8AC3E}">
        <p14:creationId xmlns:p14="http://schemas.microsoft.com/office/powerpoint/2010/main" val="2830847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F4D9D44-6606-42C2-BA3D-F1765E7EF123}"/>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5" name="標題 1">
            <a:extLst>
              <a:ext uri="{FF2B5EF4-FFF2-40B4-BE49-F238E27FC236}">
                <a16:creationId xmlns:a16="http://schemas.microsoft.com/office/drawing/2014/main" id="{5A46E66C-CC98-4C59-8C7A-FC35658B9B20}"/>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Proof.</a:t>
            </a:r>
            <a:endParaRPr lang="zh-TW" altLang="en-US" sz="3200"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id="{B26C733C-95D9-4078-A264-CE17743E6010}"/>
              </a:ext>
            </a:extLst>
          </p:cNvPr>
          <p:cNvPicPr>
            <a:picLocks noGrp="1" noChangeAspect="1"/>
          </p:cNvPicPr>
          <p:nvPr>
            <p:ph idx="1"/>
          </p:nvPr>
        </p:nvPicPr>
        <p:blipFill>
          <a:blip r:embed="rId2"/>
          <a:stretch>
            <a:fillRect/>
          </a:stretch>
        </p:blipFill>
        <p:spPr>
          <a:xfrm>
            <a:off x="628650" y="1233355"/>
            <a:ext cx="7886700" cy="1960382"/>
          </a:xfrm>
          <a:prstGeom prst="rect">
            <a:avLst/>
          </a:prstGeom>
        </p:spPr>
      </p:pic>
      <mc:AlternateContent xmlns:mc="http://schemas.openxmlformats.org/markup-compatibility/2006">
        <mc:Choice xmlns:a14="http://schemas.microsoft.com/office/drawing/2010/main" Requires="a14">
          <p:sp>
            <p:nvSpPr>
              <p:cNvPr id="9" name="矩形 8">
                <a:extLst>
                  <a:ext uri="{FF2B5EF4-FFF2-40B4-BE49-F238E27FC236}">
                    <a16:creationId xmlns:a16="http://schemas.microsoft.com/office/drawing/2014/main" id="{A6BD90C0-90B4-418C-83F7-538AFE459322}"/>
                  </a:ext>
                </a:extLst>
              </p:cNvPr>
              <p:cNvSpPr/>
              <p:nvPr/>
            </p:nvSpPr>
            <p:spPr>
              <a:xfrm>
                <a:off x="1939388" y="4249083"/>
                <a:ext cx="5353902" cy="625941"/>
              </a:xfrm>
              <a:prstGeom prst="rect">
                <a:avLst/>
              </a:prstGeom>
            </p:spPr>
            <p:txBody>
              <a:bodyPr wrap="none">
                <a:spAutoFit/>
              </a:bodyPr>
              <a:lstStyle/>
              <a:p>
                <a:r>
                  <a:rPr lang="en-US" altLang="zh-TW" sz="2400" dirty="0">
                    <a:solidFill>
                      <a:srgbClr val="0070C0"/>
                    </a:solidFill>
                    <a:latin typeface="Times New Roman" panose="02020603050405020304" pitchFamily="18" charset="0"/>
                    <a:ea typeface="+mj-ea"/>
                    <a:cs typeface="Times New Roman" panose="02020603050405020304" pitchFamily="18" charset="0"/>
                  </a:rPr>
                  <a:t>O(</a:t>
                </a:r>
                <a14:m>
                  <m:oMath xmlns:m="http://schemas.openxmlformats.org/officeDocument/2006/math">
                    <m:r>
                      <a:rPr lang="en-US" altLang="zh-TW" sz="2400">
                        <a:solidFill>
                          <a:srgbClr val="0070C0"/>
                        </a:solidFill>
                        <a:latin typeface="Cambria Math" panose="02040503050406030204" pitchFamily="18" charset="0"/>
                        <a:ea typeface="+mj-ea"/>
                        <a:cs typeface="Times New Roman" panose="02020603050405020304" pitchFamily="18" charset="0"/>
                      </a:rPr>
                      <m:t>𝑠</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bits and O( </a:t>
                </a:r>
                <a14:m>
                  <m:oMath xmlns:m="http://schemas.openxmlformats.org/officeDocument/2006/math">
                    <m:f>
                      <m:fPr>
                        <m:ctrlPr>
                          <a:rPr lang="en-US" altLang="zh-TW" sz="2400" i="1">
                            <a:solidFill>
                              <a:srgbClr val="0070C0"/>
                            </a:solidFill>
                            <a:latin typeface="Cambria Math" panose="02040503050406030204" pitchFamily="18" charset="0"/>
                            <a:ea typeface="+mj-ea"/>
                            <a:cs typeface="Times New Roman" panose="02020603050405020304" pitchFamily="18" charset="0"/>
                          </a:rPr>
                        </m:ctrlPr>
                      </m:fPr>
                      <m:num>
                        <m:r>
                          <a:rPr lang="en-US" altLang="zh-TW" sz="2400">
                            <a:solidFill>
                              <a:srgbClr val="0070C0"/>
                            </a:solidFill>
                            <a:latin typeface="Cambria Math" panose="02040503050406030204" pitchFamily="18" charset="0"/>
                            <a:ea typeface="+mj-ea"/>
                            <a:cs typeface="Times New Roman" panose="02020603050405020304" pitchFamily="18" charset="0"/>
                          </a:rPr>
                          <m:t>1</m:t>
                        </m:r>
                      </m:num>
                      <m:den>
                        <m:r>
                          <a:rPr lang="en-US" altLang="zh-TW" sz="2400">
                            <a:solidFill>
                              <a:srgbClr val="0070C0"/>
                            </a:solidFill>
                            <a:latin typeface="Cambria Math" panose="02040503050406030204" pitchFamily="18" charset="0"/>
                            <a:ea typeface="+mj-ea"/>
                            <a:cs typeface="Times New Roman" panose="02020603050405020304" pitchFamily="18" charset="0"/>
                          </a:rPr>
                          <m:t>𝑠</m:t>
                        </m:r>
                      </m:den>
                    </m:f>
                    <m:r>
                      <a:rPr lang="en-US" altLang="zh-TW" sz="2400">
                        <a:solidFill>
                          <a:srgbClr val="0070C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0070C0"/>
                        </a:solidFill>
                        <a:latin typeface="Times New Roman" panose="02020603050405020304" pitchFamily="18" charset="0"/>
                        <a:ea typeface="+mj-ea"/>
                        <a:cs typeface="Times New Roman" panose="02020603050405020304" pitchFamily="18" charset="0"/>
                      </a:rPr>
                      <m:t>·</m:t>
                    </m:r>
                    <m:sSup>
                      <m:sSupPr>
                        <m:ctrlPr>
                          <a:rPr lang="en-US" altLang="zh-TW" sz="2400" i="1" dirty="0">
                            <a:solidFill>
                              <a:srgbClr val="0070C0"/>
                            </a:solidFill>
                            <a:latin typeface="Cambria Math" panose="02040503050406030204" pitchFamily="18" charset="0"/>
                            <a:ea typeface="+mj-ea"/>
                            <a:cs typeface="Times New Roman" panose="02020603050405020304" pitchFamily="18" charset="0"/>
                          </a:rPr>
                        </m:ctrlPr>
                      </m:sSupPr>
                      <m:e>
                        <m:r>
                          <a:rPr lang="en-US" altLang="zh-TW" sz="2400" dirty="0">
                            <a:solidFill>
                              <a:srgbClr val="0070C0"/>
                            </a:solidFill>
                            <a:latin typeface="Cambria Math" panose="02040503050406030204" pitchFamily="18" charset="0"/>
                            <a:ea typeface="+mj-ea"/>
                            <a:cs typeface="Times New Roman" panose="02020603050405020304" pitchFamily="18" charset="0"/>
                          </a:rPr>
                          <m:t> </m:t>
                        </m:r>
                        <m:r>
                          <a:rPr lang="en-US" altLang="zh-TW" sz="2400" dirty="0">
                            <a:solidFill>
                              <a:srgbClr val="0070C0"/>
                            </a:solidFill>
                            <a:latin typeface="Cambria Math" panose="02040503050406030204" pitchFamily="18" charset="0"/>
                            <a:ea typeface="+mj-ea"/>
                            <a:cs typeface="Times New Roman" panose="02020603050405020304" pitchFamily="18" charset="0"/>
                          </a:rPr>
                          <m:t>𝑛</m:t>
                        </m:r>
                      </m:e>
                      <m:sup>
                        <m:r>
                          <a:rPr lang="en-US" altLang="zh-TW" sz="2400" dirty="0">
                            <a:solidFill>
                              <a:srgbClr val="0070C0"/>
                            </a:solidFill>
                            <a:latin typeface="Cambria Math" panose="02040503050406030204" pitchFamily="18" charset="0"/>
                            <a:ea typeface="+mj-ea"/>
                            <a:cs typeface="Times New Roman" panose="02020603050405020304" pitchFamily="18" charset="0"/>
                          </a:rPr>
                          <m:t>2</m:t>
                        </m:r>
                      </m:sup>
                    </m:sSup>
                    <m:r>
                      <a:rPr lang="en-US" altLang="zh-TW" sz="2400" dirty="0">
                        <a:solidFill>
                          <a:srgbClr val="0070C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0070C0"/>
                        </a:solidFill>
                        <a:latin typeface="Times New Roman" panose="02020603050405020304" pitchFamily="18" charset="0"/>
                        <a:ea typeface="+mj-ea"/>
                        <a:cs typeface="Times New Roman" panose="02020603050405020304" pitchFamily="18" charset="0"/>
                      </a:rPr>
                      <m:t>·</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time </a:t>
                </a:r>
                <a:endParaRPr lang="zh-TW" altLang="en-US" sz="2400" dirty="0">
                  <a:solidFill>
                    <a:srgbClr val="0070C0"/>
                  </a:solidFill>
                  <a:latin typeface="Times New Roman" panose="02020603050405020304" pitchFamily="18" charset="0"/>
                  <a:ea typeface="+mj-ea"/>
                  <a:cs typeface="Times New Roman" panose="02020603050405020304" pitchFamily="18" charset="0"/>
                </a:endParaRPr>
              </a:p>
            </p:txBody>
          </p:sp>
        </mc:Choice>
        <mc:Fallback>
          <p:sp>
            <p:nvSpPr>
              <p:cNvPr id="9" name="矩形 8">
                <a:extLst>
                  <a:ext uri="{FF2B5EF4-FFF2-40B4-BE49-F238E27FC236}">
                    <a16:creationId xmlns:a16="http://schemas.microsoft.com/office/drawing/2014/main" id="{A6BD90C0-90B4-418C-83F7-538AFE459322}"/>
                  </a:ext>
                </a:extLst>
              </p:cNvPr>
              <p:cNvSpPr>
                <a:spLocks noRot="1" noChangeAspect="1" noMove="1" noResize="1" noEditPoints="1" noAdjustHandles="1" noChangeArrowheads="1" noChangeShapeType="1" noTextEdit="1"/>
              </p:cNvSpPr>
              <p:nvPr/>
            </p:nvSpPr>
            <p:spPr>
              <a:xfrm>
                <a:off x="1939388" y="4249083"/>
                <a:ext cx="5353902" cy="625941"/>
              </a:xfrm>
              <a:prstGeom prst="rect">
                <a:avLst/>
              </a:prstGeom>
              <a:blipFill>
                <a:blip r:embed="rId3"/>
                <a:stretch>
                  <a:fillRect l="-1708" r="-1025" b="-679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F4FEAFAE-DE49-49CD-82A9-9F8209A464F1}"/>
                  </a:ext>
                </a:extLst>
              </p:cNvPr>
              <p:cNvSpPr/>
              <p:nvPr/>
            </p:nvSpPr>
            <p:spPr>
              <a:xfrm>
                <a:off x="1895049" y="5335038"/>
                <a:ext cx="5442580" cy="465833"/>
              </a:xfrm>
              <a:prstGeom prst="rect">
                <a:avLst/>
              </a:prstGeom>
            </p:spPr>
            <p:txBody>
              <a:bodyPr wrap="none">
                <a:spAutoFit/>
              </a:bodyPr>
              <a:lstStyle/>
              <a:p>
                <a:r>
                  <a:rPr lang="en-US" altLang="zh-TW" sz="2400" dirty="0">
                    <a:solidFill>
                      <a:srgbClr val="0070C0"/>
                    </a:solidFill>
                    <a:latin typeface="Times New Roman" panose="02020603050405020304" pitchFamily="18" charset="0"/>
                    <a:ea typeface="+mj-ea"/>
                    <a:cs typeface="Times New Roman" panose="02020603050405020304" pitchFamily="18" charset="0"/>
                  </a:rPr>
                  <a:t>O(</a:t>
                </a:r>
                <a14:m>
                  <m:oMath xmlns:m="http://schemas.openxmlformats.org/officeDocument/2006/math">
                    <m:rad>
                      <m:radPr>
                        <m:degHide m:val="on"/>
                        <m:ctrlPr>
                          <a:rPr lang="en-US" altLang="zh-TW" sz="2400">
                            <a:solidFill>
                              <a:srgbClr val="0070C0"/>
                            </a:solidFill>
                            <a:latin typeface="Cambria Math" panose="02040503050406030204" pitchFamily="18" charset="0"/>
                            <a:ea typeface="+mj-ea"/>
                            <a:cs typeface="Times New Roman" panose="02020603050405020304" pitchFamily="18" charset="0"/>
                          </a:rPr>
                        </m:ctrlPr>
                      </m:radPr>
                      <m:deg/>
                      <m:e>
                        <m:r>
                          <a:rPr lang="en-US" altLang="zh-TW" sz="2400">
                            <a:solidFill>
                              <a:srgbClr val="0070C0"/>
                            </a:solidFill>
                            <a:latin typeface="Cambria Math" panose="02040503050406030204" pitchFamily="18" charset="0"/>
                            <a:ea typeface="+mj-ea"/>
                            <a:cs typeface="Times New Roman" panose="02020603050405020304" pitchFamily="18" charset="0"/>
                          </a:rPr>
                          <m:t>𝑛</m:t>
                        </m:r>
                      </m:e>
                    </m:rad>
                    <m:func>
                      <m:funcPr>
                        <m:ctrlPr>
                          <a:rPr lang="en-US" altLang="zh-TW" sz="2400">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bits and O(</a:t>
                </a:r>
                <a14:m>
                  <m:oMath xmlns:m="http://schemas.openxmlformats.org/officeDocument/2006/math">
                    <m:sSup>
                      <m:sSupPr>
                        <m:ctrlPr>
                          <a:rPr lang="en-US" altLang="zh-TW" sz="2400" i="1" dirty="0" smtClean="0">
                            <a:solidFill>
                              <a:srgbClr val="0070C0"/>
                            </a:solidFill>
                            <a:latin typeface="Cambria Math" panose="02040503050406030204" pitchFamily="18" charset="0"/>
                            <a:ea typeface="+mj-ea"/>
                            <a:cs typeface="Times New Roman" panose="02020603050405020304" pitchFamily="18" charset="0"/>
                          </a:rPr>
                        </m:ctrlPr>
                      </m:sSupPr>
                      <m:e>
                        <m:r>
                          <a:rPr lang="en-US" altLang="zh-TW" sz="2400" dirty="0">
                            <a:solidFill>
                              <a:srgbClr val="0070C0"/>
                            </a:solidFill>
                            <a:latin typeface="Cambria Math" panose="02040503050406030204" pitchFamily="18" charset="0"/>
                            <a:ea typeface="+mj-ea"/>
                            <a:cs typeface="Times New Roman" panose="02020603050405020304" pitchFamily="18" charset="0"/>
                          </a:rPr>
                          <m:t>𝑛</m:t>
                        </m:r>
                      </m:e>
                      <m:sup>
                        <m:r>
                          <a:rPr lang="en-US" altLang="zh-TW" sz="2400" b="0" i="0" dirty="0" smtClean="0">
                            <a:solidFill>
                              <a:srgbClr val="0070C0"/>
                            </a:solidFill>
                            <a:latin typeface="Cambria Math" panose="02040503050406030204" pitchFamily="18" charset="0"/>
                            <a:ea typeface="+mj-ea"/>
                            <a:cs typeface="Times New Roman" panose="02020603050405020304" pitchFamily="18" charset="0"/>
                          </a:rPr>
                          <m:t>1.5</m:t>
                        </m:r>
                      </m:sup>
                    </m:sSup>
                    <m:r>
                      <a:rPr lang="en-US" altLang="zh-TW" sz="2400" dirty="0">
                        <a:solidFill>
                          <a:srgbClr val="0070C0"/>
                        </a:solidFill>
                        <a:latin typeface="Cambria Math" panose="02040503050406030204" pitchFamily="18" charset="0"/>
                        <a:ea typeface="+mj-ea"/>
                        <a:cs typeface="Times New Roman" panose="02020603050405020304" pitchFamily="18" charset="0"/>
                      </a:rPr>
                      <m:t> </m:t>
                    </m:r>
                    <m:r>
                      <m:rPr>
                        <m:nor/>
                      </m:rPr>
                      <a:rPr lang="en-US" altLang="zh-TW" sz="2400" dirty="0">
                        <a:solidFill>
                          <a:srgbClr val="0070C0"/>
                        </a:solidFill>
                        <a:latin typeface="Times New Roman" panose="02020603050405020304" pitchFamily="18" charset="0"/>
                        <a:ea typeface="+mj-ea"/>
                        <a:cs typeface="Times New Roman" panose="02020603050405020304" pitchFamily="18" charset="0"/>
                      </a:rPr>
                      <m:t>·</m:t>
                    </m:r>
                    <m:func>
                      <m:funcPr>
                        <m:ctrlPr>
                          <a:rPr lang="en-US" altLang="zh-TW" sz="2400" i="1">
                            <a:solidFill>
                              <a:srgbClr val="0070C0"/>
                            </a:solidFill>
                            <a:latin typeface="Cambria Math" panose="02040503050406030204" pitchFamily="18" charset="0"/>
                            <a:ea typeface="+mj-ea"/>
                            <a:cs typeface="Times New Roman" panose="02020603050405020304" pitchFamily="18" charset="0"/>
                          </a:rPr>
                        </m:ctrlPr>
                      </m:funcPr>
                      <m:fName>
                        <m:r>
                          <m:rPr>
                            <m:sty m:val="p"/>
                          </m:rPr>
                          <a:rPr lang="en-US" altLang="zh-TW" sz="2400">
                            <a:solidFill>
                              <a:srgbClr val="0070C0"/>
                            </a:solidFill>
                            <a:latin typeface="Cambria Math" panose="02040503050406030204" pitchFamily="18" charset="0"/>
                            <a:ea typeface="+mj-ea"/>
                            <a:cs typeface="Times New Roman" panose="02020603050405020304" pitchFamily="18" charset="0"/>
                          </a:rPr>
                          <m:t>log</m:t>
                        </m:r>
                      </m:fName>
                      <m:e>
                        <m:r>
                          <a:rPr lang="en-US" altLang="zh-TW" sz="2400">
                            <a:solidFill>
                              <a:srgbClr val="0070C0"/>
                            </a:solidFill>
                            <a:latin typeface="Cambria Math" panose="02040503050406030204" pitchFamily="18" charset="0"/>
                            <a:ea typeface="+mj-ea"/>
                            <a:cs typeface="Times New Roman" panose="02020603050405020304" pitchFamily="18" charset="0"/>
                          </a:rPr>
                          <m:t>𝑛</m:t>
                        </m:r>
                      </m:e>
                    </m:func>
                  </m:oMath>
                </a14:m>
                <a:r>
                  <a:rPr lang="en-US" altLang="zh-TW" sz="2400" dirty="0">
                    <a:solidFill>
                      <a:srgbClr val="0070C0"/>
                    </a:solidFill>
                    <a:latin typeface="Times New Roman" panose="02020603050405020304" pitchFamily="18" charset="0"/>
                    <a:ea typeface="+mj-ea"/>
                    <a:cs typeface="Times New Roman" panose="02020603050405020304" pitchFamily="18" charset="0"/>
                  </a:rPr>
                  <a:t>) time </a:t>
                </a:r>
                <a:endParaRPr lang="zh-TW" altLang="en-US" sz="2400" dirty="0">
                  <a:solidFill>
                    <a:srgbClr val="0070C0"/>
                  </a:solidFill>
                  <a:latin typeface="Times New Roman" panose="02020603050405020304" pitchFamily="18" charset="0"/>
                  <a:ea typeface="+mj-ea"/>
                  <a:cs typeface="Times New Roman" panose="02020603050405020304" pitchFamily="18" charset="0"/>
                </a:endParaRPr>
              </a:p>
            </p:txBody>
          </p:sp>
        </mc:Choice>
        <mc:Fallback>
          <p:sp>
            <p:nvSpPr>
              <p:cNvPr id="10" name="矩形 9">
                <a:extLst>
                  <a:ext uri="{FF2B5EF4-FFF2-40B4-BE49-F238E27FC236}">
                    <a16:creationId xmlns:a16="http://schemas.microsoft.com/office/drawing/2014/main" id="{F4FEAFAE-DE49-49CD-82A9-9F8209A464F1}"/>
                  </a:ext>
                </a:extLst>
              </p:cNvPr>
              <p:cNvSpPr>
                <a:spLocks noRot="1" noChangeAspect="1" noMove="1" noResize="1" noEditPoints="1" noAdjustHandles="1" noChangeArrowheads="1" noChangeShapeType="1" noTextEdit="1"/>
              </p:cNvSpPr>
              <p:nvPr/>
            </p:nvSpPr>
            <p:spPr>
              <a:xfrm>
                <a:off x="1895049" y="5335038"/>
                <a:ext cx="5442580" cy="465833"/>
              </a:xfrm>
              <a:prstGeom prst="rect">
                <a:avLst/>
              </a:prstGeom>
              <a:blipFill>
                <a:blip r:embed="rId4"/>
                <a:stretch>
                  <a:fillRect l="-1792" t="-9091" b="-2857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內容版面配置區 2">
                <a:extLst>
                  <a:ext uri="{FF2B5EF4-FFF2-40B4-BE49-F238E27FC236}">
                    <a16:creationId xmlns:a16="http://schemas.microsoft.com/office/drawing/2014/main" id="{F8B3B2E4-903A-454C-81FA-F1E54DD62899}"/>
                  </a:ext>
                </a:extLst>
              </p:cNvPr>
              <p:cNvSpPr txBox="1">
                <a:spLocks/>
              </p:cNvSpPr>
              <p:nvPr/>
            </p:nvSpPr>
            <p:spPr>
              <a:xfrm>
                <a:off x="628650" y="3727613"/>
                <a:ext cx="1587062" cy="5214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𝑠</m:t>
                      </m:r>
                      <m:r>
                        <a:rPr lang="en-US" altLang="zh-TW" sz="2400" b="0" i="1" smtClean="0">
                          <a:latin typeface="Cambria Math" panose="02040503050406030204" pitchFamily="18" charset="0"/>
                          <a:cs typeface="Times New Roman" panose="02020603050405020304" pitchFamily="18" charset="0"/>
                        </a:rPr>
                        <m:t>≥</m:t>
                      </m:r>
                      <m:rad>
                        <m:radPr>
                          <m:degHide m:val="on"/>
                          <m:ctrlPr>
                            <a:rPr lang="en-US" altLang="zh-TW" sz="2400" b="0" i="1" smtClean="0">
                              <a:latin typeface="Cambria Math" panose="02040503050406030204" pitchFamily="18" charset="0"/>
                              <a:cs typeface="Times New Roman" panose="02020603050405020304" pitchFamily="18" charset="0"/>
                            </a:rPr>
                          </m:ctrlPr>
                        </m:radPr>
                        <m:deg/>
                        <m:e>
                          <m:r>
                            <a:rPr lang="en-US" altLang="zh-TW" sz="2400" b="0" i="1" smtClean="0">
                              <a:latin typeface="Cambria Math" panose="02040503050406030204" pitchFamily="18" charset="0"/>
                              <a:cs typeface="Times New Roman" panose="02020603050405020304" pitchFamily="18" charset="0"/>
                            </a:rPr>
                            <m:t>𝑛</m:t>
                          </m:r>
                        </m:e>
                      </m:rad>
                    </m:oMath>
                  </m:oMathPara>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11" name="內容版面配置區 2">
                <a:extLst>
                  <a:ext uri="{FF2B5EF4-FFF2-40B4-BE49-F238E27FC236}">
                    <a16:creationId xmlns:a16="http://schemas.microsoft.com/office/drawing/2014/main" id="{F8B3B2E4-903A-454C-81FA-F1E54DD62899}"/>
                  </a:ext>
                </a:extLst>
              </p:cNvPr>
              <p:cNvSpPr txBox="1">
                <a:spLocks noRot="1" noChangeAspect="1" noMove="1" noResize="1" noEditPoints="1" noAdjustHandles="1" noChangeArrowheads="1" noChangeShapeType="1" noTextEdit="1"/>
              </p:cNvSpPr>
              <p:nvPr/>
            </p:nvSpPr>
            <p:spPr>
              <a:xfrm>
                <a:off x="628650" y="3727613"/>
                <a:ext cx="1587062" cy="521470"/>
              </a:xfrm>
              <a:prstGeom prst="rect">
                <a:avLst/>
              </a:prstGeom>
              <a:blipFill>
                <a:blip r:embed="rId5"/>
                <a:stretch>
                  <a:fillRect/>
                </a:stretch>
              </a:blipFill>
            </p:spPr>
            <p:txBody>
              <a:bodyPr/>
              <a:lstStyle/>
              <a:p>
                <a:r>
                  <a:rPr lang="zh-TW" altLang="en-US">
                    <a:noFill/>
                  </a:rPr>
                  <a:t> </a:t>
                </a:r>
              </a:p>
            </p:txBody>
          </p:sp>
        </mc:Fallback>
      </mc:AlternateContent>
      <p:cxnSp>
        <p:nvCxnSpPr>
          <p:cNvPr id="12" name="直線單箭頭接點 11">
            <a:extLst>
              <a:ext uri="{FF2B5EF4-FFF2-40B4-BE49-F238E27FC236}">
                <a16:creationId xmlns:a16="http://schemas.microsoft.com/office/drawing/2014/main" id="{8D8A7D55-B257-49F4-AEBF-BDE77E85FD6A}"/>
              </a:ext>
            </a:extLst>
          </p:cNvPr>
          <p:cNvCxnSpPr>
            <a:cxnSpLocks/>
            <a:stCxn id="9" idx="2"/>
            <a:endCxn id="10" idx="0"/>
          </p:cNvCxnSpPr>
          <p:nvPr/>
        </p:nvCxnSpPr>
        <p:spPr>
          <a:xfrm>
            <a:off x="4616339" y="4875024"/>
            <a:ext cx="0" cy="460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143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697CB16-7182-4F25-96F6-D90C00191386}"/>
              </a:ext>
            </a:extLst>
          </p:cNvPr>
          <p:cNvSpPr>
            <a:spLocks noGrp="1"/>
          </p:cNvSpPr>
          <p:nvPr>
            <p:ph type="sldNum" sz="quarter" idx="12"/>
          </p:nvPr>
        </p:nvSpPr>
        <p:spPr/>
        <p:txBody>
          <a:bodyPr/>
          <a:lstStyle/>
          <a:p>
            <a:fld id="{872633CA-77E0-4863-94F8-E28139DFB2B4}" type="slidenum">
              <a:rPr lang="zh-TW" altLang="en-US" smtClean="0"/>
              <a:t>11</a:t>
            </a:fld>
            <a:endParaRPr lang="zh-TW" altLang="en-US" dirty="0"/>
          </a:p>
        </p:txBody>
      </p:sp>
      <p:sp>
        <p:nvSpPr>
          <p:cNvPr id="5" name="標題 1">
            <a:extLst>
              <a:ext uri="{FF2B5EF4-FFF2-40B4-BE49-F238E27FC236}">
                <a16:creationId xmlns:a16="http://schemas.microsoft.com/office/drawing/2014/main" id="{6E79B07C-229A-4A5E-A2DB-7481BFB9B386}"/>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Reverse Patience Sorting</a:t>
            </a:r>
            <a:endParaRPr lang="zh-TW" altLang="en-US" sz="3200"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BFB80F6F-A51B-4292-A438-8D4AAB361DFB}"/>
              </a:ext>
            </a:extLst>
          </p:cNvPr>
          <p:cNvGrpSpPr/>
          <p:nvPr/>
        </p:nvGrpSpPr>
        <p:grpSpPr>
          <a:xfrm>
            <a:off x="469209" y="2429180"/>
            <a:ext cx="502382" cy="738665"/>
            <a:chOff x="1229360" y="931147"/>
            <a:chExt cx="502382" cy="738665"/>
          </a:xfrm>
        </p:grpSpPr>
        <p:grpSp>
          <p:nvGrpSpPr>
            <p:cNvPr id="7" name="群組 6">
              <a:extLst>
                <a:ext uri="{FF2B5EF4-FFF2-40B4-BE49-F238E27FC236}">
                  <a16:creationId xmlns:a16="http://schemas.microsoft.com/office/drawing/2014/main" id="{9EC87690-ADF3-41FD-A145-418B7A489967}"/>
                </a:ext>
              </a:extLst>
            </p:cNvPr>
            <p:cNvGrpSpPr/>
            <p:nvPr/>
          </p:nvGrpSpPr>
          <p:grpSpPr>
            <a:xfrm>
              <a:off x="1229360" y="931147"/>
              <a:ext cx="502382" cy="738665"/>
              <a:chOff x="1229360" y="931147"/>
              <a:chExt cx="502382" cy="738665"/>
            </a:xfrm>
          </p:grpSpPr>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5F313D2F-0DAC-42D7-A473-A79985C4AAE8}"/>
                      </a:ext>
                    </a:extLst>
                  </p:cNvPr>
                  <p:cNvSpPr txBox="1"/>
                  <p:nvPr/>
                </p:nvSpPr>
                <p:spPr>
                  <a:xfrm>
                    <a:off x="1229360" y="1300480"/>
                    <a:ext cx="5023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9" name="文字方塊 8">
                    <a:extLst>
                      <a:ext uri="{FF2B5EF4-FFF2-40B4-BE49-F238E27FC236}">
                        <a16:creationId xmlns:a16="http://schemas.microsoft.com/office/drawing/2014/main" id="{5F313D2F-0DAC-42D7-A473-A79985C4AAE8}"/>
                      </a:ext>
                    </a:extLst>
                  </p:cNvPr>
                  <p:cNvSpPr txBox="1">
                    <a:spLocks noRot="1" noChangeAspect="1" noMove="1" noResize="1" noEditPoints="1" noAdjustHandles="1" noChangeArrowheads="1" noChangeShapeType="1" noTextEdit="1"/>
                  </p:cNvSpPr>
                  <p:nvPr/>
                </p:nvSpPr>
                <p:spPr>
                  <a:xfrm>
                    <a:off x="1229360" y="1300480"/>
                    <a:ext cx="502382" cy="369332"/>
                  </a:xfrm>
                  <a:prstGeom prst="rect">
                    <a:avLst/>
                  </a:prstGeom>
                  <a:blipFill>
                    <a:blip r:embed="rId2"/>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144CF24D-EB1D-4534-94F8-79FCB6ABBAD1}"/>
                      </a:ext>
                    </a:extLst>
                  </p:cNvPr>
                  <p:cNvSpPr txBox="1"/>
                  <p:nvPr/>
                </p:nvSpPr>
                <p:spPr>
                  <a:xfrm>
                    <a:off x="1272026" y="931147"/>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𝟑</m:t>
                          </m:r>
                        </m:oMath>
                      </m:oMathPara>
                    </a14:m>
                    <a:endParaRPr lang="zh-TW" altLang="en-US" b="1" dirty="0">
                      <a:solidFill>
                        <a:srgbClr val="FF0000"/>
                      </a:solidFill>
                      <a:latin typeface="Times New Roman" panose="02020603050405020304" pitchFamily="18" charset="0"/>
                      <a:cs typeface="Times New Roman" panose="02020603050405020304" pitchFamily="18" charset="0"/>
                    </a:endParaRPr>
                  </a:p>
                </p:txBody>
              </p:sp>
            </mc:Choice>
            <mc:Fallback>
              <p:sp>
                <p:nvSpPr>
                  <p:cNvPr id="10" name="文字方塊 9">
                    <a:extLst>
                      <a:ext uri="{FF2B5EF4-FFF2-40B4-BE49-F238E27FC236}">
                        <a16:creationId xmlns:a16="http://schemas.microsoft.com/office/drawing/2014/main" id="{144CF24D-EB1D-4534-94F8-79FCB6ABBAD1}"/>
                      </a:ext>
                    </a:extLst>
                  </p:cNvPr>
                  <p:cNvSpPr txBox="1">
                    <a:spLocks noRot="1" noChangeAspect="1" noMove="1" noResize="1" noEditPoints="1" noAdjustHandles="1" noChangeArrowheads="1" noChangeShapeType="1" noTextEdit="1"/>
                  </p:cNvSpPr>
                  <p:nvPr/>
                </p:nvSpPr>
                <p:spPr>
                  <a:xfrm>
                    <a:off x="1272026" y="931147"/>
                    <a:ext cx="380232" cy="369332"/>
                  </a:xfrm>
                  <a:prstGeom prst="rect">
                    <a:avLst/>
                  </a:prstGeom>
                  <a:blipFill>
                    <a:blip r:embed="rId3"/>
                    <a:stretch>
                      <a:fillRect/>
                    </a:stretch>
                  </a:blipFill>
                </p:spPr>
                <p:txBody>
                  <a:bodyPr/>
                  <a:lstStyle/>
                  <a:p>
                    <a:r>
                      <a:rPr lang="zh-TW" altLang="en-US">
                        <a:noFill/>
                      </a:rPr>
                      <a:t> </a:t>
                    </a:r>
                  </a:p>
                </p:txBody>
              </p:sp>
            </mc:Fallback>
          </mc:AlternateContent>
        </p:grpSp>
        <p:cxnSp>
          <p:nvCxnSpPr>
            <p:cNvPr id="8" name="直線接點 7">
              <a:extLst>
                <a:ext uri="{FF2B5EF4-FFF2-40B4-BE49-F238E27FC236}">
                  <a16:creationId xmlns:a16="http://schemas.microsoft.com/office/drawing/2014/main" id="{3EA85669-F555-42DD-8B14-F02D4F4966E7}"/>
                </a:ext>
              </a:extLst>
            </p:cNvPr>
            <p:cNvCxnSpPr/>
            <p:nvPr/>
          </p:nvCxnSpPr>
          <p:spPr>
            <a:xfrm>
              <a:off x="1287853" y="1300480"/>
              <a:ext cx="3021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69" name="標題 1">
                <a:extLst>
                  <a:ext uri="{FF2B5EF4-FFF2-40B4-BE49-F238E27FC236}">
                    <a16:creationId xmlns:a16="http://schemas.microsoft.com/office/drawing/2014/main" id="{DF678254-2033-4D17-B3A9-F8A707041AC9}"/>
                  </a:ext>
                </a:extLst>
              </p:cNvPr>
              <p:cNvSpPr txBox="1">
                <a:spLocks/>
              </p:cNvSpPr>
              <p:nvPr/>
            </p:nvSpPr>
            <p:spPr>
              <a:xfrm>
                <a:off x="570805" y="118013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dirty="0">
                    <a:latin typeface="Times New Roman" panose="02020603050405020304" pitchFamily="18" charset="0"/>
                    <a:cs typeface="Times New Roman" panose="02020603050405020304" pitchFamily="18" charset="0"/>
                  </a:rPr>
                  <a:t>input: </a:t>
                </a:r>
                <a14:m>
                  <m:oMath xmlns:m="http://schemas.openxmlformats.org/officeDocument/2006/math">
                    <m:r>
                      <a:rPr lang="en-US" altLang="zh-TW" sz="2800" b="0" i="0"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𝜏</m:t>
                    </m:r>
                    <m:r>
                      <a:rPr lang="en-US" altLang="zh-TW" sz="2800" b="0" i="1" smtClean="0">
                        <a:latin typeface="Cambria Math" panose="02040503050406030204" pitchFamily="18" charset="0"/>
                        <a:cs typeface="Times New Roman" panose="02020603050405020304" pitchFamily="18" charset="0"/>
                      </a:rPr>
                      <m:t>= &lt;2, 8, 4, 9, 5, 1, 7, 6, 3&gt;</m:t>
                    </m:r>
                  </m:oMath>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69" name="標題 1">
                <a:extLst>
                  <a:ext uri="{FF2B5EF4-FFF2-40B4-BE49-F238E27FC236}">
                    <a16:creationId xmlns:a16="http://schemas.microsoft.com/office/drawing/2014/main" id="{DF678254-2033-4D17-B3A9-F8A707041AC9}"/>
                  </a:ext>
                </a:extLst>
              </p:cNvPr>
              <p:cNvSpPr txBox="1">
                <a:spLocks noRot="1" noChangeAspect="1" noMove="1" noResize="1" noEditPoints="1" noAdjustHandles="1" noChangeArrowheads="1" noChangeShapeType="1" noTextEdit="1"/>
              </p:cNvSpPr>
              <p:nvPr/>
            </p:nvSpPr>
            <p:spPr>
              <a:xfrm>
                <a:off x="570805" y="1180135"/>
                <a:ext cx="7886700" cy="583367"/>
              </a:xfrm>
              <a:prstGeom prst="rect">
                <a:avLst/>
              </a:prstGeom>
              <a:blipFill>
                <a:blip r:embed="rId4"/>
                <a:stretch>
                  <a:fillRect l="-1624" t="-9474" b="-20000"/>
                </a:stretch>
              </a:blipFill>
            </p:spPr>
            <p:txBody>
              <a:bodyPr/>
              <a:lstStyle/>
              <a:p>
                <a:r>
                  <a:rPr lang="zh-TW" altLang="en-US">
                    <a:noFill/>
                  </a:rPr>
                  <a:t> </a:t>
                </a:r>
              </a:p>
            </p:txBody>
          </p:sp>
        </mc:Fallback>
      </mc:AlternateContent>
      <p:cxnSp>
        <p:nvCxnSpPr>
          <p:cNvPr id="70" name="直線單箭頭接點 69">
            <a:extLst>
              <a:ext uri="{FF2B5EF4-FFF2-40B4-BE49-F238E27FC236}">
                <a16:creationId xmlns:a16="http://schemas.microsoft.com/office/drawing/2014/main" id="{4B3156C2-0F3D-4489-BE56-C4193BB7A12C}"/>
              </a:ext>
            </a:extLst>
          </p:cNvPr>
          <p:cNvCxnSpPr/>
          <p:nvPr/>
        </p:nvCxnSpPr>
        <p:spPr>
          <a:xfrm>
            <a:off x="1143718" y="269748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8435DDC0-392C-4CD1-9A2A-273858AA911C}"/>
              </a:ext>
            </a:extLst>
          </p:cNvPr>
          <p:cNvCxnSpPr/>
          <p:nvPr/>
        </p:nvCxnSpPr>
        <p:spPr>
          <a:xfrm>
            <a:off x="2832005" y="269748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CB93CEFB-EE88-4C2D-A68A-3E1E1F6DA52E}"/>
              </a:ext>
            </a:extLst>
          </p:cNvPr>
          <p:cNvCxnSpPr/>
          <p:nvPr/>
        </p:nvCxnSpPr>
        <p:spPr>
          <a:xfrm>
            <a:off x="4431899" y="269748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FED2A2B2-1309-4CA2-A203-27C56CE7CE8B}"/>
              </a:ext>
            </a:extLst>
          </p:cNvPr>
          <p:cNvCxnSpPr/>
          <p:nvPr/>
        </p:nvCxnSpPr>
        <p:spPr>
          <a:xfrm>
            <a:off x="6401762" y="269748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2C1AF994-A92E-4B20-A0D1-E3B2ED1DD245}"/>
              </a:ext>
            </a:extLst>
          </p:cNvPr>
          <p:cNvCxnSpPr/>
          <p:nvPr/>
        </p:nvCxnSpPr>
        <p:spPr>
          <a:xfrm>
            <a:off x="552333" y="456483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a:extLst>
              <a:ext uri="{FF2B5EF4-FFF2-40B4-BE49-F238E27FC236}">
                <a16:creationId xmlns:a16="http://schemas.microsoft.com/office/drawing/2014/main" id="{C3345895-068B-45CA-9CB1-F16D20F21ADA}"/>
              </a:ext>
            </a:extLst>
          </p:cNvPr>
          <p:cNvCxnSpPr/>
          <p:nvPr/>
        </p:nvCxnSpPr>
        <p:spPr>
          <a:xfrm>
            <a:off x="2306678" y="456483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a:extLst>
              <a:ext uri="{FF2B5EF4-FFF2-40B4-BE49-F238E27FC236}">
                <a16:creationId xmlns:a16="http://schemas.microsoft.com/office/drawing/2014/main" id="{3320F465-4C75-4183-9052-956896AB0456}"/>
              </a:ext>
            </a:extLst>
          </p:cNvPr>
          <p:cNvCxnSpPr/>
          <p:nvPr/>
        </p:nvCxnSpPr>
        <p:spPr>
          <a:xfrm>
            <a:off x="4385888" y="456483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0A6C4B94-DB19-4872-8DDE-E73C68CD6D5A}"/>
              </a:ext>
            </a:extLst>
          </p:cNvPr>
          <p:cNvCxnSpPr/>
          <p:nvPr/>
        </p:nvCxnSpPr>
        <p:spPr>
          <a:xfrm>
            <a:off x="6484886" y="4564833"/>
            <a:ext cx="335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2" name="群組 91">
            <a:extLst>
              <a:ext uri="{FF2B5EF4-FFF2-40B4-BE49-F238E27FC236}">
                <a16:creationId xmlns:a16="http://schemas.microsoft.com/office/drawing/2014/main" id="{76A05460-E3E4-4119-BA26-1A316B2D8B2C}"/>
              </a:ext>
            </a:extLst>
          </p:cNvPr>
          <p:cNvGrpSpPr/>
          <p:nvPr/>
        </p:nvGrpSpPr>
        <p:grpSpPr>
          <a:xfrm>
            <a:off x="1827487" y="2134795"/>
            <a:ext cx="502381" cy="1039653"/>
            <a:chOff x="1929083" y="2099260"/>
            <a:chExt cx="502381" cy="1039653"/>
          </a:xfrm>
        </p:grpSpPr>
        <p:grpSp>
          <p:nvGrpSpPr>
            <p:cNvPr id="11" name="群組 10">
              <a:extLst>
                <a:ext uri="{FF2B5EF4-FFF2-40B4-BE49-F238E27FC236}">
                  <a16:creationId xmlns:a16="http://schemas.microsoft.com/office/drawing/2014/main" id="{718C1455-54EA-4361-928E-815938DF9832}"/>
                </a:ext>
              </a:extLst>
            </p:cNvPr>
            <p:cNvGrpSpPr/>
            <p:nvPr/>
          </p:nvGrpSpPr>
          <p:grpSpPr>
            <a:xfrm>
              <a:off x="1929083" y="2420242"/>
              <a:ext cx="502381" cy="718671"/>
              <a:chOff x="634497" y="3320192"/>
              <a:chExt cx="502381" cy="718671"/>
            </a:xfrm>
          </p:grpSpPr>
          <p:grpSp>
            <p:nvGrpSpPr>
              <p:cNvPr id="12" name="群組 11">
                <a:extLst>
                  <a:ext uri="{FF2B5EF4-FFF2-40B4-BE49-F238E27FC236}">
                    <a16:creationId xmlns:a16="http://schemas.microsoft.com/office/drawing/2014/main" id="{50448CE9-6501-4C40-80F7-952727B19E97}"/>
                  </a:ext>
                </a:extLst>
              </p:cNvPr>
              <p:cNvGrpSpPr/>
              <p:nvPr/>
            </p:nvGrpSpPr>
            <p:grpSpPr>
              <a:xfrm>
                <a:off x="634497" y="3320192"/>
                <a:ext cx="502381" cy="718671"/>
                <a:chOff x="1201732" y="942339"/>
                <a:chExt cx="502381" cy="718671"/>
              </a:xfrm>
            </p:grpSpPr>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90AAF95F-BA48-4100-91E5-4448685B7C54}"/>
                        </a:ext>
                      </a:extLst>
                    </p:cNvPr>
                    <p:cNvSpPr txBox="1"/>
                    <p:nvPr/>
                  </p:nvSpPr>
                  <p:spPr>
                    <a:xfrm>
                      <a:off x="1201732" y="1291678"/>
                      <a:ext cx="50238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4" name="文字方塊 13">
                      <a:extLst>
                        <a:ext uri="{FF2B5EF4-FFF2-40B4-BE49-F238E27FC236}">
                          <a16:creationId xmlns:a16="http://schemas.microsoft.com/office/drawing/2014/main" id="{90AAF95F-BA48-4100-91E5-4448685B7C54}"/>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5"/>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FD7C0604-FBB7-467E-9DAF-428539256E91}"/>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5" name="文字方塊 14">
                      <a:extLst>
                        <a:ext uri="{FF2B5EF4-FFF2-40B4-BE49-F238E27FC236}">
                          <a16:creationId xmlns:a16="http://schemas.microsoft.com/office/drawing/2014/main" id="{FD7C0604-FBB7-467E-9DAF-428539256E91}"/>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6"/>
                      <a:stretch>
                        <a:fillRect/>
                      </a:stretch>
                    </a:blipFill>
                  </p:spPr>
                  <p:txBody>
                    <a:bodyPr/>
                    <a:lstStyle/>
                    <a:p>
                      <a:r>
                        <a:rPr lang="zh-TW" altLang="en-US">
                          <a:noFill/>
                        </a:rPr>
                        <a:t> </a:t>
                      </a:r>
                    </a:p>
                  </p:txBody>
                </p:sp>
              </mc:Fallback>
            </mc:AlternateContent>
          </p:grpSp>
          <p:cxnSp>
            <p:nvCxnSpPr>
              <p:cNvPr id="13" name="直線接點 12">
                <a:extLst>
                  <a:ext uri="{FF2B5EF4-FFF2-40B4-BE49-F238E27FC236}">
                    <a16:creationId xmlns:a16="http://schemas.microsoft.com/office/drawing/2014/main" id="{87853403-02F6-4B04-BEED-D7FBB1E8BA34}"/>
                  </a:ext>
                </a:extLst>
              </p:cNvPr>
              <p:cNvCxnSpPr>
                <a:cxnSpLocks/>
              </p:cNvCxnSpPr>
              <p:nvPr/>
            </p:nvCxnSpPr>
            <p:spPr>
              <a:xfrm>
                <a:off x="720618" y="3678333"/>
                <a:ext cx="30994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88" name="文字方塊 87">
                  <a:extLst>
                    <a:ext uri="{FF2B5EF4-FFF2-40B4-BE49-F238E27FC236}">
                      <a16:creationId xmlns:a16="http://schemas.microsoft.com/office/drawing/2014/main" id="{DE0B061F-EE76-4A48-96EA-0070D5354A1A}"/>
                    </a:ext>
                  </a:extLst>
                </p:cNvPr>
                <p:cNvSpPr txBox="1"/>
                <p:nvPr/>
              </p:nvSpPr>
              <p:spPr>
                <a:xfrm>
                  <a:off x="1968752" y="2099260"/>
                  <a:ext cx="38023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𝟔</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88" name="文字方塊 87">
                  <a:extLst>
                    <a:ext uri="{FF2B5EF4-FFF2-40B4-BE49-F238E27FC236}">
                      <a16:creationId xmlns:a16="http://schemas.microsoft.com/office/drawing/2014/main" id="{DE0B061F-EE76-4A48-96EA-0070D5354A1A}"/>
                    </a:ext>
                  </a:extLst>
                </p:cNvPr>
                <p:cNvSpPr txBox="1">
                  <a:spLocks noRot="1" noChangeAspect="1" noMove="1" noResize="1" noEditPoints="1" noAdjustHandles="1" noChangeArrowheads="1" noChangeShapeType="1" noTextEdit="1"/>
                </p:cNvSpPr>
                <p:nvPr/>
              </p:nvSpPr>
              <p:spPr>
                <a:xfrm>
                  <a:off x="1968752" y="2099260"/>
                  <a:ext cx="380232" cy="369332"/>
                </a:xfrm>
                <a:prstGeom prst="rect">
                  <a:avLst/>
                </a:prstGeom>
                <a:blipFill>
                  <a:blip r:embed="rId7"/>
                  <a:stretch>
                    <a:fillRect/>
                  </a:stretch>
                </a:blipFill>
              </p:spPr>
              <p:txBody>
                <a:bodyPr/>
                <a:lstStyle/>
                <a:p>
                  <a:r>
                    <a:rPr lang="zh-TW" altLang="en-US">
                      <a:noFill/>
                    </a:rPr>
                    <a:t> </a:t>
                  </a:r>
                </a:p>
              </p:txBody>
            </p:sp>
          </mc:Fallback>
        </mc:AlternateContent>
      </p:grpSp>
      <p:grpSp>
        <p:nvGrpSpPr>
          <p:cNvPr id="93" name="群組 92">
            <a:extLst>
              <a:ext uri="{FF2B5EF4-FFF2-40B4-BE49-F238E27FC236}">
                <a16:creationId xmlns:a16="http://schemas.microsoft.com/office/drawing/2014/main" id="{458490E9-C14D-4381-BBBC-9299DE30E042}"/>
              </a:ext>
            </a:extLst>
          </p:cNvPr>
          <p:cNvGrpSpPr/>
          <p:nvPr/>
        </p:nvGrpSpPr>
        <p:grpSpPr>
          <a:xfrm>
            <a:off x="3609759" y="1757068"/>
            <a:ext cx="502381" cy="1410777"/>
            <a:chOff x="1929083" y="1728136"/>
            <a:chExt cx="502381" cy="1410777"/>
          </a:xfrm>
        </p:grpSpPr>
        <p:grpSp>
          <p:nvGrpSpPr>
            <p:cNvPr id="94" name="群組 93">
              <a:extLst>
                <a:ext uri="{FF2B5EF4-FFF2-40B4-BE49-F238E27FC236}">
                  <a16:creationId xmlns:a16="http://schemas.microsoft.com/office/drawing/2014/main" id="{006CBA5F-91C7-4F6B-B20C-7E77792870E9}"/>
                </a:ext>
              </a:extLst>
            </p:cNvPr>
            <p:cNvGrpSpPr/>
            <p:nvPr/>
          </p:nvGrpSpPr>
          <p:grpSpPr>
            <a:xfrm>
              <a:off x="1929083" y="2420242"/>
              <a:ext cx="502381" cy="718671"/>
              <a:chOff x="634497" y="3320192"/>
              <a:chExt cx="502381" cy="718671"/>
            </a:xfrm>
          </p:grpSpPr>
          <p:grpSp>
            <p:nvGrpSpPr>
              <p:cNvPr id="96" name="群組 95">
                <a:extLst>
                  <a:ext uri="{FF2B5EF4-FFF2-40B4-BE49-F238E27FC236}">
                    <a16:creationId xmlns:a16="http://schemas.microsoft.com/office/drawing/2014/main" id="{8FCBAC0A-991F-45AB-AB3D-67710D817C74}"/>
                  </a:ext>
                </a:extLst>
              </p:cNvPr>
              <p:cNvGrpSpPr/>
              <p:nvPr/>
            </p:nvGrpSpPr>
            <p:grpSpPr>
              <a:xfrm>
                <a:off x="634497" y="3320192"/>
                <a:ext cx="502381" cy="718671"/>
                <a:chOff x="1201732" y="942339"/>
                <a:chExt cx="502381" cy="718671"/>
              </a:xfrm>
            </p:grpSpPr>
            <mc:AlternateContent xmlns:mc="http://schemas.openxmlformats.org/markup-compatibility/2006">
              <mc:Choice xmlns:a14="http://schemas.microsoft.com/office/drawing/2010/main" Requires="a14">
                <p:sp>
                  <p:nvSpPr>
                    <p:cNvPr id="98" name="文字方塊 97">
                      <a:extLst>
                        <a:ext uri="{FF2B5EF4-FFF2-40B4-BE49-F238E27FC236}">
                          <a16:creationId xmlns:a16="http://schemas.microsoft.com/office/drawing/2014/main" id="{826A5388-E4C7-4A41-9F38-A15162BEB30F}"/>
                        </a:ext>
                      </a:extLst>
                    </p:cNvPr>
                    <p:cNvSpPr txBox="1"/>
                    <p:nvPr/>
                  </p:nvSpPr>
                  <p:spPr>
                    <a:xfrm>
                      <a:off x="1201732" y="1291678"/>
                      <a:ext cx="50238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98" name="文字方塊 97">
                      <a:extLst>
                        <a:ext uri="{FF2B5EF4-FFF2-40B4-BE49-F238E27FC236}">
                          <a16:creationId xmlns:a16="http://schemas.microsoft.com/office/drawing/2014/main" id="{826A5388-E4C7-4A41-9F38-A15162BEB30F}"/>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8"/>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9" name="文字方塊 98">
                      <a:extLst>
                        <a:ext uri="{FF2B5EF4-FFF2-40B4-BE49-F238E27FC236}">
                          <a16:creationId xmlns:a16="http://schemas.microsoft.com/office/drawing/2014/main" id="{E2595ED7-B764-4857-891D-8E6469FD0135}"/>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99" name="文字方塊 98">
                      <a:extLst>
                        <a:ext uri="{FF2B5EF4-FFF2-40B4-BE49-F238E27FC236}">
                          <a16:creationId xmlns:a16="http://schemas.microsoft.com/office/drawing/2014/main" id="{E2595ED7-B764-4857-891D-8E6469FD0135}"/>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9"/>
                      <a:stretch>
                        <a:fillRect/>
                      </a:stretch>
                    </a:blipFill>
                  </p:spPr>
                  <p:txBody>
                    <a:bodyPr/>
                    <a:lstStyle/>
                    <a:p>
                      <a:r>
                        <a:rPr lang="zh-TW" altLang="en-US">
                          <a:noFill/>
                        </a:rPr>
                        <a:t> </a:t>
                      </a:r>
                    </a:p>
                  </p:txBody>
                </p:sp>
              </mc:Fallback>
            </mc:AlternateContent>
          </p:grpSp>
          <p:cxnSp>
            <p:nvCxnSpPr>
              <p:cNvPr id="97" name="直線接點 96">
                <a:extLst>
                  <a:ext uri="{FF2B5EF4-FFF2-40B4-BE49-F238E27FC236}">
                    <a16:creationId xmlns:a16="http://schemas.microsoft.com/office/drawing/2014/main" id="{6440BEE7-4008-404B-8E79-DFEF8E3C05F0}"/>
                  </a:ext>
                </a:extLst>
              </p:cNvPr>
              <p:cNvCxnSpPr>
                <a:cxnSpLocks/>
              </p:cNvCxnSpPr>
              <p:nvPr/>
            </p:nvCxnSpPr>
            <p:spPr>
              <a:xfrm>
                <a:off x="720618" y="3678333"/>
                <a:ext cx="30994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95" name="文字方塊 94">
                  <a:extLst>
                    <a:ext uri="{FF2B5EF4-FFF2-40B4-BE49-F238E27FC236}">
                      <a16:creationId xmlns:a16="http://schemas.microsoft.com/office/drawing/2014/main" id="{92939146-B631-49F6-BA35-B34A87AC8BB8}"/>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95" name="文字方塊 94">
                  <a:extLst>
                    <a:ext uri="{FF2B5EF4-FFF2-40B4-BE49-F238E27FC236}">
                      <a16:creationId xmlns:a16="http://schemas.microsoft.com/office/drawing/2014/main" id="{92939146-B631-49F6-BA35-B34A87AC8BB8}"/>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0" name="文字方塊 99">
                  <a:extLst>
                    <a:ext uri="{FF2B5EF4-FFF2-40B4-BE49-F238E27FC236}">
                      <a16:creationId xmlns:a16="http://schemas.microsoft.com/office/drawing/2014/main" id="{808A1AAA-56BE-4A1B-BA67-353FD8AAF619}"/>
                    </a:ext>
                  </a:extLst>
                </p:cNvPr>
                <p:cNvSpPr txBox="1"/>
                <p:nvPr/>
              </p:nvSpPr>
              <p:spPr>
                <a:xfrm>
                  <a:off x="1968752" y="1728136"/>
                  <a:ext cx="38023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i="0" smtClean="0">
                            <a:solidFill>
                              <a:srgbClr val="FF0000"/>
                            </a:solidFill>
                            <a:latin typeface="Cambria Math" panose="02040503050406030204" pitchFamily="18" charset="0"/>
                            <a:cs typeface="Times New Roman" panose="02020603050405020304" pitchFamily="18" charset="0"/>
                          </a:rPr>
                          <m:t>𝟕</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00" name="文字方塊 99">
                  <a:extLst>
                    <a:ext uri="{FF2B5EF4-FFF2-40B4-BE49-F238E27FC236}">
                      <a16:creationId xmlns:a16="http://schemas.microsoft.com/office/drawing/2014/main" id="{808A1AAA-56BE-4A1B-BA67-353FD8AAF619}"/>
                    </a:ext>
                  </a:extLst>
                </p:cNvPr>
                <p:cNvSpPr txBox="1">
                  <a:spLocks noRot="1" noChangeAspect="1" noMove="1" noResize="1" noEditPoints="1" noAdjustHandles="1" noChangeArrowheads="1" noChangeShapeType="1" noTextEdit="1"/>
                </p:cNvSpPr>
                <p:nvPr/>
              </p:nvSpPr>
              <p:spPr>
                <a:xfrm>
                  <a:off x="1968752" y="1728136"/>
                  <a:ext cx="380232" cy="369332"/>
                </a:xfrm>
                <a:prstGeom prst="rect">
                  <a:avLst/>
                </a:prstGeom>
                <a:blipFill>
                  <a:blip r:embed="rId11"/>
                  <a:stretch>
                    <a:fillRect/>
                  </a:stretch>
                </a:blipFill>
              </p:spPr>
              <p:txBody>
                <a:bodyPr/>
                <a:lstStyle/>
                <a:p>
                  <a:r>
                    <a:rPr lang="zh-TW" altLang="en-US">
                      <a:noFill/>
                    </a:rPr>
                    <a:t> </a:t>
                  </a:r>
                </a:p>
              </p:txBody>
            </p:sp>
          </mc:Fallback>
        </mc:AlternateContent>
      </p:grpSp>
      <p:grpSp>
        <p:nvGrpSpPr>
          <p:cNvPr id="101" name="群組 100">
            <a:extLst>
              <a:ext uri="{FF2B5EF4-FFF2-40B4-BE49-F238E27FC236}">
                <a16:creationId xmlns:a16="http://schemas.microsoft.com/office/drawing/2014/main" id="{A26C1CD9-7FB1-43FE-8E7F-D8E17BE64D27}"/>
              </a:ext>
            </a:extLst>
          </p:cNvPr>
          <p:cNvGrpSpPr/>
          <p:nvPr/>
        </p:nvGrpSpPr>
        <p:grpSpPr>
          <a:xfrm>
            <a:off x="5044958" y="1757068"/>
            <a:ext cx="885951" cy="1410777"/>
            <a:chOff x="1929083" y="1728136"/>
            <a:chExt cx="885951" cy="1410777"/>
          </a:xfrm>
        </p:grpSpPr>
        <p:grpSp>
          <p:nvGrpSpPr>
            <p:cNvPr id="102" name="群組 101">
              <a:extLst>
                <a:ext uri="{FF2B5EF4-FFF2-40B4-BE49-F238E27FC236}">
                  <a16:creationId xmlns:a16="http://schemas.microsoft.com/office/drawing/2014/main" id="{D23DBD10-6420-41F8-A99A-B54239CE466A}"/>
                </a:ext>
              </a:extLst>
            </p:cNvPr>
            <p:cNvGrpSpPr/>
            <p:nvPr/>
          </p:nvGrpSpPr>
          <p:grpSpPr>
            <a:xfrm>
              <a:off x="1929083" y="2420242"/>
              <a:ext cx="885951" cy="718671"/>
              <a:chOff x="634497" y="3320192"/>
              <a:chExt cx="885951" cy="718671"/>
            </a:xfrm>
          </p:grpSpPr>
          <p:grpSp>
            <p:nvGrpSpPr>
              <p:cNvPr id="105" name="群組 104">
                <a:extLst>
                  <a:ext uri="{FF2B5EF4-FFF2-40B4-BE49-F238E27FC236}">
                    <a16:creationId xmlns:a16="http://schemas.microsoft.com/office/drawing/2014/main" id="{5E1A99B1-42DB-43B2-A7D6-7B450A7D85D5}"/>
                  </a:ext>
                </a:extLst>
              </p:cNvPr>
              <p:cNvGrpSpPr/>
              <p:nvPr/>
            </p:nvGrpSpPr>
            <p:grpSpPr>
              <a:xfrm>
                <a:off x="634497" y="3320192"/>
                <a:ext cx="885951" cy="718671"/>
                <a:chOff x="1201732" y="942339"/>
                <a:chExt cx="885951" cy="718671"/>
              </a:xfrm>
            </p:grpSpPr>
            <mc:AlternateContent xmlns:mc="http://schemas.openxmlformats.org/markup-compatibility/2006">
              <mc:Choice xmlns:a14="http://schemas.microsoft.com/office/drawing/2010/main" Requires="a14">
                <p:sp>
                  <p:nvSpPr>
                    <p:cNvPr id="107" name="文字方塊 106">
                      <a:extLst>
                        <a:ext uri="{FF2B5EF4-FFF2-40B4-BE49-F238E27FC236}">
                          <a16:creationId xmlns:a16="http://schemas.microsoft.com/office/drawing/2014/main" id="{68CA5360-28D5-43E2-828B-544A7697CFF8}"/>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07" name="文字方塊 106">
                      <a:extLst>
                        <a:ext uri="{FF2B5EF4-FFF2-40B4-BE49-F238E27FC236}">
                          <a16:creationId xmlns:a16="http://schemas.microsoft.com/office/drawing/2014/main" id="{68CA5360-28D5-43E2-828B-544A7697CFF8}"/>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12"/>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8" name="文字方塊 107">
                      <a:extLst>
                        <a:ext uri="{FF2B5EF4-FFF2-40B4-BE49-F238E27FC236}">
                          <a16:creationId xmlns:a16="http://schemas.microsoft.com/office/drawing/2014/main" id="{C5D828DB-ACCF-4CA5-A1FB-DF7FD0DF7DD3}"/>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08" name="文字方塊 107">
                      <a:extLst>
                        <a:ext uri="{FF2B5EF4-FFF2-40B4-BE49-F238E27FC236}">
                          <a16:creationId xmlns:a16="http://schemas.microsoft.com/office/drawing/2014/main" id="{C5D828DB-ACCF-4CA5-A1FB-DF7FD0DF7DD3}"/>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0" name="文字方塊 109">
                      <a:extLst>
                        <a:ext uri="{FF2B5EF4-FFF2-40B4-BE49-F238E27FC236}">
                          <a16:creationId xmlns:a16="http://schemas.microsoft.com/office/drawing/2014/main" id="{F3BDA7CC-08BF-4571-B438-06F772D53902}"/>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10" name="文字方塊 109">
                      <a:extLst>
                        <a:ext uri="{FF2B5EF4-FFF2-40B4-BE49-F238E27FC236}">
                          <a16:creationId xmlns:a16="http://schemas.microsoft.com/office/drawing/2014/main" id="{F3BDA7CC-08BF-4571-B438-06F772D53902}"/>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14"/>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1" name="文字方塊 110">
                      <a:extLst>
                        <a:ext uri="{FF2B5EF4-FFF2-40B4-BE49-F238E27FC236}">
                          <a16:creationId xmlns:a16="http://schemas.microsoft.com/office/drawing/2014/main" id="{0A26E267-8E8C-492E-A4F6-4424193F5F58}"/>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1</m:t>
                          </m:r>
                        </m:oMath>
                      </a14:m>
                      <a:r>
                        <a:rPr lang="zh-TW" altLang="en-US" b="1" dirty="0">
                          <a:solidFill>
                            <a:srgbClr val="FF0000"/>
                          </a:solidFill>
                          <a:latin typeface="Cambria Math" panose="02040503050406030204" pitchFamily="18" charset="0"/>
                          <a:cs typeface="Times New Roman" panose="02020603050405020304" pitchFamily="18" charset="0"/>
                        </a:rPr>
                        <a:t> </a:t>
                      </a:r>
                    </a:p>
                  </p:txBody>
                </p:sp>
              </mc:Choice>
              <mc:Fallback>
                <p:sp>
                  <p:nvSpPr>
                    <p:cNvPr id="111" name="文字方塊 110">
                      <a:extLst>
                        <a:ext uri="{FF2B5EF4-FFF2-40B4-BE49-F238E27FC236}">
                          <a16:creationId xmlns:a16="http://schemas.microsoft.com/office/drawing/2014/main" id="{0A26E267-8E8C-492E-A4F6-4424193F5F58}"/>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15"/>
                      <a:stretch>
                        <a:fillRect/>
                      </a:stretch>
                    </a:blipFill>
                  </p:spPr>
                  <p:txBody>
                    <a:bodyPr/>
                    <a:lstStyle/>
                    <a:p>
                      <a:r>
                        <a:rPr lang="zh-TW" altLang="en-US">
                          <a:noFill/>
                        </a:rPr>
                        <a:t> </a:t>
                      </a:r>
                    </a:p>
                  </p:txBody>
                </p:sp>
              </mc:Fallback>
            </mc:AlternateContent>
          </p:grpSp>
          <p:cxnSp>
            <p:nvCxnSpPr>
              <p:cNvPr id="106" name="直線接點 105">
                <a:extLst>
                  <a:ext uri="{FF2B5EF4-FFF2-40B4-BE49-F238E27FC236}">
                    <a16:creationId xmlns:a16="http://schemas.microsoft.com/office/drawing/2014/main" id="{FCC8BC67-E8F1-4469-BD42-DE9473DF5203}"/>
                  </a:ext>
                </a:extLst>
              </p:cNvPr>
              <p:cNvCxnSpPr>
                <a:cxnSpLocks/>
              </p:cNvCxnSpPr>
              <p:nvPr/>
            </p:nvCxnSpPr>
            <p:spPr>
              <a:xfrm>
                <a:off x="720618" y="3678333"/>
                <a:ext cx="6969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03" name="文字方塊 102">
                  <a:extLst>
                    <a:ext uri="{FF2B5EF4-FFF2-40B4-BE49-F238E27FC236}">
                      <a16:creationId xmlns:a16="http://schemas.microsoft.com/office/drawing/2014/main" id="{003EAB84-1DAD-4E60-89F0-DB324B81F936}"/>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03" name="文字方塊 102">
                  <a:extLst>
                    <a:ext uri="{FF2B5EF4-FFF2-40B4-BE49-F238E27FC236}">
                      <a16:creationId xmlns:a16="http://schemas.microsoft.com/office/drawing/2014/main" id="{003EAB84-1DAD-4E60-89F0-DB324B81F936}"/>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4" name="文字方塊 103">
                  <a:extLst>
                    <a:ext uri="{FF2B5EF4-FFF2-40B4-BE49-F238E27FC236}">
                      <a16:creationId xmlns:a16="http://schemas.microsoft.com/office/drawing/2014/main" id="{1B083E52-DD3D-45F2-B70B-F33F990E4977}"/>
                    </a:ext>
                  </a:extLst>
                </p:cNvPr>
                <p:cNvSpPr txBox="1"/>
                <p:nvPr/>
              </p:nvSpPr>
              <p:spPr>
                <a:xfrm>
                  <a:off x="1968752" y="172813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04" name="文字方塊 103">
                  <a:extLst>
                    <a:ext uri="{FF2B5EF4-FFF2-40B4-BE49-F238E27FC236}">
                      <a16:creationId xmlns:a16="http://schemas.microsoft.com/office/drawing/2014/main" id="{1B083E52-DD3D-45F2-B70B-F33F990E4977}"/>
                    </a:ext>
                  </a:extLst>
                </p:cNvPr>
                <p:cNvSpPr txBox="1">
                  <a:spLocks noRot="1" noChangeAspect="1" noMove="1" noResize="1" noEditPoints="1" noAdjustHandles="1" noChangeArrowheads="1" noChangeShapeType="1" noTextEdit="1"/>
                </p:cNvSpPr>
                <p:nvPr/>
              </p:nvSpPr>
              <p:spPr>
                <a:xfrm>
                  <a:off x="1968752" y="1728136"/>
                  <a:ext cx="364202" cy="369332"/>
                </a:xfrm>
                <a:prstGeom prst="rect">
                  <a:avLst/>
                </a:prstGeom>
                <a:blipFill>
                  <a:blip r:embed="rId17"/>
                  <a:stretch>
                    <a:fillRect/>
                  </a:stretch>
                </a:blipFill>
              </p:spPr>
              <p:txBody>
                <a:bodyPr/>
                <a:lstStyle/>
                <a:p>
                  <a:r>
                    <a:rPr lang="zh-TW" altLang="en-US">
                      <a:noFill/>
                    </a:rPr>
                    <a:t> </a:t>
                  </a:r>
                </a:p>
              </p:txBody>
            </p:sp>
          </mc:Fallback>
        </mc:AlternateContent>
      </p:grpSp>
      <p:grpSp>
        <p:nvGrpSpPr>
          <p:cNvPr id="112" name="群組 111">
            <a:extLst>
              <a:ext uri="{FF2B5EF4-FFF2-40B4-BE49-F238E27FC236}">
                <a16:creationId xmlns:a16="http://schemas.microsoft.com/office/drawing/2014/main" id="{C84E348F-098B-4D11-A914-48891E68997B}"/>
              </a:ext>
            </a:extLst>
          </p:cNvPr>
          <p:cNvGrpSpPr/>
          <p:nvPr/>
        </p:nvGrpSpPr>
        <p:grpSpPr>
          <a:xfrm>
            <a:off x="7105918" y="1757068"/>
            <a:ext cx="885951" cy="1410777"/>
            <a:chOff x="1929083" y="1728136"/>
            <a:chExt cx="885951" cy="1410777"/>
          </a:xfrm>
        </p:grpSpPr>
        <p:grpSp>
          <p:nvGrpSpPr>
            <p:cNvPr id="113" name="群組 112">
              <a:extLst>
                <a:ext uri="{FF2B5EF4-FFF2-40B4-BE49-F238E27FC236}">
                  <a16:creationId xmlns:a16="http://schemas.microsoft.com/office/drawing/2014/main" id="{3595935C-74CC-4077-A673-8CD34825A286}"/>
                </a:ext>
              </a:extLst>
            </p:cNvPr>
            <p:cNvGrpSpPr/>
            <p:nvPr/>
          </p:nvGrpSpPr>
          <p:grpSpPr>
            <a:xfrm>
              <a:off x="1929083" y="2097468"/>
              <a:ext cx="885951" cy="1041445"/>
              <a:chOff x="634497" y="2997418"/>
              <a:chExt cx="885951" cy="1041445"/>
            </a:xfrm>
          </p:grpSpPr>
          <p:grpSp>
            <p:nvGrpSpPr>
              <p:cNvPr id="116" name="群組 115">
                <a:extLst>
                  <a:ext uri="{FF2B5EF4-FFF2-40B4-BE49-F238E27FC236}">
                    <a16:creationId xmlns:a16="http://schemas.microsoft.com/office/drawing/2014/main" id="{6E6B7D41-31D5-424E-95C7-30BD9EE51DD1}"/>
                  </a:ext>
                </a:extLst>
              </p:cNvPr>
              <p:cNvGrpSpPr/>
              <p:nvPr/>
            </p:nvGrpSpPr>
            <p:grpSpPr>
              <a:xfrm>
                <a:off x="634497" y="2997418"/>
                <a:ext cx="885951" cy="1041445"/>
                <a:chOff x="1201732" y="619565"/>
                <a:chExt cx="885951" cy="1041445"/>
              </a:xfrm>
            </p:grpSpPr>
            <mc:AlternateContent xmlns:mc="http://schemas.openxmlformats.org/markup-compatibility/2006">
              <mc:Choice xmlns:a14="http://schemas.microsoft.com/office/drawing/2010/main" Requires="a14">
                <p:sp>
                  <p:nvSpPr>
                    <p:cNvPr id="118" name="文字方塊 117">
                      <a:extLst>
                        <a:ext uri="{FF2B5EF4-FFF2-40B4-BE49-F238E27FC236}">
                          <a16:creationId xmlns:a16="http://schemas.microsoft.com/office/drawing/2014/main" id="{12BA0548-E2B4-4FBE-B0C1-EFDBA3D60034}"/>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18" name="文字方塊 117">
                      <a:extLst>
                        <a:ext uri="{FF2B5EF4-FFF2-40B4-BE49-F238E27FC236}">
                          <a16:creationId xmlns:a16="http://schemas.microsoft.com/office/drawing/2014/main" id="{12BA0548-E2B4-4FBE-B0C1-EFDBA3D60034}"/>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18"/>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9" name="文字方塊 118">
                      <a:extLst>
                        <a:ext uri="{FF2B5EF4-FFF2-40B4-BE49-F238E27FC236}">
                          <a16:creationId xmlns:a16="http://schemas.microsoft.com/office/drawing/2014/main" id="{D560E814-56F8-43FB-8C89-6FD0D00BA398}"/>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19" name="文字方塊 118">
                      <a:extLst>
                        <a:ext uri="{FF2B5EF4-FFF2-40B4-BE49-F238E27FC236}">
                          <a16:creationId xmlns:a16="http://schemas.microsoft.com/office/drawing/2014/main" id="{D560E814-56F8-43FB-8C89-6FD0D00BA398}"/>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0" name="文字方塊 119">
                      <a:extLst>
                        <a:ext uri="{FF2B5EF4-FFF2-40B4-BE49-F238E27FC236}">
                          <a16:creationId xmlns:a16="http://schemas.microsoft.com/office/drawing/2014/main" id="{6DD084EA-A640-4D79-94E7-003E9CFC79F9}"/>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20" name="文字方塊 119">
                      <a:extLst>
                        <a:ext uri="{FF2B5EF4-FFF2-40B4-BE49-F238E27FC236}">
                          <a16:creationId xmlns:a16="http://schemas.microsoft.com/office/drawing/2014/main" id="{6DD084EA-A640-4D79-94E7-003E9CFC79F9}"/>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20"/>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1" name="文字方塊 120">
                      <a:extLst>
                        <a:ext uri="{FF2B5EF4-FFF2-40B4-BE49-F238E27FC236}">
                          <a16:creationId xmlns:a16="http://schemas.microsoft.com/office/drawing/2014/main" id="{96A98E97-4096-4BFD-9CBC-933A58DF2A85}"/>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1</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21" name="文字方塊 120">
                      <a:extLst>
                        <a:ext uri="{FF2B5EF4-FFF2-40B4-BE49-F238E27FC236}">
                          <a16:creationId xmlns:a16="http://schemas.microsoft.com/office/drawing/2014/main" id="{96A98E97-4096-4BFD-9CBC-933A58DF2A85}"/>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2" name="文字方塊 121">
                      <a:extLst>
                        <a:ext uri="{FF2B5EF4-FFF2-40B4-BE49-F238E27FC236}">
                          <a16:creationId xmlns:a16="http://schemas.microsoft.com/office/drawing/2014/main" id="{AC728C22-05B2-446B-A795-F39EDC833B67}"/>
                        </a:ext>
                      </a:extLst>
                    </p:cNvPr>
                    <p:cNvSpPr txBox="1"/>
                    <p:nvPr/>
                  </p:nvSpPr>
                  <p:spPr>
                    <a:xfrm>
                      <a:off x="1682630" y="619565"/>
                      <a:ext cx="370614" cy="369332"/>
                    </a:xfrm>
                    <a:prstGeom prst="rect">
                      <a:avLst/>
                    </a:prstGeom>
                    <a:noFill/>
                  </p:spPr>
                  <p:txBody>
                    <a:bodyPr wrap="none" rtlCol="0">
                      <a:spAutoFit/>
                    </a:bodyPr>
                    <a:lstStyle/>
                    <a:p>
                      <a14:m>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5</m:t>
                          </m:r>
                        </m:oMath>
                      </a14:m>
                      <a:r>
                        <a:rPr lang="zh-TW" altLang="en-US" b="1" dirty="0">
                          <a:solidFill>
                            <a:srgbClr val="FF0000"/>
                          </a:solidFill>
                          <a:latin typeface="Cambria Math" panose="02040503050406030204" pitchFamily="18" charset="0"/>
                          <a:cs typeface="Times New Roman" panose="02020603050405020304" pitchFamily="18" charset="0"/>
                        </a:rPr>
                        <a:t> </a:t>
                      </a:r>
                    </a:p>
                  </p:txBody>
                </p:sp>
              </mc:Choice>
              <mc:Fallback>
                <p:sp>
                  <p:nvSpPr>
                    <p:cNvPr id="122" name="文字方塊 121">
                      <a:extLst>
                        <a:ext uri="{FF2B5EF4-FFF2-40B4-BE49-F238E27FC236}">
                          <a16:creationId xmlns:a16="http://schemas.microsoft.com/office/drawing/2014/main" id="{AC728C22-05B2-446B-A795-F39EDC833B67}"/>
                        </a:ext>
                      </a:extLst>
                    </p:cNvPr>
                    <p:cNvSpPr txBox="1">
                      <a:spLocks noRot="1" noChangeAspect="1" noMove="1" noResize="1" noEditPoints="1" noAdjustHandles="1" noChangeArrowheads="1" noChangeShapeType="1" noTextEdit="1"/>
                    </p:cNvSpPr>
                    <p:nvPr/>
                  </p:nvSpPr>
                  <p:spPr>
                    <a:xfrm>
                      <a:off x="1682630" y="619565"/>
                      <a:ext cx="370614" cy="369332"/>
                    </a:xfrm>
                    <a:prstGeom prst="rect">
                      <a:avLst/>
                    </a:prstGeom>
                    <a:blipFill>
                      <a:blip r:embed="rId22"/>
                      <a:stretch>
                        <a:fillRect/>
                      </a:stretch>
                    </a:blipFill>
                  </p:spPr>
                  <p:txBody>
                    <a:bodyPr/>
                    <a:lstStyle/>
                    <a:p>
                      <a:r>
                        <a:rPr lang="zh-TW" altLang="en-US">
                          <a:noFill/>
                        </a:rPr>
                        <a:t> </a:t>
                      </a:r>
                    </a:p>
                  </p:txBody>
                </p:sp>
              </mc:Fallback>
            </mc:AlternateContent>
          </p:grpSp>
          <p:cxnSp>
            <p:nvCxnSpPr>
              <p:cNvPr id="117" name="直線接點 116">
                <a:extLst>
                  <a:ext uri="{FF2B5EF4-FFF2-40B4-BE49-F238E27FC236}">
                    <a16:creationId xmlns:a16="http://schemas.microsoft.com/office/drawing/2014/main" id="{97562272-3A53-4C93-92BE-22E18BF5E5CF}"/>
                  </a:ext>
                </a:extLst>
              </p:cNvPr>
              <p:cNvCxnSpPr>
                <a:cxnSpLocks/>
              </p:cNvCxnSpPr>
              <p:nvPr/>
            </p:nvCxnSpPr>
            <p:spPr>
              <a:xfrm>
                <a:off x="720618" y="3678333"/>
                <a:ext cx="6969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14" name="文字方塊 113">
                  <a:extLst>
                    <a:ext uri="{FF2B5EF4-FFF2-40B4-BE49-F238E27FC236}">
                      <a16:creationId xmlns:a16="http://schemas.microsoft.com/office/drawing/2014/main" id="{66576540-1502-4037-9345-E90625C99726}"/>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14" name="文字方塊 113">
                  <a:extLst>
                    <a:ext uri="{FF2B5EF4-FFF2-40B4-BE49-F238E27FC236}">
                      <a16:creationId xmlns:a16="http://schemas.microsoft.com/office/drawing/2014/main" id="{66576540-1502-4037-9345-E90625C99726}"/>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5" name="文字方塊 114">
                  <a:extLst>
                    <a:ext uri="{FF2B5EF4-FFF2-40B4-BE49-F238E27FC236}">
                      <a16:creationId xmlns:a16="http://schemas.microsoft.com/office/drawing/2014/main" id="{28309D0B-E6D6-4CD0-BAA8-3598588E1E05}"/>
                    </a:ext>
                  </a:extLst>
                </p:cNvPr>
                <p:cNvSpPr txBox="1"/>
                <p:nvPr/>
              </p:nvSpPr>
              <p:spPr>
                <a:xfrm>
                  <a:off x="1968752" y="172813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15" name="文字方塊 114">
                  <a:extLst>
                    <a:ext uri="{FF2B5EF4-FFF2-40B4-BE49-F238E27FC236}">
                      <a16:creationId xmlns:a16="http://schemas.microsoft.com/office/drawing/2014/main" id="{28309D0B-E6D6-4CD0-BAA8-3598588E1E05}"/>
                    </a:ext>
                  </a:extLst>
                </p:cNvPr>
                <p:cNvSpPr txBox="1">
                  <a:spLocks noRot="1" noChangeAspect="1" noMove="1" noResize="1" noEditPoints="1" noAdjustHandles="1" noChangeArrowheads="1" noChangeShapeType="1" noTextEdit="1"/>
                </p:cNvSpPr>
                <p:nvPr/>
              </p:nvSpPr>
              <p:spPr>
                <a:xfrm>
                  <a:off x="1968752" y="1728136"/>
                  <a:ext cx="364202" cy="369332"/>
                </a:xfrm>
                <a:prstGeom prst="rect">
                  <a:avLst/>
                </a:prstGeom>
                <a:blipFill>
                  <a:blip r:embed="rId24"/>
                  <a:stretch>
                    <a:fillRect/>
                  </a:stretch>
                </a:blipFill>
              </p:spPr>
              <p:txBody>
                <a:bodyPr/>
                <a:lstStyle/>
                <a:p>
                  <a:r>
                    <a:rPr lang="zh-TW" altLang="en-US">
                      <a:noFill/>
                    </a:rPr>
                    <a:t> </a:t>
                  </a:r>
                </a:p>
              </p:txBody>
            </p:sp>
          </mc:Fallback>
        </mc:AlternateContent>
      </p:grpSp>
      <p:grpSp>
        <p:nvGrpSpPr>
          <p:cNvPr id="123" name="群組 122">
            <a:extLst>
              <a:ext uri="{FF2B5EF4-FFF2-40B4-BE49-F238E27FC236}">
                <a16:creationId xmlns:a16="http://schemas.microsoft.com/office/drawing/2014/main" id="{81A6C254-DA82-495F-B4D2-BDCF729CBA22}"/>
              </a:ext>
            </a:extLst>
          </p:cNvPr>
          <p:cNvGrpSpPr/>
          <p:nvPr/>
        </p:nvGrpSpPr>
        <p:grpSpPr>
          <a:xfrm>
            <a:off x="1080689" y="3730461"/>
            <a:ext cx="885951" cy="1784754"/>
            <a:chOff x="1929083" y="1354159"/>
            <a:chExt cx="885951" cy="1784754"/>
          </a:xfrm>
        </p:grpSpPr>
        <p:grpSp>
          <p:nvGrpSpPr>
            <p:cNvPr id="124" name="群組 123">
              <a:extLst>
                <a:ext uri="{FF2B5EF4-FFF2-40B4-BE49-F238E27FC236}">
                  <a16:creationId xmlns:a16="http://schemas.microsoft.com/office/drawing/2014/main" id="{59111039-2FB9-422C-B145-C39BE5679A8D}"/>
                </a:ext>
              </a:extLst>
            </p:cNvPr>
            <p:cNvGrpSpPr/>
            <p:nvPr/>
          </p:nvGrpSpPr>
          <p:grpSpPr>
            <a:xfrm>
              <a:off x="1929083" y="2097468"/>
              <a:ext cx="885951" cy="1041445"/>
              <a:chOff x="634497" y="2997418"/>
              <a:chExt cx="885951" cy="1041445"/>
            </a:xfrm>
          </p:grpSpPr>
          <p:grpSp>
            <p:nvGrpSpPr>
              <p:cNvPr id="127" name="群組 126">
                <a:extLst>
                  <a:ext uri="{FF2B5EF4-FFF2-40B4-BE49-F238E27FC236}">
                    <a16:creationId xmlns:a16="http://schemas.microsoft.com/office/drawing/2014/main" id="{FFFCAF17-49C1-4993-9B17-66BF7AD1D6B3}"/>
                  </a:ext>
                </a:extLst>
              </p:cNvPr>
              <p:cNvGrpSpPr/>
              <p:nvPr/>
            </p:nvGrpSpPr>
            <p:grpSpPr>
              <a:xfrm>
                <a:off x="634497" y="2997418"/>
                <a:ext cx="885951" cy="1041445"/>
                <a:chOff x="1201732" y="619565"/>
                <a:chExt cx="885951" cy="1041445"/>
              </a:xfrm>
            </p:grpSpPr>
            <mc:AlternateContent xmlns:mc="http://schemas.openxmlformats.org/markup-compatibility/2006">
              <mc:Choice xmlns:a14="http://schemas.microsoft.com/office/drawing/2010/main" Requires="a14">
                <p:sp>
                  <p:nvSpPr>
                    <p:cNvPr id="129" name="文字方塊 128">
                      <a:extLst>
                        <a:ext uri="{FF2B5EF4-FFF2-40B4-BE49-F238E27FC236}">
                          <a16:creationId xmlns:a16="http://schemas.microsoft.com/office/drawing/2014/main" id="{2FFA462D-6DF7-47ED-B9AE-246C479EEB66}"/>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29" name="文字方塊 128">
                      <a:extLst>
                        <a:ext uri="{FF2B5EF4-FFF2-40B4-BE49-F238E27FC236}">
                          <a16:creationId xmlns:a16="http://schemas.microsoft.com/office/drawing/2014/main" id="{2FFA462D-6DF7-47ED-B9AE-246C479EEB66}"/>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25"/>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0" name="文字方塊 129">
                      <a:extLst>
                        <a:ext uri="{FF2B5EF4-FFF2-40B4-BE49-F238E27FC236}">
                          <a16:creationId xmlns:a16="http://schemas.microsoft.com/office/drawing/2014/main" id="{39B14BEE-391F-4EC8-93D6-21E2184E4285}"/>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0" name="文字方塊 129">
                      <a:extLst>
                        <a:ext uri="{FF2B5EF4-FFF2-40B4-BE49-F238E27FC236}">
                          <a16:creationId xmlns:a16="http://schemas.microsoft.com/office/drawing/2014/main" id="{39B14BEE-391F-4EC8-93D6-21E2184E4285}"/>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2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1" name="文字方塊 130">
                      <a:extLst>
                        <a:ext uri="{FF2B5EF4-FFF2-40B4-BE49-F238E27FC236}">
                          <a16:creationId xmlns:a16="http://schemas.microsoft.com/office/drawing/2014/main" id="{E40545EE-80F1-4AC4-B83C-3938EC6AC4BA}"/>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31" name="文字方塊 130">
                      <a:extLst>
                        <a:ext uri="{FF2B5EF4-FFF2-40B4-BE49-F238E27FC236}">
                          <a16:creationId xmlns:a16="http://schemas.microsoft.com/office/drawing/2014/main" id="{E40545EE-80F1-4AC4-B83C-3938EC6AC4BA}"/>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27"/>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2" name="文字方塊 131">
                      <a:extLst>
                        <a:ext uri="{FF2B5EF4-FFF2-40B4-BE49-F238E27FC236}">
                          <a16:creationId xmlns:a16="http://schemas.microsoft.com/office/drawing/2014/main" id="{211FDC42-CCDC-4484-8051-EA1D9CDB4303}"/>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1</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2" name="文字方塊 131">
                      <a:extLst>
                        <a:ext uri="{FF2B5EF4-FFF2-40B4-BE49-F238E27FC236}">
                          <a16:creationId xmlns:a16="http://schemas.microsoft.com/office/drawing/2014/main" id="{211FDC42-CCDC-4484-8051-EA1D9CDB4303}"/>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3" name="文字方塊 132">
                      <a:extLst>
                        <a:ext uri="{FF2B5EF4-FFF2-40B4-BE49-F238E27FC236}">
                          <a16:creationId xmlns:a16="http://schemas.microsoft.com/office/drawing/2014/main" id="{A28CDC40-0864-434F-B654-DF2830518D41}"/>
                        </a:ext>
                      </a:extLst>
                    </p:cNvPr>
                    <p:cNvSpPr txBox="1"/>
                    <p:nvPr/>
                  </p:nvSpPr>
                  <p:spPr>
                    <a:xfrm>
                      <a:off x="1682630" y="619565"/>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5</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3" name="文字方塊 132">
                      <a:extLst>
                        <a:ext uri="{FF2B5EF4-FFF2-40B4-BE49-F238E27FC236}">
                          <a16:creationId xmlns:a16="http://schemas.microsoft.com/office/drawing/2014/main" id="{A28CDC40-0864-434F-B654-DF2830518D41}"/>
                        </a:ext>
                      </a:extLst>
                    </p:cNvPr>
                    <p:cNvSpPr txBox="1">
                      <a:spLocks noRot="1" noChangeAspect="1" noMove="1" noResize="1" noEditPoints="1" noAdjustHandles="1" noChangeArrowheads="1" noChangeShapeType="1" noTextEdit="1"/>
                    </p:cNvSpPr>
                    <p:nvPr/>
                  </p:nvSpPr>
                  <p:spPr>
                    <a:xfrm>
                      <a:off x="1682630" y="619565"/>
                      <a:ext cx="370614" cy="369332"/>
                    </a:xfrm>
                    <a:prstGeom prst="rect">
                      <a:avLst/>
                    </a:prstGeom>
                    <a:blipFill>
                      <a:blip r:embed="rId29"/>
                      <a:stretch>
                        <a:fillRect/>
                      </a:stretch>
                    </a:blipFill>
                  </p:spPr>
                  <p:txBody>
                    <a:bodyPr/>
                    <a:lstStyle/>
                    <a:p>
                      <a:r>
                        <a:rPr lang="zh-TW" altLang="en-US">
                          <a:noFill/>
                        </a:rPr>
                        <a:t> </a:t>
                      </a:r>
                    </a:p>
                  </p:txBody>
                </p:sp>
              </mc:Fallback>
            </mc:AlternateContent>
          </p:grpSp>
          <p:cxnSp>
            <p:nvCxnSpPr>
              <p:cNvPr id="128" name="直線接點 127">
                <a:extLst>
                  <a:ext uri="{FF2B5EF4-FFF2-40B4-BE49-F238E27FC236}">
                    <a16:creationId xmlns:a16="http://schemas.microsoft.com/office/drawing/2014/main" id="{3D83E077-2392-417C-92AC-34D11CB3FA61}"/>
                  </a:ext>
                </a:extLst>
              </p:cNvPr>
              <p:cNvCxnSpPr>
                <a:cxnSpLocks/>
              </p:cNvCxnSpPr>
              <p:nvPr/>
            </p:nvCxnSpPr>
            <p:spPr>
              <a:xfrm>
                <a:off x="720618" y="3678333"/>
                <a:ext cx="6969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25" name="文字方塊 124">
                  <a:extLst>
                    <a:ext uri="{FF2B5EF4-FFF2-40B4-BE49-F238E27FC236}">
                      <a16:creationId xmlns:a16="http://schemas.microsoft.com/office/drawing/2014/main" id="{27F00C81-44ED-45DE-9902-B510039CF4E0}"/>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25" name="文字方塊 124">
                  <a:extLst>
                    <a:ext uri="{FF2B5EF4-FFF2-40B4-BE49-F238E27FC236}">
                      <a16:creationId xmlns:a16="http://schemas.microsoft.com/office/drawing/2014/main" id="{27F00C81-44ED-45DE-9902-B510039CF4E0}"/>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6" name="文字方塊 125">
                  <a:extLst>
                    <a:ext uri="{FF2B5EF4-FFF2-40B4-BE49-F238E27FC236}">
                      <a16:creationId xmlns:a16="http://schemas.microsoft.com/office/drawing/2014/main" id="{8414188B-1DA1-45E2-813A-F9094FF3D13D}"/>
                    </a:ext>
                  </a:extLst>
                </p:cNvPr>
                <p:cNvSpPr txBox="1"/>
                <p:nvPr/>
              </p:nvSpPr>
              <p:spPr>
                <a:xfrm>
                  <a:off x="1976372" y="174337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26" name="文字方塊 125">
                  <a:extLst>
                    <a:ext uri="{FF2B5EF4-FFF2-40B4-BE49-F238E27FC236}">
                      <a16:creationId xmlns:a16="http://schemas.microsoft.com/office/drawing/2014/main" id="{8414188B-1DA1-45E2-813A-F9094FF3D13D}"/>
                    </a:ext>
                  </a:extLst>
                </p:cNvPr>
                <p:cNvSpPr txBox="1">
                  <a:spLocks noRot="1" noChangeAspect="1" noMove="1" noResize="1" noEditPoints="1" noAdjustHandles="1" noChangeArrowheads="1" noChangeShapeType="1" noTextEdit="1"/>
                </p:cNvSpPr>
                <p:nvPr/>
              </p:nvSpPr>
              <p:spPr>
                <a:xfrm>
                  <a:off x="1976372" y="1743376"/>
                  <a:ext cx="364202" cy="369332"/>
                </a:xfrm>
                <a:prstGeom prst="rect">
                  <a:avLst/>
                </a:prstGeom>
                <a:blipFill>
                  <a:blip r:embed="rId3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4" name="文字方塊 133">
                  <a:extLst>
                    <a:ext uri="{FF2B5EF4-FFF2-40B4-BE49-F238E27FC236}">
                      <a16:creationId xmlns:a16="http://schemas.microsoft.com/office/drawing/2014/main" id="{8211F023-C14B-4C68-85A9-5461BA77AF43}"/>
                    </a:ext>
                  </a:extLst>
                </p:cNvPr>
                <p:cNvSpPr txBox="1"/>
                <p:nvPr/>
              </p:nvSpPr>
              <p:spPr>
                <a:xfrm>
                  <a:off x="1983992" y="1354159"/>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9</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34" name="文字方塊 133">
                  <a:extLst>
                    <a:ext uri="{FF2B5EF4-FFF2-40B4-BE49-F238E27FC236}">
                      <a16:creationId xmlns:a16="http://schemas.microsoft.com/office/drawing/2014/main" id="{8211F023-C14B-4C68-85A9-5461BA77AF43}"/>
                    </a:ext>
                  </a:extLst>
                </p:cNvPr>
                <p:cNvSpPr txBox="1">
                  <a:spLocks noRot="1" noChangeAspect="1" noMove="1" noResize="1" noEditPoints="1" noAdjustHandles="1" noChangeArrowheads="1" noChangeShapeType="1" noTextEdit="1"/>
                </p:cNvSpPr>
                <p:nvPr/>
              </p:nvSpPr>
              <p:spPr>
                <a:xfrm>
                  <a:off x="1983992" y="1354159"/>
                  <a:ext cx="364202" cy="369332"/>
                </a:xfrm>
                <a:prstGeom prst="rect">
                  <a:avLst/>
                </a:prstGeom>
                <a:blipFill>
                  <a:blip r:embed="rId32"/>
                  <a:stretch>
                    <a:fillRect/>
                  </a:stretch>
                </a:blipFill>
              </p:spPr>
              <p:txBody>
                <a:bodyPr/>
                <a:lstStyle/>
                <a:p>
                  <a:r>
                    <a:rPr lang="zh-TW" altLang="en-US">
                      <a:noFill/>
                    </a:rPr>
                    <a:t> </a:t>
                  </a:r>
                </a:p>
              </p:txBody>
            </p:sp>
          </mc:Fallback>
        </mc:AlternateContent>
      </p:grpSp>
      <p:grpSp>
        <p:nvGrpSpPr>
          <p:cNvPr id="135" name="群組 134">
            <a:extLst>
              <a:ext uri="{FF2B5EF4-FFF2-40B4-BE49-F238E27FC236}">
                <a16:creationId xmlns:a16="http://schemas.microsoft.com/office/drawing/2014/main" id="{6B6481AC-4195-4CA8-A35D-0D678B44C585}"/>
              </a:ext>
            </a:extLst>
          </p:cNvPr>
          <p:cNvGrpSpPr/>
          <p:nvPr/>
        </p:nvGrpSpPr>
        <p:grpSpPr>
          <a:xfrm>
            <a:off x="2854782" y="3730461"/>
            <a:ext cx="1307713" cy="1784754"/>
            <a:chOff x="1929083" y="1354159"/>
            <a:chExt cx="1307713" cy="1784754"/>
          </a:xfrm>
        </p:grpSpPr>
        <p:grpSp>
          <p:nvGrpSpPr>
            <p:cNvPr id="136" name="群組 135">
              <a:extLst>
                <a:ext uri="{FF2B5EF4-FFF2-40B4-BE49-F238E27FC236}">
                  <a16:creationId xmlns:a16="http://schemas.microsoft.com/office/drawing/2014/main" id="{F396C16C-2BBD-466B-8CD2-C16B7A5C0C33}"/>
                </a:ext>
              </a:extLst>
            </p:cNvPr>
            <p:cNvGrpSpPr/>
            <p:nvPr/>
          </p:nvGrpSpPr>
          <p:grpSpPr>
            <a:xfrm>
              <a:off x="1929083" y="2097468"/>
              <a:ext cx="1307713" cy="1041445"/>
              <a:chOff x="634497" y="2997418"/>
              <a:chExt cx="1307713" cy="1041445"/>
            </a:xfrm>
          </p:grpSpPr>
          <p:grpSp>
            <p:nvGrpSpPr>
              <p:cNvPr id="140" name="群組 139">
                <a:extLst>
                  <a:ext uri="{FF2B5EF4-FFF2-40B4-BE49-F238E27FC236}">
                    <a16:creationId xmlns:a16="http://schemas.microsoft.com/office/drawing/2014/main" id="{B533BF6D-CAD4-4746-8846-C36BAD7AB150}"/>
                  </a:ext>
                </a:extLst>
              </p:cNvPr>
              <p:cNvGrpSpPr/>
              <p:nvPr/>
            </p:nvGrpSpPr>
            <p:grpSpPr>
              <a:xfrm>
                <a:off x="634497" y="2997418"/>
                <a:ext cx="1307713" cy="1041445"/>
                <a:chOff x="1201732" y="619565"/>
                <a:chExt cx="1307713" cy="1041445"/>
              </a:xfrm>
            </p:grpSpPr>
            <mc:AlternateContent xmlns:mc="http://schemas.openxmlformats.org/markup-compatibility/2006">
              <mc:Choice xmlns:a14="http://schemas.microsoft.com/office/drawing/2010/main" Requires="a14">
                <p:sp>
                  <p:nvSpPr>
                    <p:cNvPr id="142" name="文字方塊 141">
                      <a:extLst>
                        <a:ext uri="{FF2B5EF4-FFF2-40B4-BE49-F238E27FC236}">
                          <a16:creationId xmlns:a16="http://schemas.microsoft.com/office/drawing/2014/main" id="{F138E1C8-7A41-43EF-BB11-9874D5EDE4C6}"/>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42" name="文字方塊 141">
                      <a:extLst>
                        <a:ext uri="{FF2B5EF4-FFF2-40B4-BE49-F238E27FC236}">
                          <a16:creationId xmlns:a16="http://schemas.microsoft.com/office/drawing/2014/main" id="{F138E1C8-7A41-43EF-BB11-9874D5EDE4C6}"/>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33"/>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3" name="文字方塊 142">
                      <a:extLst>
                        <a:ext uri="{FF2B5EF4-FFF2-40B4-BE49-F238E27FC236}">
                          <a16:creationId xmlns:a16="http://schemas.microsoft.com/office/drawing/2014/main" id="{044B47F0-10F2-477F-AC8D-CF89606BA818}"/>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43" name="文字方塊 142">
                      <a:extLst>
                        <a:ext uri="{FF2B5EF4-FFF2-40B4-BE49-F238E27FC236}">
                          <a16:creationId xmlns:a16="http://schemas.microsoft.com/office/drawing/2014/main" id="{044B47F0-10F2-477F-AC8D-CF89606BA818}"/>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4" name="文字方塊 143">
                      <a:extLst>
                        <a:ext uri="{FF2B5EF4-FFF2-40B4-BE49-F238E27FC236}">
                          <a16:creationId xmlns:a16="http://schemas.microsoft.com/office/drawing/2014/main" id="{CE366B1C-3E3C-43B3-B5A6-38950C61E316}"/>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44" name="文字方塊 143">
                      <a:extLst>
                        <a:ext uri="{FF2B5EF4-FFF2-40B4-BE49-F238E27FC236}">
                          <a16:creationId xmlns:a16="http://schemas.microsoft.com/office/drawing/2014/main" id="{CE366B1C-3E3C-43B3-B5A6-38950C61E316}"/>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35"/>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5" name="文字方塊 144">
                      <a:extLst>
                        <a:ext uri="{FF2B5EF4-FFF2-40B4-BE49-F238E27FC236}">
                          <a16:creationId xmlns:a16="http://schemas.microsoft.com/office/drawing/2014/main" id="{3BDD35FE-A479-4DA9-B1E4-0D7FFA3F9BEC}"/>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1</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45" name="文字方塊 144">
                      <a:extLst>
                        <a:ext uri="{FF2B5EF4-FFF2-40B4-BE49-F238E27FC236}">
                          <a16:creationId xmlns:a16="http://schemas.microsoft.com/office/drawing/2014/main" id="{3BDD35FE-A479-4DA9-B1E4-0D7FFA3F9BEC}"/>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6" name="文字方塊 145">
                      <a:extLst>
                        <a:ext uri="{FF2B5EF4-FFF2-40B4-BE49-F238E27FC236}">
                          <a16:creationId xmlns:a16="http://schemas.microsoft.com/office/drawing/2014/main" id="{9850FB41-074F-4799-B912-D2F14647911A}"/>
                        </a:ext>
                      </a:extLst>
                    </p:cNvPr>
                    <p:cNvSpPr txBox="1"/>
                    <p:nvPr/>
                  </p:nvSpPr>
                  <p:spPr>
                    <a:xfrm>
                      <a:off x="1682630" y="619565"/>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5</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46" name="文字方塊 145">
                      <a:extLst>
                        <a:ext uri="{FF2B5EF4-FFF2-40B4-BE49-F238E27FC236}">
                          <a16:creationId xmlns:a16="http://schemas.microsoft.com/office/drawing/2014/main" id="{9850FB41-074F-4799-B912-D2F14647911A}"/>
                        </a:ext>
                      </a:extLst>
                    </p:cNvPr>
                    <p:cNvSpPr txBox="1">
                      <a:spLocks noRot="1" noChangeAspect="1" noMove="1" noResize="1" noEditPoints="1" noAdjustHandles="1" noChangeArrowheads="1" noChangeShapeType="1" noTextEdit="1"/>
                    </p:cNvSpPr>
                    <p:nvPr/>
                  </p:nvSpPr>
                  <p:spPr>
                    <a:xfrm>
                      <a:off x="1682630" y="619565"/>
                      <a:ext cx="370614" cy="369332"/>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1" name="文字方塊 150">
                      <a:extLst>
                        <a:ext uri="{FF2B5EF4-FFF2-40B4-BE49-F238E27FC236}">
                          <a16:creationId xmlns:a16="http://schemas.microsoft.com/office/drawing/2014/main" id="{A775DE1C-56E2-4B72-B14E-298D89986AB9}"/>
                        </a:ext>
                      </a:extLst>
                    </p:cNvPr>
                    <p:cNvSpPr txBox="1"/>
                    <p:nvPr/>
                  </p:nvSpPr>
                  <p:spPr>
                    <a:xfrm>
                      <a:off x="2007064"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i="1">
                                    <a:latin typeface="Cambria Math" panose="02040503050406030204" pitchFamily="18" charset="0"/>
                                    <a:cs typeface="Times New Roman" panose="02020603050405020304" pitchFamily="18" charset="0"/>
                                  </a:rPr>
                                  <m:t>3</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51" name="文字方塊 150">
                      <a:extLst>
                        <a:ext uri="{FF2B5EF4-FFF2-40B4-BE49-F238E27FC236}">
                          <a16:creationId xmlns:a16="http://schemas.microsoft.com/office/drawing/2014/main" id="{A775DE1C-56E2-4B72-B14E-298D89986AB9}"/>
                        </a:ext>
                      </a:extLst>
                    </p:cNvPr>
                    <p:cNvSpPr txBox="1">
                      <a:spLocks noRot="1" noChangeAspect="1" noMove="1" noResize="1" noEditPoints="1" noAdjustHandles="1" noChangeArrowheads="1" noChangeShapeType="1" noTextEdit="1"/>
                    </p:cNvSpPr>
                    <p:nvPr/>
                  </p:nvSpPr>
                  <p:spPr>
                    <a:xfrm>
                      <a:off x="2007064" y="1291678"/>
                      <a:ext cx="502381" cy="369332"/>
                    </a:xfrm>
                    <a:prstGeom prst="rect">
                      <a:avLst/>
                    </a:prstGeom>
                    <a:blipFill>
                      <a:blip r:embed="rId38"/>
                      <a:stretch>
                        <a:fillRect b="-11475"/>
                      </a:stretch>
                    </a:blipFill>
                  </p:spPr>
                  <p:txBody>
                    <a:bodyPr/>
                    <a:lstStyle/>
                    <a:p>
                      <a:r>
                        <a:rPr lang="zh-TW" altLang="en-US">
                          <a:noFill/>
                        </a:rPr>
                        <a:t> </a:t>
                      </a:r>
                    </a:p>
                  </p:txBody>
                </p:sp>
              </mc:Fallback>
            </mc:AlternateContent>
          </p:grpSp>
          <p:cxnSp>
            <p:nvCxnSpPr>
              <p:cNvPr id="141" name="直線接點 140">
                <a:extLst>
                  <a:ext uri="{FF2B5EF4-FFF2-40B4-BE49-F238E27FC236}">
                    <a16:creationId xmlns:a16="http://schemas.microsoft.com/office/drawing/2014/main" id="{75042F6E-56B8-4C2A-9D9A-B3063030C884}"/>
                  </a:ext>
                </a:extLst>
              </p:cNvPr>
              <p:cNvCxnSpPr>
                <a:cxnSpLocks/>
              </p:cNvCxnSpPr>
              <p:nvPr/>
            </p:nvCxnSpPr>
            <p:spPr>
              <a:xfrm>
                <a:off x="720618" y="3678333"/>
                <a:ext cx="113564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37" name="文字方塊 136">
                  <a:extLst>
                    <a:ext uri="{FF2B5EF4-FFF2-40B4-BE49-F238E27FC236}">
                      <a16:creationId xmlns:a16="http://schemas.microsoft.com/office/drawing/2014/main" id="{6081830C-09BB-4242-8C9C-C51111D9DA3D}"/>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37" name="文字方塊 136">
                  <a:extLst>
                    <a:ext uri="{FF2B5EF4-FFF2-40B4-BE49-F238E27FC236}">
                      <a16:creationId xmlns:a16="http://schemas.microsoft.com/office/drawing/2014/main" id="{6081830C-09BB-4242-8C9C-C51111D9DA3D}"/>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3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8" name="文字方塊 137">
                  <a:extLst>
                    <a:ext uri="{FF2B5EF4-FFF2-40B4-BE49-F238E27FC236}">
                      <a16:creationId xmlns:a16="http://schemas.microsoft.com/office/drawing/2014/main" id="{EB70F5D3-B606-4EFB-8346-E8503F325027}"/>
                    </a:ext>
                  </a:extLst>
                </p:cNvPr>
                <p:cNvSpPr txBox="1"/>
                <p:nvPr/>
              </p:nvSpPr>
              <p:spPr>
                <a:xfrm>
                  <a:off x="1976372" y="174337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38" name="文字方塊 137">
                  <a:extLst>
                    <a:ext uri="{FF2B5EF4-FFF2-40B4-BE49-F238E27FC236}">
                      <a16:creationId xmlns:a16="http://schemas.microsoft.com/office/drawing/2014/main" id="{EB70F5D3-B606-4EFB-8346-E8503F325027}"/>
                    </a:ext>
                  </a:extLst>
                </p:cNvPr>
                <p:cNvSpPr txBox="1">
                  <a:spLocks noRot="1" noChangeAspect="1" noMove="1" noResize="1" noEditPoints="1" noAdjustHandles="1" noChangeArrowheads="1" noChangeShapeType="1" noTextEdit="1"/>
                </p:cNvSpPr>
                <p:nvPr/>
              </p:nvSpPr>
              <p:spPr>
                <a:xfrm>
                  <a:off x="1976372" y="1743376"/>
                  <a:ext cx="364202" cy="369332"/>
                </a:xfrm>
                <a:prstGeom prst="rect">
                  <a:avLst/>
                </a:prstGeom>
                <a:blipFill>
                  <a:blip r:embed="rId4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9" name="文字方塊 138">
                  <a:extLst>
                    <a:ext uri="{FF2B5EF4-FFF2-40B4-BE49-F238E27FC236}">
                      <a16:creationId xmlns:a16="http://schemas.microsoft.com/office/drawing/2014/main" id="{E944859B-CEA8-4D63-9C65-63DC19F04973}"/>
                    </a:ext>
                  </a:extLst>
                </p:cNvPr>
                <p:cNvSpPr txBox="1"/>
                <p:nvPr/>
              </p:nvSpPr>
              <p:spPr>
                <a:xfrm>
                  <a:off x="1983992" y="1354159"/>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smtClean="0">
                            <a:latin typeface="Cambria Math" panose="02040503050406030204" pitchFamily="18" charset="0"/>
                            <a:cs typeface="Times New Roman" panose="02020603050405020304" pitchFamily="18" charset="0"/>
                          </a:rPr>
                          <m:t>9</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39" name="文字方塊 138">
                  <a:extLst>
                    <a:ext uri="{FF2B5EF4-FFF2-40B4-BE49-F238E27FC236}">
                      <a16:creationId xmlns:a16="http://schemas.microsoft.com/office/drawing/2014/main" id="{E944859B-CEA8-4D63-9C65-63DC19F04973}"/>
                    </a:ext>
                  </a:extLst>
                </p:cNvPr>
                <p:cNvSpPr txBox="1">
                  <a:spLocks noRot="1" noChangeAspect="1" noMove="1" noResize="1" noEditPoints="1" noAdjustHandles="1" noChangeArrowheads="1" noChangeShapeType="1" noTextEdit="1"/>
                </p:cNvSpPr>
                <p:nvPr/>
              </p:nvSpPr>
              <p:spPr>
                <a:xfrm>
                  <a:off x="1983992" y="1354159"/>
                  <a:ext cx="364202" cy="369332"/>
                </a:xfrm>
                <a:prstGeom prst="rect">
                  <a:avLst/>
                </a:prstGeom>
                <a:blipFill>
                  <a:blip r:embed="rId4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7" name="文字方塊 146">
                  <a:extLst>
                    <a:ext uri="{FF2B5EF4-FFF2-40B4-BE49-F238E27FC236}">
                      <a16:creationId xmlns:a16="http://schemas.microsoft.com/office/drawing/2014/main" id="{340DCFF1-9176-469C-839C-5321A15B2905}"/>
                    </a:ext>
                  </a:extLst>
                </p:cNvPr>
                <p:cNvSpPr txBox="1"/>
                <p:nvPr/>
              </p:nvSpPr>
              <p:spPr>
                <a:xfrm>
                  <a:off x="2745324" y="2409051"/>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4</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47" name="文字方塊 146">
                  <a:extLst>
                    <a:ext uri="{FF2B5EF4-FFF2-40B4-BE49-F238E27FC236}">
                      <a16:creationId xmlns:a16="http://schemas.microsoft.com/office/drawing/2014/main" id="{340DCFF1-9176-469C-839C-5321A15B2905}"/>
                    </a:ext>
                  </a:extLst>
                </p:cNvPr>
                <p:cNvSpPr txBox="1">
                  <a:spLocks noRot="1" noChangeAspect="1" noMove="1" noResize="1" noEditPoints="1" noAdjustHandles="1" noChangeArrowheads="1" noChangeShapeType="1" noTextEdit="1"/>
                </p:cNvSpPr>
                <p:nvPr/>
              </p:nvSpPr>
              <p:spPr>
                <a:xfrm>
                  <a:off x="2745324" y="2409051"/>
                  <a:ext cx="364202" cy="369332"/>
                </a:xfrm>
                <a:prstGeom prst="rect">
                  <a:avLst/>
                </a:prstGeom>
                <a:blipFill>
                  <a:blip r:embed="rId42"/>
                  <a:stretch>
                    <a:fillRect/>
                  </a:stretch>
                </a:blipFill>
              </p:spPr>
              <p:txBody>
                <a:bodyPr/>
                <a:lstStyle/>
                <a:p>
                  <a:r>
                    <a:rPr lang="zh-TW" altLang="en-US">
                      <a:noFill/>
                    </a:rPr>
                    <a:t> </a:t>
                  </a:r>
                </a:p>
              </p:txBody>
            </p:sp>
          </mc:Fallback>
        </mc:AlternateContent>
      </p:grpSp>
      <p:grpSp>
        <p:nvGrpSpPr>
          <p:cNvPr id="154" name="群組 153">
            <a:extLst>
              <a:ext uri="{FF2B5EF4-FFF2-40B4-BE49-F238E27FC236}">
                <a16:creationId xmlns:a16="http://schemas.microsoft.com/office/drawing/2014/main" id="{C29122D4-4E2D-4DBC-8049-BCE806FBE135}"/>
              </a:ext>
            </a:extLst>
          </p:cNvPr>
          <p:cNvGrpSpPr/>
          <p:nvPr/>
        </p:nvGrpSpPr>
        <p:grpSpPr>
          <a:xfrm>
            <a:off x="5102660" y="3730461"/>
            <a:ext cx="1316949" cy="1784754"/>
            <a:chOff x="1929083" y="1354159"/>
            <a:chExt cx="1316949" cy="1784754"/>
          </a:xfrm>
        </p:grpSpPr>
        <p:grpSp>
          <p:nvGrpSpPr>
            <p:cNvPr id="155" name="群組 154">
              <a:extLst>
                <a:ext uri="{FF2B5EF4-FFF2-40B4-BE49-F238E27FC236}">
                  <a16:creationId xmlns:a16="http://schemas.microsoft.com/office/drawing/2014/main" id="{E893187D-4C3A-4E8B-8D0F-543FA98119E2}"/>
                </a:ext>
              </a:extLst>
            </p:cNvPr>
            <p:cNvGrpSpPr/>
            <p:nvPr/>
          </p:nvGrpSpPr>
          <p:grpSpPr>
            <a:xfrm>
              <a:off x="1929083" y="1734140"/>
              <a:ext cx="1316949" cy="1404773"/>
              <a:chOff x="634497" y="2634090"/>
              <a:chExt cx="1316949" cy="1404773"/>
            </a:xfrm>
          </p:grpSpPr>
          <p:grpSp>
            <p:nvGrpSpPr>
              <p:cNvPr id="160" name="群組 159">
                <a:extLst>
                  <a:ext uri="{FF2B5EF4-FFF2-40B4-BE49-F238E27FC236}">
                    <a16:creationId xmlns:a16="http://schemas.microsoft.com/office/drawing/2014/main" id="{EA207393-05C0-4D92-AFA2-3F868CEDFA36}"/>
                  </a:ext>
                </a:extLst>
              </p:cNvPr>
              <p:cNvGrpSpPr/>
              <p:nvPr/>
            </p:nvGrpSpPr>
            <p:grpSpPr>
              <a:xfrm>
                <a:off x="634497" y="2634090"/>
                <a:ext cx="1316949" cy="1404773"/>
                <a:chOff x="1201732" y="256237"/>
                <a:chExt cx="1316949" cy="1404773"/>
              </a:xfrm>
            </p:grpSpPr>
            <mc:AlternateContent xmlns:mc="http://schemas.openxmlformats.org/markup-compatibility/2006">
              <mc:Choice xmlns:a14="http://schemas.microsoft.com/office/drawing/2010/main" Requires="a14">
                <p:sp>
                  <p:nvSpPr>
                    <p:cNvPr id="162" name="文字方塊 161">
                      <a:extLst>
                        <a:ext uri="{FF2B5EF4-FFF2-40B4-BE49-F238E27FC236}">
                          <a16:creationId xmlns:a16="http://schemas.microsoft.com/office/drawing/2014/main" id="{C4CA782B-ECCE-405C-A8EF-FDEE62D5EECA}"/>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62" name="文字方塊 161">
                      <a:extLst>
                        <a:ext uri="{FF2B5EF4-FFF2-40B4-BE49-F238E27FC236}">
                          <a16:creationId xmlns:a16="http://schemas.microsoft.com/office/drawing/2014/main" id="{C4CA782B-ECCE-405C-A8EF-FDEE62D5EECA}"/>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43"/>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3" name="文字方塊 162">
                      <a:extLst>
                        <a:ext uri="{FF2B5EF4-FFF2-40B4-BE49-F238E27FC236}">
                          <a16:creationId xmlns:a16="http://schemas.microsoft.com/office/drawing/2014/main" id="{43861155-F81A-4C83-8B7B-EC72B621D6F9}"/>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63" name="文字方塊 162">
                      <a:extLst>
                        <a:ext uri="{FF2B5EF4-FFF2-40B4-BE49-F238E27FC236}">
                          <a16:creationId xmlns:a16="http://schemas.microsoft.com/office/drawing/2014/main" id="{43861155-F81A-4C83-8B7B-EC72B621D6F9}"/>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4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4" name="文字方塊 163">
                      <a:extLst>
                        <a:ext uri="{FF2B5EF4-FFF2-40B4-BE49-F238E27FC236}">
                          <a16:creationId xmlns:a16="http://schemas.microsoft.com/office/drawing/2014/main" id="{8CBDBA4E-A8B0-440F-8A74-29EFEC14781F}"/>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64" name="文字方塊 163">
                      <a:extLst>
                        <a:ext uri="{FF2B5EF4-FFF2-40B4-BE49-F238E27FC236}">
                          <a16:creationId xmlns:a16="http://schemas.microsoft.com/office/drawing/2014/main" id="{8CBDBA4E-A8B0-440F-8A74-29EFEC14781F}"/>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45"/>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5" name="文字方塊 164">
                      <a:extLst>
                        <a:ext uri="{FF2B5EF4-FFF2-40B4-BE49-F238E27FC236}">
                          <a16:creationId xmlns:a16="http://schemas.microsoft.com/office/drawing/2014/main" id="{D8B38305-140B-4799-BF23-FFB26CC34E27}"/>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1</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65" name="文字方塊 164">
                      <a:extLst>
                        <a:ext uri="{FF2B5EF4-FFF2-40B4-BE49-F238E27FC236}">
                          <a16:creationId xmlns:a16="http://schemas.microsoft.com/office/drawing/2014/main" id="{D8B38305-140B-4799-BF23-FFB26CC34E27}"/>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4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6" name="文字方塊 165">
                      <a:extLst>
                        <a:ext uri="{FF2B5EF4-FFF2-40B4-BE49-F238E27FC236}">
                          <a16:creationId xmlns:a16="http://schemas.microsoft.com/office/drawing/2014/main" id="{F5850094-8813-41BF-9156-2982F27F70A1}"/>
                        </a:ext>
                      </a:extLst>
                    </p:cNvPr>
                    <p:cNvSpPr txBox="1"/>
                    <p:nvPr/>
                  </p:nvSpPr>
                  <p:spPr>
                    <a:xfrm>
                      <a:off x="1682630" y="619565"/>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5</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66" name="文字方塊 165">
                      <a:extLst>
                        <a:ext uri="{FF2B5EF4-FFF2-40B4-BE49-F238E27FC236}">
                          <a16:creationId xmlns:a16="http://schemas.microsoft.com/office/drawing/2014/main" id="{F5850094-8813-41BF-9156-2982F27F70A1}"/>
                        </a:ext>
                      </a:extLst>
                    </p:cNvPr>
                    <p:cNvSpPr txBox="1">
                      <a:spLocks noRot="1" noChangeAspect="1" noMove="1" noResize="1" noEditPoints="1" noAdjustHandles="1" noChangeArrowheads="1" noChangeShapeType="1" noTextEdit="1"/>
                    </p:cNvSpPr>
                    <p:nvPr/>
                  </p:nvSpPr>
                  <p:spPr>
                    <a:xfrm>
                      <a:off x="1682630" y="619565"/>
                      <a:ext cx="370614" cy="369332"/>
                    </a:xfrm>
                    <a:prstGeom prst="rect">
                      <a:avLst/>
                    </a:prstGeom>
                    <a:blipFill>
                      <a:blip r:embed="rId4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7" name="文字方塊 166">
                      <a:extLst>
                        <a:ext uri="{FF2B5EF4-FFF2-40B4-BE49-F238E27FC236}">
                          <a16:creationId xmlns:a16="http://schemas.microsoft.com/office/drawing/2014/main" id="{A03F342F-9798-430C-9194-3A8017B411FA}"/>
                        </a:ext>
                      </a:extLst>
                    </p:cNvPr>
                    <p:cNvSpPr txBox="1"/>
                    <p:nvPr/>
                  </p:nvSpPr>
                  <p:spPr>
                    <a:xfrm>
                      <a:off x="2016300"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i="1">
                                    <a:latin typeface="Cambria Math" panose="02040503050406030204" pitchFamily="18" charset="0"/>
                                    <a:cs typeface="Times New Roman" panose="02020603050405020304" pitchFamily="18" charset="0"/>
                                  </a:rPr>
                                  <m:t>3</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67" name="文字方塊 166">
                      <a:extLst>
                        <a:ext uri="{FF2B5EF4-FFF2-40B4-BE49-F238E27FC236}">
                          <a16:creationId xmlns:a16="http://schemas.microsoft.com/office/drawing/2014/main" id="{A03F342F-9798-430C-9194-3A8017B411FA}"/>
                        </a:ext>
                      </a:extLst>
                    </p:cNvPr>
                    <p:cNvSpPr txBox="1">
                      <a:spLocks noRot="1" noChangeAspect="1" noMove="1" noResize="1" noEditPoints="1" noAdjustHandles="1" noChangeArrowheads="1" noChangeShapeType="1" noTextEdit="1"/>
                    </p:cNvSpPr>
                    <p:nvPr/>
                  </p:nvSpPr>
                  <p:spPr>
                    <a:xfrm>
                      <a:off x="2016300" y="1291678"/>
                      <a:ext cx="502381" cy="369332"/>
                    </a:xfrm>
                    <a:prstGeom prst="rect">
                      <a:avLst/>
                    </a:prstGeom>
                    <a:blipFill>
                      <a:blip r:embed="rId48"/>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8" name="文字方塊 167">
                      <a:extLst>
                        <a:ext uri="{FF2B5EF4-FFF2-40B4-BE49-F238E27FC236}">
                          <a16:creationId xmlns:a16="http://schemas.microsoft.com/office/drawing/2014/main" id="{8BB2614C-CFDD-4794-8FE0-009A7ACD1380}"/>
                        </a:ext>
                      </a:extLst>
                    </p:cNvPr>
                    <p:cNvSpPr txBox="1"/>
                    <p:nvPr/>
                  </p:nvSpPr>
                  <p:spPr>
                    <a:xfrm>
                      <a:off x="1645686" y="256237"/>
                      <a:ext cx="37061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8</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68" name="文字方塊 167">
                      <a:extLst>
                        <a:ext uri="{FF2B5EF4-FFF2-40B4-BE49-F238E27FC236}">
                          <a16:creationId xmlns:a16="http://schemas.microsoft.com/office/drawing/2014/main" id="{8BB2614C-CFDD-4794-8FE0-009A7ACD1380}"/>
                        </a:ext>
                      </a:extLst>
                    </p:cNvPr>
                    <p:cNvSpPr txBox="1">
                      <a:spLocks noRot="1" noChangeAspect="1" noMove="1" noResize="1" noEditPoints="1" noAdjustHandles="1" noChangeArrowheads="1" noChangeShapeType="1" noTextEdit="1"/>
                    </p:cNvSpPr>
                    <p:nvPr/>
                  </p:nvSpPr>
                  <p:spPr>
                    <a:xfrm>
                      <a:off x="1645686" y="256237"/>
                      <a:ext cx="370614" cy="369332"/>
                    </a:xfrm>
                    <a:prstGeom prst="rect">
                      <a:avLst/>
                    </a:prstGeom>
                    <a:blipFill>
                      <a:blip r:embed="rId49"/>
                      <a:stretch>
                        <a:fillRect/>
                      </a:stretch>
                    </a:blipFill>
                  </p:spPr>
                  <p:txBody>
                    <a:bodyPr/>
                    <a:lstStyle/>
                    <a:p>
                      <a:r>
                        <a:rPr lang="zh-TW" altLang="en-US">
                          <a:noFill/>
                        </a:rPr>
                        <a:t> </a:t>
                      </a:r>
                    </a:p>
                  </p:txBody>
                </p:sp>
              </mc:Fallback>
            </mc:AlternateContent>
          </p:grpSp>
          <p:cxnSp>
            <p:nvCxnSpPr>
              <p:cNvPr id="161" name="直線接點 160">
                <a:extLst>
                  <a:ext uri="{FF2B5EF4-FFF2-40B4-BE49-F238E27FC236}">
                    <a16:creationId xmlns:a16="http://schemas.microsoft.com/office/drawing/2014/main" id="{CA81F2A2-CA16-4D6B-AAFD-6566E7CDAFBD}"/>
                  </a:ext>
                </a:extLst>
              </p:cNvPr>
              <p:cNvCxnSpPr>
                <a:cxnSpLocks/>
              </p:cNvCxnSpPr>
              <p:nvPr/>
            </p:nvCxnSpPr>
            <p:spPr>
              <a:xfrm>
                <a:off x="720618" y="3678333"/>
                <a:ext cx="113564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56" name="文字方塊 155">
                  <a:extLst>
                    <a:ext uri="{FF2B5EF4-FFF2-40B4-BE49-F238E27FC236}">
                      <a16:creationId xmlns:a16="http://schemas.microsoft.com/office/drawing/2014/main" id="{A6D7C989-7389-47E9-B277-A51488383D87}"/>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56" name="文字方塊 155">
                  <a:extLst>
                    <a:ext uri="{FF2B5EF4-FFF2-40B4-BE49-F238E27FC236}">
                      <a16:creationId xmlns:a16="http://schemas.microsoft.com/office/drawing/2014/main" id="{A6D7C989-7389-47E9-B277-A51488383D87}"/>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5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7" name="文字方塊 156">
                  <a:extLst>
                    <a:ext uri="{FF2B5EF4-FFF2-40B4-BE49-F238E27FC236}">
                      <a16:creationId xmlns:a16="http://schemas.microsoft.com/office/drawing/2014/main" id="{D7B55688-912B-432C-876F-29ED943B4D10}"/>
                    </a:ext>
                  </a:extLst>
                </p:cNvPr>
                <p:cNvSpPr txBox="1"/>
                <p:nvPr/>
              </p:nvSpPr>
              <p:spPr>
                <a:xfrm>
                  <a:off x="1976372" y="174337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57" name="文字方塊 156">
                  <a:extLst>
                    <a:ext uri="{FF2B5EF4-FFF2-40B4-BE49-F238E27FC236}">
                      <a16:creationId xmlns:a16="http://schemas.microsoft.com/office/drawing/2014/main" id="{D7B55688-912B-432C-876F-29ED943B4D10}"/>
                    </a:ext>
                  </a:extLst>
                </p:cNvPr>
                <p:cNvSpPr txBox="1">
                  <a:spLocks noRot="1" noChangeAspect="1" noMove="1" noResize="1" noEditPoints="1" noAdjustHandles="1" noChangeArrowheads="1" noChangeShapeType="1" noTextEdit="1"/>
                </p:cNvSpPr>
                <p:nvPr/>
              </p:nvSpPr>
              <p:spPr>
                <a:xfrm>
                  <a:off x="1976372" y="1743376"/>
                  <a:ext cx="364202" cy="369332"/>
                </a:xfrm>
                <a:prstGeom prst="rect">
                  <a:avLst/>
                </a:prstGeom>
                <a:blipFill>
                  <a:blip r:embed="rId5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8" name="文字方塊 157">
                  <a:extLst>
                    <a:ext uri="{FF2B5EF4-FFF2-40B4-BE49-F238E27FC236}">
                      <a16:creationId xmlns:a16="http://schemas.microsoft.com/office/drawing/2014/main" id="{CD4BC173-F7BA-497F-81AC-94BA55151FC2}"/>
                    </a:ext>
                  </a:extLst>
                </p:cNvPr>
                <p:cNvSpPr txBox="1"/>
                <p:nvPr/>
              </p:nvSpPr>
              <p:spPr>
                <a:xfrm>
                  <a:off x="1983992" y="1354159"/>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smtClean="0">
                            <a:latin typeface="Cambria Math" panose="02040503050406030204" pitchFamily="18" charset="0"/>
                            <a:cs typeface="Times New Roman" panose="02020603050405020304" pitchFamily="18" charset="0"/>
                          </a:rPr>
                          <m:t>9</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58" name="文字方塊 157">
                  <a:extLst>
                    <a:ext uri="{FF2B5EF4-FFF2-40B4-BE49-F238E27FC236}">
                      <a16:creationId xmlns:a16="http://schemas.microsoft.com/office/drawing/2014/main" id="{CD4BC173-F7BA-497F-81AC-94BA55151FC2}"/>
                    </a:ext>
                  </a:extLst>
                </p:cNvPr>
                <p:cNvSpPr txBox="1">
                  <a:spLocks noRot="1" noChangeAspect="1" noMove="1" noResize="1" noEditPoints="1" noAdjustHandles="1" noChangeArrowheads="1" noChangeShapeType="1" noTextEdit="1"/>
                </p:cNvSpPr>
                <p:nvPr/>
              </p:nvSpPr>
              <p:spPr>
                <a:xfrm>
                  <a:off x="1983992" y="1354159"/>
                  <a:ext cx="364202" cy="369332"/>
                </a:xfrm>
                <a:prstGeom prst="rect">
                  <a:avLst/>
                </a:prstGeom>
                <a:blipFill>
                  <a:blip r:embed="rId5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9" name="文字方塊 158">
                  <a:extLst>
                    <a:ext uri="{FF2B5EF4-FFF2-40B4-BE49-F238E27FC236}">
                      <a16:creationId xmlns:a16="http://schemas.microsoft.com/office/drawing/2014/main" id="{C7CA011C-EE58-4E12-BD30-F81517D49413}"/>
                    </a:ext>
                  </a:extLst>
                </p:cNvPr>
                <p:cNvSpPr txBox="1"/>
                <p:nvPr/>
              </p:nvSpPr>
              <p:spPr>
                <a:xfrm>
                  <a:off x="2754560" y="2409051"/>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cs typeface="Times New Roman" panose="02020603050405020304" pitchFamily="18" charset="0"/>
                          </a:rPr>
                          <m:t>4</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59" name="文字方塊 158">
                  <a:extLst>
                    <a:ext uri="{FF2B5EF4-FFF2-40B4-BE49-F238E27FC236}">
                      <a16:creationId xmlns:a16="http://schemas.microsoft.com/office/drawing/2014/main" id="{C7CA011C-EE58-4E12-BD30-F81517D49413}"/>
                    </a:ext>
                  </a:extLst>
                </p:cNvPr>
                <p:cNvSpPr txBox="1">
                  <a:spLocks noRot="1" noChangeAspect="1" noMove="1" noResize="1" noEditPoints="1" noAdjustHandles="1" noChangeArrowheads="1" noChangeShapeType="1" noTextEdit="1"/>
                </p:cNvSpPr>
                <p:nvPr/>
              </p:nvSpPr>
              <p:spPr>
                <a:xfrm>
                  <a:off x="2754560" y="2409051"/>
                  <a:ext cx="364202" cy="369332"/>
                </a:xfrm>
                <a:prstGeom prst="rect">
                  <a:avLst/>
                </a:prstGeom>
                <a:blipFill>
                  <a:blip r:embed="rId53"/>
                  <a:stretch>
                    <a:fillRect/>
                  </a:stretch>
                </a:blipFill>
              </p:spPr>
              <p:txBody>
                <a:bodyPr/>
                <a:lstStyle/>
                <a:p>
                  <a:r>
                    <a:rPr lang="zh-TW" altLang="en-US">
                      <a:noFill/>
                    </a:rPr>
                    <a:t> </a:t>
                  </a:r>
                </a:p>
              </p:txBody>
            </p:sp>
          </mc:Fallback>
        </mc:AlternateContent>
      </p:grpSp>
      <p:grpSp>
        <p:nvGrpSpPr>
          <p:cNvPr id="169" name="群組 168">
            <a:extLst>
              <a:ext uri="{FF2B5EF4-FFF2-40B4-BE49-F238E27FC236}">
                <a16:creationId xmlns:a16="http://schemas.microsoft.com/office/drawing/2014/main" id="{AAC8B397-FC3A-42CC-9E05-86978DC81EA1}"/>
              </a:ext>
            </a:extLst>
          </p:cNvPr>
          <p:cNvGrpSpPr/>
          <p:nvPr/>
        </p:nvGrpSpPr>
        <p:grpSpPr>
          <a:xfrm>
            <a:off x="7014476" y="3730461"/>
            <a:ext cx="1707250" cy="1784754"/>
            <a:chOff x="1929083" y="1354159"/>
            <a:chExt cx="1707250" cy="1784754"/>
          </a:xfrm>
        </p:grpSpPr>
        <p:grpSp>
          <p:nvGrpSpPr>
            <p:cNvPr id="170" name="群組 169">
              <a:extLst>
                <a:ext uri="{FF2B5EF4-FFF2-40B4-BE49-F238E27FC236}">
                  <a16:creationId xmlns:a16="http://schemas.microsoft.com/office/drawing/2014/main" id="{989D8D90-9EF0-4C28-AD99-AAFB3A3BF0CF}"/>
                </a:ext>
              </a:extLst>
            </p:cNvPr>
            <p:cNvGrpSpPr/>
            <p:nvPr/>
          </p:nvGrpSpPr>
          <p:grpSpPr>
            <a:xfrm>
              <a:off x="1929083" y="1734140"/>
              <a:ext cx="1707250" cy="1404773"/>
              <a:chOff x="634497" y="2634090"/>
              <a:chExt cx="1707250" cy="1404773"/>
            </a:xfrm>
          </p:grpSpPr>
          <p:grpSp>
            <p:nvGrpSpPr>
              <p:cNvPr id="175" name="群組 174">
                <a:extLst>
                  <a:ext uri="{FF2B5EF4-FFF2-40B4-BE49-F238E27FC236}">
                    <a16:creationId xmlns:a16="http://schemas.microsoft.com/office/drawing/2014/main" id="{8AAC1FFD-7415-46C6-AEF2-B69D6F1F9FA1}"/>
                  </a:ext>
                </a:extLst>
              </p:cNvPr>
              <p:cNvGrpSpPr/>
              <p:nvPr/>
            </p:nvGrpSpPr>
            <p:grpSpPr>
              <a:xfrm>
                <a:off x="634497" y="2634090"/>
                <a:ext cx="1707250" cy="1404773"/>
                <a:chOff x="1201732" y="256237"/>
                <a:chExt cx="1707250" cy="1404773"/>
              </a:xfrm>
            </p:grpSpPr>
            <mc:AlternateContent xmlns:mc="http://schemas.openxmlformats.org/markup-compatibility/2006">
              <mc:Choice xmlns:a14="http://schemas.microsoft.com/office/drawing/2010/main" Requires="a14">
                <p:sp>
                  <p:nvSpPr>
                    <p:cNvPr id="177" name="文字方塊 176">
                      <a:extLst>
                        <a:ext uri="{FF2B5EF4-FFF2-40B4-BE49-F238E27FC236}">
                          <a16:creationId xmlns:a16="http://schemas.microsoft.com/office/drawing/2014/main" id="{E54ACAA9-5D41-413F-A8D2-608D17070AAF}"/>
                        </a:ext>
                      </a:extLst>
                    </p:cNvPr>
                    <p:cNvSpPr txBox="1"/>
                    <p:nvPr/>
                  </p:nvSpPr>
                  <p:spPr>
                    <a:xfrm>
                      <a:off x="120173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1</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77" name="文字方塊 176">
                      <a:extLst>
                        <a:ext uri="{FF2B5EF4-FFF2-40B4-BE49-F238E27FC236}">
                          <a16:creationId xmlns:a16="http://schemas.microsoft.com/office/drawing/2014/main" id="{E54ACAA9-5D41-413F-A8D2-608D17070AAF}"/>
                        </a:ext>
                      </a:extLst>
                    </p:cNvPr>
                    <p:cNvSpPr txBox="1">
                      <a:spLocks noRot="1" noChangeAspect="1" noMove="1" noResize="1" noEditPoints="1" noAdjustHandles="1" noChangeArrowheads="1" noChangeShapeType="1" noTextEdit="1"/>
                    </p:cNvSpPr>
                    <p:nvPr/>
                  </p:nvSpPr>
                  <p:spPr>
                    <a:xfrm>
                      <a:off x="1201732" y="1291678"/>
                      <a:ext cx="502381" cy="369332"/>
                    </a:xfrm>
                    <a:prstGeom prst="rect">
                      <a:avLst/>
                    </a:prstGeom>
                    <a:blipFill>
                      <a:blip r:embed="rId54"/>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8" name="文字方塊 177">
                      <a:extLst>
                        <a:ext uri="{FF2B5EF4-FFF2-40B4-BE49-F238E27FC236}">
                          <a16:creationId xmlns:a16="http://schemas.microsoft.com/office/drawing/2014/main" id="{60D91144-E0CC-459A-8B66-FD9F9E1080A6}"/>
                        </a:ext>
                      </a:extLst>
                    </p:cNvPr>
                    <p:cNvSpPr txBox="1"/>
                    <p:nvPr/>
                  </p:nvSpPr>
                  <p:spPr>
                    <a:xfrm>
                      <a:off x="1275173"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3</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78" name="文字方塊 177">
                      <a:extLst>
                        <a:ext uri="{FF2B5EF4-FFF2-40B4-BE49-F238E27FC236}">
                          <a16:creationId xmlns:a16="http://schemas.microsoft.com/office/drawing/2014/main" id="{60D91144-E0CC-459A-8B66-FD9F9E1080A6}"/>
                        </a:ext>
                      </a:extLst>
                    </p:cNvPr>
                    <p:cNvSpPr txBox="1">
                      <a:spLocks noRot="1" noChangeAspect="1" noMove="1" noResize="1" noEditPoints="1" noAdjustHandles="1" noChangeArrowheads="1" noChangeShapeType="1" noTextEdit="1"/>
                    </p:cNvSpPr>
                    <p:nvPr/>
                  </p:nvSpPr>
                  <p:spPr>
                    <a:xfrm>
                      <a:off x="1275173" y="942339"/>
                      <a:ext cx="370614" cy="369332"/>
                    </a:xfrm>
                    <a:prstGeom prst="rect">
                      <a:avLst/>
                    </a:prstGeom>
                    <a:blipFill>
                      <a:blip r:embed="rId5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9" name="文字方塊 178">
                      <a:extLst>
                        <a:ext uri="{FF2B5EF4-FFF2-40B4-BE49-F238E27FC236}">
                          <a16:creationId xmlns:a16="http://schemas.microsoft.com/office/drawing/2014/main" id="{B6C7655F-9F12-4E33-83AC-787409D87BAF}"/>
                        </a:ext>
                      </a:extLst>
                    </p:cNvPr>
                    <p:cNvSpPr txBox="1"/>
                    <p:nvPr/>
                  </p:nvSpPr>
                  <p:spPr>
                    <a:xfrm>
                      <a:off x="1585302"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b="0" i="0" smtClean="0">
                                    <a:latin typeface="Cambria Math" panose="02040503050406030204" pitchFamily="18" charset="0"/>
                                    <a:cs typeface="Times New Roman" panose="02020603050405020304" pitchFamily="18" charset="0"/>
                                  </a:rPr>
                                  <m:t>2</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79" name="文字方塊 178">
                      <a:extLst>
                        <a:ext uri="{FF2B5EF4-FFF2-40B4-BE49-F238E27FC236}">
                          <a16:creationId xmlns:a16="http://schemas.microsoft.com/office/drawing/2014/main" id="{B6C7655F-9F12-4E33-83AC-787409D87BAF}"/>
                        </a:ext>
                      </a:extLst>
                    </p:cNvPr>
                    <p:cNvSpPr txBox="1">
                      <a:spLocks noRot="1" noChangeAspect="1" noMove="1" noResize="1" noEditPoints="1" noAdjustHandles="1" noChangeArrowheads="1" noChangeShapeType="1" noTextEdit="1"/>
                    </p:cNvSpPr>
                    <p:nvPr/>
                  </p:nvSpPr>
                  <p:spPr>
                    <a:xfrm>
                      <a:off x="1585302" y="1291678"/>
                      <a:ext cx="502381" cy="369332"/>
                    </a:xfrm>
                    <a:prstGeom prst="rect">
                      <a:avLst/>
                    </a:prstGeom>
                    <a:blipFill>
                      <a:blip r:embed="rId56"/>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0" name="文字方塊 179">
                      <a:extLst>
                        <a:ext uri="{FF2B5EF4-FFF2-40B4-BE49-F238E27FC236}">
                          <a16:creationId xmlns:a16="http://schemas.microsoft.com/office/drawing/2014/main" id="{410517E5-AB9F-4689-9F26-C55FC266B09E}"/>
                        </a:ext>
                      </a:extLst>
                    </p:cNvPr>
                    <p:cNvSpPr txBox="1"/>
                    <p:nvPr/>
                  </p:nvSpPr>
                  <p:spPr>
                    <a:xfrm>
                      <a:off x="1682630" y="942339"/>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1</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80" name="文字方塊 179">
                      <a:extLst>
                        <a:ext uri="{FF2B5EF4-FFF2-40B4-BE49-F238E27FC236}">
                          <a16:creationId xmlns:a16="http://schemas.microsoft.com/office/drawing/2014/main" id="{410517E5-AB9F-4689-9F26-C55FC266B09E}"/>
                        </a:ext>
                      </a:extLst>
                    </p:cNvPr>
                    <p:cNvSpPr txBox="1">
                      <a:spLocks noRot="1" noChangeAspect="1" noMove="1" noResize="1" noEditPoints="1" noAdjustHandles="1" noChangeArrowheads="1" noChangeShapeType="1" noTextEdit="1"/>
                    </p:cNvSpPr>
                    <p:nvPr/>
                  </p:nvSpPr>
                  <p:spPr>
                    <a:xfrm>
                      <a:off x="1682630" y="942339"/>
                      <a:ext cx="370614" cy="369332"/>
                    </a:xfrm>
                    <a:prstGeom prst="rect">
                      <a:avLst/>
                    </a:prstGeom>
                    <a:blipFill>
                      <a:blip r:embed="rId5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1" name="文字方塊 180">
                      <a:extLst>
                        <a:ext uri="{FF2B5EF4-FFF2-40B4-BE49-F238E27FC236}">
                          <a16:creationId xmlns:a16="http://schemas.microsoft.com/office/drawing/2014/main" id="{B74B4002-65F5-4921-8329-08AC59507EB4}"/>
                        </a:ext>
                      </a:extLst>
                    </p:cNvPr>
                    <p:cNvSpPr txBox="1"/>
                    <p:nvPr/>
                  </p:nvSpPr>
                  <p:spPr>
                    <a:xfrm>
                      <a:off x="1682630" y="619565"/>
                      <a:ext cx="370614" cy="369332"/>
                    </a:xfrm>
                    <a:prstGeom prst="rect">
                      <a:avLst/>
                    </a:prstGeom>
                    <a:noFill/>
                  </p:spPr>
                  <p:txBody>
                    <a:bodyPr wrap="none" rtlCol="0">
                      <a:spAutoFit/>
                    </a:bodyPr>
                    <a:lstStyle/>
                    <a:p>
                      <a14:m>
                        <m:oMath xmlns:m="http://schemas.openxmlformats.org/officeDocument/2006/math">
                          <m:r>
                            <a:rPr lang="en-US" altLang="zh-TW" b="0" i="0" smtClean="0">
                              <a:latin typeface="Cambria Math" panose="02040503050406030204" pitchFamily="18" charset="0"/>
                              <a:cs typeface="Times New Roman" panose="02020603050405020304" pitchFamily="18" charset="0"/>
                            </a:rPr>
                            <m:t>5</m:t>
                          </m:r>
                        </m:oMath>
                      </a14:m>
                      <a:r>
                        <a:rPr lang="zh-TW" altLang="en-US" dirty="0">
                          <a:latin typeface="Times New Roman" panose="02020603050405020304" pitchFamily="18" charset="0"/>
                          <a:cs typeface="Times New Roman" panose="02020603050405020304" pitchFamily="18" charset="0"/>
                        </a:rPr>
                        <a:t> </a:t>
                      </a:r>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81" name="文字方塊 180">
                      <a:extLst>
                        <a:ext uri="{FF2B5EF4-FFF2-40B4-BE49-F238E27FC236}">
                          <a16:creationId xmlns:a16="http://schemas.microsoft.com/office/drawing/2014/main" id="{B74B4002-65F5-4921-8329-08AC59507EB4}"/>
                        </a:ext>
                      </a:extLst>
                    </p:cNvPr>
                    <p:cNvSpPr txBox="1">
                      <a:spLocks noRot="1" noChangeAspect="1" noMove="1" noResize="1" noEditPoints="1" noAdjustHandles="1" noChangeArrowheads="1" noChangeShapeType="1" noTextEdit="1"/>
                    </p:cNvSpPr>
                    <p:nvPr/>
                  </p:nvSpPr>
                  <p:spPr>
                    <a:xfrm>
                      <a:off x="1682630" y="619565"/>
                      <a:ext cx="370614" cy="369332"/>
                    </a:xfrm>
                    <a:prstGeom prst="rect">
                      <a:avLst/>
                    </a:prstGeom>
                    <a:blipFill>
                      <a:blip r:embed="rId5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2" name="文字方塊 181">
                      <a:extLst>
                        <a:ext uri="{FF2B5EF4-FFF2-40B4-BE49-F238E27FC236}">
                          <a16:creationId xmlns:a16="http://schemas.microsoft.com/office/drawing/2014/main" id="{9B602E1D-1D87-4047-B346-5DDF2C7AFC65}"/>
                        </a:ext>
                      </a:extLst>
                    </p:cNvPr>
                    <p:cNvSpPr txBox="1"/>
                    <p:nvPr/>
                  </p:nvSpPr>
                  <p:spPr>
                    <a:xfrm>
                      <a:off x="2007064"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i="1">
                                    <a:latin typeface="Cambria Math" panose="02040503050406030204" pitchFamily="18" charset="0"/>
                                    <a:cs typeface="Times New Roman" panose="02020603050405020304" pitchFamily="18" charset="0"/>
                                  </a:rPr>
                                  <m:t>3</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82" name="文字方塊 181">
                      <a:extLst>
                        <a:ext uri="{FF2B5EF4-FFF2-40B4-BE49-F238E27FC236}">
                          <a16:creationId xmlns:a16="http://schemas.microsoft.com/office/drawing/2014/main" id="{9B602E1D-1D87-4047-B346-5DDF2C7AFC65}"/>
                        </a:ext>
                      </a:extLst>
                    </p:cNvPr>
                    <p:cNvSpPr txBox="1">
                      <a:spLocks noRot="1" noChangeAspect="1" noMove="1" noResize="1" noEditPoints="1" noAdjustHandles="1" noChangeArrowheads="1" noChangeShapeType="1" noTextEdit="1"/>
                    </p:cNvSpPr>
                    <p:nvPr/>
                  </p:nvSpPr>
                  <p:spPr>
                    <a:xfrm>
                      <a:off x="2007064" y="1291678"/>
                      <a:ext cx="502381" cy="369332"/>
                    </a:xfrm>
                    <a:prstGeom prst="rect">
                      <a:avLst/>
                    </a:prstGeom>
                    <a:blipFill>
                      <a:blip r:embed="rId59"/>
                      <a:stretch>
                        <a:fillRect b="-114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3" name="文字方塊 182">
                      <a:extLst>
                        <a:ext uri="{FF2B5EF4-FFF2-40B4-BE49-F238E27FC236}">
                          <a16:creationId xmlns:a16="http://schemas.microsoft.com/office/drawing/2014/main" id="{E7A73CF9-0FB7-4454-8922-0EF62AA15805}"/>
                        </a:ext>
                      </a:extLst>
                    </p:cNvPr>
                    <p:cNvSpPr txBox="1"/>
                    <p:nvPr/>
                  </p:nvSpPr>
                  <p:spPr>
                    <a:xfrm>
                      <a:off x="1654922" y="256237"/>
                      <a:ext cx="37061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8</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83" name="文字方塊 182">
                      <a:extLst>
                        <a:ext uri="{FF2B5EF4-FFF2-40B4-BE49-F238E27FC236}">
                          <a16:creationId xmlns:a16="http://schemas.microsoft.com/office/drawing/2014/main" id="{E7A73CF9-0FB7-4454-8922-0EF62AA15805}"/>
                        </a:ext>
                      </a:extLst>
                    </p:cNvPr>
                    <p:cNvSpPr txBox="1">
                      <a:spLocks noRot="1" noChangeAspect="1" noMove="1" noResize="1" noEditPoints="1" noAdjustHandles="1" noChangeArrowheads="1" noChangeShapeType="1" noTextEdit="1"/>
                    </p:cNvSpPr>
                    <p:nvPr/>
                  </p:nvSpPr>
                  <p:spPr>
                    <a:xfrm>
                      <a:off x="1654922" y="256237"/>
                      <a:ext cx="370614" cy="369332"/>
                    </a:xfrm>
                    <a:prstGeom prst="rect">
                      <a:avLst/>
                    </a:prstGeom>
                    <a:blipFill>
                      <a:blip r:embed="rId6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5" name="文字方塊 184">
                      <a:extLst>
                        <a:ext uri="{FF2B5EF4-FFF2-40B4-BE49-F238E27FC236}">
                          <a16:creationId xmlns:a16="http://schemas.microsoft.com/office/drawing/2014/main" id="{11DDF867-B87E-42A9-A740-DD07D69C949F}"/>
                        </a:ext>
                      </a:extLst>
                    </p:cNvPr>
                    <p:cNvSpPr txBox="1"/>
                    <p:nvPr/>
                  </p:nvSpPr>
                  <p:spPr>
                    <a:xfrm>
                      <a:off x="2406601" y="1291678"/>
                      <a:ext cx="50238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b="0" i="0" smtClean="0">
                                    <a:latin typeface="Cambria Math" panose="02040503050406030204" pitchFamily="18" charset="0"/>
                                    <a:cs typeface="Times New Roman" panose="02020603050405020304" pitchFamily="18" charset="0"/>
                                  </a:rPr>
                                  <m:t>Q</m:t>
                                </m:r>
                              </m:e>
                              <m:sub>
                                <m:r>
                                  <a:rPr lang="en-US" altLang="zh-TW" i="1">
                                    <a:latin typeface="Cambria Math" panose="02040503050406030204" pitchFamily="18" charset="0"/>
                                    <a:cs typeface="Times New Roman" panose="02020603050405020304" pitchFamily="18" charset="0"/>
                                  </a:rPr>
                                  <m:t>4</m:t>
                                </m:r>
                              </m:sub>
                            </m:sSub>
                          </m:oMath>
                        </m:oMathPara>
                      </a14:m>
                      <a:endParaRPr lang="zh-TW" altLang="en-US" dirty="0">
                        <a:latin typeface="Times New Roman" panose="02020603050405020304" pitchFamily="18" charset="0"/>
                        <a:cs typeface="Times New Roman" panose="02020603050405020304" pitchFamily="18" charset="0"/>
                      </a:endParaRPr>
                    </a:p>
                  </p:txBody>
                </p:sp>
              </mc:Choice>
              <mc:Fallback>
                <p:sp>
                  <p:nvSpPr>
                    <p:cNvPr id="185" name="文字方塊 184">
                      <a:extLst>
                        <a:ext uri="{FF2B5EF4-FFF2-40B4-BE49-F238E27FC236}">
                          <a16:creationId xmlns:a16="http://schemas.microsoft.com/office/drawing/2014/main" id="{11DDF867-B87E-42A9-A740-DD07D69C949F}"/>
                        </a:ext>
                      </a:extLst>
                    </p:cNvPr>
                    <p:cNvSpPr txBox="1">
                      <a:spLocks noRot="1" noChangeAspect="1" noMove="1" noResize="1" noEditPoints="1" noAdjustHandles="1" noChangeArrowheads="1" noChangeShapeType="1" noTextEdit="1"/>
                    </p:cNvSpPr>
                    <p:nvPr/>
                  </p:nvSpPr>
                  <p:spPr>
                    <a:xfrm>
                      <a:off x="2406601" y="1291678"/>
                      <a:ext cx="502381" cy="369332"/>
                    </a:xfrm>
                    <a:prstGeom prst="rect">
                      <a:avLst/>
                    </a:prstGeom>
                    <a:blipFill>
                      <a:blip r:embed="rId61"/>
                      <a:stretch>
                        <a:fillRect b="-11475"/>
                      </a:stretch>
                    </a:blipFill>
                  </p:spPr>
                  <p:txBody>
                    <a:bodyPr/>
                    <a:lstStyle/>
                    <a:p>
                      <a:r>
                        <a:rPr lang="zh-TW" altLang="en-US">
                          <a:noFill/>
                        </a:rPr>
                        <a:t> </a:t>
                      </a:r>
                    </a:p>
                  </p:txBody>
                </p:sp>
              </mc:Fallback>
            </mc:AlternateContent>
          </p:grpSp>
          <p:cxnSp>
            <p:nvCxnSpPr>
              <p:cNvPr id="176" name="直線接點 175">
                <a:extLst>
                  <a:ext uri="{FF2B5EF4-FFF2-40B4-BE49-F238E27FC236}">
                    <a16:creationId xmlns:a16="http://schemas.microsoft.com/office/drawing/2014/main" id="{5E81DD7A-1599-43C8-A102-8AA23A059D9F}"/>
                  </a:ext>
                </a:extLst>
              </p:cNvPr>
              <p:cNvCxnSpPr>
                <a:cxnSpLocks/>
              </p:cNvCxnSpPr>
              <p:nvPr/>
            </p:nvCxnSpPr>
            <p:spPr>
              <a:xfrm>
                <a:off x="720618" y="3678333"/>
                <a:ext cx="15723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71" name="文字方塊 170">
                  <a:extLst>
                    <a:ext uri="{FF2B5EF4-FFF2-40B4-BE49-F238E27FC236}">
                      <a16:creationId xmlns:a16="http://schemas.microsoft.com/office/drawing/2014/main" id="{B3B7D1DB-F234-4848-968D-1F36B77EFA1C}"/>
                    </a:ext>
                  </a:extLst>
                </p:cNvPr>
                <p:cNvSpPr txBox="1"/>
                <p:nvPr/>
              </p:nvSpPr>
              <p:spPr>
                <a:xfrm>
                  <a:off x="1968752" y="2099260"/>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1">
                            <a:latin typeface="Cambria Math" panose="02040503050406030204" pitchFamily="18" charset="0"/>
                            <a:cs typeface="Times New Roman" panose="02020603050405020304" pitchFamily="18" charset="0"/>
                          </a:rPr>
                          <m:t>6</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71" name="文字方塊 170">
                  <a:extLst>
                    <a:ext uri="{FF2B5EF4-FFF2-40B4-BE49-F238E27FC236}">
                      <a16:creationId xmlns:a16="http://schemas.microsoft.com/office/drawing/2014/main" id="{B3B7D1DB-F234-4848-968D-1F36B77EFA1C}"/>
                    </a:ext>
                  </a:extLst>
                </p:cNvPr>
                <p:cNvSpPr txBox="1">
                  <a:spLocks noRot="1" noChangeAspect="1" noMove="1" noResize="1" noEditPoints="1" noAdjustHandles="1" noChangeArrowheads="1" noChangeShapeType="1" noTextEdit="1"/>
                </p:cNvSpPr>
                <p:nvPr/>
              </p:nvSpPr>
              <p:spPr>
                <a:xfrm>
                  <a:off x="1968752" y="2099260"/>
                  <a:ext cx="364202" cy="369332"/>
                </a:xfrm>
                <a:prstGeom prst="rect">
                  <a:avLst/>
                </a:prstGeom>
                <a:blipFill>
                  <a:blip r:embed="rId6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2" name="文字方塊 171">
                  <a:extLst>
                    <a:ext uri="{FF2B5EF4-FFF2-40B4-BE49-F238E27FC236}">
                      <a16:creationId xmlns:a16="http://schemas.microsoft.com/office/drawing/2014/main" id="{18DC6D0B-FE8C-4FBC-B34A-DF518CE9BBA0}"/>
                    </a:ext>
                  </a:extLst>
                </p:cNvPr>
                <p:cNvSpPr txBox="1"/>
                <p:nvPr/>
              </p:nvSpPr>
              <p:spPr>
                <a:xfrm>
                  <a:off x="1976372" y="1743376"/>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a:latin typeface="Cambria Math" panose="02040503050406030204" pitchFamily="18" charset="0"/>
                            <a:cs typeface="Times New Roman" panose="02020603050405020304" pitchFamily="18" charset="0"/>
                          </a:rPr>
                          <m:t>7</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72" name="文字方塊 171">
                  <a:extLst>
                    <a:ext uri="{FF2B5EF4-FFF2-40B4-BE49-F238E27FC236}">
                      <a16:creationId xmlns:a16="http://schemas.microsoft.com/office/drawing/2014/main" id="{18DC6D0B-FE8C-4FBC-B34A-DF518CE9BBA0}"/>
                    </a:ext>
                  </a:extLst>
                </p:cNvPr>
                <p:cNvSpPr txBox="1">
                  <a:spLocks noRot="1" noChangeAspect="1" noMove="1" noResize="1" noEditPoints="1" noAdjustHandles="1" noChangeArrowheads="1" noChangeShapeType="1" noTextEdit="1"/>
                </p:cNvSpPr>
                <p:nvPr/>
              </p:nvSpPr>
              <p:spPr>
                <a:xfrm>
                  <a:off x="1976372" y="1743376"/>
                  <a:ext cx="364202" cy="369332"/>
                </a:xfrm>
                <a:prstGeom prst="rect">
                  <a:avLst/>
                </a:prstGeom>
                <a:blipFill>
                  <a:blip r:embed="rId6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3" name="文字方塊 172">
                  <a:extLst>
                    <a:ext uri="{FF2B5EF4-FFF2-40B4-BE49-F238E27FC236}">
                      <a16:creationId xmlns:a16="http://schemas.microsoft.com/office/drawing/2014/main" id="{06452F3B-B96A-417E-97C7-0C2606B7F796}"/>
                    </a:ext>
                  </a:extLst>
                </p:cNvPr>
                <p:cNvSpPr txBox="1"/>
                <p:nvPr/>
              </p:nvSpPr>
              <p:spPr>
                <a:xfrm>
                  <a:off x="1983992" y="1354159"/>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0" i="0" smtClean="0">
                            <a:latin typeface="Cambria Math" panose="02040503050406030204" pitchFamily="18" charset="0"/>
                            <a:cs typeface="Times New Roman" panose="02020603050405020304" pitchFamily="18" charset="0"/>
                          </a:rPr>
                          <m:t>9</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73" name="文字方塊 172">
                  <a:extLst>
                    <a:ext uri="{FF2B5EF4-FFF2-40B4-BE49-F238E27FC236}">
                      <a16:creationId xmlns:a16="http://schemas.microsoft.com/office/drawing/2014/main" id="{06452F3B-B96A-417E-97C7-0C2606B7F796}"/>
                    </a:ext>
                  </a:extLst>
                </p:cNvPr>
                <p:cNvSpPr txBox="1">
                  <a:spLocks noRot="1" noChangeAspect="1" noMove="1" noResize="1" noEditPoints="1" noAdjustHandles="1" noChangeArrowheads="1" noChangeShapeType="1" noTextEdit="1"/>
                </p:cNvSpPr>
                <p:nvPr/>
              </p:nvSpPr>
              <p:spPr>
                <a:xfrm>
                  <a:off x="1983992" y="1354159"/>
                  <a:ext cx="364202" cy="369332"/>
                </a:xfrm>
                <a:prstGeom prst="rect">
                  <a:avLst/>
                </a:prstGeom>
                <a:blipFill>
                  <a:blip r:embed="rId6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4" name="文字方塊 173">
                  <a:extLst>
                    <a:ext uri="{FF2B5EF4-FFF2-40B4-BE49-F238E27FC236}">
                      <a16:creationId xmlns:a16="http://schemas.microsoft.com/office/drawing/2014/main" id="{61186468-6C45-4E89-862E-5642FA0F6834}"/>
                    </a:ext>
                  </a:extLst>
                </p:cNvPr>
                <p:cNvSpPr txBox="1"/>
                <p:nvPr/>
              </p:nvSpPr>
              <p:spPr>
                <a:xfrm>
                  <a:off x="2763796" y="2409051"/>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cs typeface="Times New Roman" panose="02020603050405020304" pitchFamily="18" charset="0"/>
                          </a:rPr>
                          <m:t>4</m:t>
                        </m:r>
                      </m:oMath>
                    </m:oMathPara>
                  </a14:m>
                  <a:endParaRPr lang="zh-TW" altLang="en-US" dirty="0">
                    <a:latin typeface="Cambria Math" panose="02040503050406030204" pitchFamily="18" charset="0"/>
                    <a:cs typeface="Times New Roman" panose="02020603050405020304" pitchFamily="18" charset="0"/>
                  </a:endParaRPr>
                </a:p>
              </p:txBody>
            </p:sp>
          </mc:Choice>
          <mc:Fallback>
            <p:sp>
              <p:nvSpPr>
                <p:cNvPr id="174" name="文字方塊 173">
                  <a:extLst>
                    <a:ext uri="{FF2B5EF4-FFF2-40B4-BE49-F238E27FC236}">
                      <a16:creationId xmlns:a16="http://schemas.microsoft.com/office/drawing/2014/main" id="{61186468-6C45-4E89-862E-5642FA0F6834}"/>
                    </a:ext>
                  </a:extLst>
                </p:cNvPr>
                <p:cNvSpPr txBox="1">
                  <a:spLocks noRot="1" noChangeAspect="1" noMove="1" noResize="1" noEditPoints="1" noAdjustHandles="1" noChangeArrowheads="1" noChangeShapeType="1" noTextEdit="1"/>
                </p:cNvSpPr>
                <p:nvPr/>
              </p:nvSpPr>
              <p:spPr>
                <a:xfrm>
                  <a:off x="2763796" y="2409051"/>
                  <a:ext cx="364202" cy="369332"/>
                </a:xfrm>
                <a:prstGeom prst="rect">
                  <a:avLst/>
                </a:prstGeom>
                <a:blipFill>
                  <a:blip r:embed="rId6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6" name="文字方塊 185">
                  <a:extLst>
                    <a:ext uri="{FF2B5EF4-FFF2-40B4-BE49-F238E27FC236}">
                      <a16:creationId xmlns:a16="http://schemas.microsoft.com/office/drawing/2014/main" id="{0200CA47-E861-408E-AC4B-002B4F6C4C08}"/>
                    </a:ext>
                  </a:extLst>
                </p:cNvPr>
                <p:cNvSpPr txBox="1"/>
                <p:nvPr/>
              </p:nvSpPr>
              <p:spPr>
                <a:xfrm>
                  <a:off x="3197748" y="2409051"/>
                  <a:ext cx="36420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b="1">
                            <a:solidFill>
                              <a:srgbClr val="FF0000"/>
                            </a:solidFill>
                            <a:latin typeface="Cambria Math" panose="02040503050406030204" pitchFamily="18" charset="0"/>
                            <a:cs typeface="Times New Roman" panose="02020603050405020304" pitchFamily="18" charset="0"/>
                          </a:rPr>
                          <m:t>2</m:t>
                        </m:r>
                      </m:oMath>
                    </m:oMathPara>
                  </a14:m>
                  <a:endParaRPr lang="zh-TW" altLang="en-US" b="1" dirty="0">
                    <a:solidFill>
                      <a:srgbClr val="FF0000"/>
                    </a:solidFill>
                    <a:latin typeface="Cambria Math" panose="02040503050406030204" pitchFamily="18" charset="0"/>
                    <a:cs typeface="Times New Roman" panose="02020603050405020304" pitchFamily="18" charset="0"/>
                  </a:endParaRPr>
                </a:p>
              </p:txBody>
            </p:sp>
          </mc:Choice>
          <mc:Fallback>
            <p:sp>
              <p:nvSpPr>
                <p:cNvPr id="186" name="文字方塊 185">
                  <a:extLst>
                    <a:ext uri="{FF2B5EF4-FFF2-40B4-BE49-F238E27FC236}">
                      <a16:creationId xmlns:a16="http://schemas.microsoft.com/office/drawing/2014/main" id="{0200CA47-E861-408E-AC4B-002B4F6C4C08}"/>
                    </a:ext>
                  </a:extLst>
                </p:cNvPr>
                <p:cNvSpPr txBox="1">
                  <a:spLocks noRot="1" noChangeAspect="1" noMove="1" noResize="1" noEditPoints="1" noAdjustHandles="1" noChangeArrowheads="1" noChangeShapeType="1" noTextEdit="1"/>
                </p:cNvSpPr>
                <p:nvPr/>
              </p:nvSpPr>
              <p:spPr>
                <a:xfrm>
                  <a:off x="3197748" y="2409051"/>
                  <a:ext cx="364202" cy="369332"/>
                </a:xfrm>
                <a:prstGeom prst="rect">
                  <a:avLst/>
                </a:prstGeom>
                <a:blipFill>
                  <a:blip r:embed="rId66"/>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643745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4B4EA4D-79CA-49E6-A0CF-575DAD434141}"/>
              </a:ext>
            </a:extLst>
          </p:cNvPr>
          <p:cNvSpPr/>
          <p:nvPr/>
        </p:nvSpPr>
        <p:spPr>
          <a:xfrm>
            <a:off x="471956" y="1110172"/>
            <a:ext cx="7071844" cy="880369"/>
          </a:xfrm>
          <a:prstGeom prst="rect">
            <a:avLst/>
          </a:prstGeom>
        </p:spPr>
        <p:txBody>
          <a:bodyPr wrap="square">
            <a:spAutoFit/>
          </a:bodyPr>
          <a:lstStyle/>
          <a:p>
            <a:pPr>
              <a:lnSpc>
                <a:spcPct val="150000"/>
              </a:lnSpc>
            </a:pPr>
            <a:endParaRPr lang="en-US" altLang="zh-TW" dirty="0">
              <a:solidFill>
                <a:schemeClr val="bg1"/>
              </a:solidFill>
            </a:endParaRPr>
          </a:p>
          <a:p>
            <a:pPr>
              <a:lnSpc>
                <a:spcPct val="150000"/>
              </a:lnSpc>
            </a:pPr>
            <a:r>
              <a:rPr lang="en-US" altLang="zh-TW" dirty="0">
                <a:solidFill>
                  <a:schemeClr val="bg1"/>
                </a:solidFill>
              </a:rPr>
              <a:t>http://shmilyaw-hotmail-com.iteye.com/blog/1721524</a:t>
            </a:r>
            <a:endParaRPr lang="en-US" altLang="zh-TW" dirty="0">
              <a:solidFill>
                <a:schemeClr val="bg1"/>
              </a:solidFill>
              <a:hlinkClick r:id="rId3"/>
            </a:endParaRPr>
          </a:p>
        </p:txBody>
      </p:sp>
      <p:sp>
        <p:nvSpPr>
          <p:cNvPr id="2" name="矩形 1">
            <a:extLst>
              <a:ext uri="{FF2B5EF4-FFF2-40B4-BE49-F238E27FC236}">
                <a16:creationId xmlns:a16="http://schemas.microsoft.com/office/drawing/2014/main" id="{1A3079EE-88ED-4719-8FC2-30EB669B900D}"/>
              </a:ext>
            </a:extLst>
          </p:cNvPr>
          <p:cNvSpPr/>
          <p:nvPr/>
        </p:nvSpPr>
        <p:spPr>
          <a:xfrm>
            <a:off x="471956" y="1110172"/>
            <a:ext cx="8200088" cy="3831818"/>
          </a:xfrm>
          <a:prstGeom prst="rect">
            <a:avLst/>
          </a:prstGeom>
        </p:spPr>
        <p:txBody>
          <a:bodyPr wrap="square">
            <a:spAutoFit/>
          </a:bodyPr>
          <a:lstStyle/>
          <a:p>
            <a:pPr>
              <a:lnSpc>
                <a:spcPct val="150000"/>
              </a:lnSpc>
            </a:pPr>
            <a:r>
              <a:rPr lang="en-US" altLang="zh-TW" b="1" dirty="0">
                <a:solidFill>
                  <a:schemeClr val="bg1"/>
                </a:solidFill>
              </a:rPr>
              <a:t>Young tableaus(</a:t>
            </a:r>
            <a:r>
              <a:rPr lang="zh-TW" altLang="en-US" b="1" dirty="0">
                <a:solidFill>
                  <a:schemeClr val="bg1"/>
                </a:solidFill>
              </a:rPr>
              <a:t>杨氏矩阵</a:t>
            </a:r>
            <a:r>
              <a:rPr lang="en-US" altLang="zh-TW" b="1" dirty="0">
                <a:solidFill>
                  <a:schemeClr val="bg1"/>
                </a:solidFill>
              </a:rPr>
              <a:t>)</a:t>
            </a:r>
            <a:r>
              <a:rPr lang="zh-TW" altLang="en-US" b="1" dirty="0">
                <a:solidFill>
                  <a:schemeClr val="bg1"/>
                </a:solidFill>
              </a:rPr>
              <a:t>的分析</a:t>
            </a: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a:p>
            <a:pPr>
              <a:lnSpc>
                <a:spcPct val="150000"/>
              </a:lnSpc>
            </a:pPr>
            <a:endParaRPr lang="en-US" altLang="zh-TW" b="1" dirty="0">
              <a:solidFill>
                <a:schemeClr val="bg1"/>
              </a:solidFill>
            </a:endParaRPr>
          </a:p>
        </p:txBody>
      </p:sp>
      <p:sp>
        <p:nvSpPr>
          <p:cNvPr id="4" name="投影片編號版面配置區 3">
            <a:extLst>
              <a:ext uri="{FF2B5EF4-FFF2-40B4-BE49-F238E27FC236}">
                <a16:creationId xmlns:a16="http://schemas.microsoft.com/office/drawing/2014/main" id="{9E93C142-BE95-4B92-8357-C65D5B6B12A7}"/>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5" name="標題 1">
            <a:extLst>
              <a:ext uri="{FF2B5EF4-FFF2-40B4-BE49-F238E27FC236}">
                <a16:creationId xmlns:a16="http://schemas.microsoft.com/office/drawing/2014/main" id="{C4F6B907-8E89-4AA8-AAC4-854A4A340A52}"/>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900" dirty="0">
                <a:latin typeface="Times New Roman" panose="02020603050405020304" pitchFamily="18" charset="0"/>
                <a:cs typeface="Times New Roman" panose="02020603050405020304" pitchFamily="18" charset="0"/>
              </a:rPr>
              <a:t>Reference</a:t>
            </a:r>
            <a:endParaRPr lang="zh-TW" alt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792934"/>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36485</TotalTime>
  <Words>1073</Words>
  <Application>Microsoft Office PowerPoint</Application>
  <PresentationFormat>如螢幕大小 (4:3)</PresentationFormat>
  <Paragraphs>260</Paragraphs>
  <Slides>12</Slides>
  <Notes>7</Notes>
  <HiddenSlides>1</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12</vt:i4>
      </vt:variant>
    </vt:vector>
  </HeadingPairs>
  <TitlesOfParts>
    <vt:vector size="22" baseType="lpstr">
      <vt:lpstr>CMR8</vt:lpstr>
      <vt:lpstr>新細明體</vt:lpstr>
      <vt:lpstr>標楷體</vt:lpstr>
      <vt:lpstr>Arial</vt:lpstr>
      <vt:lpstr>Calibri</vt:lpstr>
      <vt:lpstr>Calibri Light</vt:lpstr>
      <vt:lpstr>Cambria Math</vt:lpstr>
      <vt:lpstr>Tahoma</vt:lpstr>
      <vt:lpstr>Times New Roman</vt:lpstr>
      <vt:lpstr>Office 佈景主題</vt:lpstr>
      <vt:lpstr>Space-Efficient Algorithms for Longest Increasing Subsequence</vt:lpstr>
      <vt:lpstr>Abstract</vt:lpstr>
      <vt:lpstr>Patience Sorting</vt:lpstr>
      <vt:lpstr>Patience Sorting</vt:lpstr>
      <vt:lpstr>Another way (for permutation input)</vt:lpstr>
      <vt:lpstr>Another way</vt:lpstr>
      <vt:lpstr>PowerPoint 簡報</vt:lpstr>
      <vt:lpstr>PowerPoint 簡報</vt:lpstr>
      <vt:lpstr>PowerPoint 簡報</vt:lpstr>
      <vt:lpstr>PowerPoint 簡報</vt:lpstr>
      <vt:lpstr>Reverse Patience Sorting</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302</cp:revision>
  <dcterms:created xsi:type="dcterms:W3CDTF">2017-09-25T08:45:50Z</dcterms:created>
  <dcterms:modified xsi:type="dcterms:W3CDTF">2018-04-10T10:10:20Z</dcterms:modified>
</cp:coreProperties>
</file>