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4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D3878-3CE2-4567-9CBC-BC1F1974E412}" type="datetimeFigureOut">
              <a:rPr lang="zh-TW" altLang="en-US" smtClean="0"/>
              <a:pPr/>
              <a:t>2009/11/17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4DFBA-75DF-4564-B6B4-CD72C8C06B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Beam search for the longest common subsequence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problem</a:t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endParaRPr lang="zh-TW" alt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Christian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Bluma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MariaJ.Blesaa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ManuelLópez-Ibáñezb</a:t>
            </a:r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Computers &amp; Operations Research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36 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(2009) 3178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3186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Wang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 Nov. 17, 2009</a:t>
            </a:r>
          </a:p>
          <a:p>
            <a:endParaRPr lang="zh-TW" alt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longest common subsequence problem is a classical string problem that concerns finding the common part of a set of strings. It has several important applications, for example, pattern recognition or com-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putational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biology. Most research efforts up to now have focused on solving this problem optimally. In comparison, only few works exist dealing with heuristic approaches. In this work we present a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determin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istic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beam search algorithm. The results show that our algorithm outperforms the current state-of-the-art approaches not only in solution quality but often also in computation time. 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Beam search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 incomplete derivative of branch and bound .</a:t>
            </a: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central idea behind BS is to allow the extension of partial solutions in several possible ways.</a:t>
            </a:r>
          </a:p>
          <a:p>
            <a:endParaRPr lang="en-US" altLang="zh-TW" sz="24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i="1" dirty="0" smtClean="0"/>
              <a:t>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:beam width</a:t>
            </a:r>
          </a:p>
          <a:p>
            <a:endParaRPr lang="en-US" altLang="zh-TW" sz="2400" baseline="30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TW" altLang="en-US" sz="2400" dirty="0" smtClean="0"/>
              <a:t> </a:t>
            </a:r>
            <a:r>
              <a:rPr lang="el-GR" altLang="zh-TW" sz="2400" i="1" dirty="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≥1 : a parameter of the algorithm</a:t>
            </a:r>
            <a:endParaRPr lang="en-US" altLang="zh-TW" sz="2400" baseline="30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Crucial components of BS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Constructive heuristic : is so-called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Best-Next heuristic </a:t>
            </a:r>
          </a:p>
          <a:p>
            <a:endParaRPr lang="en-US" altLang="zh-TW" i="1" dirty="0" smtClean="0"/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Upper bound </a:t>
            </a: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圖片 3" descr="U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7224" y="4000504"/>
            <a:ext cx="40957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Best-Next heuristic for the LCS problem 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algo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71472" y="2285992"/>
            <a:ext cx="6762750" cy="216217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fig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9475" y="0"/>
            <a:ext cx="76850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fig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427041"/>
            <a:ext cx="9144000" cy="2003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Greedy functions for </a:t>
            </a:r>
            <a:r>
              <a:rPr lang="en-US" altLang="zh-TW" sz="3600" dirty="0" err="1" smtClean="0">
                <a:latin typeface="Times New Roman" pitchFamily="18" charset="0"/>
                <a:cs typeface="Times New Roman" pitchFamily="18" charset="0"/>
              </a:rPr>
              <a:t>Choose_from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3600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3600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600" i="1" baseline="30000" dirty="0" err="1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greedyfunc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14347" y="2285992"/>
            <a:ext cx="6643735" cy="226952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Beam search for the LCS problem(1/2)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algo2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0637" y="2339181"/>
            <a:ext cx="6562725" cy="30480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Beam search for the LCS problem(2/2) </a:t>
            </a:r>
            <a:endParaRPr lang="zh-TW" altLang="en-US" dirty="0"/>
          </a:p>
        </p:txBody>
      </p:sp>
      <p:pic>
        <p:nvPicPr>
          <p:cNvPr id="4" name="內容版面配置區 3" descr="algo2-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66887" y="2301081"/>
            <a:ext cx="5610225" cy="31242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r()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the rank 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extention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of greedy weight</a:t>
            </a: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	ex: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tb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=1 for all a </a:t>
            </a:r>
            <a:r>
              <a:rPr lang="zh-TW" altLang="en-US" dirty="0" smtClean="0"/>
              <a:t>∈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baseline="30000" dirty="0" err="1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tb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)≥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圖片 6" descr="func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5786" y="3857628"/>
            <a:ext cx="470535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Experiments(1/3)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BB: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introduced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by Blum and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Blesa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 number of strings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 length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a base string of length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was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created by randomly gen-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erating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letters from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2400" i="1" dirty="0" smtClean="0"/>
              <a:t>. </a:t>
            </a:r>
          </a:p>
          <a:p>
            <a:endParaRPr lang="en-US" altLang="zh-TW" sz="2400" i="1" dirty="0" smtClean="0"/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Ten instances were generated for each of the 80 combinations of |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∈ {2, 4,8,24},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∈ {10, 100} and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∈ {100, 200,300,...,1000}.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abl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85920"/>
            <a:ext cx="9144000" cy="28861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Experiments(2/3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ES: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introduced by Easton and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Singireddy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It is composed of 50 instances per combination of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|,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These instances were created by sequentially generating each letter with a probability of 1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/|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∑|. </a:t>
            </a: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low time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l-GR" altLang="zh-TW" sz="2400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 μ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= 1.5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high quality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l-GR" altLang="zh-TW" sz="2400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 μ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1.5 for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= 2 and</a:t>
            </a:r>
          </a:p>
          <a:p>
            <a:pPr>
              <a:buNone/>
            </a:pP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		  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l-GR" altLang="zh-TW" sz="2400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 μ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for |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altLang="zh-TW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able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661824"/>
            <a:ext cx="9144000" cy="35343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Experiments(3/3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ST: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stems from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Shyu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and Tsai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Their instances are biologically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inspired,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and thus they consider an alphabet of size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∑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/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= 4,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corresponding to DNA sequences, or of size |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∑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 = 20,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corresponding to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protein sequences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Shyu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and Tsai studied three different types of in- stances. One was randomly generated, presumably in the same way as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ES instances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. The other two sets consist of real DNA and protein sequences of rats and viruses.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able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81363"/>
            <a:ext cx="9144000" cy="4495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able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1171"/>
            <a:ext cx="9144000" cy="44356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500034" y="3000372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Thanks for your listening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456</Words>
  <Application>Microsoft Office PowerPoint</Application>
  <PresentationFormat>如螢幕大小 (4:3)</PresentationFormat>
  <Paragraphs>47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Beam search for the longest common subsequence problem </vt:lpstr>
      <vt:lpstr>Abstract</vt:lpstr>
      <vt:lpstr>Beam search</vt:lpstr>
      <vt:lpstr>Crucial components of BS </vt:lpstr>
      <vt:lpstr>Best-Next heuristic for the LCS problem </vt:lpstr>
      <vt:lpstr>投影片 6</vt:lpstr>
      <vt:lpstr>投影片 7</vt:lpstr>
      <vt:lpstr>Greedy functions for Choose_from(∑tnd)</vt:lpstr>
      <vt:lpstr>Beam search for the LCS problem(1/2) </vt:lpstr>
      <vt:lpstr>Beam search for the LCS problem(2/2) </vt:lpstr>
      <vt:lpstr>投影片 11</vt:lpstr>
      <vt:lpstr>Experiments(1/3)</vt:lpstr>
      <vt:lpstr>投影片 13</vt:lpstr>
      <vt:lpstr>Experiments(2/3)</vt:lpstr>
      <vt:lpstr>投影片 15</vt:lpstr>
      <vt:lpstr>Experiments(3/3)</vt:lpstr>
      <vt:lpstr>投影片 17</vt:lpstr>
      <vt:lpstr>投影片 18</vt:lpstr>
      <vt:lpstr>Thanks for your listening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Beam search for the longest common subsequence problem </dc:title>
  <dc:creator>王重傑</dc:creator>
  <cp:lastModifiedBy>王重傑</cp:lastModifiedBy>
  <cp:revision>14</cp:revision>
  <dcterms:created xsi:type="dcterms:W3CDTF">2009-11-10T07:30:41Z</dcterms:created>
  <dcterms:modified xsi:type="dcterms:W3CDTF">2009-11-17T07:58:39Z</dcterms:modified>
</cp:coreProperties>
</file>