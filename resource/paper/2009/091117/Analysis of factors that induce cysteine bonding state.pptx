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2009/11/26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2009/11/26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2009/11/26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2009/11/26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2009/11/26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2009/11/26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2009/11/26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/>
              <a:t>Analysis of factors that induce </a:t>
            </a:r>
            <a:r>
              <a:rPr lang="en-US" altLang="zh-TW" sz="3200" dirty="0" err="1" smtClean="0"/>
              <a:t>cysteine</a:t>
            </a:r>
            <a:r>
              <a:rPr lang="en-US" altLang="zh-TW" sz="3200" dirty="0" smtClean="0"/>
              <a:t> bonding state</a:t>
            </a:r>
            <a:endParaRPr lang="zh-TW" altLang="en-US" sz="32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1800" dirty="0" err="1" smtClean="0">
                <a:solidFill>
                  <a:schemeClr val="tx1"/>
                </a:solidFill>
              </a:rPr>
              <a:t>Samad</a:t>
            </a:r>
            <a:r>
              <a:rPr lang="en-US" altLang="zh-TW" sz="1800" dirty="0" smtClean="0">
                <a:solidFill>
                  <a:schemeClr val="tx1"/>
                </a:solidFill>
              </a:rPr>
              <a:t> </a:t>
            </a:r>
            <a:r>
              <a:rPr lang="en-US" altLang="zh-TW" sz="1800" dirty="0" err="1" smtClean="0">
                <a:solidFill>
                  <a:schemeClr val="tx1"/>
                </a:solidFill>
              </a:rPr>
              <a:t>Jahandideh</a:t>
            </a:r>
            <a:r>
              <a:rPr lang="en-US" altLang="zh-TW" sz="1800" dirty="0" smtClean="0">
                <a:solidFill>
                  <a:schemeClr val="tx1"/>
                </a:solidFill>
              </a:rPr>
              <a:t>, </a:t>
            </a:r>
            <a:r>
              <a:rPr lang="en-US" altLang="zh-TW" sz="1800" dirty="0" err="1" smtClean="0">
                <a:solidFill>
                  <a:schemeClr val="tx1"/>
                </a:solidFill>
              </a:rPr>
              <a:t>Somayyeh</a:t>
            </a:r>
            <a:r>
              <a:rPr lang="en-US" altLang="zh-TW" sz="1800" dirty="0" smtClean="0">
                <a:solidFill>
                  <a:schemeClr val="tx1"/>
                </a:solidFill>
              </a:rPr>
              <a:t> </a:t>
            </a:r>
            <a:r>
              <a:rPr lang="en-US" altLang="zh-TW" sz="1800" dirty="0" err="1" smtClean="0">
                <a:solidFill>
                  <a:schemeClr val="tx1"/>
                </a:solidFill>
              </a:rPr>
              <a:t>Hoseini</a:t>
            </a:r>
            <a:r>
              <a:rPr lang="en-US" altLang="zh-TW" sz="1800" dirty="0" smtClean="0">
                <a:solidFill>
                  <a:schemeClr val="tx1"/>
                </a:solidFill>
              </a:rPr>
              <a:t>, Mina </a:t>
            </a:r>
            <a:r>
              <a:rPr lang="en-US" altLang="zh-TW" sz="1800" dirty="0" err="1" smtClean="0">
                <a:solidFill>
                  <a:schemeClr val="tx1"/>
                </a:solidFill>
              </a:rPr>
              <a:t>Jahandideh</a:t>
            </a:r>
            <a:r>
              <a:rPr lang="en-US" altLang="zh-TW" sz="1800" dirty="0" smtClean="0">
                <a:solidFill>
                  <a:schemeClr val="tx1"/>
                </a:solidFill>
              </a:rPr>
              <a:t>,</a:t>
            </a:r>
          </a:p>
          <a:p>
            <a:r>
              <a:rPr lang="en-US" altLang="zh-TW" sz="1800" dirty="0" smtClean="0">
                <a:solidFill>
                  <a:schemeClr val="tx1"/>
                </a:solidFill>
              </a:rPr>
              <a:t> </a:t>
            </a:r>
            <a:r>
              <a:rPr lang="en-US" altLang="zh-TW" sz="1800" dirty="0" err="1" smtClean="0">
                <a:solidFill>
                  <a:schemeClr val="tx1"/>
                </a:solidFill>
              </a:rPr>
              <a:t>Afsaneh</a:t>
            </a:r>
            <a:r>
              <a:rPr lang="en-US" altLang="zh-TW" sz="1800" dirty="0" smtClean="0">
                <a:solidFill>
                  <a:schemeClr val="tx1"/>
                </a:solidFill>
              </a:rPr>
              <a:t> </a:t>
            </a:r>
            <a:r>
              <a:rPr lang="en-US" altLang="zh-TW" sz="1800" dirty="0" err="1" smtClean="0">
                <a:solidFill>
                  <a:schemeClr val="tx1"/>
                </a:solidFill>
              </a:rPr>
              <a:t>Hoseini</a:t>
            </a:r>
            <a:r>
              <a:rPr lang="en-US" altLang="zh-TW" sz="1800" dirty="0" smtClean="0">
                <a:solidFill>
                  <a:schemeClr val="tx1"/>
                </a:solidFill>
              </a:rPr>
              <a:t>, Ali </a:t>
            </a:r>
            <a:r>
              <a:rPr lang="en-US" altLang="zh-TW" sz="1800" dirty="0" err="1" smtClean="0">
                <a:solidFill>
                  <a:schemeClr val="tx1"/>
                </a:solidFill>
              </a:rPr>
              <a:t>Salehzadeh</a:t>
            </a:r>
            <a:r>
              <a:rPr lang="en-US" altLang="zh-TW" sz="1800" dirty="0" smtClean="0">
                <a:solidFill>
                  <a:schemeClr val="tx1"/>
                </a:solidFill>
              </a:rPr>
              <a:t> </a:t>
            </a:r>
            <a:r>
              <a:rPr lang="en-US" altLang="zh-TW" sz="1800" dirty="0" err="1" smtClean="0">
                <a:solidFill>
                  <a:schemeClr val="tx1"/>
                </a:solidFill>
              </a:rPr>
              <a:t>Yazdi</a:t>
            </a:r>
            <a:endParaRPr lang="en-US" altLang="zh-TW" sz="1800" dirty="0" smtClean="0">
              <a:solidFill>
                <a:schemeClr val="tx1"/>
              </a:solidFill>
            </a:endParaRPr>
          </a:p>
          <a:p>
            <a:endParaRPr lang="en-US" altLang="zh-TW" sz="1800" dirty="0" smtClean="0">
              <a:solidFill>
                <a:schemeClr val="tx1"/>
              </a:solidFill>
            </a:endParaRPr>
          </a:p>
          <a:p>
            <a:r>
              <a:rPr lang="en-US" altLang="zh-TW" sz="1800" dirty="0" smtClean="0">
                <a:solidFill>
                  <a:schemeClr val="tx1"/>
                </a:solidFill>
              </a:rPr>
              <a:t>Computers in Biology and Medicine 39 (2009) 332 - 339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6156325" y="5345113"/>
            <a:ext cx="2043893" cy="56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TW" sz="1400" dirty="0"/>
              <a:t>Presenter : </a:t>
            </a:r>
            <a:r>
              <a:rPr lang="en-US" altLang="zh-TW" sz="1400" dirty="0" err="1"/>
              <a:t>Chih</a:t>
            </a:r>
            <a:r>
              <a:rPr lang="en-US" altLang="zh-TW" sz="1400" dirty="0"/>
              <a:t>-Ying Lin</a:t>
            </a:r>
          </a:p>
          <a:p>
            <a:pPr>
              <a:spcBef>
                <a:spcPct val="20000"/>
              </a:spcBef>
            </a:pPr>
            <a:r>
              <a:rPr lang="en-US" altLang="zh-TW" sz="1400" dirty="0"/>
              <a:t>Date : </a:t>
            </a:r>
            <a:r>
              <a:rPr lang="en-US" sz="1400" dirty="0" smtClean="0"/>
              <a:t>Nov.</a:t>
            </a:r>
            <a:r>
              <a:rPr lang="en-US" altLang="zh-TW" sz="1400" dirty="0" smtClean="0"/>
              <a:t> 17, </a:t>
            </a:r>
            <a:r>
              <a:rPr lang="en-US" altLang="zh-TW" sz="1400" dirty="0"/>
              <a:t>2009</a:t>
            </a:r>
            <a:endParaRPr lang="en-US" altLang="zh-TW" dirty="0"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altLang="zh-TW" dirty="0" smtClean="0"/>
              <a:t>	</a:t>
            </a:r>
            <a:r>
              <a:rPr lang="en-US" altLang="zh-TW" sz="3300" dirty="0" smtClean="0"/>
              <a:t>Regarding the fact that the protein structure is principally encoded in its sequence, investigating the bonding state of </a:t>
            </a:r>
            <a:r>
              <a:rPr lang="en-US" altLang="zh-TW" sz="3300" dirty="0" err="1" smtClean="0"/>
              <a:t>cysteine</a:t>
            </a:r>
            <a:r>
              <a:rPr lang="en-US" altLang="zh-TW" sz="3300" dirty="0" smtClean="0"/>
              <a:t> has gained a great deal of attention due to its significance in the formation of protein structure. Due to lack of evident influence of free </a:t>
            </a:r>
            <a:r>
              <a:rPr lang="en-US" altLang="zh-TW" sz="3300" dirty="0" err="1" smtClean="0"/>
              <a:t>cysteines</a:t>
            </a:r>
            <a:r>
              <a:rPr lang="en-US" altLang="zh-TW" sz="3300" dirty="0" smtClean="0"/>
              <a:t> on the protein structure, it may be expected that only half-</a:t>
            </a:r>
            <a:r>
              <a:rPr lang="en-US" altLang="zh-TW" sz="3300" dirty="0" err="1" smtClean="0"/>
              <a:t>cystines</a:t>
            </a:r>
            <a:r>
              <a:rPr lang="en-US" altLang="zh-TW" sz="3300" dirty="0" smtClean="0"/>
              <a:t> convey encoded information. The results obtained from the analysis of amino acid distribution in proximity of both states of </a:t>
            </a:r>
            <a:r>
              <a:rPr lang="en-US" altLang="zh-TW" sz="3300" dirty="0" err="1" smtClean="0"/>
              <a:t>cysteines</a:t>
            </a:r>
            <a:r>
              <a:rPr lang="en-US" altLang="zh-TW" sz="3300" dirty="0" smtClean="0"/>
              <a:t> explicitly indicated that perquisite information for inducing </a:t>
            </a:r>
            <a:r>
              <a:rPr lang="en-US" altLang="zh-TW" sz="3300" dirty="0" err="1" smtClean="0"/>
              <a:t>cysteine</a:t>
            </a:r>
            <a:r>
              <a:rPr lang="en-US" altLang="zh-TW" sz="3300" dirty="0" smtClean="0"/>
              <a:t> bonding state is present even in the flanking amino acid sequences of free </a:t>
            </a:r>
            <a:r>
              <a:rPr lang="en-US" altLang="zh-TW" sz="3300" dirty="0" err="1" smtClean="0"/>
              <a:t>cysteines</a:t>
            </a:r>
            <a:r>
              <a:rPr lang="en-US" altLang="zh-TW" sz="3300" dirty="0" smtClean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cysteine</a:t>
            </a:r>
            <a:r>
              <a:rPr lang="en-US" altLang="zh-TW" smtClean="0"/>
              <a:t>-centered windows</a:t>
            </a:r>
            <a:endParaRPr lang="zh-TW" alt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09700" y="3029744"/>
            <a:ext cx="632460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Statistical analysis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571612"/>
            <a:ext cx="339090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5311" y="2643182"/>
            <a:ext cx="3762375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4842" y="4214818"/>
            <a:ext cx="461010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14369" y="5000636"/>
            <a:ext cx="488632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4338" y="1285860"/>
            <a:ext cx="8755380" cy="5173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500174"/>
            <a:ext cx="8831580" cy="5006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Results</a:t>
            </a:r>
            <a:endParaRPr lang="zh-TW" alt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05240" y="1600200"/>
            <a:ext cx="6533519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Results</a:t>
            </a:r>
            <a:endParaRPr lang="zh-TW" alt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71604" y="1357297"/>
            <a:ext cx="5786478" cy="5506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Results</a:t>
            </a:r>
            <a:endParaRPr lang="zh-TW" alt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00166" y="1214421"/>
            <a:ext cx="6143668" cy="5533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617</TotalTime>
  <Words>57</Words>
  <PresentationFormat>如螢幕大小 (4:3)</PresentationFormat>
  <Paragraphs>16</Paragraphs>
  <Slides>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Office 佈景主題</vt:lpstr>
      <vt:lpstr>Analysis of factors that induce cysteine bonding state</vt:lpstr>
      <vt:lpstr>ABSTRACT</vt:lpstr>
      <vt:lpstr>cysteine-centered windows</vt:lpstr>
      <vt:lpstr>Statistical analysis</vt:lpstr>
      <vt:lpstr>Results</vt:lpstr>
      <vt:lpstr>Results</vt:lpstr>
      <vt:lpstr>Results</vt:lpstr>
      <vt:lpstr>Results</vt:lpstr>
      <vt:lpstr>Results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the Disulfide Bonding State of Cysteines Using Protein Descriptors</dc:title>
  <cp:lastModifiedBy>Sephiroth</cp:lastModifiedBy>
  <cp:revision>60</cp:revision>
  <dcterms:modified xsi:type="dcterms:W3CDTF">2009-11-26T08:21:11Z</dcterms:modified>
</cp:coreProperties>
</file>