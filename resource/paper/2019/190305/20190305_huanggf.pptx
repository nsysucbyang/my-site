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6" r:id="rId3"/>
    <p:sldId id="306" r:id="rId4"/>
    <p:sldId id="385" r:id="rId5"/>
    <p:sldId id="343" r:id="rId6"/>
    <p:sldId id="372" r:id="rId7"/>
    <p:sldId id="386"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EAD7078E-7038-4986-B0ED-CBFCB84320F6}">
          <p14:sldIdLst>
            <p14:sldId id="256"/>
            <p14:sldId id="276"/>
            <p14:sldId id="306"/>
            <p14:sldId id="385"/>
            <p14:sldId id="343"/>
            <p14:sldId id="372"/>
            <p14:sldId id="3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6ACC56-185A-4862-9E99-A43EFB6E7F61}" v="109" dt="2019-03-05T10:07:26.947"/>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64" d="100"/>
          <a:sy n="64" d="100"/>
        </p:scale>
        <p:origin x="136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國峰 黃" userId="07d7d89e1f669cb9" providerId="LiveId" clId="{B72CCB76-3BE9-48B1-8DF6-A8B37564D1D7}"/>
    <pc:docChg chg="undo custSel addSld delSld modSld sldOrd modSection">
      <pc:chgData name="國峰 黃" userId="07d7d89e1f669cb9" providerId="LiveId" clId="{B72CCB76-3BE9-48B1-8DF6-A8B37564D1D7}" dt="2019-02-13T05:31:48.541" v="2442" actId="20577"/>
      <pc:docMkLst>
        <pc:docMk/>
      </pc:docMkLst>
      <pc:sldChg chg="modSp">
        <pc:chgData name="國峰 黃" userId="07d7d89e1f669cb9" providerId="LiveId" clId="{B72CCB76-3BE9-48B1-8DF6-A8B37564D1D7}" dt="2019-02-13T05:31:48.541" v="2442" actId="20577"/>
        <pc:sldMkLst>
          <pc:docMk/>
          <pc:sldMk cId="3676774769" sldId="256"/>
        </pc:sldMkLst>
        <pc:spChg chg="mod">
          <ac:chgData name="國峰 黃" userId="07d7d89e1f669cb9" providerId="LiveId" clId="{B72CCB76-3BE9-48B1-8DF6-A8B37564D1D7}" dt="2019-02-11T14:58:53.371" v="16" actId="404"/>
          <ac:spMkLst>
            <pc:docMk/>
            <pc:sldMk cId="3676774769" sldId="256"/>
            <ac:spMk id="2" creationId="{55822F15-00D1-4FDE-A019-FC933C4E2549}"/>
          </ac:spMkLst>
        </pc:spChg>
        <pc:spChg chg="mod">
          <ac:chgData name="國峰 黃" userId="07d7d89e1f669cb9" providerId="LiveId" clId="{B72CCB76-3BE9-48B1-8DF6-A8B37564D1D7}" dt="2019-02-13T05:31:48.541" v="2442" actId="20577"/>
          <ac:spMkLst>
            <pc:docMk/>
            <pc:sldMk cId="3676774769" sldId="256"/>
            <ac:spMk id="3" creationId="{7ABD29E4-B887-45D9-9793-DA3B272D07C3}"/>
          </ac:spMkLst>
        </pc:spChg>
        <pc:spChg chg="mod">
          <ac:chgData name="國峰 黃" userId="07d7d89e1f669cb9" providerId="LiveId" clId="{B72CCB76-3BE9-48B1-8DF6-A8B37564D1D7}" dt="2019-02-13T05:31:42.167" v="2438" actId="20577"/>
          <ac:spMkLst>
            <pc:docMk/>
            <pc:sldMk cId="3676774769" sldId="256"/>
            <ac:spMk id="4" creationId="{DBCD3618-401B-49E4-9C85-373848D9AA50}"/>
          </ac:spMkLst>
        </pc:spChg>
      </pc:sldChg>
      <pc:sldChg chg="modSp">
        <pc:chgData name="國峰 黃" userId="07d7d89e1f669cb9" providerId="LiveId" clId="{B72CCB76-3BE9-48B1-8DF6-A8B37564D1D7}" dt="2019-02-12T09:34:18.028" v="2248" actId="14100"/>
        <pc:sldMkLst>
          <pc:docMk/>
          <pc:sldMk cId="2726883200" sldId="276"/>
        </pc:sldMkLst>
        <pc:spChg chg="mod">
          <ac:chgData name="國峰 黃" userId="07d7d89e1f669cb9" providerId="LiveId" clId="{B72CCB76-3BE9-48B1-8DF6-A8B37564D1D7}" dt="2019-02-11T15:01:39.785" v="33" actId="20577"/>
          <ac:spMkLst>
            <pc:docMk/>
            <pc:sldMk cId="2726883200" sldId="276"/>
            <ac:spMk id="2" creationId="{A81FADCC-098F-42B3-A516-7A8E8C1A4646}"/>
          </ac:spMkLst>
        </pc:spChg>
        <pc:spChg chg="mod">
          <ac:chgData name="國峰 黃" userId="07d7d89e1f669cb9" providerId="LiveId" clId="{B72CCB76-3BE9-48B1-8DF6-A8B37564D1D7}" dt="2019-02-12T09:34:18.028" v="2248" actId="14100"/>
          <ac:spMkLst>
            <pc:docMk/>
            <pc:sldMk cId="2726883200" sldId="276"/>
            <ac:spMk id="3" creationId="{7DB8E5E2-9D37-4095-8A46-00A68D1D282E}"/>
          </ac:spMkLst>
        </pc:spChg>
      </pc:sldChg>
      <pc:sldChg chg="addSp delSp modSp">
        <pc:chgData name="國峰 黃" userId="07d7d89e1f669cb9" providerId="LiveId" clId="{B72CCB76-3BE9-48B1-8DF6-A8B37564D1D7}" dt="2019-02-12T09:42:38.613" v="2309" actId="20577"/>
        <pc:sldMkLst>
          <pc:docMk/>
          <pc:sldMk cId="2693855290" sldId="306"/>
        </pc:sldMkLst>
        <pc:spChg chg="mod">
          <ac:chgData name="國峰 黃" userId="07d7d89e1f669cb9" providerId="LiveId" clId="{B72CCB76-3BE9-48B1-8DF6-A8B37564D1D7}" dt="2019-02-12T08:00:19.994" v="1099"/>
          <ac:spMkLst>
            <pc:docMk/>
            <pc:sldMk cId="2693855290" sldId="306"/>
            <ac:spMk id="2" creationId="{E7747DF4-4375-4FEA-AD33-D3E0A18DB5F5}"/>
          </ac:spMkLst>
        </pc:spChg>
        <pc:spChg chg="del">
          <ac:chgData name="國峰 黃" userId="07d7d89e1f669cb9" providerId="LiveId" clId="{B72CCB76-3BE9-48B1-8DF6-A8B37564D1D7}" dt="2019-02-11T15:12:48.892" v="49" actId="478"/>
          <ac:spMkLst>
            <pc:docMk/>
            <pc:sldMk cId="2693855290" sldId="306"/>
            <ac:spMk id="3" creationId="{8F4DC4F3-9F84-484E-B4AD-DB1D749D7E05}"/>
          </ac:spMkLst>
        </pc:spChg>
        <pc:spChg chg="del">
          <ac:chgData name="國峰 黃" userId="07d7d89e1f669cb9" providerId="LiveId" clId="{B72CCB76-3BE9-48B1-8DF6-A8B37564D1D7}" dt="2019-02-11T15:12:48.892" v="49" actId="478"/>
          <ac:spMkLst>
            <pc:docMk/>
            <pc:sldMk cId="2693855290" sldId="306"/>
            <ac:spMk id="6" creationId="{908E8804-D164-432A-8CAB-7AA26B9551FB}"/>
          </ac:spMkLst>
        </pc:spChg>
        <pc:spChg chg="del">
          <ac:chgData name="國峰 黃" userId="07d7d89e1f669cb9" providerId="LiveId" clId="{B72CCB76-3BE9-48B1-8DF6-A8B37564D1D7}" dt="2019-02-11T15:12:48.892" v="49" actId="478"/>
          <ac:spMkLst>
            <pc:docMk/>
            <pc:sldMk cId="2693855290" sldId="306"/>
            <ac:spMk id="7" creationId="{E8C5BBC3-D7C0-4239-AC1F-C2F0F7990D39}"/>
          </ac:spMkLst>
        </pc:spChg>
        <pc:spChg chg="del">
          <ac:chgData name="國峰 黃" userId="07d7d89e1f669cb9" providerId="LiveId" clId="{B72CCB76-3BE9-48B1-8DF6-A8B37564D1D7}" dt="2019-02-11T15:12:48.892" v="49" actId="478"/>
          <ac:spMkLst>
            <pc:docMk/>
            <pc:sldMk cId="2693855290" sldId="306"/>
            <ac:spMk id="8" creationId="{3A71E5ED-E6CB-41ED-8F8D-1378F504B18B}"/>
          </ac:spMkLst>
        </pc:spChg>
        <pc:spChg chg="del">
          <ac:chgData name="國峰 黃" userId="07d7d89e1f669cb9" providerId="LiveId" clId="{B72CCB76-3BE9-48B1-8DF6-A8B37564D1D7}" dt="2019-02-11T15:12:48.892" v="49" actId="478"/>
          <ac:spMkLst>
            <pc:docMk/>
            <pc:sldMk cId="2693855290" sldId="306"/>
            <ac:spMk id="9" creationId="{732D65CE-CE4C-4D81-AEE2-E478C61E5FA1}"/>
          </ac:spMkLst>
        </pc:spChg>
        <pc:spChg chg="del">
          <ac:chgData name="國峰 黃" userId="07d7d89e1f669cb9" providerId="LiveId" clId="{B72CCB76-3BE9-48B1-8DF6-A8B37564D1D7}" dt="2019-02-11T15:12:48.892" v="49" actId="478"/>
          <ac:spMkLst>
            <pc:docMk/>
            <pc:sldMk cId="2693855290" sldId="306"/>
            <ac:spMk id="10" creationId="{47FF09B2-2931-4F60-99D9-904B63311956}"/>
          </ac:spMkLst>
        </pc:spChg>
        <pc:spChg chg="del">
          <ac:chgData name="國峰 黃" userId="07d7d89e1f669cb9" providerId="LiveId" clId="{B72CCB76-3BE9-48B1-8DF6-A8B37564D1D7}" dt="2019-02-11T15:12:48.892" v="49" actId="478"/>
          <ac:spMkLst>
            <pc:docMk/>
            <pc:sldMk cId="2693855290" sldId="306"/>
            <ac:spMk id="11" creationId="{DEA2BD9A-D5B1-4585-AA27-2C009D48C135}"/>
          </ac:spMkLst>
        </pc:spChg>
        <pc:spChg chg="del">
          <ac:chgData name="國峰 黃" userId="07d7d89e1f669cb9" providerId="LiveId" clId="{B72CCB76-3BE9-48B1-8DF6-A8B37564D1D7}" dt="2019-02-11T15:12:48.892" v="49" actId="478"/>
          <ac:spMkLst>
            <pc:docMk/>
            <pc:sldMk cId="2693855290" sldId="306"/>
            <ac:spMk id="12" creationId="{DF5A26AF-EA3B-41AB-819A-BC20D2FCB8F3}"/>
          </ac:spMkLst>
        </pc:spChg>
        <pc:spChg chg="add mod">
          <ac:chgData name="國峰 黃" userId="07d7d89e1f669cb9" providerId="LiveId" clId="{B72CCB76-3BE9-48B1-8DF6-A8B37564D1D7}" dt="2019-02-12T09:42:38.613" v="2309" actId="20577"/>
          <ac:spMkLst>
            <pc:docMk/>
            <pc:sldMk cId="2693855290" sldId="306"/>
            <ac:spMk id="13" creationId="{6556A137-A4DD-4457-B8CB-3CCE5193C925}"/>
          </ac:spMkLst>
        </pc:spChg>
        <pc:picChg chg="del">
          <ac:chgData name="國峰 黃" userId="07d7d89e1f669cb9" providerId="LiveId" clId="{B72CCB76-3BE9-48B1-8DF6-A8B37564D1D7}" dt="2019-02-11T15:12:48.892" v="49" actId="478"/>
          <ac:picMkLst>
            <pc:docMk/>
            <pc:sldMk cId="2693855290" sldId="306"/>
            <ac:picMk id="5" creationId="{7D7F0169-C3E4-4A08-8276-1A6D35A470D6}"/>
          </ac:picMkLst>
        </pc:picChg>
      </pc:sldChg>
      <pc:sldChg chg="addSp delSp modSp">
        <pc:chgData name="國峰 黃" userId="07d7d89e1f669cb9" providerId="LiveId" clId="{B72CCB76-3BE9-48B1-8DF6-A8B37564D1D7}" dt="2019-02-12T09:44:49.590" v="2316" actId="207"/>
        <pc:sldMkLst>
          <pc:docMk/>
          <pc:sldMk cId="2294589171" sldId="343"/>
        </pc:sldMkLst>
        <pc:spChg chg="mod">
          <ac:chgData name="國峰 黃" userId="07d7d89e1f669cb9" providerId="LiveId" clId="{B72CCB76-3BE9-48B1-8DF6-A8B37564D1D7}" dt="2019-02-12T09:36:08.482" v="2249" actId="108"/>
          <ac:spMkLst>
            <pc:docMk/>
            <pc:sldMk cId="2294589171" sldId="343"/>
            <ac:spMk id="2" creationId="{E7747DF4-4375-4FEA-AD33-D3E0A18DB5F5}"/>
          </ac:spMkLst>
        </pc:spChg>
        <pc:spChg chg="add mod">
          <ac:chgData name="國峰 黃" userId="07d7d89e1f669cb9" providerId="LiveId" clId="{B72CCB76-3BE9-48B1-8DF6-A8B37564D1D7}" dt="2019-02-12T06:26:53.091" v="1006" actId="20577"/>
          <ac:spMkLst>
            <pc:docMk/>
            <pc:sldMk cId="2294589171" sldId="343"/>
            <ac:spMk id="4" creationId="{78464550-4964-4B9E-9247-548825468060}"/>
          </ac:spMkLst>
        </pc:spChg>
        <pc:spChg chg="del">
          <ac:chgData name="國峰 黃" userId="07d7d89e1f669cb9" providerId="LiveId" clId="{B72CCB76-3BE9-48B1-8DF6-A8B37564D1D7}" dt="2019-02-11T15:37:58.395" v="485" actId="478"/>
          <ac:spMkLst>
            <pc:docMk/>
            <pc:sldMk cId="2294589171" sldId="343"/>
            <ac:spMk id="6" creationId="{557132B1-9379-4387-ABC5-E77EB136BF1B}"/>
          </ac:spMkLst>
        </pc:spChg>
        <pc:graphicFrameChg chg="add mod modGraphic">
          <ac:chgData name="國峰 黃" userId="07d7d89e1f669cb9" providerId="LiveId" clId="{B72CCB76-3BE9-48B1-8DF6-A8B37564D1D7}" dt="2019-02-12T09:44:49.590" v="2316" actId="207"/>
          <ac:graphicFrameMkLst>
            <pc:docMk/>
            <pc:sldMk cId="2294589171" sldId="343"/>
            <ac:graphicFrameMk id="7" creationId="{DC431EAD-5384-49DD-AA09-D6A86EE06B5B}"/>
          </ac:graphicFrameMkLst>
        </pc:graphicFrameChg>
        <pc:picChg chg="del mod">
          <ac:chgData name="國峰 黃" userId="07d7d89e1f669cb9" providerId="LiveId" clId="{B72CCB76-3BE9-48B1-8DF6-A8B37564D1D7}" dt="2019-02-11T15:37:55.081" v="484" actId="478"/>
          <ac:picMkLst>
            <pc:docMk/>
            <pc:sldMk cId="2294589171" sldId="343"/>
            <ac:picMk id="5" creationId="{6F19EF68-75FC-424A-8C36-A10BB19F955C}"/>
          </ac:picMkLst>
        </pc:picChg>
      </pc:sldChg>
      <pc:sldChg chg="modSp add">
        <pc:chgData name="國峰 黃" userId="07d7d89e1f669cb9" providerId="LiveId" clId="{B72CCB76-3BE9-48B1-8DF6-A8B37564D1D7}" dt="2019-02-12T10:06:32.293" v="2391" actId="20577"/>
        <pc:sldMkLst>
          <pc:docMk/>
          <pc:sldMk cId="800010046" sldId="372"/>
        </pc:sldMkLst>
        <pc:spChg chg="mod">
          <ac:chgData name="國峰 黃" userId="07d7d89e1f669cb9" providerId="LiveId" clId="{B72CCB76-3BE9-48B1-8DF6-A8B37564D1D7}" dt="2019-02-12T09:36:16.677" v="2250" actId="108"/>
          <ac:spMkLst>
            <pc:docMk/>
            <pc:sldMk cId="800010046" sldId="372"/>
            <ac:spMk id="2" creationId="{E7747DF4-4375-4FEA-AD33-D3E0A18DB5F5}"/>
          </ac:spMkLst>
        </pc:spChg>
        <pc:spChg chg="mod">
          <ac:chgData name="國峰 黃" userId="07d7d89e1f669cb9" providerId="LiveId" clId="{B72CCB76-3BE9-48B1-8DF6-A8B37564D1D7}" dt="2019-02-12T10:06:32.293" v="2391" actId="20577"/>
          <ac:spMkLst>
            <pc:docMk/>
            <pc:sldMk cId="800010046" sldId="372"/>
            <ac:spMk id="4" creationId="{78464550-4964-4B9E-9247-548825468060}"/>
          </ac:spMkLst>
        </pc:spChg>
        <pc:graphicFrameChg chg="mod modGraphic">
          <ac:chgData name="國峰 黃" userId="07d7d89e1f669cb9" providerId="LiveId" clId="{B72CCB76-3BE9-48B1-8DF6-A8B37564D1D7}" dt="2019-02-12T10:04:34.126" v="2362" actId="20577"/>
          <ac:graphicFrameMkLst>
            <pc:docMk/>
            <pc:sldMk cId="800010046" sldId="372"/>
            <ac:graphicFrameMk id="7" creationId="{DC431EAD-5384-49DD-AA09-D6A86EE06B5B}"/>
          </ac:graphicFrameMkLst>
        </pc:graphicFrameChg>
      </pc:sldChg>
    </pc:docChg>
  </pc:docChgLst>
  <pc:docChgLst>
    <pc:chgData name="國峰 黃" userId="07d7d89e1f669cb9" providerId="LiveId" clId="{63381159-AF27-4007-98E4-C86A851EF65F}"/>
  </pc:docChgLst>
  <pc:docChgLst>
    <pc:chgData userId="07d7d89e1f669cb9" providerId="LiveId" clId="{30E17E0D-8901-4D2A-98BE-E37AEFA1001D}"/>
  </pc:docChgLst>
  <pc:docChgLst>
    <pc:chgData name="國峰 黃" userId="07d7d89e1f669cb9" providerId="LiveId" clId="{FF0CAD1B-94C6-4683-96BA-1DF4E703FDD6}"/>
    <pc:docChg chg="undo custSel addSld delSld modSld modSection">
      <pc:chgData name="國峰 黃" userId="07d7d89e1f669cb9" providerId="LiveId" clId="{FF0CAD1B-94C6-4683-96BA-1DF4E703FDD6}" dt="2018-12-10T09:41:59.896" v="470"/>
      <pc:docMkLst>
        <pc:docMk/>
      </pc:docMkLst>
      <pc:sldChg chg="modSp">
        <pc:chgData name="國峰 黃" userId="07d7d89e1f669cb9" providerId="LiveId" clId="{FF0CAD1B-94C6-4683-96BA-1DF4E703FDD6}" dt="2018-12-10T09:41:59.896" v="470"/>
        <pc:sldMkLst>
          <pc:docMk/>
          <pc:sldMk cId="3676774769" sldId="256"/>
        </pc:sldMkLst>
        <pc:spChg chg="mod">
          <ac:chgData name="國峰 黃" userId="07d7d89e1f669cb9" providerId="LiveId" clId="{FF0CAD1B-94C6-4683-96BA-1DF4E703FDD6}" dt="2018-11-27T07:50:11.764" v="164" actId="2711"/>
          <ac:spMkLst>
            <pc:docMk/>
            <pc:sldMk cId="3676774769" sldId="256"/>
            <ac:spMk id="2" creationId="{55822F15-00D1-4FDE-A019-FC933C4E2549}"/>
          </ac:spMkLst>
        </pc:spChg>
        <pc:spChg chg="mod">
          <ac:chgData name="國峰 黃" userId="07d7d89e1f669cb9" providerId="LiveId" clId="{FF0CAD1B-94C6-4683-96BA-1DF4E703FDD6}" dt="2018-11-27T07:50:17.205" v="165" actId="2711"/>
          <ac:spMkLst>
            <pc:docMk/>
            <pc:sldMk cId="3676774769" sldId="256"/>
            <ac:spMk id="3" creationId="{7ABD29E4-B887-45D9-9793-DA3B272D07C3}"/>
          </ac:spMkLst>
        </pc:spChg>
        <pc:spChg chg="mod">
          <ac:chgData name="國峰 黃" userId="07d7d89e1f669cb9" providerId="LiveId" clId="{FF0CAD1B-94C6-4683-96BA-1DF4E703FDD6}" dt="2018-12-10T09:41:59.896" v="470"/>
          <ac:spMkLst>
            <pc:docMk/>
            <pc:sldMk cId="3676774769" sldId="256"/>
            <ac:spMk id="4" creationId="{DBCD3618-401B-49E4-9C85-373848D9AA50}"/>
          </ac:spMkLst>
        </pc:spChg>
      </pc:sldChg>
    </pc:docChg>
  </pc:docChgLst>
  <pc:docChgLst>
    <pc:chgData name="國峰 黃" userId="07d7d89e1f669cb9" providerId="LiveId" clId="{E97F28A7-1CE6-4A2E-BE2A-327E4772F132}"/>
  </pc:docChgLst>
  <pc:docChgLst>
    <pc:chgData name="國峰 黃" userId="07d7d89e1f669cb9" providerId="LiveId" clId="{2317824F-B36D-4B63-B144-CA71A6898041}"/>
  </pc:docChgLst>
  <pc:docChgLst>
    <pc:chgData name="國峰 黃" userId="07d7d89e1f669cb9" providerId="LiveId" clId="{D46ACC56-185A-4862-9E99-A43EFB6E7F61}"/>
    <pc:docChg chg="undo custSel addSld delSld modSld modSection">
      <pc:chgData name="國峰 黃" userId="07d7d89e1f669cb9" providerId="LiveId" clId="{D46ACC56-185A-4862-9E99-A43EFB6E7F61}" dt="2019-03-05T10:07:26.944" v="514"/>
      <pc:docMkLst>
        <pc:docMk/>
      </pc:docMkLst>
      <pc:sldChg chg="modSp">
        <pc:chgData name="國峰 黃" userId="07d7d89e1f669cb9" providerId="LiveId" clId="{D46ACC56-185A-4862-9E99-A43EFB6E7F61}" dt="2019-03-05T10:07:26.944" v="514"/>
        <pc:sldMkLst>
          <pc:docMk/>
          <pc:sldMk cId="3676774769" sldId="256"/>
        </pc:sldMkLst>
        <pc:spChg chg="mod">
          <ac:chgData name="國峰 黃" userId="07d7d89e1f669cb9" providerId="LiveId" clId="{D46ACC56-185A-4862-9E99-A43EFB6E7F61}" dt="2019-03-05T07:08:11.898" v="0"/>
          <ac:spMkLst>
            <pc:docMk/>
            <pc:sldMk cId="3676774769" sldId="256"/>
            <ac:spMk id="2" creationId="{55822F15-00D1-4FDE-A019-FC933C4E2549}"/>
          </ac:spMkLst>
        </pc:spChg>
        <pc:spChg chg="mod">
          <ac:chgData name="國峰 黃" userId="07d7d89e1f669cb9" providerId="LiveId" clId="{D46ACC56-185A-4862-9E99-A43EFB6E7F61}" dt="2019-03-05T10:07:26.944" v="514"/>
          <ac:spMkLst>
            <pc:docMk/>
            <pc:sldMk cId="3676774769" sldId="256"/>
            <ac:spMk id="3" creationId="{7ABD29E4-B887-45D9-9793-DA3B272D07C3}"/>
          </ac:spMkLst>
        </pc:spChg>
        <pc:spChg chg="mod">
          <ac:chgData name="國峰 黃" userId="07d7d89e1f669cb9" providerId="LiveId" clId="{D46ACC56-185A-4862-9E99-A43EFB6E7F61}" dt="2019-03-05T07:28:17.909" v="37" actId="20577"/>
          <ac:spMkLst>
            <pc:docMk/>
            <pc:sldMk cId="3676774769" sldId="256"/>
            <ac:spMk id="4" creationId="{DBCD3618-401B-49E4-9C85-373848D9AA50}"/>
          </ac:spMkLst>
        </pc:spChg>
      </pc:sldChg>
      <pc:sldChg chg="modSp">
        <pc:chgData name="國峰 黃" userId="07d7d89e1f669cb9" providerId="LiveId" clId="{D46ACC56-185A-4862-9E99-A43EFB6E7F61}" dt="2019-03-05T07:29:28.358" v="40" actId="20577"/>
        <pc:sldMkLst>
          <pc:docMk/>
          <pc:sldMk cId="2726883200" sldId="276"/>
        </pc:sldMkLst>
        <pc:spChg chg="mod">
          <ac:chgData name="國峰 黃" userId="07d7d89e1f669cb9" providerId="LiveId" clId="{D46ACC56-185A-4862-9E99-A43EFB6E7F61}" dt="2019-03-05T07:29:28.358" v="40" actId="20577"/>
          <ac:spMkLst>
            <pc:docMk/>
            <pc:sldMk cId="2726883200" sldId="276"/>
            <ac:spMk id="2" creationId="{A81FADCC-098F-42B3-A516-7A8E8C1A4646}"/>
          </ac:spMkLst>
        </pc:spChg>
        <pc:spChg chg="mod">
          <ac:chgData name="國峰 黃" userId="07d7d89e1f669cb9" providerId="LiveId" clId="{D46ACC56-185A-4862-9E99-A43EFB6E7F61}" dt="2019-03-05T07:29:02.882" v="39"/>
          <ac:spMkLst>
            <pc:docMk/>
            <pc:sldMk cId="2726883200" sldId="276"/>
            <ac:spMk id="3" creationId="{7DB8E5E2-9D37-4095-8A46-00A68D1D282E}"/>
          </ac:spMkLst>
        </pc:spChg>
      </pc:sldChg>
      <pc:sldChg chg="modSp">
        <pc:chgData name="國峰 黃" userId="07d7d89e1f669cb9" providerId="LiveId" clId="{D46ACC56-185A-4862-9E99-A43EFB6E7F61}" dt="2019-03-05T07:39:26.316" v="242"/>
        <pc:sldMkLst>
          <pc:docMk/>
          <pc:sldMk cId="2693855290" sldId="306"/>
        </pc:sldMkLst>
        <pc:spChg chg="mod">
          <ac:chgData name="國峰 黃" userId="07d7d89e1f669cb9" providerId="LiveId" clId="{D46ACC56-185A-4862-9E99-A43EFB6E7F61}" dt="2019-03-05T07:39:26.316" v="242"/>
          <ac:spMkLst>
            <pc:docMk/>
            <pc:sldMk cId="2693855290" sldId="306"/>
            <ac:spMk id="2" creationId="{E7747DF4-4375-4FEA-AD33-D3E0A18DB5F5}"/>
          </ac:spMkLst>
        </pc:spChg>
        <pc:spChg chg="mod">
          <ac:chgData name="國峰 黃" userId="07d7d89e1f669cb9" providerId="LiveId" clId="{D46ACC56-185A-4862-9E99-A43EFB6E7F61}" dt="2019-03-05T07:38:17.475" v="236"/>
          <ac:spMkLst>
            <pc:docMk/>
            <pc:sldMk cId="2693855290" sldId="306"/>
            <ac:spMk id="13" creationId="{6556A137-A4DD-4457-B8CB-3CCE5193C925}"/>
          </ac:spMkLst>
        </pc:spChg>
      </pc:sldChg>
      <pc:sldChg chg="addSp delSp modSp">
        <pc:chgData name="國峰 黃" userId="07d7d89e1f669cb9" providerId="LiveId" clId="{D46ACC56-185A-4862-9E99-A43EFB6E7F61}" dt="2019-03-05T09:55:33.106" v="510" actId="108"/>
        <pc:sldMkLst>
          <pc:docMk/>
          <pc:sldMk cId="2294589171" sldId="343"/>
        </pc:sldMkLst>
        <pc:spChg chg="mod">
          <ac:chgData name="國峰 黃" userId="07d7d89e1f669cb9" providerId="LiveId" clId="{D46ACC56-185A-4862-9E99-A43EFB6E7F61}" dt="2019-03-05T09:55:33.106" v="510" actId="108"/>
          <ac:spMkLst>
            <pc:docMk/>
            <pc:sldMk cId="2294589171" sldId="343"/>
            <ac:spMk id="2" creationId="{E7747DF4-4375-4FEA-AD33-D3E0A18DB5F5}"/>
          </ac:spMkLst>
        </pc:spChg>
        <pc:spChg chg="add mod">
          <ac:chgData name="國峰 黃" userId="07d7d89e1f669cb9" providerId="LiveId" clId="{D46ACC56-185A-4862-9E99-A43EFB6E7F61}" dt="2019-03-05T07:54:26.448" v="438" actId="404"/>
          <ac:spMkLst>
            <pc:docMk/>
            <pc:sldMk cId="2294589171" sldId="343"/>
            <ac:spMk id="3" creationId="{024B204B-F044-458D-AB3B-9AC573243C40}"/>
          </ac:spMkLst>
        </pc:spChg>
        <pc:spChg chg="mod">
          <ac:chgData name="國峰 黃" userId="07d7d89e1f669cb9" providerId="LiveId" clId="{D46ACC56-185A-4862-9E99-A43EFB6E7F61}" dt="2019-03-05T07:55:46.168" v="465" actId="58"/>
          <ac:spMkLst>
            <pc:docMk/>
            <pc:sldMk cId="2294589171" sldId="343"/>
            <ac:spMk id="4" creationId="{78464550-4964-4B9E-9247-548825468060}"/>
          </ac:spMkLst>
        </pc:spChg>
        <pc:spChg chg="add mod">
          <ac:chgData name="國峰 黃" userId="07d7d89e1f669cb9" providerId="LiveId" clId="{D46ACC56-185A-4862-9E99-A43EFB6E7F61}" dt="2019-03-05T07:54:43.557" v="446" actId="1076"/>
          <ac:spMkLst>
            <pc:docMk/>
            <pc:sldMk cId="2294589171" sldId="343"/>
            <ac:spMk id="5" creationId="{2AE8F3F3-7F46-4413-A1EE-C2DD9A552472}"/>
          </ac:spMkLst>
        </pc:spChg>
        <pc:spChg chg="add mod">
          <ac:chgData name="國峰 黃" userId="07d7d89e1f669cb9" providerId="LiveId" clId="{D46ACC56-185A-4862-9E99-A43EFB6E7F61}" dt="2019-03-05T07:54:45.808" v="447"/>
          <ac:spMkLst>
            <pc:docMk/>
            <pc:sldMk cId="2294589171" sldId="343"/>
            <ac:spMk id="6" creationId="{D4D538A2-40C7-4125-B1FB-83A078343295}"/>
          </ac:spMkLst>
        </pc:spChg>
        <pc:spChg chg="add del">
          <ac:chgData name="國峰 黃" userId="07d7d89e1f669cb9" providerId="LiveId" clId="{D46ACC56-185A-4862-9E99-A43EFB6E7F61}" dt="2019-03-05T07:53:25.838" v="423"/>
          <ac:spMkLst>
            <pc:docMk/>
            <pc:sldMk cId="2294589171" sldId="343"/>
            <ac:spMk id="8" creationId="{93AC8D5F-9285-431B-98EE-0A984F287EA6}"/>
          </ac:spMkLst>
        </pc:spChg>
        <pc:spChg chg="add mod">
          <ac:chgData name="國峰 黃" userId="07d7d89e1f669cb9" providerId="LiveId" clId="{D46ACC56-185A-4862-9E99-A43EFB6E7F61}" dt="2019-03-05T07:55:00.871" v="453" actId="1076"/>
          <ac:spMkLst>
            <pc:docMk/>
            <pc:sldMk cId="2294589171" sldId="343"/>
            <ac:spMk id="9" creationId="{ACF35B13-121D-4823-9366-10FC2B6EEA95}"/>
          </ac:spMkLst>
        </pc:spChg>
        <pc:spChg chg="add mod">
          <ac:chgData name="國峰 黃" userId="07d7d89e1f669cb9" providerId="LiveId" clId="{D46ACC56-185A-4862-9E99-A43EFB6E7F61}" dt="2019-03-05T07:55:17.823" v="460" actId="1076"/>
          <ac:spMkLst>
            <pc:docMk/>
            <pc:sldMk cId="2294589171" sldId="343"/>
            <ac:spMk id="10" creationId="{18097EE0-E5CA-4CCE-AC83-0150E4E4F7B5}"/>
          </ac:spMkLst>
        </pc:spChg>
        <pc:spChg chg="add mod">
          <ac:chgData name="國峰 黃" userId="07d7d89e1f669cb9" providerId="LiveId" clId="{D46ACC56-185A-4862-9E99-A43EFB6E7F61}" dt="2019-03-05T07:55:03.479" v="454" actId="1076"/>
          <ac:spMkLst>
            <pc:docMk/>
            <pc:sldMk cId="2294589171" sldId="343"/>
            <ac:spMk id="11" creationId="{3897C34F-04C6-4D36-A1A8-ADD5F5394751}"/>
          </ac:spMkLst>
        </pc:spChg>
        <pc:spChg chg="add mod">
          <ac:chgData name="國峰 黃" userId="07d7d89e1f669cb9" providerId="LiveId" clId="{D46ACC56-185A-4862-9E99-A43EFB6E7F61}" dt="2019-03-05T07:55:14.027" v="459" actId="403"/>
          <ac:spMkLst>
            <pc:docMk/>
            <pc:sldMk cId="2294589171" sldId="343"/>
            <ac:spMk id="12" creationId="{019FE664-5C4E-4B4C-AED4-3989133E6B56}"/>
          </ac:spMkLst>
        </pc:spChg>
        <pc:spChg chg="add mod">
          <ac:chgData name="國峰 黃" userId="07d7d89e1f669cb9" providerId="LiveId" clId="{D46ACC56-185A-4862-9E99-A43EFB6E7F61}" dt="2019-03-05T08:04:28.689" v="477" actId="2711"/>
          <ac:spMkLst>
            <pc:docMk/>
            <pc:sldMk cId="2294589171" sldId="343"/>
            <ac:spMk id="13" creationId="{2B07FBD2-0B80-4322-ABFB-6FD4054AE98E}"/>
          </ac:spMkLst>
        </pc:spChg>
        <pc:graphicFrameChg chg="del">
          <ac:chgData name="國峰 黃" userId="07d7d89e1f669cb9" providerId="LiveId" clId="{D46ACC56-185A-4862-9E99-A43EFB6E7F61}" dt="2019-03-05T07:49:32.778" v="397" actId="478"/>
          <ac:graphicFrameMkLst>
            <pc:docMk/>
            <pc:sldMk cId="2294589171" sldId="343"/>
            <ac:graphicFrameMk id="7" creationId="{DC431EAD-5384-49DD-AA09-D6A86EE06B5B}"/>
          </ac:graphicFrameMkLst>
        </pc:graphicFrameChg>
        <pc:picChg chg="add del">
          <ac:chgData name="國峰 黃" userId="07d7d89e1f669cb9" providerId="LiveId" clId="{D46ACC56-185A-4862-9E99-A43EFB6E7F61}" dt="2019-03-05T08:09:03.246" v="479"/>
          <ac:picMkLst>
            <pc:docMk/>
            <pc:sldMk cId="2294589171" sldId="343"/>
            <ac:picMk id="14" creationId="{3B94697C-9C20-4AC2-9238-D19EA82C4406}"/>
          </ac:picMkLst>
        </pc:picChg>
        <pc:picChg chg="add del">
          <ac:chgData name="國峰 黃" userId="07d7d89e1f669cb9" providerId="LiveId" clId="{D46ACC56-185A-4862-9E99-A43EFB6E7F61}" dt="2019-03-05T08:09:05.980" v="481"/>
          <ac:picMkLst>
            <pc:docMk/>
            <pc:sldMk cId="2294589171" sldId="343"/>
            <ac:picMk id="15" creationId="{55B4B5C7-70AE-48AB-B445-02A985C89EFF}"/>
          </ac:picMkLst>
        </pc:picChg>
      </pc:sldChg>
      <pc:sldChg chg="del">
        <pc:chgData name="國峰 黃" userId="07d7d89e1f669cb9" providerId="LiveId" clId="{D46ACC56-185A-4862-9E99-A43EFB6E7F61}" dt="2019-03-05T07:29:32.413" v="41" actId="2696"/>
        <pc:sldMkLst>
          <pc:docMk/>
          <pc:sldMk cId="1301469175" sldId="371"/>
        </pc:sldMkLst>
      </pc:sldChg>
      <pc:sldChg chg="addSp delSp modSp">
        <pc:chgData name="國峰 黃" userId="07d7d89e1f669cb9" providerId="LiveId" clId="{D46ACC56-185A-4862-9E99-A43EFB6E7F61}" dt="2019-03-05T08:10:15.261" v="492" actId="1076"/>
        <pc:sldMkLst>
          <pc:docMk/>
          <pc:sldMk cId="800010046" sldId="372"/>
        </pc:sldMkLst>
        <pc:spChg chg="mod">
          <ac:chgData name="國峰 黃" userId="07d7d89e1f669cb9" providerId="LiveId" clId="{D46ACC56-185A-4862-9E99-A43EFB6E7F61}" dt="2019-03-05T08:10:12.093" v="491"/>
          <ac:spMkLst>
            <pc:docMk/>
            <pc:sldMk cId="800010046" sldId="372"/>
            <ac:spMk id="2" creationId="{E7747DF4-4375-4FEA-AD33-D3E0A18DB5F5}"/>
          </ac:spMkLst>
        </pc:spChg>
        <pc:graphicFrameChg chg="del">
          <ac:chgData name="國峰 黃" userId="07d7d89e1f669cb9" providerId="LiveId" clId="{D46ACC56-185A-4862-9E99-A43EFB6E7F61}" dt="2019-03-05T08:09:17.714" v="485" actId="478"/>
          <ac:graphicFrameMkLst>
            <pc:docMk/>
            <pc:sldMk cId="800010046" sldId="372"/>
            <ac:graphicFrameMk id="7" creationId="{DC431EAD-5384-49DD-AA09-D6A86EE06B5B}"/>
          </ac:graphicFrameMkLst>
        </pc:graphicFrameChg>
        <pc:picChg chg="add del">
          <ac:chgData name="國峰 黃" userId="07d7d89e1f669cb9" providerId="LiveId" clId="{D46ACC56-185A-4862-9E99-A43EFB6E7F61}" dt="2019-03-05T08:09:13.855" v="483" actId="478"/>
          <ac:picMkLst>
            <pc:docMk/>
            <pc:sldMk cId="800010046" sldId="372"/>
            <ac:picMk id="3" creationId="{0DD6BD56-52C2-485E-A286-9DA1CC54FFB9}"/>
          </ac:picMkLst>
        </pc:picChg>
        <pc:picChg chg="add mod">
          <ac:chgData name="國峰 黃" userId="07d7d89e1f669cb9" providerId="LiveId" clId="{D46ACC56-185A-4862-9E99-A43EFB6E7F61}" dt="2019-03-05T08:10:15.261" v="492" actId="1076"/>
          <ac:picMkLst>
            <pc:docMk/>
            <pc:sldMk cId="800010046" sldId="372"/>
            <ac:picMk id="5" creationId="{72A4C912-B3EE-4EDF-8A7B-422AF529A591}"/>
          </ac:picMkLst>
        </pc:picChg>
      </pc:sldChg>
      <pc:sldChg chg="del">
        <pc:chgData name="國峰 黃" userId="07d7d89e1f669cb9" providerId="LiveId" clId="{D46ACC56-185A-4862-9E99-A43EFB6E7F61}" dt="2019-03-05T09:00:02.835" v="493" actId="2696"/>
        <pc:sldMkLst>
          <pc:docMk/>
          <pc:sldMk cId="1372933601" sldId="373"/>
        </pc:sldMkLst>
      </pc:sldChg>
      <pc:sldChg chg="del">
        <pc:chgData name="國峰 黃" userId="07d7d89e1f669cb9" providerId="LiveId" clId="{D46ACC56-185A-4862-9E99-A43EFB6E7F61}" dt="2019-03-05T09:00:03.137" v="494" actId="2696"/>
        <pc:sldMkLst>
          <pc:docMk/>
          <pc:sldMk cId="1533348432" sldId="374"/>
        </pc:sldMkLst>
      </pc:sldChg>
      <pc:sldChg chg="del">
        <pc:chgData name="國峰 黃" userId="07d7d89e1f669cb9" providerId="LiveId" clId="{D46ACC56-185A-4862-9E99-A43EFB6E7F61}" dt="2019-03-05T09:00:03.463" v="495" actId="2696"/>
        <pc:sldMkLst>
          <pc:docMk/>
          <pc:sldMk cId="352157296" sldId="375"/>
        </pc:sldMkLst>
      </pc:sldChg>
      <pc:sldChg chg="del">
        <pc:chgData name="國峰 黃" userId="07d7d89e1f669cb9" providerId="LiveId" clId="{D46ACC56-185A-4862-9E99-A43EFB6E7F61}" dt="2019-03-05T09:00:03.782" v="496" actId="2696"/>
        <pc:sldMkLst>
          <pc:docMk/>
          <pc:sldMk cId="1491825176" sldId="376"/>
        </pc:sldMkLst>
      </pc:sldChg>
      <pc:sldChg chg="del">
        <pc:chgData name="國峰 黃" userId="07d7d89e1f669cb9" providerId="LiveId" clId="{D46ACC56-185A-4862-9E99-A43EFB6E7F61}" dt="2019-03-05T09:00:04.117" v="497" actId="2696"/>
        <pc:sldMkLst>
          <pc:docMk/>
          <pc:sldMk cId="1660902529" sldId="377"/>
        </pc:sldMkLst>
      </pc:sldChg>
      <pc:sldChg chg="del">
        <pc:chgData name="國峰 黃" userId="07d7d89e1f669cb9" providerId="LiveId" clId="{D46ACC56-185A-4862-9E99-A43EFB6E7F61}" dt="2019-03-05T09:00:04.459" v="498" actId="2696"/>
        <pc:sldMkLst>
          <pc:docMk/>
          <pc:sldMk cId="251166123" sldId="378"/>
        </pc:sldMkLst>
      </pc:sldChg>
      <pc:sldChg chg="del">
        <pc:chgData name="國峰 黃" userId="07d7d89e1f669cb9" providerId="LiveId" clId="{D46ACC56-185A-4862-9E99-A43EFB6E7F61}" dt="2019-03-05T09:00:04.800" v="499" actId="2696"/>
        <pc:sldMkLst>
          <pc:docMk/>
          <pc:sldMk cId="1952142182" sldId="379"/>
        </pc:sldMkLst>
      </pc:sldChg>
      <pc:sldChg chg="del">
        <pc:chgData name="國峰 黃" userId="07d7d89e1f669cb9" providerId="LiveId" clId="{D46ACC56-185A-4862-9E99-A43EFB6E7F61}" dt="2019-03-05T09:00:05.055" v="500" actId="2696"/>
        <pc:sldMkLst>
          <pc:docMk/>
          <pc:sldMk cId="1089337436" sldId="380"/>
        </pc:sldMkLst>
      </pc:sldChg>
      <pc:sldChg chg="del">
        <pc:chgData name="國峰 黃" userId="07d7d89e1f669cb9" providerId="LiveId" clId="{D46ACC56-185A-4862-9E99-A43EFB6E7F61}" dt="2019-03-05T09:00:05.220" v="501" actId="2696"/>
        <pc:sldMkLst>
          <pc:docMk/>
          <pc:sldMk cId="478233365" sldId="381"/>
        </pc:sldMkLst>
      </pc:sldChg>
      <pc:sldChg chg="del">
        <pc:chgData name="國峰 黃" userId="07d7d89e1f669cb9" providerId="LiveId" clId="{D46ACC56-185A-4862-9E99-A43EFB6E7F61}" dt="2019-03-05T09:00:05.410" v="502" actId="2696"/>
        <pc:sldMkLst>
          <pc:docMk/>
          <pc:sldMk cId="2433839314" sldId="382"/>
        </pc:sldMkLst>
      </pc:sldChg>
      <pc:sldChg chg="del">
        <pc:chgData name="國峰 黃" userId="07d7d89e1f669cb9" providerId="LiveId" clId="{D46ACC56-185A-4862-9E99-A43EFB6E7F61}" dt="2019-03-05T09:00:05.593" v="503" actId="2696"/>
        <pc:sldMkLst>
          <pc:docMk/>
          <pc:sldMk cId="1793089013" sldId="383"/>
        </pc:sldMkLst>
      </pc:sldChg>
      <pc:sldChg chg="del">
        <pc:chgData name="國峰 黃" userId="07d7d89e1f669cb9" providerId="LiveId" clId="{D46ACC56-185A-4862-9E99-A43EFB6E7F61}" dt="2019-03-05T09:00:05.750" v="504" actId="2696"/>
        <pc:sldMkLst>
          <pc:docMk/>
          <pc:sldMk cId="1041152552" sldId="384"/>
        </pc:sldMkLst>
      </pc:sldChg>
      <pc:sldChg chg="modSp add">
        <pc:chgData name="國峰 黃" userId="07d7d89e1f669cb9" providerId="LiveId" clId="{D46ACC56-185A-4862-9E99-A43EFB6E7F61}" dt="2019-03-05T09:58:48.252" v="512" actId="20577"/>
        <pc:sldMkLst>
          <pc:docMk/>
          <pc:sldMk cId="4176287342" sldId="385"/>
        </pc:sldMkLst>
        <pc:spChg chg="mod">
          <ac:chgData name="國峰 黃" userId="07d7d89e1f669cb9" providerId="LiveId" clId="{D46ACC56-185A-4862-9E99-A43EFB6E7F61}" dt="2019-03-05T07:39:16.853" v="241"/>
          <ac:spMkLst>
            <pc:docMk/>
            <pc:sldMk cId="4176287342" sldId="385"/>
            <ac:spMk id="2" creationId="{E7747DF4-4375-4FEA-AD33-D3E0A18DB5F5}"/>
          </ac:spMkLst>
        </pc:spChg>
        <pc:spChg chg="mod">
          <ac:chgData name="國峰 黃" userId="07d7d89e1f669cb9" providerId="LiveId" clId="{D46ACC56-185A-4862-9E99-A43EFB6E7F61}" dt="2019-03-05T09:58:48.252" v="512" actId="20577"/>
          <ac:spMkLst>
            <pc:docMk/>
            <pc:sldMk cId="4176287342" sldId="385"/>
            <ac:spMk id="13" creationId="{6556A137-A4DD-4457-B8CB-3CCE5193C925}"/>
          </ac:spMkLst>
        </pc:spChg>
      </pc:sldChg>
      <pc:sldChg chg="addSp delSp modSp add">
        <pc:chgData name="國峰 黃" userId="07d7d89e1f669cb9" providerId="LiveId" clId="{D46ACC56-185A-4862-9E99-A43EFB6E7F61}" dt="2019-03-05T09:36:11.870" v="509"/>
        <pc:sldMkLst>
          <pc:docMk/>
          <pc:sldMk cId="3338760202" sldId="386"/>
        </pc:sldMkLst>
        <pc:spChg chg="mod">
          <ac:chgData name="國峰 黃" userId="07d7d89e1f669cb9" providerId="LiveId" clId="{D46ACC56-185A-4862-9E99-A43EFB6E7F61}" dt="2019-03-05T09:36:11.870" v="509"/>
          <ac:spMkLst>
            <pc:docMk/>
            <pc:sldMk cId="3338760202" sldId="386"/>
            <ac:spMk id="2" creationId="{E7747DF4-4375-4FEA-AD33-D3E0A18DB5F5}"/>
          </ac:spMkLst>
        </pc:spChg>
        <pc:picChg chg="add mod">
          <ac:chgData name="國峰 黃" userId="07d7d89e1f669cb9" providerId="LiveId" clId="{D46ACC56-185A-4862-9E99-A43EFB6E7F61}" dt="2019-03-05T09:36:03.566" v="508" actId="1076"/>
          <ac:picMkLst>
            <pc:docMk/>
            <pc:sldMk cId="3338760202" sldId="386"/>
            <ac:picMk id="3" creationId="{DD87B8B0-F61A-45D3-A101-FDD7D9018D69}"/>
          </ac:picMkLst>
        </pc:picChg>
        <pc:picChg chg="del">
          <ac:chgData name="國峰 黃" userId="07d7d89e1f669cb9" providerId="LiveId" clId="{D46ACC56-185A-4862-9E99-A43EFB6E7F61}" dt="2019-03-05T09:36:02.206" v="507" actId="478"/>
          <ac:picMkLst>
            <pc:docMk/>
            <pc:sldMk cId="3338760202" sldId="386"/>
            <ac:picMk id="5" creationId="{72A4C912-B3EE-4EDF-8A7B-422AF529A591}"/>
          </ac:picMkLst>
        </pc:picChg>
      </pc:sldChg>
    </pc:docChg>
  </pc:docChgLst>
  <pc:docChgLst>
    <pc:chgData name="國峰 黃" userId="07d7d89e1f669cb9" providerId="LiveId" clId="{E05DDE08-E761-4D81-98F0-68B3E676808A}"/>
    <pc:docChg chg="undo custSel addSld delSld modSld modSection">
      <pc:chgData name="國峰 黃" userId="07d7d89e1f669cb9" providerId="LiveId" clId="{E05DDE08-E761-4D81-98F0-68B3E676808A}" dt="2019-01-08T10:32:59.199" v="276" actId="1076"/>
      <pc:docMkLst>
        <pc:docMk/>
      </pc:docMkLst>
      <pc:sldChg chg="modSp">
        <pc:chgData name="國峰 黃" userId="07d7d89e1f669cb9" providerId="LiveId" clId="{E05DDE08-E761-4D81-98F0-68B3E676808A}" dt="2019-01-08T09:49:44.940" v="55"/>
        <pc:sldMkLst>
          <pc:docMk/>
          <pc:sldMk cId="3676774769" sldId="256"/>
        </pc:sldMkLst>
        <pc:spChg chg="mod">
          <ac:chgData name="國峰 黃" userId="07d7d89e1f669cb9" providerId="LiveId" clId="{E05DDE08-E761-4D81-98F0-68B3E676808A}" dt="2019-01-08T09:49:44.940" v="55"/>
          <ac:spMkLst>
            <pc:docMk/>
            <pc:sldMk cId="3676774769" sldId="256"/>
            <ac:spMk id="2" creationId="{55822F15-00D1-4FDE-A019-FC933C4E2549}"/>
          </ac:spMkLst>
        </pc:spChg>
        <pc:spChg chg="mod">
          <ac:chgData name="國峰 黃" userId="07d7d89e1f669cb9" providerId="LiveId" clId="{E05DDE08-E761-4D81-98F0-68B3E676808A}" dt="2019-01-08T09:49:19.459" v="42" actId="108"/>
          <ac:spMkLst>
            <pc:docMk/>
            <pc:sldMk cId="3676774769" sldId="256"/>
            <ac:spMk id="3" creationId="{7ABD29E4-B887-45D9-9793-DA3B272D07C3}"/>
          </ac:spMkLst>
        </pc:spChg>
        <pc:spChg chg="mod">
          <ac:chgData name="國峰 黃" userId="07d7d89e1f669cb9" providerId="LiveId" clId="{E05DDE08-E761-4D81-98F0-68B3E676808A}" dt="2019-01-08T09:49:25.521" v="54" actId="20577"/>
          <ac:spMkLst>
            <pc:docMk/>
            <pc:sldMk cId="3676774769" sldId="256"/>
            <ac:spMk id="4" creationId="{DBCD3618-401B-49E4-9C85-373848D9AA50}"/>
          </ac:spMkLst>
        </pc:spChg>
      </pc:sldChg>
      <pc:sldChg chg="modSp">
        <pc:chgData name="國峰 黃" userId="07d7d89e1f669cb9" providerId="LiveId" clId="{E05DDE08-E761-4D81-98F0-68B3E676808A}" dt="2019-01-08T10:31:22.746" v="273" actId="20577"/>
        <pc:sldMkLst>
          <pc:docMk/>
          <pc:sldMk cId="2726883200" sldId="276"/>
        </pc:sldMkLst>
        <pc:spChg chg="mod">
          <ac:chgData name="國峰 黃" userId="07d7d89e1f669cb9" providerId="LiveId" clId="{E05DDE08-E761-4D81-98F0-68B3E676808A}" dt="2019-01-08T10:31:22.746" v="273" actId="20577"/>
          <ac:spMkLst>
            <pc:docMk/>
            <pc:sldMk cId="2726883200" sldId="276"/>
            <ac:spMk id="2" creationId="{A81FADCC-098F-42B3-A516-7A8E8C1A4646}"/>
          </ac:spMkLst>
        </pc:spChg>
        <pc:spChg chg="mod">
          <ac:chgData name="國峰 黃" userId="07d7d89e1f669cb9" providerId="LiveId" clId="{E05DDE08-E761-4D81-98F0-68B3E676808A}" dt="2019-01-08T09:51:42.914" v="64" actId="20577"/>
          <ac:spMkLst>
            <pc:docMk/>
            <pc:sldMk cId="2726883200" sldId="276"/>
            <ac:spMk id="3" creationId="{7DB8E5E2-9D37-4095-8A46-00A68D1D282E}"/>
          </ac:spMkLst>
        </pc:spChg>
      </pc:sldChg>
      <pc:sldChg chg="addSp delSp modSp">
        <pc:chgData name="國峰 黃" userId="07d7d89e1f669cb9" providerId="LiveId" clId="{E05DDE08-E761-4D81-98F0-68B3E676808A}" dt="2019-01-08T09:53:57.320" v="108" actId="20577"/>
        <pc:sldMkLst>
          <pc:docMk/>
          <pc:sldMk cId="2693855290" sldId="306"/>
        </pc:sldMkLst>
        <pc:spChg chg="add mod">
          <ac:chgData name="國峰 黃" userId="07d7d89e1f669cb9" providerId="LiveId" clId="{E05DDE08-E761-4D81-98F0-68B3E676808A}" dt="2019-01-08T09:53:07.220" v="82"/>
          <ac:spMkLst>
            <pc:docMk/>
            <pc:sldMk cId="2693855290" sldId="306"/>
            <ac:spMk id="3" creationId="{8F4DC4F3-9F84-484E-B4AD-DB1D749D7E05}"/>
          </ac:spMkLst>
        </pc:spChg>
        <pc:spChg chg="add mod">
          <ac:chgData name="國峰 黃" userId="07d7d89e1f669cb9" providerId="LiveId" clId="{E05DDE08-E761-4D81-98F0-68B3E676808A}" dt="2019-01-08T09:53:37.549" v="98" actId="20577"/>
          <ac:spMkLst>
            <pc:docMk/>
            <pc:sldMk cId="2693855290" sldId="306"/>
            <ac:spMk id="6" creationId="{908E8804-D164-432A-8CAB-7AA26B9551FB}"/>
          </ac:spMkLst>
        </pc:spChg>
        <pc:spChg chg="add mod">
          <ac:chgData name="國峰 黃" userId="07d7d89e1f669cb9" providerId="LiveId" clId="{E05DDE08-E761-4D81-98F0-68B3E676808A}" dt="2019-01-08T09:53:39.990" v="99" actId="20577"/>
          <ac:spMkLst>
            <pc:docMk/>
            <pc:sldMk cId="2693855290" sldId="306"/>
            <ac:spMk id="7" creationId="{E8C5BBC3-D7C0-4239-AC1F-C2F0F7990D39}"/>
          </ac:spMkLst>
        </pc:spChg>
        <pc:spChg chg="add del mod">
          <ac:chgData name="國峰 黃" userId="07d7d89e1f669cb9" providerId="LiveId" clId="{E05DDE08-E761-4D81-98F0-68B3E676808A}" dt="2019-01-08T09:53:45.990" v="103" actId="20577"/>
          <ac:spMkLst>
            <pc:docMk/>
            <pc:sldMk cId="2693855290" sldId="306"/>
            <ac:spMk id="8" creationId="{3A71E5ED-E6CB-41ED-8F8D-1378F504B18B}"/>
          </ac:spMkLst>
        </pc:spChg>
        <pc:spChg chg="add mod">
          <ac:chgData name="國峰 黃" userId="07d7d89e1f669cb9" providerId="LiveId" clId="{E05DDE08-E761-4D81-98F0-68B3E676808A}" dt="2019-01-08T09:53:22.779" v="90" actId="1076"/>
          <ac:spMkLst>
            <pc:docMk/>
            <pc:sldMk cId="2693855290" sldId="306"/>
            <ac:spMk id="9" creationId="{732D65CE-CE4C-4D81-AEE2-E478C61E5FA1}"/>
          </ac:spMkLst>
        </pc:spChg>
        <pc:spChg chg="add mod">
          <ac:chgData name="國峰 黃" userId="07d7d89e1f669cb9" providerId="LiveId" clId="{E05DDE08-E761-4D81-98F0-68B3E676808A}" dt="2019-01-08T09:53:50.279" v="105" actId="20577"/>
          <ac:spMkLst>
            <pc:docMk/>
            <pc:sldMk cId="2693855290" sldId="306"/>
            <ac:spMk id="10" creationId="{47FF09B2-2931-4F60-99D9-904B63311956}"/>
          </ac:spMkLst>
        </pc:spChg>
        <pc:spChg chg="add mod">
          <ac:chgData name="國峰 黃" userId="07d7d89e1f669cb9" providerId="LiveId" clId="{E05DDE08-E761-4D81-98F0-68B3E676808A}" dt="2019-01-08T09:53:52.979" v="106" actId="20577"/>
          <ac:spMkLst>
            <pc:docMk/>
            <pc:sldMk cId="2693855290" sldId="306"/>
            <ac:spMk id="11" creationId="{DEA2BD9A-D5B1-4585-AA27-2C009D48C135}"/>
          </ac:spMkLst>
        </pc:spChg>
        <pc:spChg chg="add mod">
          <ac:chgData name="國峰 黃" userId="07d7d89e1f669cb9" providerId="LiveId" clId="{E05DDE08-E761-4D81-98F0-68B3E676808A}" dt="2019-01-08T09:53:57.320" v="108" actId="20577"/>
          <ac:spMkLst>
            <pc:docMk/>
            <pc:sldMk cId="2693855290" sldId="306"/>
            <ac:spMk id="12" creationId="{DF5A26AF-EA3B-41AB-819A-BC20D2FCB8F3}"/>
          </ac:spMkLst>
        </pc:spChg>
      </pc:sldChg>
      <pc:sldChg chg="modSp">
        <pc:chgData name="國峰 黃" userId="07d7d89e1f669cb9" providerId="LiveId" clId="{E05DDE08-E761-4D81-98F0-68B3E676808A}" dt="2019-01-08T09:54:26.620" v="109" actId="14100"/>
        <pc:sldMkLst>
          <pc:docMk/>
          <pc:sldMk cId="2294589171" sldId="343"/>
        </pc:sldMkLst>
        <pc:picChg chg="mod">
          <ac:chgData name="國峰 黃" userId="07d7d89e1f669cb9" providerId="LiveId" clId="{E05DDE08-E761-4D81-98F0-68B3E676808A}" dt="2019-01-08T09:54:26.620" v="109" actId="14100"/>
          <ac:picMkLst>
            <pc:docMk/>
            <pc:sldMk cId="2294589171" sldId="343"/>
            <ac:picMk id="5" creationId="{6F19EF68-75FC-424A-8C36-A10BB19F955C}"/>
          </ac:picMkLst>
        </pc:picChg>
      </pc:sldChg>
    </pc:docChg>
  </pc:docChgLst>
  <pc:docChgLst>
    <pc:chgData name="黃國峰" userId="07d7d89e1f669cb9" providerId="LiveId" clId="{9BB67EFE-CA73-4D31-92CA-DFD98D1BF03B}"/>
  </pc:docChgLst>
  <pc:docChgLst>
    <pc:chgData userId="07d7d89e1f669cb9" providerId="LiveId" clId="{A25C8640-2F66-41E6-A9F0-00AB598344A4}"/>
  </pc:docChgLst>
  <pc:docChgLst>
    <pc:chgData name="黃國峰" userId="07d7d89e1f669cb9" providerId="LiveId" clId="{D7E13699-1C50-409E-984A-872A6EE95369}"/>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2019/3/5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755175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2019/3/5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971012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2DF12AB2-5A3A-4BEC-B8CF-6ED0EDD219CF}" type="datetimeFigureOut">
              <a:rPr lang="zh-TW" altLang="en-US" smtClean="0"/>
              <a:t>2019/3/5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4176447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2DF12AB2-5A3A-4BEC-B8CF-6ED0EDD219CF}" type="datetimeFigureOut">
              <a:rPr lang="zh-TW" altLang="en-US" smtClean="0"/>
              <a:t>2019/3/5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860766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2DF12AB2-5A3A-4BEC-B8CF-6ED0EDD219CF}" type="datetimeFigureOut">
              <a:rPr lang="zh-TW" altLang="en-US" smtClean="0"/>
              <a:t>2019/3/5</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3166640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2DF12AB2-5A3A-4BEC-B8CF-6ED0EDD219CF}" type="datetimeFigureOut">
              <a:rPr lang="zh-TW" altLang="en-US" smtClean="0"/>
              <a:t>2019/3/5</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1277384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F12AB2-5A3A-4BEC-B8CF-6ED0EDD219CF}" type="datetimeFigureOut">
              <a:rPr lang="zh-TW" altLang="en-US" smtClean="0"/>
              <a:t>2019/3/5</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586120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F12AB2-5A3A-4BEC-B8CF-6ED0EDD219CF}" type="datetimeFigureOut">
              <a:rPr lang="zh-TW" altLang="en-US" smtClean="0"/>
              <a:t>2019/3/5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2343027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DF12AB2-5A3A-4BEC-B8CF-6ED0EDD219CF}" type="datetimeFigureOut">
              <a:rPr lang="zh-TW" altLang="en-US" smtClean="0"/>
              <a:t>2019/3/5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5310042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2019/3/5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1127814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DF12AB2-5A3A-4BEC-B8CF-6ED0EDD219CF}" type="datetimeFigureOut">
              <a:rPr lang="zh-TW" altLang="en-US" smtClean="0"/>
              <a:t>2019/3/5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3507516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F12AB2-5A3A-4BEC-B8CF-6ED0EDD219CF}" type="datetimeFigureOut">
              <a:rPr lang="zh-TW" altLang="en-US" smtClean="0"/>
              <a:t>2019/3/5</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6DEFC1-EE0A-4915-8354-4451E678A048}" type="slidenum">
              <a:rPr lang="zh-TW" altLang="en-US" smtClean="0"/>
              <a:t>‹#›</a:t>
            </a:fld>
            <a:endParaRPr lang="zh-TW" altLang="en-US"/>
          </a:p>
        </p:txBody>
      </p:sp>
    </p:spTree>
    <p:extLst>
      <p:ext uri="{BB962C8B-B14F-4D97-AF65-F5344CB8AC3E}">
        <p14:creationId xmlns:p14="http://schemas.microsoft.com/office/powerpoint/2010/main" val="23719006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5822F15-00D1-4FDE-A019-FC933C4E2549}"/>
              </a:ext>
            </a:extLst>
          </p:cNvPr>
          <p:cNvSpPr>
            <a:spLocks noGrp="1"/>
          </p:cNvSpPr>
          <p:nvPr>
            <p:ph type="ctrTitle"/>
          </p:nvPr>
        </p:nvSpPr>
        <p:spPr>
          <a:xfrm>
            <a:off x="0" y="561048"/>
            <a:ext cx="9144000" cy="2387600"/>
          </a:xfrm>
        </p:spPr>
        <p:txBody>
          <a:bodyPr>
            <a:noAutofit/>
          </a:bodyPr>
          <a:lstStyle/>
          <a:p>
            <a:r>
              <a:rPr lang="en-US" altLang="zh-TW" sz="4400" dirty="0"/>
              <a:t>On Multiple Longest Common Subsequence and Common Motifs with Gaps (Extended Abstract)</a:t>
            </a:r>
            <a:endParaRPr lang="zh-TW" altLang="en-US" sz="4400" dirty="0">
              <a:latin typeface="+mj-ea"/>
            </a:endParaRPr>
          </a:p>
        </p:txBody>
      </p:sp>
      <p:sp>
        <p:nvSpPr>
          <p:cNvPr id="3" name="副標題 2">
            <a:extLst>
              <a:ext uri="{FF2B5EF4-FFF2-40B4-BE49-F238E27FC236}">
                <a16:creationId xmlns:a16="http://schemas.microsoft.com/office/drawing/2014/main" xmlns="" id="{7ABD29E4-B887-45D9-9793-DA3B272D07C3}"/>
              </a:ext>
            </a:extLst>
          </p:cNvPr>
          <p:cNvSpPr>
            <a:spLocks noGrp="1"/>
          </p:cNvSpPr>
          <p:nvPr>
            <p:ph type="subTitle" idx="1"/>
          </p:nvPr>
        </p:nvSpPr>
        <p:spPr>
          <a:xfrm>
            <a:off x="249381" y="3299357"/>
            <a:ext cx="8560541" cy="1989499"/>
          </a:xfrm>
        </p:spPr>
        <p:txBody>
          <a:bodyPr>
            <a:normAutofit/>
          </a:bodyPr>
          <a:lstStyle/>
          <a:p>
            <a:endParaRPr lang="en-US" altLang="zh-TW" dirty="0">
              <a:latin typeface="+mj-ea"/>
              <a:ea typeface="+mj-ea"/>
            </a:endParaRPr>
          </a:p>
          <a:p>
            <a:r>
              <a:rPr lang="de-DE" altLang="zh-TW" dirty="0">
                <a:latin typeface="+mj-ea"/>
                <a:ea typeface="+mj-ea"/>
              </a:rPr>
              <a:t>Suri Dipannita Sayeed, M. Sohel Rahman, and Atif Rahman</a:t>
            </a:r>
          </a:p>
          <a:p>
            <a:r>
              <a:rPr lang="en-US" altLang="zh-TW" dirty="0">
                <a:latin typeface="+mj-ea"/>
                <a:ea typeface="+mj-ea"/>
              </a:rPr>
              <a:t>Proceedings of </a:t>
            </a:r>
            <a:r>
              <a:rPr lang="en-US" altLang="zh-TW">
                <a:latin typeface="+mj-ea"/>
                <a:ea typeface="+mj-ea"/>
              </a:rPr>
              <a:t>the </a:t>
            </a:r>
            <a:r>
              <a:rPr lang="en-US" altLang="zh-TW" smtClean="0">
                <a:latin typeface="+mj-ea"/>
                <a:ea typeface="+mj-ea"/>
              </a:rPr>
              <a:t>12th </a:t>
            </a:r>
            <a:r>
              <a:rPr lang="en-US" altLang="zh-TW" dirty="0">
                <a:latin typeface="+mj-ea"/>
                <a:ea typeface="+mj-ea"/>
              </a:rPr>
              <a:t>Workshop on Algorithms and Computation</a:t>
            </a:r>
            <a:r>
              <a:rPr lang="zh-TW" altLang="en-US" dirty="0">
                <a:latin typeface="+mj-ea"/>
                <a:ea typeface="+mj-ea"/>
              </a:rPr>
              <a:t> </a:t>
            </a:r>
            <a:r>
              <a:rPr lang="en-US" altLang="zh-TW" dirty="0">
                <a:latin typeface="+mj-ea"/>
                <a:ea typeface="+mj-ea"/>
              </a:rPr>
              <a:t>(WALCOM 2018), Dhaka, Bangladesh, March 3-5, 2018.</a:t>
            </a:r>
            <a:endParaRPr lang="zh-TW" altLang="en-US" dirty="0">
              <a:latin typeface="+mj-ea"/>
              <a:ea typeface="+mj-ea"/>
            </a:endParaRPr>
          </a:p>
        </p:txBody>
      </p:sp>
      <p:sp>
        <p:nvSpPr>
          <p:cNvPr id="4" name="文字方塊 3">
            <a:extLst>
              <a:ext uri="{FF2B5EF4-FFF2-40B4-BE49-F238E27FC236}">
                <a16:creationId xmlns:a16="http://schemas.microsoft.com/office/drawing/2014/main" xmlns="" id="{DBCD3618-401B-49E4-9C85-373848D9AA50}"/>
              </a:ext>
            </a:extLst>
          </p:cNvPr>
          <p:cNvSpPr txBox="1"/>
          <p:nvPr/>
        </p:nvSpPr>
        <p:spPr>
          <a:xfrm>
            <a:off x="6781803" y="5288856"/>
            <a:ext cx="2028119" cy="715581"/>
          </a:xfrm>
          <a:prstGeom prst="rect">
            <a:avLst/>
          </a:prstGeom>
          <a:noFill/>
        </p:spPr>
        <p:txBody>
          <a:bodyPr wrap="none" rtlCol="0">
            <a:spAutoFit/>
          </a:bodyPr>
          <a:lstStyle/>
          <a:p>
            <a:r>
              <a:rPr lang="en-US" altLang="zh-TW" sz="1350" dirty="0">
                <a:latin typeface="+mj-ea"/>
                <a:ea typeface="+mj-ea"/>
              </a:rPr>
              <a:t>Presenter: Guo-Fong Huang</a:t>
            </a:r>
          </a:p>
          <a:p>
            <a:r>
              <a:rPr lang="en-US" altLang="zh-TW" sz="1350" dirty="0">
                <a:latin typeface="+mj-ea"/>
                <a:ea typeface="+mj-ea"/>
              </a:rPr>
              <a:t>Date:</a:t>
            </a:r>
            <a:r>
              <a:rPr lang="zh-TW" altLang="en-US" sz="1350" dirty="0">
                <a:latin typeface="+mj-ea"/>
                <a:ea typeface="+mj-ea"/>
              </a:rPr>
              <a:t> </a:t>
            </a:r>
            <a:r>
              <a:rPr lang="en-US" altLang="zh-TW" sz="1350" dirty="0">
                <a:latin typeface="+mj-ea"/>
                <a:ea typeface="+mj-ea"/>
              </a:rPr>
              <a:t>Mar.</a:t>
            </a:r>
            <a:r>
              <a:rPr lang="zh-TW" altLang="en-US" sz="1350" dirty="0">
                <a:latin typeface="+mj-ea"/>
                <a:ea typeface="+mj-ea"/>
              </a:rPr>
              <a:t> </a:t>
            </a:r>
            <a:r>
              <a:rPr lang="en-US" altLang="zh-TW" sz="1350" dirty="0">
                <a:latin typeface="+mj-ea"/>
                <a:ea typeface="+mj-ea"/>
              </a:rPr>
              <a:t>5, 2019</a:t>
            </a:r>
          </a:p>
          <a:p>
            <a:endParaRPr lang="en-US" altLang="zh-TW" sz="1350" dirty="0">
              <a:latin typeface="+mj-ea"/>
              <a:ea typeface="+mj-ea"/>
            </a:endParaRPr>
          </a:p>
        </p:txBody>
      </p:sp>
    </p:spTree>
    <p:extLst>
      <p:ext uri="{BB962C8B-B14F-4D97-AF65-F5344CB8AC3E}">
        <p14:creationId xmlns:p14="http://schemas.microsoft.com/office/powerpoint/2010/main" val="36767747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81FADCC-098F-42B3-A516-7A8E8C1A4646}"/>
              </a:ext>
            </a:extLst>
          </p:cNvPr>
          <p:cNvSpPr>
            <a:spLocks noGrp="1"/>
          </p:cNvSpPr>
          <p:nvPr>
            <p:ph type="title"/>
          </p:nvPr>
        </p:nvSpPr>
        <p:spPr/>
        <p:txBody>
          <a:bodyPr/>
          <a:lstStyle/>
          <a:p>
            <a:r>
              <a:rPr lang="en-US" altLang="zh-TW" dirty="0">
                <a:latin typeface="+mj-ea"/>
              </a:rPr>
              <a:t>Abstract</a:t>
            </a:r>
            <a:endParaRPr lang="zh-TW" altLang="en-US" dirty="0">
              <a:latin typeface="+mj-ea"/>
            </a:endParaRPr>
          </a:p>
        </p:txBody>
      </p:sp>
      <p:sp>
        <p:nvSpPr>
          <p:cNvPr id="3" name="內容版面配置區 2">
            <a:extLst>
              <a:ext uri="{FF2B5EF4-FFF2-40B4-BE49-F238E27FC236}">
                <a16:creationId xmlns:a16="http://schemas.microsoft.com/office/drawing/2014/main" xmlns="" id="{7DB8E5E2-9D37-4095-8A46-00A68D1D282E}"/>
              </a:ext>
            </a:extLst>
          </p:cNvPr>
          <p:cNvSpPr>
            <a:spLocks noGrp="1"/>
          </p:cNvSpPr>
          <p:nvPr>
            <p:ph idx="1"/>
          </p:nvPr>
        </p:nvSpPr>
        <p:spPr>
          <a:xfrm>
            <a:off x="461394" y="1825625"/>
            <a:ext cx="8372213" cy="4351338"/>
          </a:xfrm>
        </p:spPr>
        <p:txBody>
          <a:bodyPr>
            <a:noAutofit/>
          </a:bodyPr>
          <a:lstStyle/>
          <a:p>
            <a:pPr marL="0" indent="0">
              <a:buNone/>
            </a:pPr>
            <a:r>
              <a:rPr lang="en-US" altLang="zh-TW" dirty="0">
                <a:latin typeface="+mj-ea"/>
                <a:ea typeface="+mj-ea"/>
              </a:rPr>
              <a:t>Motif finding is the problem of identifying recurring patterns in sequences. It has been widely studied and several variants have been proposed. Here, we address the problem of finding common motifs with gaps that are present in all strings of a finite set. We prove that the problem is NP-hard by reducing the multiple longest common subsequence (MLCS) problem to it. We also provide a branch and bound algorithm for MLCS and show how the algorithm can be extended to give an algorithm for finding common motifs with gaps after common factors that occur in all the strings have been identified.</a:t>
            </a:r>
          </a:p>
        </p:txBody>
      </p:sp>
    </p:spTree>
    <p:extLst>
      <p:ext uri="{BB962C8B-B14F-4D97-AF65-F5344CB8AC3E}">
        <p14:creationId xmlns:p14="http://schemas.microsoft.com/office/powerpoint/2010/main" val="27268832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Preliminaries: </a:t>
            </a:r>
            <a:r>
              <a:rPr lang="en-US" altLang="zh-TW" dirty="0"/>
              <a:t>Common Motifs with Gaps</a:t>
            </a:r>
            <a:endParaRPr lang="en-US" altLang="zh-TW" dirty="0">
              <a:latin typeface="+mj-ea"/>
            </a:endParaRPr>
          </a:p>
        </p:txBody>
      </p:sp>
      <p:sp>
        <p:nvSpPr>
          <p:cNvPr id="13" name="內容版面配置區 12">
            <a:extLst>
              <a:ext uri="{FF2B5EF4-FFF2-40B4-BE49-F238E27FC236}">
                <a16:creationId xmlns:a16="http://schemas.microsoft.com/office/drawing/2014/main" xmlns="" id="{6556A137-A4DD-4457-B8CB-3CCE5193C925}"/>
              </a:ext>
            </a:extLst>
          </p:cNvPr>
          <p:cNvSpPr>
            <a:spLocks noGrp="1"/>
          </p:cNvSpPr>
          <p:nvPr>
            <p:ph idx="1"/>
          </p:nvPr>
        </p:nvSpPr>
        <p:spPr>
          <a:xfrm>
            <a:off x="628650" y="1825624"/>
            <a:ext cx="7886700" cy="5032375"/>
          </a:xfrm>
        </p:spPr>
        <p:txBody>
          <a:bodyPr>
            <a:normAutofit/>
          </a:bodyPr>
          <a:lstStyle/>
          <a:p>
            <a:pPr marL="0" indent="0">
              <a:buNone/>
            </a:pPr>
            <a:r>
              <a:rPr lang="en-US" altLang="zh-TW" sz="2400" dirty="0"/>
              <a:t>A set of strings S = {S</a:t>
            </a:r>
            <a:r>
              <a:rPr lang="en-US" altLang="zh-TW" sz="2400" baseline="-25000" dirty="0"/>
              <a:t>1</a:t>
            </a:r>
            <a:r>
              <a:rPr lang="en-US" altLang="zh-TW" sz="2400" dirty="0"/>
              <a:t>, S</a:t>
            </a:r>
            <a:r>
              <a:rPr lang="en-US" altLang="zh-TW" sz="2400" baseline="-25000" dirty="0"/>
              <a:t>2</a:t>
            </a:r>
            <a:r>
              <a:rPr lang="en-US" altLang="zh-TW" sz="2400" dirty="0"/>
              <a:t>, .., S</a:t>
            </a:r>
            <a:r>
              <a:rPr lang="en-US" altLang="zh-TW" sz="2400" baseline="-25000" dirty="0"/>
              <a:t>d</a:t>
            </a:r>
            <a:r>
              <a:rPr lang="en-US" altLang="zh-TW" sz="2400" dirty="0"/>
              <a:t>}</a:t>
            </a:r>
            <a:endParaRPr lang="pt-BR" altLang="zh-TW" sz="2400" dirty="0"/>
          </a:p>
          <a:p>
            <a:pPr marL="0" indent="0">
              <a:buNone/>
            </a:pPr>
            <a:r>
              <a:rPr lang="da-DK" altLang="zh-TW" sz="2400" dirty="0"/>
              <a:t>Alphabet Σ = {A, C, G, T} </a:t>
            </a:r>
          </a:p>
          <a:p>
            <a:pPr marL="0" indent="0">
              <a:buNone/>
            </a:pPr>
            <a:r>
              <a:rPr lang="en-US" altLang="zh-TW" sz="2400" dirty="0"/>
              <a:t>Two integers </a:t>
            </a:r>
            <a:r>
              <a:rPr lang="en-US" altLang="zh-TW" sz="2400" dirty="0" err="1"/>
              <a:t>p,q</a:t>
            </a:r>
            <a:r>
              <a:rPr lang="en-US" altLang="zh-TW" sz="2400" dirty="0"/>
              <a:t>, where 1 ≤ p ≤ q ≤ min(|</a:t>
            </a:r>
            <a:r>
              <a:rPr lang="en-US" altLang="zh-TW" sz="2400" dirty="0" err="1"/>
              <a:t>S</a:t>
            </a:r>
            <a:r>
              <a:rPr lang="en-US" altLang="zh-TW" sz="2400" baseline="-25000" dirty="0" err="1"/>
              <a:t>j</a:t>
            </a:r>
            <a:r>
              <a:rPr lang="en-US" altLang="zh-TW" sz="2400" dirty="0"/>
              <a:t> | : j ∈ {1,...,d})</a:t>
            </a:r>
          </a:p>
          <a:p>
            <a:pPr marL="0" indent="0">
              <a:buNone/>
            </a:pPr>
            <a:r>
              <a:rPr lang="en-US" altLang="zh-TW" sz="2400" dirty="0"/>
              <a:t>For example: </a:t>
            </a:r>
          </a:p>
          <a:p>
            <a:pPr marL="0" indent="0">
              <a:buNone/>
            </a:pPr>
            <a:r>
              <a:rPr lang="en-US" altLang="zh-TW" sz="2400" dirty="0"/>
              <a:t>common motifs, p=1, q=2</a:t>
            </a:r>
            <a:endParaRPr lang="pt-BR" altLang="zh-TW" sz="2400" dirty="0"/>
          </a:p>
          <a:p>
            <a:pPr marL="0" indent="0">
              <a:buNone/>
            </a:pPr>
            <a:r>
              <a:rPr lang="pt-BR" altLang="zh-TW" sz="2400" dirty="0"/>
              <a:t>S</a:t>
            </a:r>
            <a:r>
              <a:rPr lang="en-US" altLang="zh-TW" sz="2400" baseline="-25000" dirty="0"/>
              <a:t>1</a:t>
            </a:r>
            <a:r>
              <a:rPr lang="pt-BR" altLang="zh-TW" sz="2400" dirty="0"/>
              <a:t> = </a:t>
            </a:r>
            <a:r>
              <a:rPr lang="pt-BR" altLang="zh-TW" sz="2400" dirty="0">
                <a:solidFill>
                  <a:srgbClr val="FF0000"/>
                </a:solidFill>
              </a:rPr>
              <a:t>AC</a:t>
            </a:r>
            <a:r>
              <a:rPr lang="pt-BR" altLang="zh-TW" sz="2400" dirty="0"/>
              <a:t>A</a:t>
            </a:r>
            <a:r>
              <a:rPr lang="pt-BR" altLang="zh-TW" sz="2400" dirty="0">
                <a:solidFill>
                  <a:srgbClr val="FF0000"/>
                </a:solidFill>
              </a:rPr>
              <a:t>AA</a:t>
            </a:r>
            <a:r>
              <a:rPr lang="pt-BR" altLang="zh-TW" sz="2400" dirty="0"/>
              <a:t>A</a:t>
            </a:r>
            <a:r>
              <a:rPr lang="pt-BR" altLang="zh-TW" sz="2400" dirty="0">
                <a:solidFill>
                  <a:srgbClr val="FF0000"/>
                </a:solidFill>
              </a:rPr>
              <a:t>CA</a:t>
            </a:r>
            <a:r>
              <a:rPr lang="pt-BR" altLang="zh-TW" sz="2400" dirty="0"/>
              <a:t>CAAA </a:t>
            </a:r>
          </a:p>
          <a:p>
            <a:pPr marL="0" indent="0">
              <a:buNone/>
            </a:pPr>
            <a:r>
              <a:rPr lang="pt-BR" altLang="zh-TW" sz="2400" dirty="0"/>
              <a:t>S</a:t>
            </a:r>
            <a:r>
              <a:rPr lang="pt-BR" altLang="zh-TW" sz="2400" baseline="-25000" dirty="0"/>
              <a:t>2</a:t>
            </a:r>
            <a:r>
              <a:rPr lang="pt-BR" altLang="zh-TW" sz="2400" dirty="0"/>
              <a:t> = AC</a:t>
            </a:r>
            <a:r>
              <a:rPr lang="pt-BR" altLang="zh-TW" sz="2400" dirty="0">
                <a:solidFill>
                  <a:srgbClr val="FF0000"/>
                </a:solidFill>
              </a:rPr>
              <a:t>AC</a:t>
            </a:r>
            <a:r>
              <a:rPr lang="pt-BR" altLang="zh-TW" sz="2400" dirty="0"/>
              <a:t>C</a:t>
            </a:r>
            <a:r>
              <a:rPr lang="pt-BR" altLang="zh-TW" sz="2400" dirty="0">
                <a:solidFill>
                  <a:srgbClr val="FF0000"/>
                </a:solidFill>
              </a:rPr>
              <a:t>AA</a:t>
            </a:r>
            <a:r>
              <a:rPr lang="pt-BR" altLang="zh-TW" sz="2400" dirty="0"/>
              <a:t>C</a:t>
            </a:r>
            <a:r>
              <a:rPr lang="pt-BR" altLang="zh-TW" sz="2400" dirty="0">
                <a:solidFill>
                  <a:srgbClr val="FF0000"/>
                </a:solidFill>
              </a:rPr>
              <a:t>CA</a:t>
            </a:r>
            <a:r>
              <a:rPr lang="pt-BR" altLang="zh-TW" sz="2400" dirty="0"/>
              <a:t>CA </a:t>
            </a:r>
          </a:p>
          <a:p>
            <a:pPr marL="0" indent="0">
              <a:buNone/>
            </a:pPr>
            <a:r>
              <a:rPr lang="pt-BR" altLang="zh-TW" sz="2400" dirty="0"/>
              <a:t>S</a:t>
            </a:r>
            <a:r>
              <a:rPr lang="pt-BR" altLang="zh-TW" sz="2400" baseline="-25000" dirty="0"/>
              <a:t>3</a:t>
            </a:r>
            <a:r>
              <a:rPr lang="pt-BR" altLang="zh-TW" sz="2400" dirty="0"/>
              <a:t> = C</a:t>
            </a:r>
            <a:r>
              <a:rPr lang="pt-BR" altLang="zh-TW" sz="2400" dirty="0">
                <a:solidFill>
                  <a:srgbClr val="FF0000"/>
                </a:solidFill>
              </a:rPr>
              <a:t>AC</a:t>
            </a:r>
            <a:r>
              <a:rPr lang="pt-BR" altLang="zh-TW" sz="2400" dirty="0"/>
              <a:t>A</a:t>
            </a:r>
            <a:r>
              <a:rPr lang="pt-BR" altLang="zh-TW" sz="2400" dirty="0">
                <a:solidFill>
                  <a:srgbClr val="FF0000"/>
                </a:solidFill>
              </a:rPr>
              <a:t>AA</a:t>
            </a:r>
            <a:r>
              <a:rPr lang="pt-BR" altLang="zh-TW" sz="2400" dirty="0"/>
              <a:t>C</a:t>
            </a:r>
            <a:r>
              <a:rPr lang="pt-BR" altLang="zh-TW" sz="2400" dirty="0">
                <a:solidFill>
                  <a:srgbClr val="FF0000"/>
                </a:solidFill>
              </a:rPr>
              <a:t>CA</a:t>
            </a:r>
            <a:r>
              <a:rPr lang="pt-BR" altLang="zh-TW" sz="2400" dirty="0"/>
              <a:t>CCA</a:t>
            </a:r>
          </a:p>
          <a:p>
            <a:pPr marL="0" indent="0">
              <a:buNone/>
            </a:pPr>
            <a:r>
              <a:rPr lang="pt-BR" altLang="zh-TW" sz="2400" dirty="0"/>
              <a:t>optimization version: maximum common words</a:t>
            </a:r>
          </a:p>
          <a:p>
            <a:pPr marL="0" indent="0">
              <a:buNone/>
            </a:pPr>
            <a:r>
              <a:rPr lang="en-US" altLang="zh-TW" sz="2400" dirty="0"/>
              <a:t>decision version: give m, find whether there is a common motif with gaps with ≥ m factors.</a:t>
            </a:r>
          </a:p>
          <a:p>
            <a:endParaRPr lang="zh-TW" altLang="en-US" sz="2400" dirty="0"/>
          </a:p>
        </p:txBody>
      </p:sp>
    </p:spTree>
    <p:extLst>
      <p:ext uri="{BB962C8B-B14F-4D97-AF65-F5344CB8AC3E}">
        <p14:creationId xmlns:p14="http://schemas.microsoft.com/office/powerpoint/2010/main" val="2693855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Preliminaries: </a:t>
            </a:r>
            <a:r>
              <a:rPr lang="en-US" altLang="zh-TW" dirty="0"/>
              <a:t>Multiple Longest Common Subsequence</a:t>
            </a:r>
            <a:endParaRPr lang="en-US" altLang="zh-TW" dirty="0">
              <a:latin typeface="+mj-ea"/>
            </a:endParaRPr>
          </a:p>
        </p:txBody>
      </p:sp>
      <p:sp>
        <p:nvSpPr>
          <p:cNvPr id="13" name="內容版面配置區 12">
            <a:extLst>
              <a:ext uri="{FF2B5EF4-FFF2-40B4-BE49-F238E27FC236}">
                <a16:creationId xmlns:a16="http://schemas.microsoft.com/office/drawing/2014/main" xmlns="" id="{6556A137-A4DD-4457-B8CB-3CCE5193C925}"/>
              </a:ext>
            </a:extLst>
          </p:cNvPr>
          <p:cNvSpPr>
            <a:spLocks noGrp="1"/>
          </p:cNvSpPr>
          <p:nvPr>
            <p:ph idx="1"/>
          </p:nvPr>
        </p:nvSpPr>
        <p:spPr>
          <a:xfrm>
            <a:off x="628650" y="1825624"/>
            <a:ext cx="7886700" cy="5032375"/>
          </a:xfrm>
        </p:spPr>
        <p:txBody>
          <a:bodyPr>
            <a:normAutofit/>
          </a:bodyPr>
          <a:lstStyle/>
          <a:p>
            <a:pPr marL="0" indent="0">
              <a:buNone/>
            </a:pPr>
            <a:r>
              <a:rPr lang="en-US" altLang="zh-TW" sz="2400" dirty="0"/>
              <a:t>A set of strings S = {S</a:t>
            </a:r>
            <a:r>
              <a:rPr lang="en-US" altLang="zh-TW" sz="2400" baseline="-25000" dirty="0"/>
              <a:t>1</a:t>
            </a:r>
            <a:r>
              <a:rPr lang="en-US" altLang="zh-TW" sz="2400" dirty="0"/>
              <a:t>, S</a:t>
            </a:r>
            <a:r>
              <a:rPr lang="en-US" altLang="zh-TW" sz="2400" baseline="-25000" dirty="0"/>
              <a:t>2</a:t>
            </a:r>
            <a:r>
              <a:rPr lang="en-US" altLang="zh-TW" sz="2400" dirty="0"/>
              <a:t>, .., S</a:t>
            </a:r>
            <a:r>
              <a:rPr lang="en-US" altLang="zh-TW" sz="2400" baseline="-25000" dirty="0"/>
              <a:t>d</a:t>
            </a:r>
            <a:r>
              <a:rPr lang="en-US" altLang="zh-TW" sz="2400" dirty="0"/>
              <a:t>}</a:t>
            </a:r>
            <a:endParaRPr lang="pt-BR" altLang="zh-TW" sz="2400" dirty="0"/>
          </a:p>
          <a:p>
            <a:pPr marL="0" indent="0">
              <a:buNone/>
            </a:pPr>
            <a:r>
              <a:rPr lang="pt-BR" altLang="zh-TW" sz="2400" dirty="0"/>
              <a:t>S</a:t>
            </a:r>
            <a:r>
              <a:rPr lang="en-US" altLang="zh-TW" sz="2400" baseline="-25000" dirty="0"/>
              <a:t>1</a:t>
            </a:r>
            <a:r>
              <a:rPr lang="pt-BR" altLang="zh-TW" sz="2400" dirty="0"/>
              <a:t> = inf</a:t>
            </a:r>
            <a:r>
              <a:rPr lang="pt-BR" altLang="zh-TW" sz="2400" dirty="0">
                <a:solidFill>
                  <a:srgbClr val="FF0000"/>
                </a:solidFill>
              </a:rPr>
              <a:t>o</a:t>
            </a:r>
            <a:r>
              <a:rPr lang="pt-BR" altLang="zh-TW" sz="2400" dirty="0"/>
              <a:t>r</a:t>
            </a:r>
            <a:r>
              <a:rPr lang="pt-BR" altLang="zh-TW" sz="2400" dirty="0">
                <a:solidFill>
                  <a:srgbClr val="FF0000"/>
                </a:solidFill>
              </a:rPr>
              <a:t>m</a:t>
            </a:r>
            <a:r>
              <a:rPr lang="pt-BR" altLang="zh-TW" sz="2400" dirty="0"/>
              <a:t>at</a:t>
            </a:r>
            <a:r>
              <a:rPr lang="pt-BR" altLang="zh-TW" sz="2400" dirty="0">
                <a:solidFill>
                  <a:srgbClr val="FF0000"/>
                </a:solidFill>
              </a:rPr>
              <a:t>ics</a:t>
            </a:r>
            <a:r>
              <a:rPr lang="pt-BR" altLang="zh-TW" sz="2400" dirty="0"/>
              <a:t> </a:t>
            </a:r>
          </a:p>
          <a:p>
            <a:pPr marL="0" indent="0">
              <a:buNone/>
            </a:pPr>
            <a:r>
              <a:rPr lang="pt-BR" altLang="zh-TW" sz="2400" dirty="0"/>
              <a:t>S</a:t>
            </a:r>
            <a:r>
              <a:rPr lang="pt-BR" altLang="zh-TW" sz="2400" baseline="-25000" dirty="0"/>
              <a:t>2</a:t>
            </a:r>
            <a:r>
              <a:rPr lang="pt-BR" altLang="zh-TW" sz="2400" dirty="0"/>
              <a:t> = bi</a:t>
            </a:r>
            <a:r>
              <a:rPr lang="pt-BR" altLang="zh-TW" sz="2400" dirty="0">
                <a:solidFill>
                  <a:srgbClr val="FF0000"/>
                </a:solidFill>
              </a:rPr>
              <a:t>o</a:t>
            </a:r>
            <a:r>
              <a:rPr lang="pt-BR" altLang="zh-TW" sz="2400" dirty="0"/>
              <a:t>infor</a:t>
            </a:r>
            <a:r>
              <a:rPr lang="pt-BR" altLang="zh-TW" sz="2400" dirty="0">
                <a:solidFill>
                  <a:srgbClr val="FF0000"/>
                </a:solidFill>
              </a:rPr>
              <a:t>m</a:t>
            </a:r>
            <a:r>
              <a:rPr lang="pt-BR" altLang="zh-TW" sz="2400" dirty="0"/>
              <a:t>at</a:t>
            </a:r>
            <a:r>
              <a:rPr lang="pt-BR" altLang="zh-TW" sz="2400" dirty="0">
                <a:solidFill>
                  <a:srgbClr val="FF0000"/>
                </a:solidFill>
              </a:rPr>
              <a:t>ics</a:t>
            </a:r>
          </a:p>
          <a:p>
            <a:pPr marL="0" indent="0">
              <a:buNone/>
            </a:pPr>
            <a:r>
              <a:rPr lang="pt-BR" altLang="zh-TW" sz="2400" dirty="0"/>
              <a:t>S</a:t>
            </a:r>
            <a:r>
              <a:rPr lang="pt-BR" altLang="zh-TW" sz="2400" baseline="-25000" dirty="0"/>
              <a:t>3</a:t>
            </a:r>
            <a:r>
              <a:rPr lang="pt-BR" altLang="zh-TW" sz="2400" dirty="0"/>
              <a:t> = pr</a:t>
            </a:r>
            <a:r>
              <a:rPr lang="pt-BR" altLang="zh-TW" sz="2400" dirty="0">
                <a:solidFill>
                  <a:srgbClr val="FF0000"/>
                </a:solidFill>
              </a:rPr>
              <a:t>o</a:t>
            </a:r>
            <a:r>
              <a:rPr lang="pt-BR" altLang="zh-TW" sz="2400" dirty="0"/>
              <a:t>teo</a:t>
            </a:r>
            <a:r>
              <a:rPr lang="pt-BR" altLang="zh-TW" sz="2400" dirty="0">
                <a:solidFill>
                  <a:srgbClr val="FF0000"/>
                </a:solidFill>
              </a:rPr>
              <a:t>mics</a:t>
            </a:r>
          </a:p>
          <a:p>
            <a:pPr marL="0" indent="0">
              <a:buNone/>
            </a:pPr>
            <a:r>
              <a:rPr lang="pt-BR" altLang="zh-TW" sz="2400" dirty="0"/>
              <a:t>optimization version: find longest common subsequecne in S</a:t>
            </a:r>
          </a:p>
          <a:p>
            <a:pPr marL="0" indent="0">
              <a:buNone/>
            </a:pPr>
            <a:r>
              <a:rPr lang="en-US" altLang="zh-TW" sz="2400" dirty="0"/>
              <a:t>decision version: give m, find whether there is a m length solution of MLCS in S.</a:t>
            </a:r>
          </a:p>
          <a:p>
            <a:endParaRPr lang="zh-TW" altLang="en-US" sz="2400" dirty="0"/>
          </a:p>
        </p:txBody>
      </p:sp>
    </p:spTree>
    <p:extLst>
      <p:ext uri="{BB962C8B-B14F-4D97-AF65-F5344CB8AC3E}">
        <p14:creationId xmlns:p14="http://schemas.microsoft.com/office/powerpoint/2010/main" val="4176287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Complexity of Common Motifs with Gaps</a:t>
            </a:r>
            <a:endParaRPr lang="zh-TW" altLang="en-US" dirty="0">
              <a:latin typeface="+mj-ea"/>
            </a:endParaRPr>
          </a:p>
        </p:txBody>
      </p:sp>
      <p:sp>
        <p:nvSpPr>
          <p:cNvPr id="4" name="內容版面配置區 3">
            <a:extLst>
              <a:ext uri="{FF2B5EF4-FFF2-40B4-BE49-F238E27FC236}">
                <a16:creationId xmlns:a16="http://schemas.microsoft.com/office/drawing/2014/main" xmlns="" id="{78464550-4964-4B9E-9247-548825468060}"/>
              </a:ext>
            </a:extLst>
          </p:cNvPr>
          <p:cNvSpPr>
            <a:spLocks noGrp="1"/>
          </p:cNvSpPr>
          <p:nvPr>
            <p:ph idx="1"/>
          </p:nvPr>
        </p:nvSpPr>
        <p:spPr/>
        <p:txBody>
          <a:bodyPr/>
          <a:lstStyle/>
          <a:p>
            <a:pPr marL="0" indent="0">
              <a:buNone/>
            </a:pPr>
            <a:r>
              <a:rPr lang="en-US" altLang="zh-TW" dirty="0"/>
              <a:t>Complexity of Common Motifs with Gaps</a:t>
            </a:r>
          </a:p>
          <a:p>
            <a:pPr marL="0" indent="0">
              <a:buNone/>
            </a:pPr>
            <a:r>
              <a:rPr lang="en-US" altLang="zh-TW" dirty="0"/>
              <a:t>MLCS ≤</a:t>
            </a:r>
            <a:r>
              <a:rPr lang="en-US" altLang="zh-TW" baseline="-25000" dirty="0"/>
              <a:t>P</a:t>
            </a:r>
            <a:r>
              <a:rPr lang="en-US" altLang="zh-TW" dirty="0"/>
              <a:t> CMG</a:t>
            </a:r>
            <a:endParaRPr lang="zh-TW" altLang="en-US" dirty="0"/>
          </a:p>
        </p:txBody>
      </p:sp>
      <p:sp>
        <p:nvSpPr>
          <p:cNvPr id="3" name="矩形 2">
            <a:extLst>
              <a:ext uri="{FF2B5EF4-FFF2-40B4-BE49-F238E27FC236}">
                <a16:creationId xmlns:a16="http://schemas.microsoft.com/office/drawing/2014/main" xmlns="" id="{024B204B-F044-458D-AB3B-9AC573243C40}"/>
              </a:ext>
            </a:extLst>
          </p:cNvPr>
          <p:cNvSpPr/>
          <p:nvPr/>
        </p:nvSpPr>
        <p:spPr>
          <a:xfrm>
            <a:off x="628650" y="3078217"/>
            <a:ext cx="4572000" cy="1200329"/>
          </a:xfrm>
          <a:prstGeom prst="rect">
            <a:avLst/>
          </a:prstGeom>
        </p:spPr>
        <p:txBody>
          <a:bodyPr>
            <a:spAutoFit/>
          </a:bodyPr>
          <a:lstStyle/>
          <a:p>
            <a:r>
              <a:rPr lang="en-US" altLang="zh-TW" sz="2400" dirty="0" err="1"/>
              <a:t>abcd</a:t>
            </a:r>
            <a:r>
              <a:rPr lang="en-US" altLang="zh-TW" sz="2400" dirty="0"/>
              <a:t> </a:t>
            </a:r>
          </a:p>
          <a:p>
            <a:r>
              <a:rPr lang="en-US" altLang="zh-TW" sz="2400" dirty="0" err="1"/>
              <a:t>bacd</a:t>
            </a:r>
            <a:endParaRPr lang="en-US" altLang="zh-TW" sz="2400" dirty="0"/>
          </a:p>
          <a:p>
            <a:r>
              <a:rPr lang="en-US" altLang="zh-TW" sz="2400" dirty="0" err="1"/>
              <a:t>acbd</a:t>
            </a:r>
            <a:endParaRPr lang="zh-TW" altLang="en-US" sz="2400" dirty="0"/>
          </a:p>
        </p:txBody>
      </p:sp>
      <p:sp>
        <p:nvSpPr>
          <p:cNvPr id="5" name="矩形 4">
            <a:extLst>
              <a:ext uri="{FF2B5EF4-FFF2-40B4-BE49-F238E27FC236}">
                <a16:creationId xmlns:a16="http://schemas.microsoft.com/office/drawing/2014/main" xmlns="" id="{2AE8F3F3-7F46-4413-A1EE-C2DD9A552472}"/>
              </a:ext>
            </a:extLst>
          </p:cNvPr>
          <p:cNvSpPr/>
          <p:nvPr/>
        </p:nvSpPr>
        <p:spPr>
          <a:xfrm>
            <a:off x="1658360" y="3078217"/>
            <a:ext cx="4572000" cy="1200329"/>
          </a:xfrm>
          <a:prstGeom prst="rect">
            <a:avLst/>
          </a:prstGeom>
        </p:spPr>
        <p:txBody>
          <a:bodyPr>
            <a:spAutoFit/>
          </a:bodyPr>
          <a:lstStyle/>
          <a:p>
            <a:r>
              <a:rPr lang="en-US" altLang="zh-TW" sz="2400" dirty="0"/>
              <a:t>1234 </a:t>
            </a:r>
          </a:p>
          <a:p>
            <a:r>
              <a:rPr lang="en-US" altLang="zh-TW" sz="2400" dirty="0"/>
              <a:t>2134 </a:t>
            </a:r>
          </a:p>
          <a:p>
            <a:r>
              <a:rPr lang="en-US" altLang="zh-TW" sz="2400" dirty="0"/>
              <a:t>1324</a:t>
            </a:r>
            <a:endParaRPr lang="zh-TW" altLang="en-US" sz="2400" dirty="0"/>
          </a:p>
        </p:txBody>
      </p:sp>
      <p:sp>
        <p:nvSpPr>
          <p:cNvPr id="6" name="矩形 5">
            <a:extLst>
              <a:ext uri="{FF2B5EF4-FFF2-40B4-BE49-F238E27FC236}">
                <a16:creationId xmlns:a16="http://schemas.microsoft.com/office/drawing/2014/main" xmlns="" id="{D4D538A2-40C7-4125-B1FB-83A078343295}"/>
              </a:ext>
            </a:extLst>
          </p:cNvPr>
          <p:cNvSpPr/>
          <p:nvPr/>
        </p:nvSpPr>
        <p:spPr>
          <a:xfrm>
            <a:off x="1264804" y="3355216"/>
            <a:ext cx="450764" cy="461665"/>
          </a:xfrm>
          <a:prstGeom prst="rect">
            <a:avLst/>
          </a:prstGeom>
        </p:spPr>
        <p:txBody>
          <a:bodyPr wrap="none">
            <a:spAutoFit/>
          </a:bodyPr>
          <a:lstStyle/>
          <a:p>
            <a:r>
              <a:rPr lang="en-US" altLang="zh-TW" sz="2400" dirty="0"/>
              <a:t>⇒</a:t>
            </a:r>
            <a:endParaRPr lang="zh-TW" altLang="en-US" sz="2400" dirty="0"/>
          </a:p>
        </p:txBody>
      </p:sp>
      <p:sp>
        <p:nvSpPr>
          <p:cNvPr id="9" name="矩形 8">
            <a:extLst>
              <a:ext uri="{FF2B5EF4-FFF2-40B4-BE49-F238E27FC236}">
                <a16:creationId xmlns:a16="http://schemas.microsoft.com/office/drawing/2014/main" xmlns="" id="{ACF35B13-121D-4823-9366-10FC2B6EEA95}"/>
              </a:ext>
            </a:extLst>
          </p:cNvPr>
          <p:cNvSpPr/>
          <p:nvPr/>
        </p:nvSpPr>
        <p:spPr>
          <a:xfrm>
            <a:off x="2779481" y="3032051"/>
            <a:ext cx="4572000" cy="1200329"/>
          </a:xfrm>
          <a:prstGeom prst="rect">
            <a:avLst/>
          </a:prstGeom>
        </p:spPr>
        <p:txBody>
          <a:bodyPr>
            <a:spAutoFit/>
          </a:bodyPr>
          <a:lstStyle/>
          <a:p>
            <a:r>
              <a:rPr lang="en-US" altLang="zh-TW" sz="2400" dirty="0"/>
              <a:t>001 010 011 100 </a:t>
            </a:r>
          </a:p>
          <a:p>
            <a:r>
              <a:rPr lang="en-US" altLang="zh-TW" sz="2400" dirty="0"/>
              <a:t>010 001 011 100 </a:t>
            </a:r>
          </a:p>
          <a:p>
            <a:r>
              <a:rPr lang="en-US" altLang="zh-TW" sz="2400" dirty="0"/>
              <a:t>001 011 010 100</a:t>
            </a:r>
            <a:endParaRPr lang="zh-TW" altLang="en-US" sz="2400" dirty="0"/>
          </a:p>
        </p:txBody>
      </p:sp>
      <p:sp>
        <p:nvSpPr>
          <p:cNvPr id="10" name="矩形 9">
            <a:extLst>
              <a:ext uri="{FF2B5EF4-FFF2-40B4-BE49-F238E27FC236}">
                <a16:creationId xmlns:a16="http://schemas.microsoft.com/office/drawing/2014/main" xmlns="" id="{18097EE0-E5CA-4CCE-AC83-0150E4E4F7B5}"/>
              </a:ext>
            </a:extLst>
          </p:cNvPr>
          <p:cNvSpPr/>
          <p:nvPr/>
        </p:nvSpPr>
        <p:spPr>
          <a:xfrm>
            <a:off x="5403978" y="3016086"/>
            <a:ext cx="4572000" cy="1200329"/>
          </a:xfrm>
          <a:prstGeom prst="rect">
            <a:avLst/>
          </a:prstGeom>
        </p:spPr>
        <p:txBody>
          <a:bodyPr>
            <a:spAutoFit/>
          </a:bodyPr>
          <a:lstStyle/>
          <a:p>
            <a:r>
              <a:rPr lang="en-US" altLang="zh-TW" sz="2400" dirty="0"/>
              <a:t>AAC G ACA G ACC G CAA </a:t>
            </a:r>
          </a:p>
          <a:p>
            <a:r>
              <a:rPr lang="en-US" altLang="zh-TW" sz="2400" dirty="0"/>
              <a:t>ACA T AAC T ACC T CAA </a:t>
            </a:r>
          </a:p>
          <a:p>
            <a:r>
              <a:rPr lang="en-US" altLang="zh-TW" sz="2400" dirty="0"/>
              <a:t>AAC T ACC T ACA T CAA</a:t>
            </a:r>
            <a:endParaRPr lang="zh-TW" altLang="en-US" sz="2400" dirty="0"/>
          </a:p>
        </p:txBody>
      </p:sp>
      <p:sp>
        <p:nvSpPr>
          <p:cNvPr id="11" name="矩形 10">
            <a:extLst>
              <a:ext uri="{FF2B5EF4-FFF2-40B4-BE49-F238E27FC236}">
                <a16:creationId xmlns:a16="http://schemas.microsoft.com/office/drawing/2014/main" xmlns="" id="{3897C34F-04C6-4D36-A1A8-ADD5F5394751}"/>
              </a:ext>
            </a:extLst>
          </p:cNvPr>
          <p:cNvSpPr/>
          <p:nvPr/>
        </p:nvSpPr>
        <p:spPr>
          <a:xfrm>
            <a:off x="2385925" y="3355215"/>
            <a:ext cx="450764" cy="461665"/>
          </a:xfrm>
          <a:prstGeom prst="rect">
            <a:avLst/>
          </a:prstGeom>
        </p:spPr>
        <p:txBody>
          <a:bodyPr wrap="none">
            <a:spAutoFit/>
          </a:bodyPr>
          <a:lstStyle/>
          <a:p>
            <a:r>
              <a:rPr lang="en-US" altLang="zh-TW" sz="2400" dirty="0"/>
              <a:t>⇒</a:t>
            </a:r>
            <a:endParaRPr lang="zh-TW" altLang="en-US" sz="2400" dirty="0"/>
          </a:p>
        </p:txBody>
      </p:sp>
      <p:sp>
        <p:nvSpPr>
          <p:cNvPr id="12" name="矩形 11">
            <a:extLst>
              <a:ext uri="{FF2B5EF4-FFF2-40B4-BE49-F238E27FC236}">
                <a16:creationId xmlns:a16="http://schemas.microsoft.com/office/drawing/2014/main" xmlns="" id="{019FE664-5C4E-4B4C-AED4-3989133E6B56}"/>
              </a:ext>
            </a:extLst>
          </p:cNvPr>
          <p:cNvSpPr/>
          <p:nvPr/>
        </p:nvSpPr>
        <p:spPr>
          <a:xfrm>
            <a:off x="4958265" y="3355215"/>
            <a:ext cx="450764" cy="461665"/>
          </a:xfrm>
          <a:prstGeom prst="rect">
            <a:avLst/>
          </a:prstGeom>
        </p:spPr>
        <p:txBody>
          <a:bodyPr wrap="none">
            <a:spAutoFit/>
          </a:bodyPr>
          <a:lstStyle/>
          <a:p>
            <a:r>
              <a:rPr lang="en-US" altLang="zh-TW" sz="2400" dirty="0"/>
              <a:t>⇒</a:t>
            </a:r>
            <a:endParaRPr lang="zh-TW" altLang="en-US" sz="2400" dirty="0"/>
          </a:p>
        </p:txBody>
      </p:sp>
      <p:sp>
        <p:nvSpPr>
          <p:cNvPr id="13" name="矩形 12">
            <a:extLst>
              <a:ext uri="{FF2B5EF4-FFF2-40B4-BE49-F238E27FC236}">
                <a16:creationId xmlns:a16="http://schemas.microsoft.com/office/drawing/2014/main" xmlns="" id="{2B07FBD2-0B80-4322-ABFB-6FD4054AE98E}"/>
              </a:ext>
            </a:extLst>
          </p:cNvPr>
          <p:cNvSpPr/>
          <p:nvPr/>
        </p:nvSpPr>
        <p:spPr>
          <a:xfrm>
            <a:off x="628650" y="4471331"/>
            <a:ext cx="1800493" cy="461665"/>
          </a:xfrm>
          <a:prstGeom prst="rect">
            <a:avLst/>
          </a:prstGeom>
        </p:spPr>
        <p:txBody>
          <a:bodyPr wrap="none">
            <a:spAutoFit/>
          </a:bodyPr>
          <a:lstStyle/>
          <a:p>
            <a:r>
              <a:rPr lang="en-US" altLang="zh-TW" sz="2400" dirty="0"/>
              <a:t>p = </a:t>
            </a:r>
            <a:r>
              <a:rPr lang="zh-TW" altLang="en-US" dirty="0"/>
              <a:t>⌈ </a:t>
            </a:r>
            <a:r>
              <a:rPr lang="en-US" altLang="zh-TW" sz="2400" dirty="0"/>
              <a:t>log |</a:t>
            </a:r>
            <a:r>
              <a:rPr lang="el-GR" altLang="zh-TW" sz="2400" dirty="0"/>
              <a:t>Σ|</a:t>
            </a:r>
            <a:r>
              <a:rPr lang="zh-TW" altLang="en-US" dirty="0"/>
              <a:t>⌉</a:t>
            </a:r>
            <a:endParaRPr lang="zh-TW" altLang="en-US" sz="2400" dirty="0"/>
          </a:p>
        </p:txBody>
      </p:sp>
    </p:spTree>
    <p:extLst>
      <p:ext uri="{BB962C8B-B14F-4D97-AF65-F5344CB8AC3E}">
        <p14:creationId xmlns:p14="http://schemas.microsoft.com/office/powerpoint/2010/main" val="2294589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A Branch and Bound Algorithm for MLCS Problem</a:t>
            </a:r>
            <a:endParaRPr lang="zh-TW" altLang="en-US" dirty="0">
              <a:latin typeface="+mj-ea"/>
            </a:endParaRPr>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xmlns="" id="{78464550-4964-4B9E-9247-548825468060}"/>
                  </a:ext>
                </a:extLst>
              </p:cNvPr>
              <p:cNvSpPr>
                <a:spLocks noGrp="1"/>
              </p:cNvSpPr>
              <p:nvPr>
                <p:ph idx="1"/>
              </p:nvPr>
            </p:nvSpPr>
            <p:spPr/>
            <p:txBody>
              <a:bodyPr/>
              <a:lstStyle/>
              <a:p>
                <a:pPr marL="0" indent="0">
                  <a:buNone/>
                </a:pPr>
                <a:r>
                  <a:rPr lang="en-US" altLang="zh-TW" dirty="0"/>
                  <a:t>X=AG</a:t>
                </a:r>
                <a:r>
                  <a:rPr lang="en-US" altLang="zh-TW" dirty="0">
                    <a:solidFill>
                      <a:srgbClr val="FF0000"/>
                    </a:solidFill>
                  </a:rPr>
                  <a:t>CGT</a:t>
                </a:r>
                <a:r>
                  <a:rPr lang="en-US" altLang="zh-TW" dirty="0"/>
                  <a:t>GC	  Y=CT</a:t>
                </a:r>
                <a:r>
                  <a:rPr lang="en-US" altLang="zh-TW" dirty="0">
                    <a:solidFill>
                      <a:srgbClr val="FF0000"/>
                    </a:solidFill>
                  </a:rPr>
                  <a:t>ACG</a:t>
                </a:r>
                <a:r>
                  <a:rPr lang="en-US" altLang="zh-TW" dirty="0"/>
                  <a:t>CG</a:t>
                </a:r>
              </a:p>
              <a:p>
                <a:pPr marL="0" indent="0">
                  <a:buNone/>
                </a:pPr>
                <a:r>
                  <a:rPr lang="en-US" altLang="zh-TW" dirty="0"/>
                  <a:t>Z=GC</a:t>
                </a:r>
                <a:r>
                  <a:rPr lang="en-US" altLang="zh-TW" dirty="0">
                    <a:solidFill>
                      <a:srgbClr val="FF0000"/>
                    </a:solidFill>
                  </a:rPr>
                  <a:t>ACG</a:t>
                </a:r>
                <a:r>
                  <a:rPr lang="en-US" altLang="zh-TW" dirty="0"/>
                  <a:t>CT</a:t>
                </a:r>
              </a:p>
              <a:p>
                <a:pPr marL="0" indent="0">
                  <a:buNone/>
                </a:pPr>
                <a:r>
                  <a:rPr lang="en-US" altLang="zh-TW" dirty="0"/>
                  <a:t>longest common suffix: </a:t>
                </a:r>
              </a:p>
              <a:p>
                <a:pPr marL="0" indent="0">
                  <a:buNone/>
                </a:pPr>
                <a14:m>
                  <m:oMathPara xmlns:m="http://schemas.openxmlformats.org/officeDocument/2006/math">
                    <m:oMathParaPr>
                      <m:jc m:val="left"/>
                    </m:oMathParaPr>
                    <m:oMath xmlns:m="http://schemas.openxmlformats.org/officeDocument/2006/math">
                      <m:r>
                        <a:rPr lang="el-GR" altLang="zh-TW" i="1" dirty="0" smtClean="0">
                          <a:latin typeface="Cambria Math" panose="02040503050406030204" pitchFamily="18" charset="0"/>
                          <a:ea typeface="Cambria Math" panose="02040503050406030204" pitchFamily="18" charset="0"/>
                        </a:rPr>
                        <m:t>𝜀</m:t>
                      </m:r>
                      <m:d>
                        <m:dPr>
                          <m:ctrlPr>
                            <a:rPr lang="en-US" altLang="zh-TW" i="1" dirty="0" smtClean="0">
                              <a:latin typeface="Cambria Math" panose="02040503050406030204" pitchFamily="18" charset="0"/>
                              <a:ea typeface="Cambria Math" panose="02040503050406030204" pitchFamily="18" charset="0"/>
                            </a:rPr>
                          </m:ctrlPr>
                        </m:dPr>
                        <m:e>
                          <m:r>
                            <a:rPr lang="en-US" altLang="zh-TW" i="1" dirty="0" err="1" smtClean="0">
                              <a:latin typeface="Cambria Math" panose="02040503050406030204" pitchFamily="18" charset="0"/>
                              <a:ea typeface="Cambria Math" panose="02040503050406030204" pitchFamily="18" charset="0"/>
                            </a:rPr>
                            <m:t>𝑖</m:t>
                          </m:r>
                          <m:r>
                            <a:rPr lang="en-US" altLang="zh-TW" i="1" dirty="0" err="1" smtClean="0">
                              <a:latin typeface="Cambria Math" panose="02040503050406030204" pitchFamily="18" charset="0"/>
                              <a:ea typeface="Cambria Math" panose="02040503050406030204" pitchFamily="18" charset="0"/>
                            </a:rPr>
                            <m:t>,</m:t>
                          </m:r>
                          <m:r>
                            <a:rPr lang="en-US" altLang="zh-TW" i="1" dirty="0" err="1" smtClean="0">
                              <a:latin typeface="Cambria Math" panose="02040503050406030204" pitchFamily="18" charset="0"/>
                              <a:ea typeface="Cambria Math" panose="02040503050406030204" pitchFamily="18" charset="0"/>
                            </a:rPr>
                            <m:t>𝑗</m:t>
                          </m:r>
                        </m:e>
                      </m:d>
                      <m:r>
                        <a:rPr lang="en-US" altLang="zh-TW" i="1" smtClean="0">
                          <a:latin typeface="Cambria Math" panose="02040503050406030204" pitchFamily="18" charset="0"/>
                          <a:ea typeface="Cambria Math" panose="02040503050406030204" pitchFamily="18" charset="0"/>
                        </a:rPr>
                        <m:t>&gt;</m:t>
                      </m:r>
                      <m:r>
                        <a:rPr lang="en-US" altLang="zh-TW" b="0" i="1" smtClean="0">
                          <a:latin typeface="Cambria Math" panose="02040503050406030204" pitchFamily="18" charset="0"/>
                          <a:ea typeface="Cambria Math" panose="02040503050406030204" pitchFamily="18" charset="0"/>
                        </a:rPr>
                        <m:t>0  </m:t>
                      </m:r>
                      <m:r>
                        <a:rPr lang="en-US" altLang="zh-TW" b="0" i="1" smtClean="0">
                          <a:latin typeface="Cambria Math" panose="02040503050406030204" pitchFamily="18" charset="0"/>
                          <a:ea typeface="Cambria Math" panose="02040503050406030204" pitchFamily="18" charset="0"/>
                        </a:rPr>
                        <m:t>𝑖𝑓𝑓</m:t>
                      </m:r>
                      <m:r>
                        <a:rPr lang="en-US" altLang="zh-TW" b="0" i="1" smtClean="0">
                          <a:latin typeface="Cambria Math" panose="02040503050406030204" pitchFamily="18" charset="0"/>
                          <a:ea typeface="Cambria Math" panose="02040503050406030204" pitchFamily="18" charset="0"/>
                        </a:rPr>
                        <m:t>  </m:t>
                      </m:r>
                      <m:r>
                        <a:rPr lang="en-US" altLang="zh-TW" i="1">
                          <a:latin typeface="Cambria Math" panose="02040503050406030204" pitchFamily="18" charset="0"/>
                        </a:rPr>
                        <m:t>𝑙𝑐𝑠</m:t>
                      </m:r>
                      <m:d>
                        <m:dPr>
                          <m:ctrlPr>
                            <a:rPr lang="en-US" altLang="zh-TW" i="1">
                              <a:latin typeface="Cambria Math" panose="02040503050406030204" pitchFamily="18" charset="0"/>
                            </a:rPr>
                          </m:ctrlPr>
                        </m:dPr>
                        <m:e>
                          <m:r>
                            <a:rPr lang="en-US" altLang="zh-TW" b="0" i="1" smtClean="0">
                              <a:latin typeface="Cambria Math" panose="02040503050406030204" pitchFamily="18" charset="0"/>
                            </a:rPr>
                            <m:t>𝑛</m:t>
                          </m:r>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+1,</m:t>
                          </m:r>
                          <m:r>
                            <a:rPr lang="en-US" altLang="zh-TW" b="0" i="1" smtClean="0">
                              <a:latin typeface="Cambria Math" panose="02040503050406030204" pitchFamily="18" charset="0"/>
                            </a:rPr>
                            <m:t>𝑗</m:t>
                          </m:r>
                          <m:r>
                            <a:rPr lang="en-US" altLang="zh-TW" i="1">
                              <a:latin typeface="Cambria Math" panose="02040503050406030204" pitchFamily="18" charset="0"/>
                            </a:rPr>
                            <m:t>,</m:t>
                          </m:r>
                          <m:r>
                            <a:rPr lang="en-US" altLang="zh-TW" b="0" i="1" smtClean="0">
                              <a:latin typeface="Cambria Math" panose="02040503050406030204" pitchFamily="18" charset="0"/>
                            </a:rPr>
                            <m:t>𝑍</m:t>
                          </m:r>
                          <m:r>
                            <a:rPr lang="en-US" altLang="zh-TW" i="1">
                              <a:latin typeface="Cambria Math" panose="02040503050406030204" pitchFamily="18" charset="0"/>
                            </a:rPr>
                            <m:t>,</m:t>
                          </m:r>
                          <m:r>
                            <a:rPr lang="en-US" altLang="zh-TW" i="1">
                              <a:latin typeface="Cambria Math" panose="02040503050406030204" pitchFamily="18" charset="0"/>
                            </a:rPr>
                            <m:t>𝑌</m:t>
                          </m:r>
                        </m:e>
                      </m:d>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𝑗</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+1</m:t>
                      </m:r>
                    </m:oMath>
                  </m:oMathPara>
                </a14:m>
                <a:endParaRPr lang="en-US" altLang="zh-TW" b="0" dirty="0">
                  <a:ea typeface="Cambria Math" panose="02040503050406030204" pitchFamily="18" charset="0"/>
                </a:endParaRPr>
              </a:p>
              <a:p>
                <a:pPr marL="0" indent="0">
                  <a:buNone/>
                </a:pPr>
                <a:endParaRPr lang="en-US" altLang="zh-TW" dirty="0"/>
              </a:p>
              <a:p>
                <a:pPr marL="0" indent="0">
                  <a:buNone/>
                </a:pPr>
                <a:endParaRPr lang="zh-TW" altLang="en-US" dirty="0"/>
              </a:p>
            </p:txBody>
          </p:sp>
        </mc:Choice>
        <mc:Fallback xmlns="">
          <p:sp>
            <p:nvSpPr>
              <p:cNvPr id="4" name="內容版面配置區 3">
                <a:extLst>
                  <a:ext uri="{FF2B5EF4-FFF2-40B4-BE49-F238E27FC236}">
                    <a16:creationId xmlns:a16="http://schemas.microsoft.com/office/drawing/2014/main" id="{78464550-4964-4B9E-9247-548825468060}"/>
                  </a:ext>
                </a:extLst>
              </p:cNvPr>
              <p:cNvSpPr>
                <a:spLocks noGrp="1" noRot="1" noChangeAspect="1" noMove="1" noResize="1" noEditPoints="1" noAdjustHandles="1" noChangeArrowheads="1" noChangeShapeType="1" noTextEdit="1"/>
              </p:cNvSpPr>
              <p:nvPr>
                <p:ph idx="1"/>
              </p:nvPr>
            </p:nvSpPr>
            <p:spPr>
              <a:blipFill>
                <a:blip r:embed="rId2"/>
                <a:stretch>
                  <a:fillRect l="-1546" t="-2241"/>
                </a:stretch>
              </a:blipFill>
            </p:spPr>
            <p:txBody>
              <a:bodyPr/>
              <a:lstStyle/>
              <a:p>
                <a:r>
                  <a:rPr lang="zh-TW" altLang="en-US">
                    <a:noFill/>
                  </a:rPr>
                  <a:t> </a:t>
                </a:r>
              </a:p>
            </p:txBody>
          </p:sp>
        </mc:Fallback>
      </mc:AlternateContent>
      <p:pic>
        <p:nvPicPr>
          <p:cNvPr id="5" name="圖片 4">
            <a:extLst>
              <a:ext uri="{FF2B5EF4-FFF2-40B4-BE49-F238E27FC236}">
                <a16:creationId xmlns:a16="http://schemas.microsoft.com/office/drawing/2014/main" xmlns="" id="{72A4C912-B3EE-4EDF-8A7B-422AF529A591}"/>
              </a:ext>
            </a:extLst>
          </p:cNvPr>
          <p:cNvPicPr>
            <a:picLocks noChangeAspect="1"/>
          </p:cNvPicPr>
          <p:nvPr/>
        </p:nvPicPr>
        <p:blipFill>
          <a:blip r:embed="rId3"/>
          <a:stretch>
            <a:fillRect/>
          </a:stretch>
        </p:blipFill>
        <p:spPr>
          <a:xfrm>
            <a:off x="461726" y="1564492"/>
            <a:ext cx="8220547" cy="5127101"/>
          </a:xfrm>
          <a:prstGeom prst="rect">
            <a:avLst/>
          </a:prstGeom>
        </p:spPr>
      </p:pic>
    </p:spTree>
    <p:extLst>
      <p:ext uri="{BB962C8B-B14F-4D97-AF65-F5344CB8AC3E}">
        <p14:creationId xmlns:p14="http://schemas.microsoft.com/office/powerpoint/2010/main" val="800010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7747DF4-4375-4FEA-AD33-D3E0A18DB5F5}"/>
              </a:ext>
            </a:extLst>
          </p:cNvPr>
          <p:cNvSpPr>
            <a:spLocks noGrp="1"/>
          </p:cNvSpPr>
          <p:nvPr>
            <p:ph type="title"/>
          </p:nvPr>
        </p:nvSpPr>
        <p:spPr>
          <a:xfrm>
            <a:off x="628650" y="365126"/>
            <a:ext cx="7886700" cy="1325563"/>
          </a:xfrm>
        </p:spPr>
        <p:txBody>
          <a:bodyPr>
            <a:normAutofit/>
          </a:bodyPr>
          <a:lstStyle/>
          <a:p>
            <a:r>
              <a:rPr lang="en-US" altLang="zh-TW" dirty="0">
                <a:latin typeface="+mj-ea"/>
              </a:rPr>
              <a:t>A Branch and Bound Algorithm for </a:t>
            </a:r>
            <a:r>
              <a:rPr lang="en-US" altLang="zh-TW" dirty="0"/>
              <a:t>CMG</a:t>
            </a:r>
            <a:r>
              <a:rPr lang="en-US" altLang="zh-TW" dirty="0">
                <a:latin typeface="+mj-ea"/>
              </a:rPr>
              <a:t> Problem</a:t>
            </a:r>
            <a:endParaRPr lang="zh-TW" altLang="en-US" dirty="0">
              <a:latin typeface="+mj-ea"/>
            </a:endParaRPr>
          </a:p>
        </p:txBody>
      </p:sp>
      <mc:AlternateContent xmlns:mc="http://schemas.openxmlformats.org/markup-compatibility/2006" xmlns:a14="http://schemas.microsoft.com/office/drawing/2010/main">
        <mc:Choice Requires="a14">
          <p:sp>
            <p:nvSpPr>
              <p:cNvPr id="4" name="內容版面配置區 3">
                <a:extLst>
                  <a:ext uri="{FF2B5EF4-FFF2-40B4-BE49-F238E27FC236}">
                    <a16:creationId xmlns:a16="http://schemas.microsoft.com/office/drawing/2014/main" xmlns="" id="{78464550-4964-4B9E-9247-548825468060}"/>
                  </a:ext>
                </a:extLst>
              </p:cNvPr>
              <p:cNvSpPr>
                <a:spLocks noGrp="1"/>
              </p:cNvSpPr>
              <p:nvPr>
                <p:ph idx="1"/>
              </p:nvPr>
            </p:nvSpPr>
            <p:spPr/>
            <p:txBody>
              <a:bodyPr/>
              <a:lstStyle/>
              <a:p>
                <a:pPr marL="0" indent="0">
                  <a:buNone/>
                </a:pPr>
                <a:r>
                  <a:rPr lang="en-US" altLang="zh-TW" dirty="0"/>
                  <a:t>X=AG</a:t>
                </a:r>
                <a:r>
                  <a:rPr lang="en-US" altLang="zh-TW" dirty="0">
                    <a:solidFill>
                      <a:srgbClr val="FF0000"/>
                    </a:solidFill>
                  </a:rPr>
                  <a:t>CGT</a:t>
                </a:r>
                <a:r>
                  <a:rPr lang="en-US" altLang="zh-TW" dirty="0"/>
                  <a:t>GC	  Y=CT</a:t>
                </a:r>
                <a:r>
                  <a:rPr lang="en-US" altLang="zh-TW" dirty="0">
                    <a:solidFill>
                      <a:srgbClr val="FF0000"/>
                    </a:solidFill>
                  </a:rPr>
                  <a:t>ACG</a:t>
                </a:r>
                <a:r>
                  <a:rPr lang="en-US" altLang="zh-TW" dirty="0"/>
                  <a:t>CG</a:t>
                </a:r>
              </a:p>
              <a:p>
                <a:pPr marL="0" indent="0">
                  <a:buNone/>
                </a:pPr>
                <a:r>
                  <a:rPr lang="en-US" altLang="zh-TW" dirty="0"/>
                  <a:t>Z=GC</a:t>
                </a:r>
                <a:r>
                  <a:rPr lang="en-US" altLang="zh-TW" dirty="0">
                    <a:solidFill>
                      <a:srgbClr val="FF0000"/>
                    </a:solidFill>
                  </a:rPr>
                  <a:t>ACG</a:t>
                </a:r>
                <a:r>
                  <a:rPr lang="en-US" altLang="zh-TW" dirty="0"/>
                  <a:t>CT</a:t>
                </a:r>
              </a:p>
              <a:p>
                <a:pPr marL="0" indent="0">
                  <a:buNone/>
                </a:pPr>
                <a:r>
                  <a:rPr lang="en-US" altLang="zh-TW" dirty="0"/>
                  <a:t>longest common suffix: </a:t>
                </a:r>
              </a:p>
              <a:p>
                <a:pPr marL="0" indent="0">
                  <a:buNone/>
                </a:pPr>
                <a14:m>
                  <m:oMathPara xmlns:m="http://schemas.openxmlformats.org/officeDocument/2006/math">
                    <m:oMathParaPr>
                      <m:jc m:val="left"/>
                    </m:oMathParaPr>
                    <m:oMath xmlns:m="http://schemas.openxmlformats.org/officeDocument/2006/math">
                      <m:r>
                        <a:rPr lang="el-GR" altLang="zh-TW" i="1" dirty="0" smtClean="0">
                          <a:latin typeface="Cambria Math" panose="02040503050406030204" pitchFamily="18" charset="0"/>
                          <a:ea typeface="Cambria Math" panose="02040503050406030204" pitchFamily="18" charset="0"/>
                        </a:rPr>
                        <m:t>𝜀</m:t>
                      </m:r>
                      <m:d>
                        <m:dPr>
                          <m:ctrlPr>
                            <a:rPr lang="en-US" altLang="zh-TW" i="1" dirty="0" smtClean="0">
                              <a:latin typeface="Cambria Math" panose="02040503050406030204" pitchFamily="18" charset="0"/>
                              <a:ea typeface="Cambria Math" panose="02040503050406030204" pitchFamily="18" charset="0"/>
                            </a:rPr>
                          </m:ctrlPr>
                        </m:dPr>
                        <m:e>
                          <m:r>
                            <a:rPr lang="en-US" altLang="zh-TW" i="1" dirty="0" err="1" smtClean="0">
                              <a:latin typeface="Cambria Math" panose="02040503050406030204" pitchFamily="18" charset="0"/>
                              <a:ea typeface="Cambria Math" panose="02040503050406030204" pitchFamily="18" charset="0"/>
                            </a:rPr>
                            <m:t>𝑖</m:t>
                          </m:r>
                          <m:r>
                            <a:rPr lang="en-US" altLang="zh-TW" i="1" dirty="0" err="1" smtClean="0">
                              <a:latin typeface="Cambria Math" panose="02040503050406030204" pitchFamily="18" charset="0"/>
                              <a:ea typeface="Cambria Math" panose="02040503050406030204" pitchFamily="18" charset="0"/>
                            </a:rPr>
                            <m:t>,</m:t>
                          </m:r>
                          <m:r>
                            <a:rPr lang="en-US" altLang="zh-TW" i="1" dirty="0" err="1" smtClean="0">
                              <a:latin typeface="Cambria Math" panose="02040503050406030204" pitchFamily="18" charset="0"/>
                              <a:ea typeface="Cambria Math" panose="02040503050406030204" pitchFamily="18" charset="0"/>
                            </a:rPr>
                            <m:t>𝑗</m:t>
                          </m:r>
                        </m:e>
                      </m:d>
                      <m:r>
                        <a:rPr lang="en-US" altLang="zh-TW" i="1" smtClean="0">
                          <a:latin typeface="Cambria Math" panose="02040503050406030204" pitchFamily="18" charset="0"/>
                          <a:ea typeface="Cambria Math" panose="02040503050406030204" pitchFamily="18" charset="0"/>
                        </a:rPr>
                        <m:t>&gt;</m:t>
                      </m:r>
                      <m:r>
                        <a:rPr lang="en-US" altLang="zh-TW" b="0" i="1" smtClean="0">
                          <a:latin typeface="Cambria Math" panose="02040503050406030204" pitchFamily="18" charset="0"/>
                          <a:ea typeface="Cambria Math" panose="02040503050406030204" pitchFamily="18" charset="0"/>
                        </a:rPr>
                        <m:t>0  </m:t>
                      </m:r>
                      <m:r>
                        <a:rPr lang="en-US" altLang="zh-TW" b="0" i="1" smtClean="0">
                          <a:latin typeface="Cambria Math" panose="02040503050406030204" pitchFamily="18" charset="0"/>
                          <a:ea typeface="Cambria Math" panose="02040503050406030204" pitchFamily="18" charset="0"/>
                        </a:rPr>
                        <m:t>𝑖𝑓𝑓</m:t>
                      </m:r>
                      <m:r>
                        <a:rPr lang="en-US" altLang="zh-TW" b="0" i="1" smtClean="0">
                          <a:latin typeface="Cambria Math" panose="02040503050406030204" pitchFamily="18" charset="0"/>
                          <a:ea typeface="Cambria Math" panose="02040503050406030204" pitchFamily="18" charset="0"/>
                        </a:rPr>
                        <m:t>  </m:t>
                      </m:r>
                      <m:r>
                        <a:rPr lang="en-US" altLang="zh-TW" i="1">
                          <a:latin typeface="Cambria Math" panose="02040503050406030204" pitchFamily="18" charset="0"/>
                        </a:rPr>
                        <m:t>𝑙𝑐𝑠</m:t>
                      </m:r>
                      <m:d>
                        <m:dPr>
                          <m:ctrlPr>
                            <a:rPr lang="en-US" altLang="zh-TW" i="1">
                              <a:latin typeface="Cambria Math" panose="02040503050406030204" pitchFamily="18" charset="0"/>
                            </a:rPr>
                          </m:ctrlPr>
                        </m:dPr>
                        <m:e>
                          <m:r>
                            <a:rPr lang="en-US" altLang="zh-TW" b="0" i="1" smtClean="0">
                              <a:latin typeface="Cambria Math" panose="02040503050406030204" pitchFamily="18" charset="0"/>
                            </a:rPr>
                            <m:t>𝑛</m:t>
                          </m:r>
                          <m:r>
                            <a:rPr lang="en-US" altLang="zh-TW" b="0" i="1" smtClean="0">
                              <a:latin typeface="Cambria Math" panose="02040503050406030204" pitchFamily="18" charset="0"/>
                            </a:rPr>
                            <m:t>−</m:t>
                          </m:r>
                          <m:r>
                            <a:rPr lang="en-US" altLang="zh-TW" b="0" i="1" smtClean="0">
                              <a:latin typeface="Cambria Math" panose="02040503050406030204" pitchFamily="18" charset="0"/>
                            </a:rPr>
                            <m:t>𝑖</m:t>
                          </m:r>
                          <m:r>
                            <a:rPr lang="en-US" altLang="zh-TW" b="0" i="1" smtClean="0">
                              <a:latin typeface="Cambria Math" panose="02040503050406030204" pitchFamily="18" charset="0"/>
                            </a:rPr>
                            <m:t>+1,</m:t>
                          </m:r>
                          <m:r>
                            <a:rPr lang="en-US" altLang="zh-TW" b="0" i="1" smtClean="0">
                              <a:latin typeface="Cambria Math" panose="02040503050406030204" pitchFamily="18" charset="0"/>
                            </a:rPr>
                            <m:t>𝑗</m:t>
                          </m:r>
                          <m:r>
                            <a:rPr lang="en-US" altLang="zh-TW" i="1">
                              <a:latin typeface="Cambria Math" panose="02040503050406030204" pitchFamily="18" charset="0"/>
                            </a:rPr>
                            <m:t>,</m:t>
                          </m:r>
                          <m:r>
                            <a:rPr lang="en-US" altLang="zh-TW" b="0" i="1" smtClean="0">
                              <a:latin typeface="Cambria Math" panose="02040503050406030204" pitchFamily="18" charset="0"/>
                            </a:rPr>
                            <m:t>𝑍</m:t>
                          </m:r>
                          <m:r>
                            <a:rPr lang="en-US" altLang="zh-TW" i="1">
                              <a:latin typeface="Cambria Math" panose="02040503050406030204" pitchFamily="18" charset="0"/>
                            </a:rPr>
                            <m:t>,</m:t>
                          </m:r>
                          <m:r>
                            <a:rPr lang="en-US" altLang="zh-TW" i="1">
                              <a:latin typeface="Cambria Math" panose="02040503050406030204" pitchFamily="18" charset="0"/>
                            </a:rPr>
                            <m:t>𝑌</m:t>
                          </m:r>
                        </m:e>
                      </m:d>
                      <m:r>
                        <a:rPr lang="en-US" altLang="zh-TW" i="1">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𝑗</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+1</m:t>
                      </m:r>
                    </m:oMath>
                  </m:oMathPara>
                </a14:m>
                <a:endParaRPr lang="en-US" altLang="zh-TW" b="0" dirty="0">
                  <a:ea typeface="Cambria Math" panose="02040503050406030204" pitchFamily="18" charset="0"/>
                </a:endParaRPr>
              </a:p>
              <a:p>
                <a:pPr marL="0" indent="0">
                  <a:buNone/>
                </a:pPr>
                <a:endParaRPr lang="en-US" altLang="zh-TW" dirty="0"/>
              </a:p>
              <a:p>
                <a:pPr marL="0" indent="0">
                  <a:buNone/>
                </a:pPr>
                <a:endParaRPr lang="zh-TW" altLang="en-US" dirty="0"/>
              </a:p>
            </p:txBody>
          </p:sp>
        </mc:Choice>
        <mc:Fallback xmlns="">
          <p:sp>
            <p:nvSpPr>
              <p:cNvPr id="4" name="內容版面配置區 3">
                <a:extLst>
                  <a:ext uri="{FF2B5EF4-FFF2-40B4-BE49-F238E27FC236}">
                    <a16:creationId xmlns:a16="http://schemas.microsoft.com/office/drawing/2014/main" id="{78464550-4964-4B9E-9247-548825468060}"/>
                  </a:ext>
                </a:extLst>
              </p:cNvPr>
              <p:cNvSpPr>
                <a:spLocks noGrp="1" noRot="1" noChangeAspect="1" noMove="1" noResize="1" noEditPoints="1" noAdjustHandles="1" noChangeArrowheads="1" noChangeShapeType="1" noTextEdit="1"/>
              </p:cNvSpPr>
              <p:nvPr>
                <p:ph idx="1"/>
              </p:nvPr>
            </p:nvSpPr>
            <p:spPr>
              <a:blipFill>
                <a:blip r:embed="rId2"/>
                <a:stretch>
                  <a:fillRect l="-1546" t="-2241"/>
                </a:stretch>
              </a:blipFill>
            </p:spPr>
            <p:txBody>
              <a:bodyPr/>
              <a:lstStyle/>
              <a:p>
                <a:r>
                  <a:rPr lang="zh-TW" altLang="en-US">
                    <a:noFill/>
                  </a:rPr>
                  <a:t> </a:t>
                </a:r>
              </a:p>
            </p:txBody>
          </p:sp>
        </mc:Fallback>
      </mc:AlternateContent>
      <p:pic>
        <p:nvPicPr>
          <p:cNvPr id="3" name="圖片 2">
            <a:extLst>
              <a:ext uri="{FF2B5EF4-FFF2-40B4-BE49-F238E27FC236}">
                <a16:creationId xmlns:a16="http://schemas.microsoft.com/office/drawing/2014/main" xmlns="" id="{DD87B8B0-F61A-45D3-A101-FDD7D9018D69}"/>
              </a:ext>
            </a:extLst>
          </p:cNvPr>
          <p:cNvPicPr>
            <a:picLocks noChangeAspect="1"/>
          </p:cNvPicPr>
          <p:nvPr/>
        </p:nvPicPr>
        <p:blipFill>
          <a:blip r:embed="rId3"/>
          <a:stretch>
            <a:fillRect/>
          </a:stretch>
        </p:blipFill>
        <p:spPr>
          <a:xfrm>
            <a:off x="695325" y="1825625"/>
            <a:ext cx="7820025" cy="4191000"/>
          </a:xfrm>
          <a:prstGeom prst="rect">
            <a:avLst/>
          </a:prstGeom>
        </p:spPr>
      </p:pic>
    </p:spTree>
    <p:extLst>
      <p:ext uri="{BB962C8B-B14F-4D97-AF65-F5344CB8AC3E}">
        <p14:creationId xmlns:p14="http://schemas.microsoft.com/office/powerpoint/2010/main" val="3338760202"/>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6235</TotalTime>
  <Words>406</Words>
  <Application>Microsoft Office PowerPoint</Application>
  <PresentationFormat>如螢幕大小 (4:3)</PresentationFormat>
  <Paragraphs>55</Paragraphs>
  <Slides>7</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7</vt:i4>
      </vt:variant>
    </vt:vector>
  </HeadingPairs>
  <TitlesOfParts>
    <vt:vector size="13" baseType="lpstr">
      <vt:lpstr>新細明體</vt:lpstr>
      <vt:lpstr>Arial</vt:lpstr>
      <vt:lpstr>Calibri</vt:lpstr>
      <vt:lpstr>Calibri Light</vt:lpstr>
      <vt:lpstr>Cambria Math</vt:lpstr>
      <vt:lpstr>Office 佈景主題</vt:lpstr>
      <vt:lpstr>On Multiple Longest Common Subsequence and Common Motifs with Gaps (Extended Abstract)</vt:lpstr>
      <vt:lpstr>Abstract</vt:lpstr>
      <vt:lpstr>Preliminaries: Common Motifs with Gaps</vt:lpstr>
      <vt:lpstr>Preliminaries: Multiple Longest Common Subsequence</vt:lpstr>
      <vt:lpstr>Complexity of Common Motifs with Gaps</vt:lpstr>
      <vt:lpstr>A Branch and Bound Algorithm for MLCS Problem</vt:lpstr>
      <vt:lpstr>A Branch and Bound Algorithm for CMG Problem</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linear space algorithm for computing a longest common increasing subsequence</dc:title>
  <dc:creator>黃國峰</dc:creator>
  <cp:lastModifiedBy>pplab-class</cp:lastModifiedBy>
  <cp:revision>68</cp:revision>
  <dcterms:created xsi:type="dcterms:W3CDTF">2017-10-02T04:56:24Z</dcterms:created>
  <dcterms:modified xsi:type="dcterms:W3CDTF">2019-03-05T11:00:09Z</dcterms:modified>
</cp:coreProperties>
</file>