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fonts/font6.fntdata" ContentType="application/x-fontdata"/>
  <Override PartName="/ppt/fonts/font7.fntdata" ContentType="application/x-fontdata"/>
  <Override PartName="/ppt/fonts/font8.fntdata" ContentType="application/x-fontdata"/>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4"/>
  </p:notesMasterIdLst>
  <p:sldIdLst>
    <p:sldId id="256" r:id="rId3"/>
    <p:sldId id="257" r:id="rId5"/>
    <p:sldId id="258" r:id="rId6"/>
    <p:sldId id="259" r:id="rId7"/>
    <p:sldId id="307" r:id="rId8"/>
    <p:sldId id="260" r:id="rId9"/>
    <p:sldId id="308" r:id="rId10"/>
    <p:sldId id="261" r:id="rId11"/>
    <p:sldId id="316" r:id="rId12"/>
    <p:sldId id="329" r:id="rId13"/>
    <p:sldId id="330" r:id="rId14"/>
    <p:sldId id="331" r:id="rId15"/>
    <p:sldId id="333" r:id="rId16"/>
    <p:sldId id="338" r:id="rId17"/>
    <p:sldId id="335" r:id="rId18"/>
    <p:sldId id="336" r:id="rId19"/>
  </p:sldIdLst>
  <p:sldSz cx="12192000" cy="6858000"/>
  <p:notesSz cx="6858000" cy="9144000"/>
  <p:embeddedFontLst>
    <p:embeddedFont>
      <p:font typeface="SimSun" panose="02010600030101010101" pitchFamily="2" charset="-122"/>
      <p:regular r:id="rId23"/>
    </p:embeddedFont>
    <p:embeddedFont>
      <p:font typeface="Questrial" panose="02000000000000000000"/>
      <p:regular r:id="rId24"/>
    </p:embeddedFont>
    <p:embeddedFont>
      <p:font typeface="Calibri" panose="020F0502020204030204"/>
      <p:regular r:id="rId25"/>
      <p:bold r:id="rId26"/>
      <p:italic r:id="rId27"/>
      <p:boldItalic r:id="rId28"/>
    </p:embeddedFont>
    <p:embeddedFont>
      <p:font typeface="Questrial" panose="02000000000000000000" charset="0"/>
      <p:regular r:id="rId29"/>
    </p:embeddedFont>
    <p:embeddedFont>
      <p:font typeface="新細明體" panose="02020500000000000000" charset="-120"/>
      <p:regular r:id="rId3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showComments="0">
  <p:normalViewPr>
    <p:restoredLeft sz="15620"/>
    <p:restoredTop sz="94660"/>
  </p:normalViewPr>
  <p:slideViewPr>
    <p:cSldViewPr snapToGrid="0">
      <p:cViewPr varScale="1">
        <p:scale>
          <a:sx n="100" d="100"/>
          <a:sy n="100" d="100"/>
        </p:scale>
        <p:origin x="0" y="0"/>
      </p:cViewPr>
      <p:guideLst>
        <p:guide orient="horz" pos="2159"/>
        <p:guide pos="3840"/>
      </p:guideLst>
    </p:cSldViewPr>
  </p:slide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0" Type="http://schemas.openxmlformats.org/officeDocument/2006/relationships/font" Target="fonts/font8.fntdata"/><Relationship Id="rId3" Type="http://schemas.openxmlformats.org/officeDocument/2006/relationships/slide" Target="slides/slide1.xml"/><Relationship Id="rId29" Type="http://schemas.openxmlformats.org/officeDocument/2006/relationships/font" Target="fonts/font7.fntdata"/><Relationship Id="rId28" Type="http://schemas.openxmlformats.org/officeDocument/2006/relationships/font" Target="fonts/font6.fntdata"/><Relationship Id="rId27" Type="http://schemas.openxmlformats.org/officeDocument/2006/relationships/font" Target="fonts/font5.fntdata"/><Relationship Id="rId26" Type="http://schemas.openxmlformats.org/officeDocument/2006/relationships/font" Target="fonts/font4.fntdata"/><Relationship Id="rId25" Type="http://schemas.openxmlformats.org/officeDocument/2006/relationships/font" Target="fonts/font3.fntdata"/><Relationship Id="rId24" Type="http://schemas.openxmlformats.org/officeDocument/2006/relationships/font" Target="fonts/font2.fntdata"/><Relationship Id="rId23" Type="http://schemas.openxmlformats.org/officeDocument/2006/relationships/font" Target="fonts/font1.fntdata"/><Relationship Id="rId22" Type="http://schemas.openxmlformats.org/officeDocument/2006/relationships/tableStyles" Target="tableStyles.xml"/><Relationship Id="rId21" Type="http://schemas.openxmlformats.org/officeDocument/2006/relationships/viewProps" Target="viewProps.xml"/><Relationship Id="rId20" Type="http://schemas.openxmlformats.org/officeDocument/2006/relationships/presProps" Target="presProps.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2" name="Shape 2"/>
        <p:cNvGrpSpPr/>
        <p:nvPr/>
      </p:nvGrpSpPr>
      <p:grpSpPr>
        <a:xfrm>
          <a:off x="0" y="0"/>
          <a:ext cx="0" cy="0"/>
          <a:chOff x="0" y="0"/>
          <a:chExt cx="0" cy="0"/>
        </a:xfrm>
      </p:grpSpPr>
      <p:sp>
        <p:nvSpPr>
          <p:cNvPr id="3" name="Google Shape;3;n"/>
          <p:cNvSpPr txBox="1"/>
          <p:nvPr>
            <p:ph type="hdr" idx="2"/>
          </p:nvPr>
        </p:nvSpPr>
        <p:spPr>
          <a:xfrm>
            <a:off x="0" y="0"/>
            <a:ext cx="2971800" cy="458788"/>
          </a:xfrm>
          <a:prstGeom prst="rect">
            <a:avLst/>
          </a:prstGeom>
          <a:noFill/>
          <a:ln>
            <a:noFill/>
          </a:ln>
        </p:spPr>
        <p:txBody>
          <a:bodyPr spcFirstLastPara="1" wrap="square" lIns="91425" tIns="45700" rIns="91425" bIns="45700" anchor="t" anchorCtr="0"/>
          <a:lstStyle>
            <a:lvl1pPr marR="0" lvl="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4" name="Google Shape;4;n"/>
          <p:cNvSpPr txBox="1"/>
          <p:nvPr>
            <p:ph type="dt" idx="10"/>
          </p:nvPr>
        </p:nvSpPr>
        <p:spPr>
          <a:xfrm>
            <a:off x="3884613" y="0"/>
            <a:ext cx="2971800" cy="458788"/>
          </a:xfrm>
          <a:prstGeom prst="rect">
            <a:avLst/>
          </a:prstGeom>
          <a:noFill/>
          <a:ln>
            <a:noFill/>
          </a:ln>
        </p:spPr>
        <p:txBody>
          <a:bodyPr spcFirstLastPara="1" wrap="square" lIns="91425" tIns="45700" rIns="91425" bIns="45700" anchor="t" anchorCtr="0"/>
          <a:lstStyle>
            <a:lvl1pPr marR="0" lvl="0" algn="r"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5" name="Google Shape;5;n"/>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p:nvPr>
            <p:ph type="body" idx="1"/>
          </p:nvPr>
        </p:nvSpPr>
        <p:spPr>
          <a:xfrm>
            <a:off x="685800" y="4400550"/>
            <a:ext cx="5486400" cy="3600450"/>
          </a:xfrm>
          <a:prstGeom prst="rect">
            <a:avLst/>
          </a:prstGeom>
          <a:noFill/>
          <a:ln>
            <a:noFill/>
          </a:ln>
        </p:spPr>
        <p:txBody>
          <a:bodyPr spcFirstLastPara="1" wrap="square" lIns="91425" tIns="45700" rIns="91425" bIns="45700" anchor="t" anchorCtr="0"/>
          <a:lstStyle>
            <a:lvl1pPr marL="457200" marR="0" lvl="0"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7" name="Google Shape;7;n"/>
          <p:cNvSpPr txBox="1"/>
          <p:nvPr>
            <p:ph type="ftr" idx="11"/>
          </p:nvPr>
        </p:nvSpPr>
        <p:spPr>
          <a:xfrm>
            <a:off x="0" y="8685213"/>
            <a:ext cx="2971800" cy="458787"/>
          </a:xfrm>
          <a:prstGeom prst="rect">
            <a:avLst/>
          </a:prstGeom>
          <a:noFill/>
          <a:ln>
            <a:noFill/>
          </a:ln>
        </p:spPr>
        <p:txBody>
          <a:bodyPr spcFirstLastPara="1" wrap="square" lIns="91425" tIns="45700" rIns="91425" bIns="45700" anchor="b" anchorCtr="0"/>
          <a:lstStyle>
            <a:lvl1pPr marR="0" lvl="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8" name="Google Shape;8;n"/>
          <p:cNvSpPr txBox="1"/>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panose="020F0502020204030204"/>
                <a:ea typeface="Calibri" panose="020F0502020204030204"/>
                <a:cs typeface="Calibri" panose="020F0502020204030204"/>
                <a:sym typeface="Calibri" panose="020F0502020204030204"/>
              </a:rPr>
            </a:fld>
            <a:endParaRPr sz="12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84" name="Shape 84"/>
        <p:cNvGrpSpPr/>
        <p:nvPr/>
      </p:nvGrpSpPr>
      <p:grpSpPr>
        <a:xfrm>
          <a:off x="0" y="0"/>
          <a:ext cx="0" cy="0"/>
          <a:chOff x="0" y="0"/>
          <a:chExt cx="0" cy="0"/>
        </a:xfrm>
      </p:grpSpPr>
      <p:sp>
        <p:nvSpPr>
          <p:cNvPr id="85" name="Google Shape;85;p1: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 name="Google Shape;86;p1:notes"/>
          <p:cNvSpPr txBox="1"/>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87" name="Google Shape;87;p1:notes"/>
          <p:cNvSpPr txBox="1"/>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PhAnim="0" showMasterSp="0">
  <p:cSld>
    <p:spTree>
      <p:nvGrpSpPr>
        <p:cNvPr id="94" name="Shape 94"/>
        <p:cNvGrpSpPr/>
        <p:nvPr/>
      </p:nvGrpSpPr>
      <p:grpSpPr>
        <a:xfrm>
          <a:off x="0" y="0"/>
          <a:ext cx="0" cy="0"/>
          <a:chOff x="0" y="0"/>
          <a:chExt cx="0" cy="0"/>
        </a:xfrm>
      </p:grpSpPr>
      <p:sp>
        <p:nvSpPr>
          <p:cNvPr id="95" name="Google Shape;95;p2:notes"/>
          <p:cNvSpPr txBox="1"/>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96" name="Google Shape;96;p2: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01" name="Shape 101"/>
        <p:cNvGrpSpPr/>
        <p:nvPr/>
      </p:nvGrpSpPr>
      <p:grpSpPr>
        <a:xfrm>
          <a:off x="0" y="0"/>
          <a:ext cx="0" cy="0"/>
          <a:chOff x="0" y="0"/>
          <a:chExt cx="0" cy="0"/>
        </a:xfrm>
      </p:grpSpPr>
      <p:sp>
        <p:nvSpPr>
          <p:cNvPr id="102" name="Google Shape;102;p3:notes"/>
          <p:cNvSpPr txBox="1"/>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03" name="Google Shape;103;p3: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08" name="Shape 108"/>
        <p:cNvGrpSpPr/>
        <p:nvPr/>
      </p:nvGrpSpPr>
      <p:grpSpPr>
        <a:xfrm>
          <a:off x="0" y="0"/>
          <a:ext cx="0" cy="0"/>
          <a:chOff x="0" y="0"/>
          <a:chExt cx="0" cy="0"/>
        </a:xfrm>
      </p:grpSpPr>
      <p:sp>
        <p:nvSpPr>
          <p:cNvPr id="109" name="Google Shape;109;p4:notes"/>
          <p:cNvSpPr txBox="1"/>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10" name="Google Shape;110;p4: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08" name="Shape 108"/>
        <p:cNvGrpSpPr/>
        <p:nvPr/>
      </p:nvGrpSpPr>
      <p:grpSpPr>
        <a:xfrm>
          <a:off x="0" y="0"/>
          <a:ext cx="0" cy="0"/>
          <a:chOff x="0" y="0"/>
          <a:chExt cx="0" cy="0"/>
        </a:xfrm>
      </p:grpSpPr>
      <p:sp>
        <p:nvSpPr>
          <p:cNvPr id="109" name="Google Shape;109;p4:notes"/>
          <p:cNvSpPr txBox="1"/>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10" name="Google Shape;110;p4: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16" name="Shape 116"/>
        <p:cNvGrpSpPr/>
        <p:nvPr/>
      </p:nvGrpSpPr>
      <p:grpSpPr>
        <a:xfrm>
          <a:off x="0" y="0"/>
          <a:ext cx="0" cy="0"/>
          <a:chOff x="0" y="0"/>
          <a:chExt cx="0" cy="0"/>
        </a:xfrm>
      </p:grpSpPr>
      <p:sp>
        <p:nvSpPr>
          <p:cNvPr id="117" name="Google Shape;117;p5:notes"/>
          <p:cNvSpPr txBox="1"/>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18" name="Google Shape;118;p5: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16" name="Shape 116"/>
        <p:cNvGrpSpPr/>
        <p:nvPr/>
      </p:nvGrpSpPr>
      <p:grpSpPr>
        <a:xfrm>
          <a:off x="0" y="0"/>
          <a:ext cx="0" cy="0"/>
          <a:chOff x="0" y="0"/>
          <a:chExt cx="0" cy="0"/>
        </a:xfrm>
      </p:grpSpPr>
      <p:sp>
        <p:nvSpPr>
          <p:cNvPr id="117" name="Google Shape;117;p5:notes"/>
          <p:cNvSpPr txBox="1"/>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18" name="Google Shape;118;p5: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PhAnim="0" showMasterSp="0">
  <p:cSld>
    <p:spTree>
      <p:nvGrpSpPr>
        <p:cNvPr id="123" name="Shape 123"/>
        <p:cNvGrpSpPr/>
        <p:nvPr/>
      </p:nvGrpSpPr>
      <p:grpSpPr>
        <a:xfrm>
          <a:off x="0" y="0"/>
          <a:ext cx="0" cy="0"/>
          <a:chOff x="0" y="0"/>
          <a:chExt cx="0" cy="0"/>
        </a:xfrm>
      </p:grpSpPr>
      <p:sp>
        <p:nvSpPr>
          <p:cNvPr id="124" name="Google Shape;124;p6:notes"/>
          <p:cNvSpPr txBox="1"/>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25" name="Google Shape;125;p6: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PhAnim="0" showMasterSp="0">
  <p:cSld>
    <p:spTree>
      <p:nvGrpSpPr>
        <p:cNvPr id="123" name="Shape 123"/>
        <p:cNvGrpSpPr/>
        <p:nvPr/>
      </p:nvGrpSpPr>
      <p:grpSpPr>
        <a:xfrm>
          <a:off x="0" y="0"/>
          <a:ext cx="0" cy="0"/>
          <a:chOff x="0" y="0"/>
          <a:chExt cx="0" cy="0"/>
        </a:xfrm>
      </p:grpSpPr>
      <p:sp>
        <p:nvSpPr>
          <p:cNvPr id="124" name="Google Shape;124;p6:notes"/>
          <p:cNvSpPr txBox="1"/>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25" name="Google Shape;125;p6: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PhAnim="0" showMasterSp="0">
  <p:cSld>
    <p:spTree>
      <p:nvGrpSpPr>
        <p:cNvPr id="123" name="Shape 123"/>
        <p:cNvGrpSpPr/>
        <p:nvPr/>
      </p:nvGrpSpPr>
      <p:grpSpPr>
        <a:xfrm>
          <a:off x="0" y="0"/>
          <a:ext cx="0" cy="0"/>
          <a:chOff x="0" y="0"/>
          <a:chExt cx="0" cy="0"/>
        </a:xfrm>
      </p:grpSpPr>
      <p:sp>
        <p:nvSpPr>
          <p:cNvPr id="124" name="Google Shape;124;p6:notes"/>
          <p:cNvSpPr txBox="1"/>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25" name="Google Shape;125;p6: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23" name="Shape 123"/>
        <p:cNvGrpSpPr/>
        <p:nvPr/>
      </p:nvGrpSpPr>
      <p:grpSpPr>
        <a:xfrm>
          <a:off x="0" y="0"/>
          <a:ext cx="0" cy="0"/>
          <a:chOff x="0" y="0"/>
          <a:chExt cx="0" cy="0"/>
        </a:xfrm>
      </p:grpSpPr>
      <p:sp>
        <p:nvSpPr>
          <p:cNvPr id="124" name="Google Shape;124;p6:notes"/>
          <p:cNvSpPr txBox="1"/>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25" name="Google Shape;125;p6: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23" name="Shape 123"/>
        <p:cNvGrpSpPr/>
        <p:nvPr/>
      </p:nvGrpSpPr>
      <p:grpSpPr>
        <a:xfrm>
          <a:off x="0" y="0"/>
          <a:ext cx="0" cy="0"/>
          <a:chOff x="0" y="0"/>
          <a:chExt cx="0" cy="0"/>
        </a:xfrm>
      </p:grpSpPr>
      <p:sp>
        <p:nvSpPr>
          <p:cNvPr id="124" name="Google Shape;124;p6:notes"/>
          <p:cNvSpPr txBox="1"/>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25" name="Google Shape;125;p6: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23" name="Shape 123"/>
        <p:cNvGrpSpPr/>
        <p:nvPr/>
      </p:nvGrpSpPr>
      <p:grpSpPr>
        <a:xfrm>
          <a:off x="0" y="0"/>
          <a:ext cx="0" cy="0"/>
          <a:chOff x="0" y="0"/>
          <a:chExt cx="0" cy="0"/>
        </a:xfrm>
      </p:grpSpPr>
      <p:sp>
        <p:nvSpPr>
          <p:cNvPr id="124" name="Google Shape;124;p6:notes"/>
          <p:cNvSpPr txBox="1"/>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25" name="Google Shape;125;p6: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23" name="Shape 123"/>
        <p:cNvGrpSpPr/>
        <p:nvPr/>
      </p:nvGrpSpPr>
      <p:grpSpPr>
        <a:xfrm>
          <a:off x="0" y="0"/>
          <a:ext cx="0" cy="0"/>
          <a:chOff x="0" y="0"/>
          <a:chExt cx="0" cy="0"/>
        </a:xfrm>
      </p:grpSpPr>
      <p:sp>
        <p:nvSpPr>
          <p:cNvPr id="124" name="Google Shape;124;p6:notes"/>
          <p:cNvSpPr txBox="1"/>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25" name="Google Shape;125;p6: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23" name="Shape 123"/>
        <p:cNvGrpSpPr/>
        <p:nvPr/>
      </p:nvGrpSpPr>
      <p:grpSpPr>
        <a:xfrm>
          <a:off x="0" y="0"/>
          <a:ext cx="0" cy="0"/>
          <a:chOff x="0" y="0"/>
          <a:chExt cx="0" cy="0"/>
        </a:xfrm>
      </p:grpSpPr>
      <p:sp>
        <p:nvSpPr>
          <p:cNvPr id="124" name="Google Shape;124;p6:notes"/>
          <p:cNvSpPr txBox="1"/>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25" name="Google Shape;125;p6: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23" name="Shape 123"/>
        <p:cNvGrpSpPr/>
        <p:nvPr/>
      </p:nvGrpSpPr>
      <p:grpSpPr>
        <a:xfrm>
          <a:off x="0" y="0"/>
          <a:ext cx="0" cy="0"/>
          <a:chOff x="0" y="0"/>
          <a:chExt cx="0" cy="0"/>
        </a:xfrm>
      </p:grpSpPr>
      <p:sp>
        <p:nvSpPr>
          <p:cNvPr id="124" name="Google Shape;124;p6:notes"/>
          <p:cNvSpPr txBox="1"/>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25" name="Google Shape;125;p6: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matchingName="標題投影片">
  <p:cSld name="TITLE">
    <p:spTree>
      <p:nvGrpSpPr>
        <p:cNvPr id="15" name="Shape 15"/>
        <p:cNvGrpSpPr/>
        <p:nvPr/>
      </p:nvGrpSpPr>
      <p:grpSpPr>
        <a:xfrm>
          <a:off x="0" y="0"/>
          <a:ext cx="0" cy="0"/>
          <a:chOff x="0" y="0"/>
          <a:chExt cx="0" cy="0"/>
        </a:xfrm>
      </p:grpSpPr>
      <p:sp>
        <p:nvSpPr>
          <p:cNvPr id="16" name="Google Shape;16;p2"/>
          <p:cNvSpPr txBox="1"/>
          <p:nvPr>
            <p:ph type="ctrTitle"/>
          </p:nvPr>
        </p:nvSpPr>
        <p:spPr>
          <a:xfrm>
            <a:off x="1524000" y="1122363"/>
            <a:ext cx="9144000" cy="2387600"/>
          </a:xfrm>
          <a:prstGeom prst="rect">
            <a:avLst/>
          </a:prstGeom>
          <a:noFill/>
          <a:ln>
            <a:noFill/>
          </a:ln>
        </p:spPr>
        <p:txBody>
          <a:bodyPr spcFirstLastPara="1" wrap="square" lIns="91425" tIns="45700" rIns="91425" bIns="45700" anchor="b" anchorCtr="0"/>
          <a:lstStyle>
            <a:lvl1pPr lvl="0" algn="ctr">
              <a:lnSpc>
                <a:spcPct val="90000"/>
              </a:lnSpc>
              <a:spcBef>
                <a:spcPts val="0"/>
              </a:spcBef>
              <a:spcAft>
                <a:spcPts val="0"/>
              </a:spcAft>
              <a:buClr>
                <a:schemeClr val="dk1"/>
              </a:buClr>
              <a:buSzPts val="6000"/>
              <a:buFont typeface="Questrial" panose="02000000000000000000"/>
              <a:buNone/>
              <a:defRPr sz="6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2"/>
          <p:cNvSpPr txBox="1"/>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lstStyle>
            <a:lvl1pPr lvl="0" algn="ctr">
              <a:lnSpc>
                <a:spcPct val="90000"/>
              </a:lnSpc>
              <a:spcBef>
                <a:spcPts val="1000"/>
              </a:spcBef>
              <a:spcAft>
                <a:spcPts val="0"/>
              </a:spcAft>
              <a:buClr>
                <a:srgbClr val="A5A5A5"/>
              </a:buClr>
              <a:buSzPts val="2400"/>
              <a:buNone/>
              <a:defRPr sz="2400">
                <a:solidFill>
                  <a:srgbClr val="A5A5A5"/>
                </a:solidFil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8" name="Google Shape;18;p2"/>
          <p:cNvSpPr txBox="1"/>
          <p:nvPr>
            <p:ph type="dt" idx="10"/>
          </p:nvPr>
        </p:nvSpPr>
        <p:spPr>
          <a:xfrm>
            <a:off x="838200" y="6356352"/>
            <a:ext cx="2743200" cy="365125"/>
          </a:xfrm>
          <a:prstGeom prst="rect">
            <a:avLst/>
          </a:prstGeom>
          <a:noFill/>
          <a:ln>
            <a:noFill/>
          </a:ln>
        </p:spPr>
        <p:txBody>
          <a:bodyPr spcFirstLastPara="1" wrap="square" lIns="91425" tIns="45700" rIns="91425" bIns="45700" anchor="ctr" anchorCtr="0"/>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2"/>
          <p:cNvSpPr txBox="1"/>
          <p:nvPr>
            <p:ph type="ftr" idx="11"/>
          </p:nvPr>
        </p:nvSpPr>
        <p:spPr>
          <a:xfrm>
            <a:off x="4038600" y="6356352"/>
            <a:ext cx="4114800" cy="365125"/>
          </a:xfrm>
          <a:prstGeom prst="rect">
            <a:avLst/>
          </a:prstGeom>
          <a:noFill/>
          <a:ln>
            <a:noFill/>
          </a:ln>
        </p:spPr>
        <p:txBody>
          <a:bodyPr spcFirstLastPara="1" wrap="square" lIns="91425" tIns="45700" rIns="91425" bIns="45700" anchor="ctr" anchorCtr="0"/>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2"/>
          <p:cNvSpPr txBox="1"/>
          <p:nvPr>
            <p:ph type="sldNum" idx="12"/>
          </p:nvPr>
        </p:nvSpPr>
        <p:spPr>
          <a:xfrm>
            <a:off x="8610600" y="6356352"/>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matchingName="標題及內容">
  <p:cSld name="OBJECT">
    <p:spTree>
      <p:nvGrpSpPr>
        <p:cNvPr id="21" name="Shape 21"/>
        <p:cNvGrpSpPr/>
        <p:nvPr/>
      </p:nvGrpSpPr>
      <p:grpSpPr>
        <a:xfrm>
          <a:off x="0" y="0"/>
          <a:ext cx="0" cy="0"/>
          <a:chOff x="0" y="0"/>
          <a:chExt cx="0" cy="0"/>
        </a:xfrm>
      </p:grpSpPr>
      <p:sp>
        <p:nvSpPr>
          <p:cNvPr id="22" name="Google Shape;22;p3"/>
          <p:cNvSpPr txBox="1"/>
          <p:nvPr>
            <p:ph type="title"/>
          </p:nvPr>
        </p:nvSpPr>
        <p:spPr>
          <a:xfrm>
            <a:off x="838200" y="365127"/>
            <a:ext cx="10515600" cy="1325563"/>
          </a:xfrm>
          <a:prstGeom prst="rect">
            <a:avLst/>
          </a:prstGeom>
          <a:noFill/>
          <a:ln>
            <a:noFill/>
          </a:ln>
        </p:spPr>
        <p:txBody>
          <a:bodyPr spcFirstLastPara="1" wrap="square" lIns="91425" tIns="45700" rIns="91425" bIns="45700" anchor="ctr" anchorCtr="0"/>
          <a:lstStyle>
            <a:lvl1pPr lvl="0" algn="l">
              <a:lnSpc>
                <a:spcPct val="90000"/>
              </a:lnSpc>
              <a:spcBef>
                <a:spcPts val="0"/>
              </a:spcBef>
              <a:spcAft>
                <a:spcPts val="0"/>
              </a:spcAft>
              <a:buClr>
                <a:schemeClr val="dk1"/>
              </a:buClr>
              <a:buSzPts val="4400"/>
              <a:buFont typeface="Questrial" panose="02000000000000000000"/>
              <a:buNone/>
              <a:defRPr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3"/>
          <p:cNvSpPr txBox="1"/>
          <p:nvPr>
            <p:ph type="body" idx="1"/>
          </p:nvPr>
        </p:nvSpPr>
        <p:spPr>
          <a:xfrm>
            <a:off x="838200" y="1825625"/>
            <a:ext cx="10515600" cy="4351338"/>
          </a:xfrm>
          <a:prstGeom prst="rect">
            <a:avLst/>
          </a:prstGeom>
          <a:noFill/>
          <a:ln>
            <a:noFill/>
          </a:ln>
        </p:spPr>
        <p:txBody>
          <a:bodyPr spcFirstLastPara="1" wrap="square" lIns="91425" tIns="45700" rIns="91425" bIns="45700" anchor="t" anchorCtr="0"/>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24" name="Google Shape;24;p3"/>
          <p:cNvSpPr txBox="1"/>
          <p:nvPr>
            <p:ph type="dt" idx="10"/>
          </p:nvPr>
        </p:nvSpPr>
        <p:spPr>
          <a:xfrm>
            <a:off x="838200" y="6356352"/>
            <a:ext cx="2743200" cy="365125"/>
          </a:xfrm>
          <a:prstGeom prst="rect">
            <a:avLst/>
          </a:prstGeom>
          <a:noFill/>
          <a:ln>
            <a:noFill/>
          </a:ln>
        </p:spPr>
        <p:txBody>
          <a:bodyPr spcFirstLastPara="1" wrap="square" lIns="91425" tIns="45700" rIns="91425" bIns="45700" anchor="ctr" anchorCtr="0"/>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3"/>
          <p:cNvSpPr txBox="1"/>
          <p:nvPr>
            <p:ph type="ftr" idx="11"/>
          </p:nvPr>
        </p:nvSpPr>
        <p:spPr>
          <a:xfrm>
            <a:off x="4038600" y="6356352"/>
            <a:ext cx="4114800" cy="365125"/>
          </a:xfrm>
          <a:prstGeom prst="rect">
            <a:avLst/>
          </a:prstGeom>
          <a:noFill/>
          <a:ln>
            <a:noFill/>
          </a:ln>
        </p:spPr>
        <p:txBody>
          <a:bodyPr spcFirstLastPara="1" wrap="square" lIns="91425" tIns="45700" rIns="91425" bIns="45700" anchor="ctr" anchorCtr="0"/>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3"/>
          <p:cNvSpPr txBox="1"/>
          <p:nvPr>
            <p:ph type="sldNum" idx="12"/>
          </p:nvPr>
        </p:nvSpPr>
        <p:spPr>
          <a:xfrm>
            <a:off x="8610600" y="6356352"/>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matchingName="章節標題">
  <p:cSld name="SECTION_HEADER">
    <p:spTree>
      <p:nvGrpSpPr>
        <p:cNvPr id="27" name="Shape 27"/>
        <p:cNvGrpSpPr/>
        <p:nvPr/>
      </p:nvGrpSpPr>
      <p:grpSpPr>
        <a:xfrm>
          <a:off x="0" y="0"/>
          <a:ext cx="0" cy="0"/>
          <a:chOff x="0" y="0"/>
          <a:chExt cx="0" cy="0"/>
        </a:xfrm>
      </p:grpSpPr>
      <p:sp>
        <p:nvSpPr>
          <p:cNvPr id="28" name="Google Shape;28;p4"/>
          <p:cNvSpPr txBox="1"/>
          <p:nvPr>
            <p:ph type="title"/>
          </p:nvPr>
        </p:nvSpPr>
        <p:spPr>
          <a:xfrm>
            <a:off x="831851" y="1709740"/>
            <a:ext cx="10515600" cy="2852737"/>
          </a:xfrm>
          <a:prstGeom prst="rect">
            <a:avLst/>
          </a:prstGeom>
          <a:noFill/>
          <a:ln>
            <a:noFill/>
          </a:ln>
        </p:spPr>
        <p:txBody>
          <a:bodyPr spcFirstLastPara="1" wrap="square" lIns="91425" tIns="45700" rIns="91425" bIns="45700" anchor="b" anchorCtr="0"/>
          <a:lstStyle>
            <a:lvl1pPr lvl="0" algn="l">
              <a:lnSpc>
                <a:spcPct val="90000"/>
              </a:lnSpc>
              <a:spcBef>
                <a:spcPts val="0"/>
              </a:spcBef>
              <a:spcAft>
                <a:spcPts val="0"/>
              </a:spcAft>
              <a:buClr>
                <a:schemeClr val="dk1"/>
              </a:buClr>
              <a:buSzPts val="6000"/>
              <a:buFont typeface="Questrial" panose="02000000000000000000"/>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4"/>
          <p:cNvSpPr txBox="1"/>
          <p:nvPr>
            <p:ph type="body" idx="1"/>
          </p:nvPr>
        </p:nvSpPr>
        <p:spPr>
          <a:xfrm>
            <a:off x="831851" y="4589465"/>
            <a:ext cx="10515600" cy="1500187"/>
          </a:xfrm>
          <a:prstGeom prst="rect">
            <a:avLst/>
          </a:prstGeom>
          <a:noFill/>
          <a:ln>
            <a:noFill/>
          </a:ln>
        </p:spPr>
        <p:txBody>
          <a:bodyPr spcFirstLastPara="1" wrap="square" lIns="91425" tIns="45700" rIns="91425" bIns="45700" anchor="t" anchorCtr="0"/>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p:txBody>
      </p:sp>
      <p:sp>
        <p:nvSpPr>
          <p:cNvPr id="30" name="Google Shape;30;p4"/>
          <p:cNvSpPr txBox="1"/>
          <p:nvPr>
            <p:ph type="dt" idx="10"/>
          </p:nvPr>
        </p:nvSpPr>
        <p:spPr>
          <a:xfrm>
            <a:off x="838200" y="6356352"/>
            <a:ext cx="2743200" cy="365125"/>
          </a:xfrm>
          <a:prstGeom prst="rect">
            <a:avLst/>
          </a:prstGeom>
          <a:noFill/>
          <a:ln>
            <a:noFill/>
          </a:ln>
        </p:spPr>
        <p:txBody>
          <a:bodyPr spcFirstLastPara="1" wrap="square" lIns="91425" tIns="45700" rIns="91425" bIns="45700" anchor="ctr" anchorCtr="0"/>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4"/>
          <p:cNvSpPr txBox="1"/>
          <p:nvPr>
            <p:ph type="ftr" idx="11"/>
          </p:nvPr>
        </p:nvSpPr>
        <p:spPr>
          <a:xfrm>
            <a:off x="4038600" y="6356352"/>
            <a:ext cx="4114800" cy="365125"/>
          </a:xfrm>
          <a:prstGeom prst="rect">
            <a:avLst/>
          </a:prstGeom>
          <a:noFill/>
          <a:ln>
            <a:noFill/>
          </a:ln>
        </p:spPr>
        <p:txBody>
          <a:bodyPr spcFirstLastPara="1" wrap="square" lIns="91425" tIns="45700" rIns="91425" bIns="45700" anchor="ctr" anchorCtr="0"/>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4"/>
          <p:cNvSpPr txBox="1"/>
          <p:nvPr>
            <p:ph type="sldNum" idx="12"/>
          </p:nvPr>
        </p:nvSpPr>
        <p:spPr>
          <a:xfrm>
            <a:off x="8610600" y="6356352"/>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matchingName="兩個內容">
  <p:cSld name="TWO_OBJECTS">
    <p:spTree>
      <p:nvGrpSpPr>
        <p:cNvPr id="33" name="Shape 33"/>
        <p:cNvGrpSpPr/>
        <p:nvPr/>
      </p:nvGrpSpPr>
      <p:grpSpPr>
        <a:xfrm>
          <a:off x="0" y="0"/>
          <a:ext cx="0" cy="0"/>
          <a:chOff x="0" y="0"/>
          <a:chExt cx="0" cy="0"/>
        </a:xfrm>
      </p:grpSpPr>
      <p:sp>
        <p:nvSpPr>
          <p:cNvPr id="34" name="Google Shape;34;p5"/>
          <p:cNvSpPr txBox="1"/>
          <p:nvPr>
            <p:ph type="title"/>
          </p:nvPr>
        </p:nvSpPr>
        <p:spPr>
          <a:xfrm>
            <a:off x="838200" y="365127"/>
            <a:ext cx="10515600" cy="1325563"/>
          </a:xfrm>
          <a:prstGeom prst="rect">
            <a:avLst/>
          </a:prstGeom>
          <a:noFill/>
          <a:ln>
            <a:noFill/>
          </a:ln>
        </p:spPr>
        <p:txBody>
          <a:bodyPr spcFirstLastPara="1" wrap="square" lIns="91425" tIns="45700" rIns="91425" bIns="45700" anchor="ctr" anchorCtr="0"/>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5"/>
          <p:cNvSpPr txBox="1"/>
          <p:nvPr>
            <p:ph type="body" idx="1"/>
          </p:nvPr>
        </p:nvSpPr>
        <p:spPr>
          <a:xfrm>
            <a:off x="838200" y="1825625"/>
            <a:ext cx="5181600" cy="4351338"/>
          </a:xfrm>
          <a:prstGeom prst="rect">
            <a:avLst/>
          </a:prstGeom>
          <a:noFill/>
          <a:ln>
            <a:noFill/>
          </a:ln>
        </p:spPr>
        <p:txBody>
          <a:bodyPr spcFirstLastPara="1" wrap="square" lIns="91425" tIns="45700" rIns="91425" bIns="45700" anchor="t" anchorCtr="0"/>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36" name="Google Shape;36;p5"/>
          <p:cNvSpPr txBox="1"/>
          <p:nvPr>
            <p:ph type="body" idx="2"/>
          </p:nvPr>
        </p:nvSpPr>
        <p:spPr>
          <a:xfrm>
            <a:off x="6172200" y="1825625"/>
            <a:ext cx="5181600" cy="4351338"/>
          </a:xfrm>
          <a:prstGeom prst="rect">
            <a:avLst/>
          </a:prstGeom>
          <a:noFill/>
          <a:ln>
            <a:noFill/>
          </a:ln>
        </p:spPr>
        <p:txBody>
          <a:bodyPr spcFirstLastPara="1" wrap="square" lIns="91425" tIns="45700" rIns="91425" bIns="45700" anchor="t" anchorCtr="0"/>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37" name="Google Shape;37;p5"/>
          <p:cNvSpPr txBox="1"/>
          <p:nvPr>
            <p:ph type="dt" idx="10"/>
          </p:nvPr>
        </p:nvSpPr>
        <p:spPr>
          <a:xfrm>
            <a:off x="838200" y="6356352"/>
            <a:ext cx="2743200" cy="365125"/>
          </a:xfrm>
          <a:prstGeom prst="rect">
            <a:avLst/>
          </a:prstGeom>
          <a:noFill/>
          <a:ln>
            <a:noFill/>
          </a:ln>
        </p:spPr>
        <p:txBody>
          <a:bodyPr spcFirstLastPara="1" wrap="square" lIns="91425" tIns="45700" rIns="91425" bIns="45700" anchor="ctr" anchorCtr="0"/>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5"/>
          <p:cNvSpPr txBox="1"/>
          <p:nvPr>
            <p:ph type="ftr" idx="11"/>
          </p:nvPr>
        </p:nvSpPr>
        <p:spPr>
          <a:xfrm>
            <a:off x="4038600" y="6356352"/>
            <a:ext cx="4114800" cy="365125"/>
          </a:xfrm>
          <a:prstGeom prst="rect">
            <a:avLst/>
          </a:prstGeom>
          <a:noFill/>
          <a:ln>
            <a:noFill/>
          </a:ln>
        </p:spPr>
        <p:txBody>
          <a:bodyPr spcFirstLastPara="1" wrap="square" lIns="91425" tIns="45700" rIns="91425" bIns="45700" anchor="ctr" anchorCtr="0"/>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5"/>
          <p:cNvSpPr txBox="1"/>
          <p:nvPr>
            <p:ph type="sldNum" idx="12"/>
          </p:nvPr>
        </p:nvSpPr>
        <p:spPr>
          <a:xfrm>
            <a:off x="8610600" y="6356352"/>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matchingName="比對">
  <p:cSld name="TWO_OBJECTS_WITH_TEXT">
    <p:spTree>
      <p:nvGrpSpPr>
        <p:cNvPr id="40" name="Shape 40"/>
        <p:cNvGrpSpPr/>
        <p:nvPr/>
      </p:nvGrpSpPr>
      <p:grpSpPr>
        <a:xfrm>
          <a:off x="0" y="0"/>
          <a:ext cx="0" cy="0"/>
          <a:chOff x="0" y="0"/>
          <a:chExt cx="0" cy="0"/>
        </a:xfrm>
      </p:grpSpPr>
      <p:sp>
        <p:nvSpPr>
          <p:cNvPr id="41" name="Google Shape;41;p6"/>
          <p:cNvSpPr txBox="1"/>
          <p:nvPr>
            <p:ph type="title"/>
          </p:nvPr>
        </p:nvSpPr>
        <p:spPr>
          <a:xfrm>
            <a:off x="839788" y="365127"/>
            <a:ext cx="10515600" cy="1325563"/>
          </a:xfrm>
          <a:prstGeom prst="rect">
            <a:avLst/>
          </a:prstGeom>
          <a:noFill/>
          <a:ln>
            <a:noFill/>
          </a:ln>
        </p:spPr>
        <p:txBody>
          <a:bodyPr spcFirstLastPara="1" wrap="square" lIns="91425" tIns="45700" rIns="91425" bIns="45700" anchor="ctr" anchorCtr="0"/>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6"/>
          <p:cNvSpPr txBox="1"/>
          <p:nvPr>
            <p:ph type="body" idx="1"/>
          </p:nvPr>
        </p:nvSpPr>
        <p:spPr>
          <a:xfrm>
            <a:off x="839789" y="1681163"/>
            <a:ext cx="5157787" cy="823912"/>
          </a:xfrm>
          <a:prstGeom prst="rect">
            <a:avLst/>
          </a:prstGeom>
          <a:noFill/>
          <a:ln>
            <a:noFill/>
          </a:ln>
        </p:spPr>
        <p:txBody>
          <a:bodyPr spcFirstLastPara="1" wrap="square" lIns="91425" tIns="45700" rIns="91425" bIns="45700" anchor="b" anchorCtr="0"/>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p:txBody>
      </p:sp>
      <p:sp>
        <p:nvSpPr>
          <p:cNvPr id="43" name="Google Shape;43;p6"/>
          <p:cNvSpPr txBox="1"/>
          <p:nvPr>
            <p:ph type="body" idx="2"/>
          </p:nvPr>
        </p:nvSpPr>
        <p:spPr>
          <a:xfrm>
            <a:off x="839789" y="2505075"/>
            <a:ext cx="5157787" cy="3684588"/>
          </a:xfrm>
          <a:prstGeom prst="rect">
            <a:avLst/>
          </a:prstGeom>
          <a:noFill/>
          <a:ln>
            <a:noFill/>
          </a:ln>
        </p:spPr>
        <p:txBody>
          <a:bodyPr spcFirstLastPara="1" wrap="square" lIns="91425" tIns="45700" rIns="91425" bIns="45700" anchor="t" anchorCtr="0"/>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44" name="Google Shape;44;p6"/>
          <p:cNvSpPr txBox="1"/>
          <p:nvPr>
            <p:ph type="body" idx="3"/>
          </p:nvPr>
        </p:nvSpPr>
        <p:spPr>
          <a:xfrm>
            <a:off x="6172201" y="1681163"/>
            <a:ext cx="5183188" cy="823912"/>
          </a:xfrm>
          <a:prstGeom prst="rect">
            <a:avLst/>
          </a:prstGeom>
          <a:noFill/>
          <a:ln>
            <a:noFill/>
          </a:ln>
        </p:spPr>
        <p:txBody>
          <a:bodyPr spcFirstLastPara="1" wrap="square" lIns="91425" tIns="45700" rIns="91425" bIns="45700" anchor="b" anchorCtr="0"/>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p:txBody>
      </p:sp>
      <p:sp>
        <p:nvSpPr>
          <p:cNvPr id="45" name="Google Shape;45;p6"/>
          <p:cNvSpPr txBox="1"/>
          <p:nvPr>
            <p:ph type="body" idx="4"/>
          </p:nvPr>
        </p:nvSpPr>
        <p:spPr>
          <a:xfrm>
            <a:off x="6172201" y="2505075"/>
            <a:ext cx="5183188" cy="3684588"/>
          </a:xfrm>
          <a:prstGeom prst="rect">
            <a:avLst/>
          </a:prstGeom>
          <a:noFill/>
          <a:ln>
            <a:noFill/>
          </a:ln>
        </p:spPr>
        <p:txBody>
          <a:bodyPr spcFirstLastPara="1" wrap="square" lIns="91425" tIns="45700" rIns="91425" bIns="45700" anchor="t" anchorCtr="0"/>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46" name="Google Shape;46;p6"/>
          <p:cNvSpPr txBox="1"/>
          <p:nvPr>
            <p:ph type="dt" idx="10"/>
          </p:nvPr>
        </p:nvSpPr>
        <p:spPr>
          <a:xfrm>
            <a:off x="838200" y="6356352"/>
            <a:ext cx="2743200" cy="365125"/>
          </a:xfrm>
          <a:prstGeom prst="rect">
            <a:avLst/>
          </a:prstGeom>
          <a:noFill/>
          <a:ln>
            <a:noFill/>
          </a:ln>
        </p:spPr>
        <p:txBody>
          <a:bodyPr spcFirstLastPara="1" wrap="square" lIns="91425" tIns="45700" rIns="91425" bIns="45700" anchor="ctr" anchorCtr="0"/>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6"/>
          <p:cNvSpPr txBox="1"/>
          <p:nvPr>
            <p:ph type="ftr" idx="11"/>
          </p:nvPr>
        </p:nvSpPr>
        <p:spPr>
          <a:xfrm>
            <a:off x="4038600" y="6356352"/>
            <a:ext cx="4114800" cy="365125"/>
          </a:xfrm>
          <a:prstGeom prst="rect">
            <a:avLst/>
          </a:prstGeom>
          <a:noFill/>
          <a:ln>
            <a:noFill/>
          </a:ln>
        </p:spPr>
        <p:txBody>
          <a:bodyPr spcFirstLastPara="1" wrap="square" lIns="91425" tIns="45700" rIns="91425" bIns="45700" anchor="ctr" anchorCtr="0"/>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6"/>
          <p:cNvSpPr txBox="1"/>
          <p:nvPr>
            <p:ph type="sldNum" idx="12"/>
          </p:nvPr>
        </p:nvSpPr>
        <p:spPr>
          <a:xfrm>
            <a:off x="8610600" y="6356352"/>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matchingName="只有標題">
  <p:cSld name="TITLE_ONLY">
    <p:spTree>
      <p:nvGrpSpPr>
        <p:cNvPr id="49" name="Shape 49"/>
        <p:cNvGrpSpPr/>
        <p:nvPr/>
      </p:nvGrpSpPr>
      <p:grpSpPr>
        <a:xfrm>
          <a:off x="0" y="0"/>
          <a:ext cx="0" cy="0"/>
          <a:chOff x="0" y="0"/>
          <a:chExt cx="0" cy="0"/>
        </a:xfrm>
      </p:grpSpPr>
      <p:sp>
        <p:nvSpPr>
          <p:cNvPr id="50" name="Google Shape;50;p7"/>
          <p:cNvSpPr txBox="1"/>
          <p:nvPr>
            <p:ph type="title"/>
          </p:nvPr>
        </p:nvSpPr>
        <p:spPr>
          <a:xfrm>
            <a:off x="838200" y="365127"/>
            <a:ext cx="10515600" cy="1325563"/>
          </a:xfrm>
          <a:prstGeom prst="rect">
            <a:avLst/>
          </a:prstGeom>
          <a:noFill/>
          <a:ln>
            <a:noFill/>
          </a:ln>
        </p:spPr>
        <p:txBody>
          <a:bodyPr spcFirstLastPara="1" wrap="square" lIns="91425" tIns="45700" rIns="91425" bIns="45700" anchor="ctr" anchorCtr="0"/>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7"/>
          <p:cNvSpPr txBox="1"/>
          <p:nvPr>
            <p:ph type="dt" idx="10"/>
          </p:nvPr>
        </p:nvSpPr>
        <p:spPr>
          <a:xfrm>
            <a:off x="838200" y="6356352"/>
            <a:ext cx="2743200" cy="365125"/>
          </a:xfrm>
          <a:prstGeom prst="rect">
            <a:avLst/>
          </a:prstGeom>
          <a:noFill/>
          <a:ln>
            <a:noFill/>
          </a:ln>
        </p:spPr>
        <p:txBody>
          <a:bodyPr spcFirstLastPara="1" wrap="square" lIns="91425" tIns="45700" rIns="91425" bIns="45700" anchor="ctr" anchorCtr="0"/>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7"/>
          <p:cNvSpPr txBox="1"/>
          <p:nvPr>
            <p:ph type="ftr" idx="11"/>
          </p:nvPr>
        </p:nvSpPr>
        <p:spPr>
          <a:xfrm>
            <a:off x="4038600" y="6356352"/>
            <a:ext cx="4114800" cy="365125"/>
          </a:xfrm>
          <a:prstGeom prst="rect">
            <a:avLst/>
          </a:prstGeom>
          <a:noFill/>
          <a:ln>
            <a:noFill/>
          </a:ln>
        </p:spPr>
        <p:txBody>
          <a:bodyPr spcFirstLastPara="1" wrap="square" lIns="91425" tIns="45700" rIns="91425" bIns="45700" anchor="ctr" anchorCtr="0"/>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7"/>
          <p:cNvSpPr txBox="1"/>
          <p:nvPr>
            <p:ph type="sldNum" idx="12"/>
          </p:nvPr>
        </p:nvSpPr>
        <p:spPr>
          <a:xfrm>
            <a:off x="8610600" y="6356352"/>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matchingName="空白">
  <p:cSld name="BLANK">
    <p:spTree>
      <p:nvGrpSpPr>
        <p:cNvPr id="54" name="Shape 54"/>
        <p:cNvGrpSpPr/>
        <p:nvPr/>
      </p:nvGrpSpPr>
      <p:grpSpPr>
        <a:xfrm>
          <a:off x="0" y="0"/>
          <a:ext cx="0" cy="0"/>
          <a:chOff x="0" y="0"/>
          <a:chExt cx="0" cy="0"/>
        </a:xfrm>
      </p:grpSpPr>
      <p:sp>
        <p:nvSpPr>
          <p:cNvPr id="55" name="Google Shape;55;p8"/>
          <p:cNvSpPr txBox="1"/>
          <p:nvPr>
            <p:ph type="dt" idx="10"/>
          </p:nvPr>
        </p:nvSpPr>
        <p:spPr>
          <a:xfrm>
            <a:off x="838200" y="6356352"/>
            <a:ext cx="2743200" cy="365125"/>
          </a:xfrm>
          <a:prstGeom prst="rect">
            <a:avLst/>
          </a:prstGeom>
          <a:noFill/>
          <a:ln>
            <a:noFill/>
          </a:ln>
        </p:spPr>
        <p:txBody>
          <a:bodyPr spcFirstLastPara="1" wrap="square" lIns="91425" tIns="45700" rIns="91425" bIns="45700" anchor="ctr" anchorCtr="0"/>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8"/>
          <p:cNvSpPr txBox="1"/>
          <p:nvPr>
            <p:ph type="ftr" idx="11"/>
          </p:nvPr>
        </p:nvSpPr>
        <p:spPr>
          <a:xfrm>
            <a:off x="4038600" y="6356352"/>
            <a:ext cx="4114800" cy="365125"/>
          </a:xfrm>
          <a:prstGeom prst="rect">
            <a:avLst/>
          </a:prstGeom>
          <a:noFill/>
          <a:ln>
            <a:noFill/>
          </a:ln>
        </p:spPr>
        <p:txBody>
          <a:bodyPr spcFirstLastPara="1" wrap="square" lIns="91425" tIns="45700" rIns="91425" bIns="45700" anchor="ctr" anchorCtr="0"/>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8"/>
          <p:cNvSpPr txBox="1"/>
          <p:nvPr>
            <p:ph type="sldNum" idx="12"/>
          </p:nvPr>
        </p:nvSpPr>
        <p:spPr>
          <a:xfrm>
            <a:off x="8610600" y="6356352"/>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matchingName="含標題的內容">
  <p:cSld name="OBJECT_WITH_CAPTION_TEXT">
    <p:spTree>
      <p:nvGrpSpPr>
        <p:cNvPr id="58" name="Shape 58"/>
        <p:cNvGrpSpPr/>
        <p:nvPr/>
      </p:nvGrpSpPr>
      <p:grpSpPr>
        <a:xfrm>
          <a:off x="0" y="0"/>
          <a:ext cx="0" cy="0"/>
          <a:chOff x="0" y="0"/>
          <a:chExt cx="0" cy="0"/>
        </a:xfrm>
      </p:grpSpPr>
      <p:sp>
        <p:nvSpPr>
          <p:cNvPr id="59" name="Google Shape;59;p9"/>
          <p:cNvSpPr txBox="1"/>
          <p:nvPr>
            <p:ph type="title"/>
          </p:nvPr>
        </p:nvSpPr>
        <p:spPr>
          <a:xfrm>
            <a:off x="839788" y="457200"/>
            <a:ext cx="3932237" cy="1600200"/>
          </a:xfrm>
          <a:prstGeom prst="rect">
            <a:avLst/>
          </a:prstGeom>
          <a:noFill/>
          <a:ln>
            <a:noFill/>
          </a:ln>
        </p:spPr>
        <p:txBody>
          <a:bodyPr spcFirstLastPara="1" wrap="square" lIns="91425" tIns="45700" rIns="91425" bIns="45700" anchor="b" anchorCtr="0"/>
          <a:lstStyle>
            <a:lvl1pPr lvl="0" algn="l">
              <a:lnSpc>
                <a:spcPct val="90000"/>
              </a:lnSpc>
              <a:spcBef>
                <a:spcPts val="0"/>
              </a:spcBef>
              <a:spcAft>
                <a:spcPts val="0"/>
              </a:spcAft>
              <a:buClr>
                <a:schemeClr val="dk1"/>
              </a:buClr>
              <a:buSzPts val="3200"/>
              <a:buFont typeface="Questrial" panose="02000000000000000000"/>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0" name="Google Shape;60;p9"/>
          <p:cNvSpPr txBox="1"/>
          <p:nvPr>
            <p:ph type="body" idx="1"/>
          </p:nvPr>
        </p:nvSpPr>
        <p:spPr>
          <a:xfrm>
            <a:off x="5183188" y="987427"/>
            <a:ext cx="6172200" cy="4873625"/>
          </a:xfrm>
          <a:prstGeom prst="rect">
            <a:avLst/>
          </a:prstGeom>
          <a:noFill/>
          <a:ln>
            <a:noFill/>
          </a:ln>
        </p:spPr>
        <p:txBody>
          <a:bodyPr spcFirstLastPara="1" wrap="square" lIns="91425" tIns="45700" rIns="91425" bIns="45700" anchor="t" anchorCtr="0"/>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p:txBody>
      </p:sp>
      <p:sp>
        <p:nvSpPr>
          <p:cNvPr id="61" name="Google Shape;61;p9"/>
          <p:cNvSpPr txBox="1"/>
          <p:nvPr>
            <p:ph type="body" idx="2"/>
          </p:nvPr>
        </p:nvSpPr>
        <p:spPr>
          <a:xfrm>
            <a:off x="839788" y="2057400"/>
            <a:ext cx="3932237" cy="3811588"/>
          </a:xfrm>
          <a:prstGeom prst="rect">
            <a:avLst/>
          </a:prstGeom>
          <a:noFill/>
          <a:ln>
            <a:noFill/>
          </a:ln>
        </p:spPr>
        <p:txBody>
          <a:bodyPr spcFirstLastPara="1" wrap="square" lIns="91425" tIns="45700" rIns="91425" bIns="45700" anchor="t" anchorCtr="0"/>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p:txBody>
      </p:sp>
      <p:sp>
        <p:nvSpPr>
          <p:cNvPr id="62" name="Google Shape;62;p9"/>
          <p:cNvSpPr txBox="1"/>
          <p:nvPr>
            <p:ph type="dt" idx="10"/>
          </p:nvPr>
        </p:nvSpPr>
        <p:spPr>
          <a:xfrm>
            <a:off x="838200" y="6356352"/>
            <a:ext cx="2743200" cy="365125"/>
          </a:xfrm>
          <a:prstGeom prst="rect">
            <a:avLst/>
          </a:prstGeom>
          <a:noFill/>
          <a:ln>
            <a:noFill/>
          </a:ln>
        </p:spPr>
        <p:txBody>
          <a:bodyPr spcFirstLastPara="1" wrap="square" lIns="91425" tIns="45700" rIns="91425" bIns="45700" anchor="ctr" anchorCtr="0"/>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9"/>
          <p:cNvSpPr txBox="1"/>
          <p:nvPr>
            <p:ph type="ftr" idx="11"/>
          </p:nvPr>
        </p:nvSpPr>
        <p:spPr>
          <a:xfrm>
            <a:off x="4038600" y="6356352"/>
            <a:ext cx="4114800" cy="365125"/>
          </a:xfrm>
          <a:prstGeom prst="rect">
            <a:avLst/>
          </a:prstGeom>
          <a:noFill/>
          <a:ln>
            <a:noFill/>
          </a:ln>
        </p:spPr>
        <p:txBody>
          <a:bodyPr spcFirstLastPara="1" wrap="square" lIns="91425" tIns="45700" rIns="91425" bIns="45700" anchor="ctr" anchorCtr="0"/>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9"/>
          <p:cNvSpPr txBox="1"/>
          <p:nvPr>
            <p:ph type="sldNum" idx="12"/>
          </p:nvPr>
        </p:nvSpPr>
        <p:spPr>
          <a:xfrm>
            <a:off x="8610600" y="6356352"/>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matchingName="含標題的圖片">
  <p:cSld name="PICTURE_WITH_CAPTION_TEXT">
    <p:spTree>
      <p:nvGrpSpPr>
        <p:cNvPr id="65" name="Shape 65"/>
        <p:cNvGrpSpPr/>
        <p:nvPr/>
      </p:nvGrpSpPr>
      <p:grpSpPr>
        <a:xfrm>
          <a:off x="0" y="0"/>
          <a:ext cx="0" cy="0"/>
          <a:chOff x="0" y="0"/>
          <a:chExt cx="0" cy="0"/>
        </a:xfrm>
      </p:grpSpPr>
      <p:sp>
        <p:nvSpPr>
          <p:cNvPr id="66" name="Google Shape;66;p10"/>
          <p:cNvSpPr txBox="1"/>
          <p:nvPr>
            <p:ph type="title"/>
          </p:nvPr>
        </p:nvSpPr>
        <p:spPr>
          <a:xfrm>
            <a:off x="839788" y="457200"/>
            <a:ext cx="3932237" cy="1600200"/>
          </a:xfrm>
          <a:prstGeom prst="rect">
            <a:avLst/>
          </a:prstGeom>
          <a:noFill/>
          <a:ln>
            <a:noFill/>
          </a:ln>
        </p:spPr>
        <p:txBody>
          <a:bodyPr spcFirstLastPara="1" wrap="square" lIns="91425" tIns="45700" rIns="91425" bIns="45700" anchor="b" anchorCtr="0"/>
          <a:lstStyle>
            <a:lvl1pPr lvl="0" algn="l">
              <a:lnSpc>
                <a:spcPct val="90000"/>
              </a:lnSpc>
              <a:spcBef>
                <a:spcPts val="0"/>
              </a:spcBef>
              <a:spcAft>
                <a:spcPts val="0"/>
              </a:spcAft>
              <a:buClr>
                <a:schemeClr val="dk1"/>
              </a:buClr>
              <a:buSzPts val="3200"/>
              <a:buFont typeface="Questrial" panose="02000000000000000000"/>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7" name="Google Shape;67;p10"/>
          <p:cNvSpPr/>
          <p:nvPr>
            <p:ph type="pic" idx="2"/>
          </p:nvPr>
        </p:nvSpPr>
        <p:spPr>
          <a:xfrm>
            <a:off x="5183188" y="987427"/>
            <a:ext cx="6172200" cy="4873625"/>
          </a:xfrm>
          <a:prstGeom prst="rect">
            <a:avLst/>
          </a:prstGeom>
          <a:noFill/>
          <a:ln>
            <a:noFill/>
          </a:ln>
        </p:spPr>
        <p:txBody>
          <a:bodyPr spcFirstLastPara="1" wrap="square" lIns="91425" tIns="45700" rIns="91425" bIns="45700" anchor="t" anchorCtr="0"/>
          <a:lstStyle>
            <a:lvl1pPr marR="0" lvl="0" algn="l" rtl="0">
              <a:lnSpc>
                <a:spcPct val="90000"/>
              </a:lnSpc>
              <a:spcBef>
                <a:spcPts val="1000"/>
              </a:spcBef>
              <a:spcAft>
                <a:spcPts val="0"/>
              </a:spcAft>
              <a:buClr>
                <a:schemeClr val="dk1"/>
              </a:buClr>
              <a:buSzPts val="3200"/>
              <a:buFont typeface="Arial" panose="020B0604020202020204"/>
              <a:buNone/>
              <a:defRPr sz="3200" b="0" i="0" u="none" strike="noStrike" cap="none">
                <a:solidFill>
                  <a:schemeClr val="dk1"/>
                </a:solidFill>
                <a:latin typeface="Questrial" panose="02000000000000000000"/>
                <a:ea typeface="Questrial" panose="02000000000000000000"/>
                <a:cs typeface="Questrial" panose="02000000000000000000"/>
                <a:sym typeface="Questrial" panose="02000000000000000000"/>
              </a:defRPr>
            </a:lvl1pPr>
            <a:lvl2pPr marR="0" lvl="1" algn="l" rtl="0">
              <a:lnSpc>
                <a:spcPct val="90000"/>
              </a:lnSpc>
              <a:spcBef>
                <a:spcPts val="500"/>
              </a:spcBef>
              <a:spcAft>
                <a:spcPts val="0"/>
              </a:spcAft>
              <a:buClr>
                <a:schemeClr val="dk1"/>
              </a:buClr>
              <a:buSzPts val="2800"/>
              <a:buFont typeface="Arial" panose="020B0604020202020204"/>
              <a:buNone/>
              <a:defRPr sz="2800" b="0" i="0" u="none" strike="noStrike" cap="none">
                <a:solidFill>
                  <a:schemeClr val="dk1"/>
                </a:solidFill>
                <a:latin typeface="Questrial" panose="02000000000000000000"/>
                <a:ea typeface="Questrial" panose="02000000000000000000"/>
                <a:cs typeface="Questrial" panose="02000000000000000000"/>
                <a:sym typeface="Questrial" panose="02000000000000000000"/>
              </a:defRPr>
            </a:lvl2pPr>
            <a:lvl3pPr marR="0" lvl="2" algn="l" rtl="0">
              <a:lnSpc>
                <a:spcPct val="90000"/>
              </a:lnSpc>
              <a:spcBef>
                <a:spcPts val="500"/>
              </a:spcBef>
              <a:spcAft>
                <a:spcPts val="0"/>
              </a:spcAft>
              <a:buClr>
                <a:schemeClr val="dk1"/>
              </a:buClr>
              <a:buSzPts val="2400"/>
              <a:buFont typeface="Arial" panose="020B0604020202020204"/>
              <a:buNone/>
              <a:defRPr sz="2400" b="0" i="0" u="none" strike="noStrike" cap="none">
                <a:solidFill>
                  <a:schemeClr val="dk1"/>
                </a:solidFill>
                <a:latin typeface="Questrial" panose="02000000000000000000"/>
                <a:ea typeface="Questrial" panose="02000000000000000000"/>
                <a:cs typeface="Questrial" panose="02000000000000000000"/>
                <a:sym typeface="Questrial" panose="02000000000000000000"/>
              </a:defRPr>
            </a:lvl3pPr>
            <a:lvl4pPr marR="0" lvl="3" algn="l" rtl="0">
              <a:lnSpc>
                <a:spcPct val="90000"/>
              </a:lnSpc>
              <a:spcBef>
                <a:spcPts val="500"/>
              </a:spcBef>
              <a:spcAft>
                <a:spcPts val="0"/>
              </a:spcAft>
              <a:buClr>
                <a:schemeClr val="dk1"/>
              </a:buClr>
              <a:buSzPts val="2000"/>
              <a:buFont typeface="Arial" panose="020B0604020202020204"/>
              <a:buNone/>
              <a:defRPr sz="2000" b="0" i="0" u="none" strike="noStrike" cap="none">
                <a:solidFill>
                  <a:schemeClr val="dk1"/>
                </a:solidFill>
                <a:latin typeface="Questrial" panose="02000000000000000000"/>
                <a:ea typeface="Questrial" panose="02000000000000000000"/>
                <a:cs typeface="Questrial" panose="02000000000000000000"/>
                <a:sym typeface="Questrial" panose="02000000000000000000"/>
              </a:defRPr>
            </a:lvl4pPr>
            <a:lvl5pPr marR="0" lvl="4" algn="l" rtl="0">
              <a:lnSpc>
                <a:spcPct val="90000"/>
              </a:lnSpc>
              <a:spcBef>
                <a:spcPts val="500"/>
              </a:spcBef>
              <a:spcAft>
                <a:spcPts val="0"/>
              </a:spcAft>
              <a:buClr>
                <a:schemeClr val="dk1"/>
              </a:buClr>
              <a:buSzPts val="2000"/>
              <a:buFont typeface="Arial" panose="020B0604020202020204"/>
              <a:buNone/>
              <a:defRPr sz="2000" b="0" i="0" u="none" strike="noStrike" cap="none">
                <a:solidFill>
                  <a:schemeClr val="dk1"/>
                </a:solidFill>
                <a:latin typeface="Questrial" panose="02000000000000000000"/>
                <a:ea typeface="Questrial" panose="02000000000000000000"/>
                <a:cs typeface="Questrial" panose="02000000000000000000"/>
                <a:sym typeface="Questrial" panose="02000000000000000000"/>
              </a:defRPr>
            </a:lvl5pPr>
            <a:lvl6pPr marR="0" lvl="5" algn="l" rtl="0">
              <a:lnSpc>
                <a:spcPct val="90000"/>
              </a:lnSpc>
              <a:spcBef>
                <a:spcPts val="500"/>
              </a:spcBef>
              <a:spcAft>
                <a:spcPts val="0"/>
              </a:spcAft>
              <a:buClr>
                <a:schemeClr val="dk1"/>
              </a:buClr>
              <a:buSzPts val="2000"/>
              <a:buFont typeface="Arial" panose="020B0604020202020204"/>
              <a:buNone/>
              <a:defRPr sz="2000" b="0" i="0" u="none" strike="noStrike" cap="none">
                <a:solidFill>
                  <a:schemeClr val="dk1"/>
                </a:solidFill>
                <a:latin typeface="Questrial" panose="02000000000000000000"/>
                <a:ea typeface="Questrial" panose="02000000000000000000"/>
                <a:cs typeface="Questrial" panose="02000000000000000000"/>
                <a:sym typeface="Questrial" panose="02000000000000000000"/>
              </a:defRPr>
            </a:lvl6pPr>
            <a:lvl7pPr marR="0" lvl="6" algn="l" rtl="0">
              <a:lnSpc>
                <a:spcPct val="90000"/>
              </a:lnSpc>
              <a:spcBef>
                <a:spcPts val="500"/>
              </a:spcBef>
              <a:spcAft>
                <a:spcPts val="0"/>
              </a:spcAft>
              <a:buClr>
                <a:schemeClr val="dk1"/>
              </a:buClr>
              <a:buSzPts val="2000"/>
              <a:buFont typeface="Arial" panose="020B0604020202020204"/>
              <a:buNone/>
              <a:defRPr sz="2000" b="0" i="0" u="none" strike="noStrike" cap="none">
                <a:solidFill>
                  <a:schemeClr val="dk1"/>
                </a:solidFill>
                <a:latin typeface="Questrial" panose="02000000000000000000"/>
                <a:ea typeface="Questrial" panose="02000000000000000000"/>
                <a:cs typeface="Questrial" panose="02000000000000000000"/>
                <a:sym typeface="Questrial" panose="02000000000000000000"/>
              </a:defRPr>
            </a:lvl7pPr>
            <a:lvl8pPr marR="0" lvl="7" algn="l" rtl="0">
              <a:lnSpc>
                <a:spcPct val="90000"/>
              </a:lnSpc>
              <a:spcBef>
                <a:spcPts val="500"/>
              </a:spcBef>
              <a:spcAft>
                <a:spcPts val="0"/>
              </a:spcAft>
              <a:buClr>
                <a:schemeClr val="dk1"/>
              </a:buClr>
              <a:buSzPts val="2000"/>
              <a:buFont typeface="Arial" panose="020B0604020202020204"/>
              <a:buNone/>
              <a:defRPr sz="2000" b="0" i="0" u="none" strike="noStrike" cap="none">
                <a:solidFill>
                  <a:schemeClr val="dk1"/>
                </a:solidFill>
                <a:latin typeface="Questrial" panose="02000000000000000000"/>
                <a:ea typeface="Questrial" panose="02000000000000000000"/>
                <a:cs typeface="Questrial" panose="02000000000000000000"/>
                <a:sym typeface="Questrial" panose="02000000000000000000"/>
              </a:defRPr>
            </a:lvl8pPr>
            <a:lvl9pPr marR="0" lvl="8" algn="l" rtl="0">
              <a:lnSpc>
                <a:spcPct val="90000"/>
              </a:lnSpc>
              <a:spcBef>
                <a:spcPts val="500"/>
              </a:spcBef>
              <a:spcAft>
                <a:spcPts val="0"/>
              </a:spcAft>
              <a:buClr>
                <a:schemeClr val="dk1"/>
              </a:buClr>
              <a:buSzPts val="2000"/>
              <a:buFont typeface="Arial" panose="020B0604020202020204"/>
              <a:buNone/>
              <a:defRPr sz="2000" b="0" i="0" u="none" strike="noStrike" cap="none">
                <a:solidFill>
                  <a:schemeClr val="dk1"/>
                </a:solidFill>
                <a:latin typeface="Questrial" panose="02000000000000000000"/>
                <a:ea typeface="Questrial" panose="02000000000000000000"/>
                <a:cs typeface="Questrial" panose="02000000000000000000"/>
                <a:sym typeface="Questrial" panose="02000000000000000000"/>
              </a:defRPr>
            </a:lvl9pPr>
          </a:lstStyle>
          <a:p/>
        </p:txBody>
      </p:sp>
      <p:sp>
        <p:nvSpPr>
          <p:cNvPr id="68" name="Google Shape;68;p10"/>
          <p:cNvSpPr txBox="1"/>
          <p:nvPr>
            <p:ph type="body" idx="1"/>
          </p:nvPr>
        </p:nvSpPr>
        <p:spPr>
          <a:xfrm>
            <a:off x="839788" y="2057400"/>
            <a:ext cx="3932237" cy="3811588"/>
          </a:xfrm>
          <a:prstGeom prst="rect">
            <a:avLst/>
          </a:prstGeom>
          <a:noFill/>
          <a:ln>
            <a:noFill/>
          </a:ln>
        </p:spPr>
        <p:txBody>
          <a:bodyPr spcFirstLastPara="1" wrap="square" lIns="91425" tIns="45700" rIns="91425" bIns="45700" anchor="t" anchorCtr="0"/>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p:txBody>
      </p:sp>
      <p:sp>
        <p:nvSpPr>
          <p:cNvPr id="69" name="Google Shape;69;p10"/>
          <p:cNvSpPr txBox="1"/>
          <p:nvPr>
            <p:ph type="dt" idx="10"/>
          </p:nvPr>
        </p:nvSpPr>
        <p:spPr>
          <a:xfrm>
            <a:off x="838200" y="6356352"/>
            <a:ext cx="2743200" cy="365125"/>
          </a:xfrm>
          <a:prstGeom prst="rect">
            <a:avLst/>
          </a:prstGeom>
          <a:noFill/>
          <a:ln>
            <a:noFill/>
          </a:ln>
        </p:spPr>
        <p:txBody>
          <a:bodyPr spcFirstLastPara="1" wrap="square" lIns="91425" tIns="45700" rIns="91425" bIns="45700" anchor="ctr" anchorCtr="0"/>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10"/>
          <p:cNvSpPr txBox="1"/>
          <p:nvPr>
            <p:ph type="ftr" idx="11"/>
          </p:nvPr>
        </p:nvSpPr>
        <p:spPr>
          <a:xfrm>
            <a:off x="4038600" y="6356352"/>
            <a:ext cx="4114800" cy="365125"/>
          </a:xfrm>
          <a:prstGeom prst="rect">
            <a:avLst/>
          </a:prstGeom>
          <a:noFill/>
          <a:ln>
            <a:noFill/>
          </a:ln>
        </p:spPr>
        <p:txBody>
          <a:bodyPr spcFirstLastPara="1" wrap="square" lIns="91425" tIns="45700" rIns="91425" bIns="45700" anchor="ctr" anchorCtr="0"/>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10"/>
          <p:cNvSpPr txBox="1"/>
          <p:nvPr>
            <p:ph type="sldNum" idx="12"/>
          </p:nvPr>
        </p:nvSpPr>
        <p:spPr>
          <a:xfrm>
            <a:off x="8610600" y="6356352"/>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matchingName="標題及直排文字">
  <p:cSld name="VERTICAL_TEXT">
    <p:spTree>
      <p:nvGrpSpPr>
        <p:cNvPr id="72" name="Shape 72"/>
        <p:cNvGrpSpPr/>
        <p:nvPr/>
      </p:nvGrpSpPr>
      <p:grpSpPr>
        <a:xfrm>
          <a:off x="0" y="0"/>
          <a:ext cx="0" cy="0"/>
          <a:chOff x="0" y="0"/>
          <a:chExt cx="0" cy="0"/>
        </a:xfrm>
      </p:grpSpPr>
      <p:sp>
        <p:nvSpPr>
          <p:cNvPr id="73" name="Google Shape;73;p11"/>
          <p:cNvSpPr txBox="1"/>
          <p:nvPr>
            <p:ph type="title"/>
          </p:nvPr>
        </p:nvSpPr>
        <p:spPr>
          <a:xfrm>
            <a:off x="838200" y="365127"/>
            <a:ext cx="10515600" cy="1325563"/>
          </a:xfrm>
          <a:prstGeom prst="rect">
            <a:avLst/>
          </a:prstGeom>
          <a:noFill/>
          <a:ln>
            <a:noFill/>
          </a:ln>
        </p:spPr>
        <p:txBody>
          <a:bodyPr spcFirstLastPara="1" wrap="square" lIns="91425" tIns="45700" rIns="91425" bIns="45700" anchor="ctr" anchorCtr="0"/>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4" name="Google Shape;74;p11"/>
          <p:cNvSpPr txBox="1"/>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75" name="Google Shape;75;p11"/>
          <p:cNvSpPr txBox="1"/>
          <p:nvPr>
            <p:ph type="dt" idx="10"/>
          </p:nvPr>
        </p:nvSpPr>
        <p:spPr>
          <a:xfrm>
            <a:off x="838200" y="6356352"/>
            <a:ext cx="2743200" cy="365125"/>
          </a:xfrm>
          <a:prstGeom prst="rect">
            <a:avLst/>
          </a:prstGeom>
          <a:noFill/>
          <a:ln>
            <a:noFill/>
          </a:ln>
        </p:spPr>
        <p:txBody>
          <a:bodyPr spcFirstLastPara="1" wrap="square" lIns="91425" tIns="45700" rIns="91425" bIns="45700" anchor="ctr" anchorCtr="0"/>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11"/>
          <p:cNvSpPr txBox="1"/>
          <p:nvPr>
            <p:ph type="ftr" idx="11"/>
          </p:nvPr>
        </p:nvSpPr>
        <p:spPr>
          <a:xfrm>
            <a:off x="4038600" y="6356352"/>
            <a:ext cx="4114800" cy="365125"/>
          </a:xfrm>
          <a:prstGeom prst="rect">
            <a:avLst/>
          </a:prstGeom>
          <a:noFill/>
          <a:ln>
            <a:noFill/>
          </a:ln>
        </p:spPr>
        <p:txBody>
          <a:bodyPr spcFirstLastPara="1" wrap="square" lIns="91425" tIns="45700" rIns="91425" bIns="45700" anchor="ctr" anchorCtr="0"/>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11"/>
          <p:cNvSpPr txBox="1"/>
          <p:nvPr>
            <p:ph type="sldNum" idx="12"/>
          </p:nvPr>
        </p:nvSpPr>
        <p:spPr>
          <a:xfrm>
            <a:off x="8610600" y="6356352"/>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matchingName="直排標題及文字">
  <p:cSld name="VERTICAL_TITLE_AND_VERTICAL_TEXT">
    <p:spTree>
      <p:nvGrpSpPr>
        <p:cNvPr id="78" name="Shape 78"/>
        <p:cNvGrpSpPr/>
        <p:nvPr/>
      </p:nvGrpSpPr>
      <p:grpSpPr>
        <a:xfrm>
          <a:off x="0" y="0"/>
          <a:ext cx="0" cy="0"/>
          <a:chOff x="0" y="0"/>
          <a:chExt cx="0" cy="0"/>
        </a:xfrm>
      </p:grpSpPr>
      <p:sp>
        <p:nvSpPr>
          <p:cNvPr id="79" name="Google Shape;79;p12"/>
          <p:cNvSpPr txBox="1"/>
          <p:nvPr>
            <p:ph type="title"/>
          </p:nvPr>
        </p:nvSpPr>
        <p:spPr>
          <a:xfrm rot="5400000">
            <a:off x="7133432" y="1956594"/>
            <a:ext cx="5811838" cy="2628900"/>
          </a:xfrm>
          <a:prstGeom prst="rect">
            <a:avLst/>
          </a:prstGeom>
          <a:noFill/>
          <a:ln>
            <a:noFill/>
          </a:ln>
        </p:spPr>
        <p:txBody>
          <a:bodyPr spcFirstLastPara="1" wrap="square" lIns="91425" tIns="45700" rIns="91425" bIns="45700" anchor="ctr" anchorCtr="0"/>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p12"/>
          <p:cNvSpPr txBox="1"/>
          <p:nvPr>
            <p:ph type="body" idx="1"/>
          </p:nvPr>
        </p:nvSpPr>
        <p:spPr>
          <a:xfrm rot="5400000">
            <a:off x="1799432" y="-596106"/>
            <a:ext cx="5811838" cy="7734300"/>
          </a:xfrm>
          <a:prstGeom prst="rect">
            <a:avLst/>
          </a:prstGeom>
          <a:noFill/>
          <a:ln>
            <a:noFill/>
          </a:ln>
        </p:spPr>
        <p:txBody>
          <a:bodyPr spcFirstLastPara="1" wrap="square" lIns="91425" tIns="45700" rIns="91425" bIns="45700" anchor="t" anchorCtr="0"/>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81" name="Google Shape;81;p12"/>
          <p:cNvSpPr txBox="1"/>
          <p:nvPr>
            <p:ph type="dt" idx="10"/>
          </p:nvPr>
        </p:nvSpPr>
        <p:spPr>
          <a:xfrm>
            <a:off x="838200" y="6356352"/>
            <a:ext cx="2743200" cy="365125"/>
          </a:xfrm>
          <a:prstGeom prst="rect">
            <a:avLst/>
          </a:prstGeom>
          <a:noFill/>
          <a:ln>
            <a:noFill/>
          </a:ln>
        </p:spPr>
        <p:txBody>
          <a:bodyPr spcFirstLastPara="1" wrap="square" lIns="91425" tIns="45700" rIns="91425" bIns="45700" anchor="ctr" anchorCtr="0"/>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12"/>
          <p:cNvSpPr txBox="1"/>
          <p:nvPr>
            <p:ph type="ftr" idx="11"/>
          </p:nvPr>
        </p:nvSpPr>
        <p:spPr>
          <a:xfrm>
            <a:off x="4038600" y="6356352"/>
            <a:ext cx="4114800" cy="365125"/>
          </a:xfrm>
          <a:prstGeom prst="rect">
            <a:avLst/>
          </a:prstGeom>
          <a:noFill/>
          <a:ln>
            <a:noFill/>
          </a:ln>
        </p:spPr>
        <p:txBody>
          <a:bodyPr spcFirstLastPara="1" wrap="square" lIns="91425" tIns="45700" rIns="91425" bIns="45700" anchor="ctr" anchorCtr="0"/>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12"/>
          <p:cNvSpPr txBox="1"/>
          <p:nvPr>
            <p:ph type="sldNum" idx="12"/>
          </p:nvPr>
        </p:nvSpPr>
        <p:spPr>
          <a:xfrm>
            <a:off x="8610600" y="6356352"/>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9" name="Shape 9"/>
        <p:cNvGrpSpPr/>
        <p:nvPr/>
      </p:nvGrpSpPr>
      <p:grpSpPr>
        <a:xfrm>
          <a:off x="0" y="0"/>
          <a:ext cx="0" cy="0"/>
          <a:chOff x="0" y="0"/>
          <a:chExt cx="0" cy="0"/>
        </a:xfrm>
      </p:grpSpPr>
      <p:sp>
        <p:nvSpPr>
          <p:cNvPr id="10" name="Google Shape;10;p1"/>
          <p:cNvSpPr txBox="1"/>
          <p:nvPr>
            <p:ph type="title"/>
          </p:nvPr>
        </p:nvSpPr>
        <p:spPr>
          <a:xfrm>
            <a:off x="838200" y="365127"/>
            <a:ext cx="10515600" cy="1325563"/>
          </a:xfrm>
          <a:prstGeom prst="rect">
            <a:avLst/>
          </a:prstGeom>
          <a:noFill/>
          <a:ln>
            <a:noFill/>
          </a:ln>
        </p:spPr>
        <p:txBody>
          <a:bodyPr spcFirstLastPara="1" wrap="square" lIns="91425" tIns="45700" rIns="91425" bIns="45700" anchor="ctr" anchorCtr="0"/>
          <a:lstStyle>
            <a:lvl1pPr marR="0" lvl="0" algn="l" rtl="0">
              <a:lnSpc>
                <a:spcPct val="90000"/>
              </a:lnSpc>
              <a:spcBef>
                <a:spcPts val="0"/>
              </a:spcBef>
              <a:spcAft>
                <a:spcPts val="0"/>
              </a:spcAft>
              <a:buClr>
                <a:schemeClr val="dk1"/>
              </a:buClr>
              <a:buSzPts val="4400"/>
              <a:buFont typeface="Questrial" panose="02000000000000000000"/>
              <a:buNone/>
              <a:defRPr sz="4400" b="0" i="0" u="none" strike="noStrike" cap="none">
                <a:solidFill>
                  <a:schemeClr val="dk1"/>
                </a:solidFill>
                <a:latin typeface="Questrial" panose="02000000000000000000"/>
                <a:ea typeface="Questrial" panose="02000000000000000000"/>
                <a:cs typeface="Questrial" panose="02000000000000000000"/>
                <a:sym typeface="Questrial" panose="02000000000000000000"/>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
          <p:cNvSpPr txBox="1"/>
          <p:nvPr>
            <p:ph type="body" idx="1"/>
          </p:nvPr>
        </p:nvSpPr>
        <p:spPr>
          <a:xfrm>
            <a:off x="838200" y="1825625"/>
            <a:ext cx="10515600" cy="4351338"/>
          </a:xfrm>
          <a:prstGeom prst="rect">
            <a:avLst/>
          </a:prstGeom>
          <a:noFill/>
          <a:ln>
            <a:noFill/>
          </a:ln>
        </p:spPr>
        <p:txBody>
          <a:bodyPr spcFirstLastPara="1" wrap="square" lIns="91425" tIns="45700" rIns="91425" bIns="45700" anchor="t" anchorCtr="0"/>
          <a:lstStyle>
            <a:lvl1pPr marL="457200" marR="0" lvl="0" indent="-406400" algn="l" rtl="0">
              <a:lnSpc>
                <a:spcPct val="90000"/>
              </a:lnSpc>
              <a:spcBef>
                <a:spcPts val="1000"/>
              </a:spcBef>
              <a:spcAft>
                <a:spcPts val="0"/>
              </a:spcAft>
              <a:buClr>
                <a:schemeClr val="dk1"/>
              </a:buClr>
              <a:buSzPts val="2800"/>
              <a:buFont typeface="Arial" panose="020B0604020202020204"/>
              <a:buChar char="•"/>
              <a:defRPr sz="2800" b="0" i="0" u="none" strike="noStrike" cap="none">
                <a:solidFill>
                  <a:schemeClr val="dk1"/>
                </a:solidFill>
                <a:latin typeface="Questrial" panose="02000000000000000000"/>
                <a:ea typeface="Questrial" panose="02000000000000000000"/>
                <a:cs typeface="Questrial" panose="02000000000000000000"/>
                <a:sym typeface="Questrial" panose="02000000000000000000"/>
              </a:defRPr>
            </a:lvl1pPr>
            <a:lvl2pPr marL="914400" marR="0" lvl="1" indent="-381000" algn="l" rtl="0">
              <a:lnSpc>
                <a:spcPct val="90000"/>
              </a:lnSpc>
              <a:spcBef>
                <a:spcPts val="500"/>
              </a:spcBef>
              <a:spcAft>
                <a:spcPts val="0"/>
              </a:spcAft>
              <a:buClr>
                <a:schemeClr val="dk1"/>
              </a:buClr>
              <a:buSzPts val="2400"/>
              <a:buFont typeface="Arial" panose="020B0604020202020204"/>
              <a:buChar char="•"/>
              <a:defRPr sz="2400" b="0" i="0" u="none" strike="noStrike" cap="none">
                <a:solidFill>
                  <a:schemeClr val="dk1"/>
                </a:solidFill>
                <a:latin typeface="Questrial" panose="02000000000000000000"/>
                <a:ea typeface="Questrial" panose="02000000000000000000"/>
                <a:cs typeface="Questrial" panose="02000000000000000000"/>
                <a:sym typeface="Questrial" panose="02000000000000000000"/>
              </a:defRPr>
            </a:lvl2pPr>
            <a:lvl3pPr marL="1371600" marR="0" lvl="2" indent="-355600" algn="l" rtl="0">
              <a:lnSpc>
                <a:spcPct val="90000"/>
              </a:lnSpc>
              <a:spcBef>
                <a:spcPts val="500"/>
              </a:spcBef>
              <a:spcAft>
                <a:spcPts val="0"/>
              </a:spcAft>
              <a:buClr>
                <a:schemeClr val="dk1"/>
              </a:buClr>
              <a:buSzPts val="2000"/>
              <a:buFont typeface="Arial" panose="020B0604020202020204"/>
              <a:buChar char="•"/>
              <a:defRPr sz="2000" b="0" i="0" u="none" strike="noStrike" cap="none">
                <a:solidFill>
                  <a:schemeClr val="dk1"/>
                </a:solidFill>
                <a:latin typeface="Questrial" panose="02000000000000000000"/>
                <a:ea typeface="Questrial" panose="02000000000000000000"/>
                <a:cs typeface="Questrial" panose="02000000000000000000"/>
                <a:sym typeface="Questrial" panose="02000000000000000000"/>
              </a:defRPr>
            </a:lvl3pPr>
            <a:lvl4pPr marL="1828800" marR="0" lvl="3"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Questrial" panose="02000000000000000000"/>
                <a:ea typeface="Questrial" panose="02000000000000000000"/>
                <a:cs typeface="Questrial" panose="02000000000000000000"/>
                <a:sym typeface="Questrial" panose="02000000000000000000"/>
              </a:defRPr>
            </a:lvl4pPr>
            <a:lvl5pPr marL="2286000" marR="0" lvl="4"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Questrial" panose="02000000000000000000"/>
                <a:ea typeface="Questrial" panose="02000000000000000000"/>
                <a:cs typeface="Questrial" panose="02000000000000000000"/>
                <a:sym typeface="Questrial" panose="02000000000000000000"/>
              </a:defRPr>
            </a:lvl5pPr>
            <a:lvl6pPr marL="2743200" marR="0" lvl="5"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Questrial" panose="02000000000000000000"/>
                <a:ea typeface="Questrial" panose="02000000000000000000"/>
                <a:cs typeface="Questrial" panose="02000000000000000000"/>
                <a:sym typeface="Questrial" panose="02000000000000000000"/>
              </a:defRPr>
            </a:lvl6pPr>
            <a:lvl7pPr marL="3200400" marR="0" lvl="6"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Questrial" panose="02000000000000000000"/>
                <a:ea typeface="Questrial" panose="02000000000000000000"/>
                <a:cs typeface="Questrial" panose="02000000000000000000"/>
                <a:sym typeface="Questrial" panose="02000000000000000000"/>
              </a:defRPr>
            </a:lvl7pPr>
            <a:lvl8pPr marL="3657600" marR="0" lvl="7"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Questrial" panose="02000000000000000000"/>
                <a:ea typeface="Questrial" panose="02000000000000000000"/>
                <a:cs typeface="Questrial" panose="02000000000000000000"/>
                <a:sym typeface="Questrial" panose="02000000000000000000"/>
              </a:defRPr>
            </a:lvl8pPr>
            <a:lvl9pPr marL="4114800" marR="0" lvl="8"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Questrial" panose="02000000000000000000"/>
                <a:ea typeface="Questrial" panose="02000000000000000000"/>
                <a:cs typeface="Questrial" panose="02000000000000000000"/>
                <a:sym typeface="Questrial" panose="02000000000000000000"/>
              </a:defRPr>
            </a:lvl9pPr>
          </a:lstStyle>
          <a:p/>
        </p:txBody>
      </p:sp>
      <p:sp>
        <p:nvSpPr>
          <p:cNvPr id="12" name="Google Shape;12;p1"/>
          <p:cNvSpPr txBox="1"/>
          <p:nvPr>
            <p:ph type="dt" idx="10"/>
          </p:nvPr>
        </p:nvSpPr>
        <p:spPr>
          <a:xfrm>
            <a:off x="838200" y="6356352"/>
            <a:ext cx="2743200" cy="365125"/>
          </a:xfrm>
          <a:prstGeom prst="rect">
            <a:avLst/>
          </a:prstGeom>
          <a:noFill/>
          <a:ln>
            <a:noFill/>
          </a:ln>
        </p:spPr>
        <p:txBody>
          <a:bodyPr spcFirstLastPara="1" wrap="square" lIns="91425" tIns="45700" rIns="91425" bIns="45700" anchor="ctr" anchorCtr="0"/>
          <a:lstStyle>
            <a:lvl1pPr marR="0" lvl="0" algn="l" rtl="0">
              <a:spcBef>
                <a:spcPts val="0"/>
              </a:spcBef>
              <a:spcAft>
                <a:spcPts val="0"/>
              </a:spcAft>
              <a:buSzPts val="1400"/>
              <a:buNone/>
              <a:defRPr sz="1200" b="0" i="0" u="none" strike="noStrike" cap="none">
                <a:solidFill>
                  <a:srgbClr val="888888"/>
                </a:solidFill>
                <a:latin typeface="Questrial" panose="02000000000000000000"/>
                <a:ea typeface="Questrial" panose="02000000000000000000"/>
                <a:cs typeface="Questrial" panose="02000000000000000000"/>
                <a:sym typeface="Questrial" panose="02000000000000000000"/>
              </a:defRPr>
            </a:lvl1pPr>
            <a:lvl2pPr marR="0" lvl="1" algn="l" rtl="0">
              <a:spcBef>
                <a:spcPts val="0"/>
              </a:spcBef>
              <a:spcAft>
                <a:spcPts val="0"/>
              </a:spcAft>
              <a:buSzPts val="1400"/>
              <a:buNone/>
              <a:defRPr sz="1800" b="0" i="0" u="none" strike="noStrike" cap="none">
                <a:solidFill>
                  <a:schemeClr val="dk1"/>
                </a:solidFill>
                <a:latin typeface="Questrial" panose="02000000000000000000"/>
                <a:ea typeface="Questrial" panose="02000000000000000000"/>
                <a:cs typeface="Questrial" panose="02000000000000000000"/>
                <a:sym typeface="Questrial" panose="02000000000000000000"/>
              </a:defRPr>
            </a:lvl2pPr>
            <a:lvl3pPr marR="0" lvl="2" algn="l" rtl="0">
              <a:spcBef>
                <a:spcPts val="0"/>
              </a:spcBef>
              <a:spcAft>
                <a:spcPts val="0"/>
              </a:spcAft>
              <a:buSzPts val="1400"/>
              <a:buNone/>
              <a:defRPr sz="1800" b="0" i="0" u="none" strike="noStrike" cap="none">
                <a:solidFill>
                  <a:schemeClr val="dk1"/>
                </a:solidFill>
                <a:latin typeface="Questrial" panose="02000000000000000000"/>
                <a:ea typeface="Questrial" panose="02000000000000000000"/>
                <a:cs typeface="Questrial" panose="02000000000000000000"/>
                <a:sym typeface="Questrial" panose="02000000000000000000"/>
              </a:defRPr>
            </a:lvl3pPr>
            <a:lvl4pPr marR="0" lvl="3" algn="l" rtl="0">
              <a:spcBef>
                <a:spcPts val="0"/>
              </a:spcBef>
              <a:spcAft>
                <a:spcPts val="0"/>
              </a:spcAft>
              <a:buSzPts val="1400"/>
              <a:buNone/>
              <a:defRPr sz="1800" b="0" i="0" u="none" strike="noStrike" cap="none">
                <a:solidFill>
                  <a:schemeClr val="dk1"/>
                </a:solidFill>
                <a:latin typeface="Questrial" panose="02000000000000000000"/>
                <a:ea typeface="Questrial" panose="02000000000000000000"/>
                <a:cs typeface="Questrial" panose="02000000000000000000"/>
                <a:sym typeface="Questrial" panose="02000000000000000000"/>
              </a:defRPr>
            </a:lvl4pPr>
            <a:lvl5pPr marR="0" lvl="4" algn="l" rtl="0">
              <a:spcBef>
                <a:spcPts val="0"/>
              </a:spcBef>
              <a:spcAft>
                <a:spcPts val="0"/>
              </a:spcAft>
              <a:buSzPts val="1400"/>
              <a:buNone/>
              <a:defRPr sz="1800" b="0" i="0" u="none" strike="noStrike" cap="none">
                <a:solidFill>
                  <a:schemeClr val="dk1"/>
                </a:solidFill>
                <a:latin typeface="Questrial" panose="02000000000000000000"/>
                <a:ea typeface="Questrial" panose="02000000000000000000"/>
                <a:cs typeface="Questrial" panose="02000000000000000000"/>
                <a:sym typeface="Questrial" panose="02000000000000000000"/>
              </a:defRPr>
            </a:lvl5pPr>
            <a:lvl6pPr marR="0" lvl="5" algn="l" rtl="0">
              <a:spcBef>
                <a:spcPts val="0"/>
              </a:spcBef>
              <a:spcAft>
                <a:spcPts val="0"/>
              </a:spcAft>
              <a:buSzPts val="1400"/>
              <a:buNone/>
              <a:defRPr sz="1800" b="0" i="0" u="none" strike="noStrike" cap="none">
                <a:solidFill>
                  <a:schemeClr val="dk1"/>
                </a:solidFill>
                <a:latin typeface="Questrial" panose="02000000000000000000"/>
                <a:ea typeface="Questrial" panose="02000000000000000000"/>
                <a:cs typeface="Questrial" panose="02000000000000000000"/>
                <a:sym typeface="Questrial" panose="02000000000000000000"/>
              </a:defRPr>
            </a:lvl6pPr>
            <a:lvl7pPr marR="0" lvl="6" algn="l" rtl="0">
              <a:spcBef>
                <a:spcPts val="0"/>
              </a:spcBef>
              <a:spcAft>
                <a:spcPts val="0"/>
              </a:spcAft>
              <a:buSzPts val="1400"/>
              <a:buNone/>
              <a:defRPr sz="1800" b="0" i="0" u="none" strike="noStrike" cap="none">
                <a:solidFill>
                  <a:schemeClr val="dk1"/>
                </a:solidFill>
                <a:latin typeface="Questrial" panose="02000000000000000000"/>
                <a:ea typeface="Questrial" panose="02000000000000000000"/>
                <a:cs typeface="Questrial" panose="02000000000000000000"/>
                <a:sym typeface="Questrial" panose="02000000000000000000"/>
              </a:defRPr>
            </a:lvl7pPr>
            <a:lvl8pPr marR="0" lvl="7" algn="l" rtl="0">
              <a:spcBef>
                <a:spcPts val="0"/>
              </a:spcBef>
              <a:spcAft>
                <a:spcPts val="0"/>
              </a:spcAft>
              <a:buSzPts val="1400"/>
              <a:buNone/>
              <a:defRPr sz="1800" b="0" i="0" u="none" strike="noStrike" cap="none">
                <a:solidFill>
                  <a:schemeClr val="dk1"/>
                </a:solidFill>
                <a:latin typeface="Questrial" panose="02000000000000000000"/>
                <a:ea typeface="Questrial" panose="02000000000000000000"/>
                <a:cs typeface="Questrial" panose="02000000000000000000"/>
                <a:sym typeface="Questrial" panose="02000000000000000000"/>
              </a:defRPr>
            </a:lvl8pPr>
            <a:lvl9pPr marR="0" lvl="8" algn="l" rtl="0">
              <a:spcBef>
                <a:spcPts val="0"/>
              </a:spcBef>
              <a:spcAft>
                <a:spcPts val="0"/>
              </a:spcAft>
              <a:buSzPts val="1400"/>
              <a:buNone/>
              <a:defRPr sz="1800" b="0" i="0" u="none" strike="noStrike" cap="none">
                <a:solidFill>
                  <a:schemeClr val="dk1"/>
                </a:solidFill>
                <a:latin typeface="Questrial" panose="02000000000000000000"/>
                <a:ea typeface="Questrial" panose="02000000000000000000"/>
                <a:cs typeface="Questrial" panose="02000000000000000000"/>
                <a:sym typeface="Questrial" panose="02000000000000000000"/>
              </a:defRPr>
            </a:lvl9pPr>
          </a:lstStyle>
          <a:p/>
        </p:txBody>
      </p:sp>
      <p:sp>
        <p:nvSpPr>
          <p:cNvPr id="13" name="Google Shape;13;p1"/>
          <p:cNvSpPr txBox="1"/>
          <p:nvPr>
            <p:ph type="ftr" idx="11"/>
          </p:nvPr>
        </p:nvSpPr>
        <p:spPr>
          <a:xfrm>
            <a:off x="4038600" y="6356352"/>
            <a:ext cx="4114800" cy="365125"/>
          </a:xfrm>
          <a:prstGeom prst="rect">
            <a:avLst/>
          </a:prstGeom>
          <a:noFill/>
          <a:ln>
            <a:noFill/>
          </a:ln>
        </p:spPr>
        <p:txBody>
          <a:bodyPr spcFirstLastPara="1" wrap="square" lIns="91425" tIns="45700" rIns="91425" bIns="45700" anchor="ctr" anchorCtr="0"/>
          <a:lstStyle>
            <a:lvl1pPr marR="0" lvl="0" algn="ctr" rtl="0">
              <a:spcBef>
                <a:spcPts val="0"/>
              </a:spcBef>
              <a:spcAft>
                <a:spcPts val="0"/>
              </a:spcAft>
              <a:buSzPts val="1400"/>
              <a:buNone/>
              <a:defRPr sz="1200" b="0" i="0" u="none" strike="noStrike" cap="none">
                <a:solidFill>
                  <a:srgbClr val="888888"/>
                </a:solidFill>
                <a:latin typeface="Questrial" panose="02000000000000000000"/>
                <a:ea typeface="Questrial" panose="02000000000000000000"/>
                <a:cs typeface="Questrial" panose="02000000000000000000"/>
                <a:sym typeface="Questrial" panose="02000000000000000000"/>
              </a:defRPr>
            </a:lvl1pPr>
            <a:lvl2pPr marR="0" lvl="1" algn="l" rtl="0">
              <a:spcBef>
                <a:spcPts val="0"/>
              </a:spcBef>
              <a:spcAft>
                <a:spcPts val="0"/>
              </a:spcAft>
              <a:buSzPts val="1400"/>
              <a:buNone/>
              <a:defRPr sz="1800" b="0" i="0" u="none" strike="noStrike" cap="none">
                <a:solidFill>
                  <a:schemeClr val="dk1"/>
                </a:solidFill>
                <a:latin typeface="Questrial" panose="02000000000000000000"/>
                <a:ea typeface="Questrial" panose="02000000000000000000"/>
                <a:cs typeface="Questrial" panose="02000000000000000000"/>
                <a:sym typeface="Questrial" panose="02000000000000000000"/>
              </a:defRPr>
            </a:lvl2pPr>
            <a:lvl3pPr marR="0" lvl="2" algn="l" rtl="0">
              <a:spcBef>
                <a:spcPts val="0"/>
              </a:spcBef>
              <a:spcAft>
                <a:spcPts val="0"/>
              </a:spcAft>
              <a:buSzPts val="1400"/>
              <a:buNone/>
              <a:defRPr sz="1800" b="0" i="0" u="none" strike="noStrike" cap="none">
                <a:solidFill>
                  <a:schemeClr val="dk1"/>
                </a:solidFill>
                <a:latin typeface="Questrial" panose="02000000000000000000"/>
                <a:ea typeface="Questrial" panose="02000000000000000000"/>
                <a:cs typeface="Questrial" panose="02000000000000000000"/>
                <a:sym typeface="Questrial" panose="02000000000000000000"/>
              </a:defRPr>
            </a:lvl3pPr>
            <a:lvl4pPr marR="0" lvl="3" algn="l" rtl="0">
              <a:spcBef>
                <a:spcPts val="0"/>
              </a:spcBef>
              <a:spcAft>
                <a:spcPts val="0"/>
              </a:spcAft>
              <a:buSzPts val="1400"/>
              <a:buNone/>
              <a:defRPr sz="1800" b="0" i="0" u="none" strike="noStrike" cap="none">
                <a:solidFill>
                  <a:schemeClr val="dk1"/>
                </a:solidFill>
                <a:latin typeface="Questrial" panose="02000000000000000000"/>
                <a:ea typeface="Questrial" panose="02000000000000000000"/>
                <a:cs typeface="Questrial" panose="02000000000000000000"/>
                <a:sym typeface="Questrial" panose="02000000000000000000"/>
              </a:defRPr>
            </a:lvl4pPr>
            <a:lvl5pPr marR="0" lvl="4" algn="l" rtl="0">
              <a:spcBef>
                <a:spcPts val="0"/>
              </a:spcBef>
              <a:spcAft>
                <a:spcPts val="0"/>
              </a:spcAft>
              <a:buSzPts val="1400"/>
              <a:buNone/>
              <a:defRPr sz="1800" b="0" i="0" u="none" strike="noStrike" cap="none">
                <a:solidFill>
                  <a:schemeClr val="dk1"/>
                </a:solidFill>
                <a:latin typeface="Questrial" panose="02000000000000000000"/>
                <a:ea typeface="Questrial" panose="02000000000000000000"/>
                <a:cs typeface="Questrial" panose="02000000000000000000"/>
                <a:sym typeface="Questrial" panose="02000000000000000000"/>
              </a:defRPr>
            </a:lvl5pPr>
            <a:lvl6pPr marR="0" lvl="5" algn="l" rtl="0">
              <a:spcBef>
                <a:spcPts val="0"/>
              </a:spcBef>
              <a:spcAft>
                <a:spcPts val="0"/>
              </a:spcAft>
              <a:buSzPts val="1400"/>
              <a:buNone/>
              <a:defRPr sz="1800" b="0" i="0" u="none" strike="noStrike" cap="none">
                <a:solidFill>
                  <a:schemeClr val="dk1"/>
                </a:solidFill>
                <a:latin typeface="Questrial" panose="02000000000000000000"/>
                <a:ea typeface="Questrial" panose="02000000000000000000"/>
                <a:cs typeface="Questrial" panose="02000000000000000000"/>
                <a:sym typeface="Questrial" panose="02000000000000000000"/>
              </a:defRPr>
            </a:lvl6pPr>
            <a:lvl7pPr marR="0" lvl="6" algn="l" rtl="0">
              <a:spcBef>
                <a:spcPts val="0"/>
              </a:spcBef>
              <a:spcAft>
                <a:spcPts val="0"/>
              </a:spcAft>
              <a:buSzPts val="1400"/>
              <a:buNone/>
              <a:defRPr sz="1800" b="0" i="0" u="none" strike="noStrike" cap="none">
                <a:solidFill>
                  <a:schemeClr val="dk1"/>
                </a:solidFill>
                <a:latin typeface="Questrial" panose="02000000000000000000"/>
                <a:ea typeface="Questrial" panose="02000000000000000000"/>
                <a:cs typeface="Questrial" panose="02000000000000000000"/>
                <a:sym typeface="Questrial" panose="02000000000000000000"/>
              </a:defRPr>
            </a:lvl7pPr>
            <a:lvl8pPr marR="0" lvl="7" algn="l" rtl="0">
              <a:spcBef>
                <a:spcPts val="0"/>
              </a:spcBef>
              <a:spcAft>
                <a:spcPts val="0"/>
              </a:spcAft>
              <a:buSzPts val="1400"/>
              <a:buNone/>
              <a:defRPr sz="1800" b="0" i="0" u="none" strike="noStrike" cap="none">
                <a:solidFill>
                  <a:schemeClr val="dk1"/>
                </a:solidFill>
                <a:latin typeface="Questrial" panose="02000000000000000000"/>
                <a:ea typeface="Questrial" panose="02000000000000000000"/>
                <a:cs typeface="Questrial" panose="02000000000000000000"/>
                <a:sym typeface="Questrial" panose="02000000000000000000"/>
              </a:defRPr>
            </a:lvl8pPr>
            <a:lvl9pPr marR="0" lvl="8" algn="l" rtl="0">
              <a:spcBef>
                <a:spcPts val="0"/>
              </a:spcBef>
              <a:spcAft>
                <a:spcPts val="0"/>
              </a:spcAft>
              <a:buSzPts val="1400"/>
              <a:buNone/>
              <a:defRPr sz="1800" b="0" i="0" u="none" strike="noStrike" cap="none">
                <a:solidFill>
                  <a:schemeClr val="dk1"/>
                </a:solidFill>
                <a:latin typeface="Questrial" panose="02000000000000000000"/>
                <a:ea typeface="Questrial" panose="02000000000000000000"/>
                <a:cs typeface="Questrial" panose="02000000000000000000"/>
                <a:sym typeface="Questrial" panose="02000000000000000000"/>
              </a:defRPr>
            </a:lvl9pPr>
          </a:lstStyle>
          <a:p/>
        </p:txBody>
      </p:sp>
      <p:sp>
        <p:nvSpPr>
          <p:cNvPr id="14" name="Google Shape;14;p1"/>
          <p:cNvSpPr txBox="1"/>
          <p:nvPr>
            <p:ph type="sldNum" idx="12"/>
          </p:nvPr>
        </p:nvSpPr>
        <p:spPr>
          <a:xfrm>
            <a:off x="8610600" y="6356352"/>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Questrial" panose="02000000000000000000"/>
                <a:ea typeface="Questrial" panose="02000000000000000000"/>
                <a:cs typeface="Questrial" panose="02000000000000000000"/>
                <a:sym typeface="Questrial" panose="02000000000000000000"/>
              </a:defRPr>
            </a:lvl1pPr>
            <a:lvl2pPr marL="0" marR="0" lvl="1" indent="0" algn="r" rtl="0">
              <a:spcBef>
                <a:spcPts val="0"/>
              </a:spcBef>
              <a:buNone/>
              <a:defRPr sz="1200" b="0" i="0" u="none" strike="noStrike" cap="none">
                <a:solidFill>
                  <a:srgbClr val="888888"/>
                </a:solidFill>
                <a:latin typeface="Questrial" panose="02000000000000000000"/>
                <a:ea typeface="Questrial" panose="02000000000000000000"/>
                <a:cs typeface="Questrial" panose="02000000000000000000"/>
                <a:sym typeface="Questrial" panose="02000000000000000000"/>
              </a:defRPr>
            </a:lvl2pPr>
            <a:lvl3pPr marL="0" marR="0" lvl="2" indent="0" algn="r" rtl="0">
              <a:spcBef>
                <a:spcPts val="0"/>
              </a:spcBef>
              <a:buNone/>
              <a:defRPr sz="1200" b="0" i="0" u="none" strike="noStrike" cap="none">
                <a:solidFill>
                  <a:srgbClr val="888888"/>
                </a:solidFill>
                <a:latin typeface="Questrial" panose="02000000000000000000"/>
                <a:ea typeface="Questrial" panose="02000000000000000000"/>
                <a:cs typeface="Questrial" panose="02000000000000000000"/>
                <a:sym typeface="Questrial" panose="02000000000000000000"/>
              </a:defRPr>
            </a:lvl3pPr>
            <a:lvl4pPr marL="0" marR="0" lvl="3" indent="0" algn="r" rtl="0">
              <a:spcBef>
                <a:spcPts val="0"/>
              </a:spcBef>
              <a:buNone/>
              <a:defRPr sz="1200" b="0" i="0" u="none" strike="noStrike" cap="none">
                <a:solidFill>
                  <a:srgbClr val="888888"/>
                </a:solidFill>
                <a:latin typeface="Questrial" panose="02000000000000000000"/>
                <a:ea typeface="Questrial" panose="02000000000000000000"/>
                <a:cs typeface="Questrial" panose="02000000000000000000"/>
                <a:sym typeface="Questrial" panose="02000000000000000000"/>
              </a:defRPr>
            </a:lvl4pPr>
            <a:lvl5pPr marL="0" marR="0" lvl="4" indent="0" algn="r" rtl="0">
              <a:spcBef>
                <a:spcPts val="0"/>
              </a:spcBef>
              <a:buNone/>
              <a:defRPr sz="1200" b="0" i="0" u="none" strike="noStrike" cap="none">
                <a:solidFill>
                  <a:srgbClr val="888888"/>
                </a:solidFill>
                <a:latin typeface="Questrial" panose="02000000000000000000"/>
                <a:ea typeface="Questrial" panose="02000000000000000000"/>
                <a:cs typeface="Questrial" panose="02000000000000000000"/>
                <a:sym typeface="Questrial" panose="02000000000000000000"/>
              </a:defRPr>
            </a:lvl5pPr>
            <a:lvl6pPr marL="0" marR="0" lvl="5" indent="0" algn="r" rtl="0">
              <a:spcBef>
                <a:spcPts val="0"/>
              </a:spcBef>
              <a:buNone/>
              <a:defRPr sz="1200" b="0" i="0" u="none" strike="noStrike" cap="none">
                <a:solidFill>
                  <a:srgbClr val="888888"/>
                </a:solidFill>
                <a:latin typeface="Questrial" panose="02000000000000000000"/>
                <a:ea typeface="Questrial" panose="02000000000000000000"/>
                <a:cs typeface="Questrial" panose="02000000000000000000"/>
                <a:sym typeface="Questrial" panose="02000000000000000000"/>
              </a:defRPr>
            </a:lvl6pPr>
            <a:lvl7pPr marL="0" marR="0" lvl="6" indent="0" algn="r" rtl="0">
              <a:spcBef>
                <a:spcPts val="0"/>
              </a:spcBef>
              <a:buNone/>
              <a:defRPr sz="1200" b="0" i="0" u="none" strike="noStrike" cap="none">
                <a:solidFill>
                  <a:srgbClr val="888888"/>
                </a:solidFill>
                <a:latin typeface="Questrial" panose="02000000000000000000"/>
                <a:ea typeface="Questrial" panose="02000000000000000000"/>
                <a:cs typeface="Questrial" panose="02000000000000000000"/>
                <a:sym typeface="Questrial" panose="02000000000000000000"/>
              </a:defRPr>
            </a:lvl7pPr>
            <a:lvl8pPr marL="0" marR="0" lvl="7" indent="0" algn="r" rtl="0">
              <a:spcBef>
                <a:spcPts val="0"/>
              </a:spcBef>
              <a:buNone/>
              <a:defRPr sz="1200" b="0" i="0" u="none" strike="noStrike" cap="none">
                <a:solidFill>
                  <a:srgbClr val="888888"/>
                </a:solidFill>
                <a:latin typeface="Questrial" panose="02000000000000000000"/>
                <a:ea typeface="Questrial" panose="02000000000000000000"/>
                <a:cs typeface="Questrial" panose="02000000000000000000"/>
                <a:sym typeface="Questrial" panose="02000000000000000000"/>
              </a:defRPr>
            </a:lvl8pPr>
            <a:lvl9pPr marL="0" marR="0" lvl="8" indent="0" algn="r" rtl="0">
              <a:spcBef>
                <a:spcPts val="0"/>
              </a:spcBef>
              <a:buNone/>
              <a:defRPr sz="1200" b="0" i="0" u="none" strike="noStrike" cap="none">
                <a:solidFill>
                  <a:srgbClr val="888888"/>
                </a:solidFill>
                <a:latin typeface="Questrial" panose="02000000000000000000"/>
                <a:ea typeface="Questrial" panose="02000000000000000000"/>
                <a:cs typeface="Questrial" panose="02000000000000000000"/>
                <a:sym typeface="Questrial" panose="02000000000000000000"/>
              </a:defRPr>
            </a:lvl9pPr>
          </a:lstStyle>
          <a:p>
            <a:pPr marL="0" lvl="0" indent="0" algn="r" rtl="0">
              <a:spcBef>
                <a:spcPts val="0"/>
              </a:spcBef>
              <a:spcAft>
                <a:spcPts val="0"/>
              </a:spcAft>
              <a:buNone/>
            </a:pPr>
            <a:fld id="{00000000-1234-1234-1234-123412341234}" type="slidenum">
              <a:rPr lang="en-US"/>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5.xml.rels><?xml version="1.0" encoding="UTF-8" standalone="yes"?>
<Relationships xmlns="http://schemas.openxmlformats.org/package/2006/relationships"><Relationship Id="rId5" Type="http://schemas.openxmlformats.org/officeDocument/2006/relationships/notesSlide" Target="../notesSlides/notesSlide5.xml"/><Relationship Id="rId4" Type="http://schemas.openxmlformats.org/officeDocument/2006/relationships/slideLayout" Target="../slideLayouts/slideLayout2.xml"/><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image" Target="../media/image2.png"/></Relationships>
</file>

<file path=ppt/slides/_rels/slide6.xml.rels><?xml version="1.0" encoding="UTF-8" standalone="yes"?>
<Relationships xmlns="http://schemas.openxmlformats.org/package/2006/relationships"><Relationship Id="rId4" Type="http://schemas.openxmlformats.org/officeDocument/2006/relationships/notesSlide" Target="../notesSlides/notesSlide6.xml"/><Relationship Id="rId3" Type="http://schemas.openxmlformats.org/officeDocument/2006/relationships/slideLayout" Target="../slideLayouts/slideLayout2.xml"/><Relationship Id="rId2" Type="http://schemas.openxmlformats.org/officeDocument/2006/relationships/image" Target="../media/image6.png"/><Relationship Id="rId1"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9.xml.rels><?xml version="1.0" encoding="UTF-8" standalone="yes"?>
<Relationships xmlns="http://schemas.openxmlformats.org/package/2006/relationships"><Relationship Id="rId5" Type="http://schemas.openxmlformats.org/officeDocument/2006/relationships/notesSlide" Target="../notesSlides/notesSlide9.xml"/><Relationship Id="rId4" Type="http://schemas.openxmlformats.org/officeDocument/2006/relationships/slideLayout" Target="../slideLayouts/slideLayout2.xml"/><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image" Target="../media/image9.png"/></Relationships>
</file>

<file path=ppt/slides/_rels/slide10.xml.rels><?xml version="1.0" encoding="UTF-8" standalone="yes"?>
<Relationships xmlns="http://schemas.openxmlformats.org/package/2006/relationships"><Relationship Id="rId5" Type="http://schemas.openxmlformats.org/officeDocument/2006/relationships/notesSlide" Target="../notesSlides/notesSlide10.xml"/><Relationship Id="rId4" Type="http://schemas.openxmlformats.org/officeDocument/2006/relationships/slideLayout" Target="../slideLayouts/slideLayout2.xml"/><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image" Target="../media/image12.png"/></Relationships>
</file>

<file path=ppt/slides/_rels/slide11.xml.rels><?xml version="1.0" encoding="UTF-8" standalone="yes"?>
<Relationships xmlns="http://schemas.openxmlformats.org/package/2006/relationships"><Relationship Id="rId4" Type="http://schemas.openxmlformats.org/officeDocument/2006/relationships/notesSlide" Target="../notesSlides/notesSlide11.xml"/><Relationship Id="rId3" Type="http://schemas.openxmlformats.org/officeDocument/2006/relationships/slideLayout" Target="../slideLayouts/slideLayout2.xml"/><Relationship Id="rId2" Type="http://schemas.openxmlformats.org/officeDocument/2006/relationships/image" Target="../media/image16.png"/><Relationship Id="rId1" Type="http://schemas.openxmlformats.org/officeDocument/2006/relationships/image" Target="../media/image15.png"/></Relationships>
</file>

<file path=ppt/slides/_rels/slide12.xml.rels><?xml version="1.0" encoding="UTF-8" standalone="yes"?>
<Relationships xmlns="http://schemas.openxmlformats.org/package/2006/relationships"><Relationship Id="rId5" Type="http://schemas.openxmlformats.org/officeDocument/2006/relationships/notesSlide" Target="../notesSlides/notesSlide12.xml"/><Relationship Id="rId4" Type="http://schemas.openxmlformats.org/officeDocument/2006/relationships/slideLayout" Target="../slideLayouts/slideLayout2.xml"/><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image" Target="../media/image17.pn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2.xml"/><Relationship Id="rId1" Type="http://schemas.openxmlformats.org/officeDocument/2006/relationships/image" Target="../media/image20.pn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2.xml"/><Relationship Id="rId1" Type="http://schemas.openxmlformats.org/officeDocument/2006/relationships/image" Target="../media/image21.png"/></Relationships>
</file>

<file path=ppt/slides/_rels/slide15.xml.rels><?xml version="1.0" encoding="UTF-8" standalone="yes"?>
<Relationships xmlns="http://schemas.openxmlformats.org/package/2006/relationships"><Relationship Id="rId5" Type="http://schemas.openxmlformats.org/officeDocument/2006/relationships/notesSlide" Target="../notesSlides/notesSlide15.xml"/><Relationship Id="rId4" Type="http://schemas.openxmlformats.org/officeDocument/2006/relationships/slideLayout" Target="../slideLayouts/slideLayout2.xml"/><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image" Target="../media/image22.pn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2.xml"/><Relationship Id="rId1" Type="http://schemas.openxmlformats.org/officeDocument/2006/relationships/image" Target="../media/image2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88" name="Shape 88"/>
        <p:cNvGrpSpPr/>
        <p:nvPr/>
      </p:nvGrpSpPr>
      <p:grpSpPr>
        <a:xfrm>
          <a:off x="0" y="0"/>
          <a:ext cx="0" cy="0"/>
          <a:chOff x="0" y="0"/>
          <a:chExt cx="0" cy="0"/>
        </a:xfrm>
      </p:grpSpPr>
      <p:sp>
        <p:nvSpPr>
          <p:cNvPr id="89" name="Google Shape;89;p13"/>
          <p:cNvSpPr txBox="1"/>
          <p:nvPr>
            <p:ph type="ctrTitle"/>
          </p:nvPr>
        </p:nvSpPr>
        <p:spPr>
          <a:xfrm>
            <a:off x="1415539" y="471285"/>
            <a:ext cx="9359651" cy="1356957"/>
          </a:xfrm>
          <a:prstGeom prst="rect">
            <a:avLst/>
          </a:prstGeom>
          <a:noFill/>
          <a:ln>
            <a:noFill/>
          </a:ln>
        </p:spPr>
        <p:txBody>
          <a:bodyPr spcFirstLastPara="1" wrap="square" lIns="91425" tIns="45700" rIns="91425" bIns="45700" anchor="b" anchorCtr="0">
            <a:noAutofit/>
          </a:bodyPr>
          <a:lstStyle/>
          <a:p>
            <a:pPr marL="0" lvl="0" indent="0" algn="ctr" rtl="0">
              <a:lnSpc>
                <a:spcPct val="90000"/>
              </a:lnSpc>
              <a:spcBef>
                <a:spcPts val="0"/>
              </a:spcBef>
              <a:spcAft>
                <a:spcPts val="0"/>
              </a:spcAft>
              <a:buClr>
                <a:schemeClr val="dk1"/>
              </a:buClr>
              <a:buSzPts val="3600"/>
              <a:buFont typeface="Questrial" panose="02000000000000000000"/>
              <a:buNone/>
            </a:pPr>
            <a:r>
              <a:rPr lang="en-US" sz="3600"/>
              <a:t>A Survey on Transfer Learning</a:t>
            </a:r>
            <a:endParaRPr lang="en-US" sz="3600"/>
          </a:p>
        </p:txBody>
      </p:sp>
      <p:sp>
        <p:nvSpPr>
          <p:cNvPr id="90" name="Google Shape;90;p13"/>
          <p:cNvSpPr txBox="1"/>
          <p:nvPr>
            <p:ph type="subTitle" idx="1"/>
          </p:nvPr>
        </p:nvSpPr>
        <p:spPr>
          <a:xfrm>
            <a:off x="981075" y="2339975"/>
            <a:ext cx="10227945" cy="1039495"/>
          </a:xfrm>
          <a:prstGeom prst="rect">
            <a:avLst/>
          </a:prstGeom>
          <a:noFill/>
          <a:ln>
            <a:noFill/>
          </a:ln>
        </p:spPr>
        <p:txBody>
          <a:bodyPr spcFirstLastPara="1" wrap="square" lIns="91425" tIns="45700" rIns="91425" bIns="45700" anchor="t" anchorCtr="0">
            <a:noAutofit/>
          </a:bodyPr>
          <a:lstStyle/>
          <a:p>
            <a:pPr marL="0" lvl="0" indent="0" algn="ctr" rtl="0">
              <a:lnSpc>
                <a:spcPct val="90000"/>
              </a:lnSpc>
              <a:spcBef>
                <a:spcPts val="0"/>
              </a:spcBef>
              <a:spcAft>
                <a:spcPts val="0"/>
              </a:spcAft>
              <a:buClr>
                <a:srgbClr val="A5A5A5"/>
              </a:buClr>
              <a:buSzPts val="2800"/>
              <a:buNone/>
            </a:pPr>
            <a:r>
              <a:rPr lang="en-US" sz="2800" cap="all">
                <a:solidFill>
                  <a:srgbClr val="A5A5A5"/>
                </a:solidFill>
                <a:uFillTx/>
                <a:latin typeface="Questrial" panose="02000000000000000000" charset="0"/>
              </a:rPr>
              <a:t>Sinno Jialin Pan and Qiang Yang Fellow, IEEE´</a:t>
            </a:r>
            <a:br>
              <a:rPr lang="en-US"/>
            </a:br>
            <a:endParaRPr sz="2600"/>
          </a:p>
        </p:txBody>
      </p:sp>
      <p:sp>
        <p:nvSpPr>
          <p:cNvPr id="91" name="Google Shape;91;p13"/>
          <p:cNvSpPr txBox="1"/>
          <p:nvPr>
            <p:ph type="sldNum" idx="12"/>
          </p:nvPr>
        </p:nvSpPr>
        <p:spPr>
          <a:xfrm>
            <a:off x="8354568" y="6485003"/>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fld>
            <a:endParaRPr lang="en-US"/>
          </a:p>
        </p:txBody>
      </p:sp>
      <p:sp>
        <p:nvSpPr>
          <p:cNvPr id="92" name="Google Shape;92;p13"/>
          <p:cNvSpPr txBox="1"/>
          <p:nvPr/>
        </p:nvSpPr>
        <p:spPr>
          <a:xfrm>
            <a:off x="1048428" y="3891090"/>
            <a:ext cx="10095142" cy="902739"/>
          </a:xfrm>
          <a:prstGeom prst="rect">
            <a:avLst/>
          </a:prstGeom>
          <a:noFill/>
          <a:ln>
            <a:noFill/>
          </a:ln>
        </p:spPr>
        <p:txBody>
          <a:bodyPr spcFirstLastPara="1" wrap="square" lIns="91425" tIns="45700" rIns="91425" bIns="45700" anchor="t" anchorCtr="0">
            <a:noAutofit/>
          </a:bodyPr>
          <a:lstStyle/>
          <a:p>
            <a:pPr marL="0" marR="0" lvl="0" indent="0" algn="ctr" rtl="0">
              <a:lnSpc>
                <a:spcPct val="90000"/>
              </a:lnSpc>
              <a:spcBef>
                <a:spcPts val="0"/>
              </a:spcBef>
              <a:spcAft>
                <a:spcPts val="0"/>
              </a:spcAft>
              <a:buClr>
                <a:schemeClr val="dk1"/>
              </a:buClr>
              <a:buSzPts val="2800"/>
              <a:buFont typeface="Arial" panose="020B0604020202020204"/>
              <a:buNone/>
            </a:pPr>
            <a:r>
              <a:rPr lang="en-US" sz="2800" b="1" i="0" u="none" strike="noStrike" cap="none">
                <a:solidFill>
                  <a:schemeClr val="dk1"/>
                </a:solidFill>
                <a:latin typeface="Questrial" panose="02000000000000000000"/>
                <a:ea typeface="Questrial" panose="02000000000000000000"/>
                <a:cs typeface="Questrial" panose="02000000000000000000"/>
                <a:sym typeface="Questrial" panose="02000000000000000000"/>
              </a:rPr>
              <a:t>IEEE TRANSACTIONS ON KNOWLEDGE AND DATA ENGINEERING, VOL. 22, NO. 10, OCTOBER 2010</a:t>
            </a:r>
            <a:endParaRPr lang="en-US" sz="2800" b="1" i="0" u="none" strike="noStrike" cap="none">
              <a:solidFill>
                <a:schemeClr val="dk1"/>
              </a:solidFill>
              <a:latin typeface="Questrial" panose="02000000000000000000"/>
              <a:ea typeface="Questrial" panose="02000000000000000000"/>
              <a:cs typeface="Questrial" panose="02000000000000000000"/>
              <a:sym typeface="Questrial" panose="02000000000000000000"/>
            </a:endParaRPr>
          </a:p>
        </p:txBody>
      </p:sp>
      <p:sp>
        <p:nvSpPr>
          <p:cNvPr id="93" name="Google Shape;93;p13"/>
          <p:cNvSpPr txBox="1"/>
          <p:nvPr/>
        </p:nvSpPr>
        <p:spPr>
          <a:xfrm>
            <a:off x="1192823" y="5265553"/>
            <a:ext cx="9806355" cy="902739"/>
          </a:xfrm>
          <a:prstGeom prst="rect">
            <a:avLst/>
          </a:prstGeom>
          <a:noFill/>
          <a:ln>
            <a:noFill/>
          </a:ln>
        </p:spPr>
        <p:txBody>
          <a:bodyPr spcFirstLastPara="1" wrap="square" lIns="91425" tIns="45700" rIns="91425" bIns="45700" anchor="t" anchorCtr="0">
            <a:noAutofit/>
          </a:bodyPr>
          <a:lstStyle/>
          <a:p>
            <a:pPr marL="0" marR="0" lvl="0" indent="0" algn="ctr" rtl="0">
              <a:lnSpc>
                <a:spcPct val="90000"/>
              </a:lnSpc>
              <a:spcBef>
                <a:spcPts val="0"/>
              </a:spcBef>
              <a:spcAft>
                <a:spcPts val="0"/>
              </a:spcAft>
              <a:buClr>
                <a:schemeClr val="dk1"/>
              </a:buClr>
              <a:buSzPts val="2800"/>
              <a:buFont typeface="Arial" panose="020B0604020202020204"/>
              <a:buNone/>
            </a:pPr>
            <a:r>
              <a:rPr lang="en-US" sz="2800" b="0" i="0" u="none" strike="noStrike" cap="none">
                <a:solidFill>
                  <a:schemeClr val="dk1"/>
                </a:solidFill>
                <a:latin typeface="Questrial" panose="02000000000000000000"/>
                <a:ea typeface="Questrial" panose="02000000000000000000"/>
                <a:cs typeface="Questrial" panose="02000000000000000000"/>
                <a:sym typeface="Questrial" panose="02000000000000000000"/>
              </a:rPr>
              <a:t>Presenter: Ke-Xin Zhu</a:t>
            </a:r>
            <a:endParaRPr sz="2800" b="0" i="0" u="none" strike="noStrike" cap="none">
              <a:solidFill>
                <a:schemeClr val="dk1"/>
              </a:solidFill>
              <a:latin typeface="Questrial" panose="02000000000000000000"/>
              <a:ea typeface="Questrial" panose="02000000000000000000"/>
              <a:cs typeface="Questrial" panose="02000000000000000000"/>
              <a:sym typeface="Questrial" panose="02000000000000000000"/>
            </a:endParaRPr>
          </a:p>
          <a:p>
            <a:pPr marL="0" marR="0" lvl="0" indent="0" algn="ctr" rtl="0">
              <a:lnSpc>
                <a:spcPct val="90000"/>
              </a:lnSpc>
              <a:spcBef>
                <a:spcPts val="1000"/>
              </a:spcBef>
              <a:spcAft>
                <a:spcPts val="0"/>
              </a:spcAft>
              <a:buClr>
                <a:schemeClr val="dk1"/>
              </a:buClr>
              <a:buSzPts val="2800"/>
              <a:buFont typeface="Arial" panose="020B0604020202020204"/>
              <a:buNone/>
            </a:pPr>
            <a:r>
              <a:rPr lang="en-US" sz="2800" b="0" i="0" u="none" strike="noStrike" cap="none">
                <a:solidFill>
                  <a:schemeClr val="dk1"/>
                </a:solidFill>
                <a:latin typeface="Questrial" panose="02000000000000000000"/>
                <a:ea typeface="Questrial" panose="02000000000000000000"/>
                <a:cs typeface="Questrial" panose="02000000000000000000"/>
                <a:sym typeface="Questrial" panose="02000000000000000000"/>
              </a:rPr>
              <a:t>Date: 2019/01/29</a:t>
            </a:r>
            <a:endParaRPr lang="en-US" sz="2800" b="0" i="0" u="none" strike="noStrike" cap="none">
              <a:solidFill>
                <a:schemeClr val="dk1"/>
              </a:solidFill>
              <a:latin typeface="Questrial" panose="02000000000000000000"/>
              <a:ea typeface="Questrial" panose="02000000000000000000"/>
              <a:cs typeface="Questrial" panose="02000000000000000000"/>
              <a:sym typeface="Questrial" panose="0200000000000000000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97" name="Shape 97"/>
        <p:cNvGrpSpPr/>
        <p:nvPr/>
      </p:nvGrpSpPr>
      <p:grpSpPr>
        <a:xfrm>
          <a:off x="0" y="0"/>
          <a:ext cx="0" cy="0"/>
          <a:chOff x="0" y="0"/>
          <a:chExt cx="0" cy="0"/>
        </a:xfrm>
      </p:grpSpPr>
      <p:sp>
        <p:nvSpPr>
          <p:cNvPr id="98" name="Google Shape;98;p14"/>
          <p:cNvSpPr txBox="1"/>
          <p:nvPr>
            <p:ph type="title"/>
          </p:nvPr>
        </p:nvSpPr>
        <p:spPr>
          <a:xfrm>
            <a:off x="838200" y="365127"/>
            <a:ext cx="10515600" cy="1325563"/>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4400"/>
              <a:buFont typeface="Questrial" panose="02000000000000000000"/>
              <a:buNone/>
            </a:pPr>
            <a:r>
              <a:rPr lang="en-US"/>
              <a:t>Abstract (1/2)</a:t>
            </a:r>
            <a:endParaRPr lang="en-US"/>
          </a:p>
        </p:txBody>
      </p:sp>
      <p:sp>
        <p:nvSpPr>
          <p:cNvPr id="99" name="Google Shape;99;p14"/>
          <p:cNvSpPr txBox="1"/>
          <p:nvPr>
            <p:ph type="body" idx="1"/>
          </p:nvPr>
        </p:nvSpPr>
        <p:spPr>
          <a:xfrm>
            <a:off x="838200" y="1554980"/>
            <a:ext cx="10109886" cy="4446839"/>
          </a:xfrm>
          <a:prstGeom prst="rect">
            <a:avLst/>
          </a:prstGeom>
          <a:noFill/>
          <a:ln>
            <a:noFill/>
          </a:ln>
        </p:spPr>
        <p:txBody>
          <a:bodyPr spcFirstLastPara="1" wrap="square" lIns="91425" tIns="45700" rIns="91425" bIns="45700" anchor="t" anchorCtr="0">
            <a:noAutofit/>
          </a:bodyPr>
          <a:lstStyle/>
          <a:p>
            <a:pPr marL="0" lvl="0" indent="0" algn="l" rtl="0" eaLnBrk="1" fontAlgn="auto" latinLnBrk="0" hangingPunct="1">
              <a:lnSpc>
                <a:spcPct val="90000"/>
              </a:lnSpc>
              <a:spcBef>
                <a:spcPts val="0"/>
              </a:spcBef>
              <a:spcAft>
                <a:spcPts val="0"/>
              </a:spcAft>
              <a:buClr>
                <a:schemeClr val="dk1"/>
              </a:buClr>
              <a:buSzPts val="2800"/>
              <a:buNone/>
            </a:pPr>
            <a:r>
              <a:rPr lang="en-US"/>
              <a:t>A major assumption in many machine learning and data mining algorithms is that the training and future data must be in the same feature space and have the same distribution. However, in many real-world applications, this assumption may not hold. For example, we sometimes have a classification task in one domain of interest, but we only have sufficient training data in another domain of interest, where the latter data may be in a different feature space or follow a different data distribution. </a:t>
            </a:r>
            <a:r>
              <a:rPr lang="en-US">
                <a:sym typeface="+mn-ea"/>
              </a:rPr>
              <a:t> In such cases, knowledge transfer, if done successfully, would greatly improve the performance of learning by avoiding much expensive data labeling efforts.</a:t>
            </a:r>
            <a:endParaRPr lang="en-US"/>
          </a:p>
        </p:txBody>
      </p:sp>
      <p:sp>
        <p:nvSpPr>
          <p:cNvPr id="100" name="Google Shape;100;p14"/>
          <p:cNvSpPr txBox="1"/>
          <p:nvPr>
            <p:ph type="sldNum" idx="12"/>
          </p:nvPr>
        </p:nvSpPr>
        <p:spPr>
          <a:xfrm>
            <a:off x="8610600" y="6356352"/>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04" name="Shape 104"/>
        <p:cNvGrpSpPr/>
        <p:nvPr/>
      </p:nvGrpSpPr>
      <p:grpSpPr>
        <a:xfrm>
          <a:off x="0" y="0"/>
          <a:ext cx="0" cy="0"/>
          <a:chOff x="0" y="0"/>
          <a:chExt cx="0" cy="0"/>
        </a:xfrm>
      </p:grpSpPr>
      <p:sp>
        <p:nvSpPr>
          <p:cNvPr id="105" name="Google Shape;105;p15"/>
          <p:cNvSpPr txBox="1"/>
          <p:nvPr>
            <p:ph type="title"/>
          </p:nvPr>
        </p:nvSpPr>
        <p:spPr>
          <a:xfrm>
            <a:off x="838200" y="365127"/>
            <a:ext cx="10515600" cy="1325563"/>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4400"/>
              <a:buFont typeface="Questrial" panose="02000000000000000000"/>
              <a:buNone/>
            </a:pPr>
            <a:r>
              <a:rPr lang="en-US"/>
              <a:t>Abstract (2/2)</a:t>
            </a:r>
            <a:endParaRPr lang="en-US"/>
          </a:p>
        </p:txBody>
      </p:sp>
      <p:sp>
        <p:nvSpPr>
          <p:cNvPr id="106" name="Google Shape;106;p15"/>
          <p:cNvSpPr txBox="1"/>
          <p:nvPr>
            <p:ph type="body" idx="1"/>
          </p:nvPr>
        </p:nvSpPr>
        <p:spPr>
          <a:xfrm>
            <a:off x="838200" y="1581650"/>
            <a:ext cx="10011032" cy="4446839"/>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dk1"/>
              </a:buClr>
              <a:buSzPts val="2800"/>
              <a:buNone/>
            </a:pPr>
            <a:r>
              <a:rPr lang="en-US"/>
              <a:t>In recent years, transfer learning has emerged as a new learning framework to address this problem. This survey focuses on categorizing and reviewing the current progress on transfer learning for classification, regression and clustering problems. In this survey, we discuss the relationship between transfer learning and other related machine learning techniques such as domain adaptation, multi- task learning and sample selection bias, as well as co-variate shift. We also explore some potential future issues in transfer learning research</a:t>
            </a:r>
            <a:endParaRPr lang="en-US"/>
          </a:p>
        </p:txBody>
      </p:sp>
      <p:sp>
        <p:nvSpPr>
          <p:cNvPr id="107" name="Google Shape;107;p15"/>
          <p:cNvSpPr txBox="1"/>
          <p:nvPr>
            <p:ph type="sldNum" idx="12"/>
          </p:nvPr>
        </p:nvSpPr>
        <p:spPr>
          <a:xfrm>
            <a:off x="8610600" y="6356352"/>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11" name="Shape 111"/>
        <p:cNvGrpSpPr/>
        <p:nvPr/>
      </p:nvGrpSpPr>
      <p:grpSpPr>
        <a:xfrm>
          <a:off x="0" y="0"/>
          <a:ext cx="0" cy="0"/>
          <a:chOff x="0" y="0"/>
          <a:chExt cx="0" cy="0"/>
        </a:xfrm>
      </p:grpSpPr>
      <p:sp>
        <p:nvSpPr>
          <p:cNvPr id="112" name="Google Shape;112;p16"/>
          <p:cNvSpPr txBox="1"/>
          <p:nvPr>
            <p:ph type="title"/>
          </p:nvPr>
        </p:nvSpPr>
        <p:spPr>
          <a:xfrm>
            <a:off x="838200" y="365127"/>
            <a:ext cx="10515600" cy="1325563"/>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4400"/>
              <a:buFont typeface="Questrial" panose="02000000000000000000"/>
              <a:buNone/>
            </a:pPr>
            <a:r>
              <a:rPr lang="en-US"/>
              <a:t>INTRODUCTION</a:t>
            </a:r>
            <a:endParaRPr lang="en-US"/>
          </a:p>
        </p:txBody>
      </p:sp>
      <p:sp>
        <p:nvSpPr>
          <p:cNvPr id="113" name="Google Shape;113;p16"/>
          <p:cNvSpPr txBox="1"/>
          <p:nvPr>
            <p:ph type="sldNum" idx="12"/>
          </p:nvPr>
        </p:nvSpPr>
        <p:spPr>
          <a:xfrm>
            <a:off x="8610600" y="6356352"/>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fld>
            <a:endParaRPr lang="en-US"/>
          </a:p>
        </p:txBody>
      </p:sp>
      <p:sp>
        <p:nvSpPr>
          <p:cNvPr id="115" name="Google Shape;115;p16"/>
          <p:cNvSpPr txBox="1"/>
          <p:nvPr>
            <p:ph type="body" idx="1"/>
          </p:nvPr>
        </p:nvSpPr>
        <p:spPr>
          <a:xfrm>
            <a:off x="382270" y="1569720"/>
            <a:ext cx="5182235" cy="4631055"/>
          </a:xfrm>
          <a:prstGeom prst="rect">
            <a:avLst/>
          </a:prstGeom>
          <a:noFill/>
          <a:ln>
            <a:noFill/>
          </a:ln>
        </p:spPr>
        <p:txBody>
          <a:bodyPr spcFirstLastPara="1" wrap="square" lIns="91425" tIns="45700" rIns="91425" bIns="45700" anchor="t" anchorCtr="0">
            <a:noAutofit/>
          </a:bodyPr>
          <a:lstStyle/>
          <a:p>
            <a:pPr marL="228600" lvl="0" indent="-228600" algn="l" rtl="0">
              <a:lnSpc>
                <a:spcPct val="90000"/>
              </a:lnSpc>
              <a:spcBef>
                <a:spcPts val="0"/>
              </a:spcBef>
              <a:spcAft>
                <a:spcPts val="0"/>
              </a:spcAft>
              <a:buClr>
                <a:schemeClr val="dk1"/>
              </a:buClr>
              <a:buSzPts val="2800"/>
              <a:buFont typeface="Noto Sans Symbols"/>
              <a:buChar char="●"/>
            </a:pPr>
            <a:r>
              <a:rPr lang="en-US" altLang="zh-CN">
                <a:ea typeface="SimSun" panose="02010600030101010101" pitchFamily="2" charset="-122"/>
              </a:rPr>
              <a:t>Web-document classification;</a:t>
            </a:r>
            <a:endParaRPr lang="zh-CN" altLang="en-US">
              <a:ea typeface="SimSun" panose="02010600030101010101" pitchFamily="2" charset="-122"/>
            </a:endParaRPr>
          </a:p>
          <a:p>
            <a:pPr marL="228600" lvl="0" indent="-228600" algn="l" rtl="0">
              <a:lnSpc>
                <a:spcPct val="90000"/>
              </a:lnSpc>
              <a:spcBef>
                <a:spcPts val="0"/>
              </a:spcBef>
              <a:spcAft>
                <a:spcPts val="0"/>
              </a:spcAft>
              <a:buClr>
                <a:schemeClr val="dk1"/>
              </a:buClr>
              <a:buSzPts val="2800"/>
              <a:buFont typeface="Noto Sans Symbols"/>
              <a:buChar char="●"/>
            </a:pPr>
            <a:r>
              <a:rPr lang="en-US" altLang="zh-CN">
                <a:ea typeface="SimSun" panose="02010600030101010101" pitchFamily="2" charset="-122"/>
              </a:rPr>
              <a:t>Indoor WiFI localization;</a:t>
            </a:r>
            <a:endParaRPr lang="zh-CN" altLang="en-US">
              <a:ea typeface="SimSun" panose="02010600030101010101" pitchFamily="2" charset="-122"/>
            </a:endParaRPr>
          </a:p>
          <a:p>
            <a:pPr marL="228600" lvl="0" indent="-228600" algn="l" rtl="0">
              <a:lnSpc>
                <a:spcPct val="90000"/>
              </a:lnSpc>
              <a:spcBef>
                <a:spcPts val="0"/>
              </a:spcBef>
              <a:spcAft>
                <a:spcPts val="0"/>
              </a:spcAft>
              <a:buClr>
                <a:schemeClr val="dk1"/>
              </a:buClr>
              <a:buSzPts val="2800"/>
              <a:buFont typeface="Noto Sans Symbols"/>
              <a:buChar char="●"/>
            </a:pPr>
            <a:r>
              <a:rPr lang="en-US" altLang="zh-CN">
                <a:ea typeface="SimSun" panose="02010600030101010101" pitchFamily="2" charset="-122"/>
              </a:rPr>
              <a:t>sentiment classification.</a:t>
            </a:r>
            <a:endParaRPr lang="en-US" altLang="zh-CN">
              <a:ea typeface="SimSun" panose="02010600030101010101" pitchFamily="2" charset="-122"/>
            </a:endParaRPr>
          </a:p>
        </p:txBody>
      </p:sp>
      <p:pic>
        <p:nvPicPr>
          <p:cNvPr id="2" name="图片 1"/>
          <p:cNvPicPr>
            <a:picLocks noChangeAspect="1"/>
          </p:cNvPicPr>
          <p:nvPr/>
        </p:nvPicPr>
        <p:blipFill>
          <a:blip r:embed="rId1"/>
          <a:stretch>
            <a:fillRect/>
          </a:stretch>
        </p:blipFill>
        <p:spPr>
          <a:xfrm>
            <a:off x="4551045" y="2633980"/>
            <a:ext cx="6332220" cy="3566795"/>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11" name="Shape 111"/>
        <p:cNvGrpSpPr/>
        <p:nvPr/>
      </p:nvGrpSpPr>
      <p:grpSpPr>
        <a:xfrm>
          <a:off x="0" y="0"/>
          <a:ext cx="0" cy="0"/>
          <a:chOff x="0" y="0"/>
          <a:chExt cx="0" cy="0"/>
        </a:xfrm>
      </p:grpSpPr>
      <p:sp>
        <p:nvSpPr>
          <p:cNvPr id="112" name="Google Shape;112;p16"/>
          <p:cNvSpPr txBox="1"/>
          <p:nvPr>
            <p:ph type="title"/>
          </p:nvPr>
        </p:nvSpPr>
        <p:spPr>
          <a:xfrm>
            <a:off x="838200" y="365127"/>
            <a:ext cx="10515600" cy="1325563"/>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4400"/>
              <a:buFont typeface="Questrial" panose="02000000000000000000"/>
              <a:buNone/>
            </a:pPr>
            <a:r>
              <a:t>Notations and Definitions</a:t>
            </a:r>
          </a:p>
        </p:txBody>
      </p:sp>
      <p:sp>
        <p:nvSpPr>
          <p:cNvPr id="113" name="Google Shape;113;p16"/>
          <p:cNvSpPr txBox="1"/>
          <p:nvPr>
            <p:ph type="sldNum" idx="12"/>
          </p:nvPr>
        </p:nvSpPr>
        <p:spPr>
          <a:xfrm>
            <a:off x="8610600" y="6356352"/>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fld>
            <a:endParaRPr lang="en-US"/>
          </a:p>
        </p:txBody>
      </p:sp>
      <p:sp>
        <p:nvSpPr>
          <p:cNvPr id="1" name="文本占位符 0"/>
          <p:cNvSpPr/>
          <p:nvPr>
            <p:ph type="body" idx="1"/>
          </p:nvPr>
        </p:nvSpPr>
        <p:spPr>
          <a:xfrm>
            <a:off x="838200" y="1691005"/>
            <a:ext cx="10515600" cy="4351338"/>
          </a:xfrm>
        </p:spPr>
        <p:txBody>
          <a:bodyPr/>
          <a:p>
            <a:r>
              <a:rPr lang="en-US" altLang="zh-CN"/>
              <a:t>T</a:t>
            </a:r>
            <a:r>
              <a:rPr lang="zh-CN" altLang="en-US"/>
              <a:t>he ability of a system to recognize and apply knowledge and skills learned in previous tasks to novel tasks.</a:t>
            </a:r>
            <a:endParaRPr lang="zh-CN" altLang="en-US"/>
          </a:p>
        </p:txBody>
      </p:sp>
      <p:pic>
        <p:nvPicPr>
          <p:cNvPr id="3" name="图片 2"/>
          <p:cNvPicPr>
            <a:picLocks noChangeAspect="1"/>
          </p:cNvPicPr>
          <p:nvPr/>
        </p:nvPicPr>
        <p:blipFill>
          <a:blip r:embed="rId1"/>
          <a:srcRect t="12028"/>
          <a:stretch>
            <a:fillRect/>
          </a:stretch>
        </p:blipFill>
        <p:spPr>
          <a:xfrm>
            <a:off x="1574800" y="3498215"/>
            <a:ext cx="7562215" cy="1774190"/>
          </a:xfrm>
          <a:prstGeom prst="rect">
            <a:avLst/>
          </a:prstGeom>
        </p:spPr>
      </p:pic>
      <p:pic>
        <p:nvPicPr>
          <p:cNvPr id="4" name="图片 3"/>
          <p:cNvPicPr>
            <a:picLocks noChangeAspect="1"/>
          </p:cNvPicPr>
          <p:nvPr/>
        </p:nvPicPr>
        <p:blipFill>
          <a:blip r:embed="rId2"/>
          <a:stretch>
            <a:fillRect/>
          </a:stretch>
        </p:blipFill>
        <p:spPr>
          <a:xfrm>
            <a:off x="1574800" y="2588260"/>
            <a:ext cx="2332355" cy="588010"/>
          </a:xfrm>
          <a:prstGeom prst="rect">
            <a:avLst/>
          </a:prstGeom>
        </p:spPr>
      </p:pic>
      <p:pic>
        <p:nvPicPr>
          <p:cNvPr id="5" name="图片 4"/>
          <p:cNvPicPr>
            <a:picLocks noChangeAspect="1"/>
          </p:cNvPicPr>
          <p:nvPr/>
        </p:nvPicPr>
        <p:blipFill>
          <a:blip r:embed="rId3"/>
          <a:stretch>
            <a:fillRect/>
          </a:stretch>
        </p:blipFill>
        <p:spPr>
          <a:xfrm>
            <a:off x="4328160" y="2653665"/>
            <a:ext cx="2791460" cy="497205"/>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19" name="Shape 119"/>
        <p:cNvGrpSpPr/>
        <p:nvPr/>
      </p:nvGrpSpPr>
      <p:grpSpPr>
        <a:xfrm>
          <a:off x="0" y="0"/>
          <a:ext cx="0" cy="0"/>
          <a:chOff x="0" y="0"/>
          <a:chExt cx="0" cy="0"/>
        </a:xfrm>
      </p:grpSpPr>
      <p:sp>
        <p:nvSpPr>
          <p:cNvPr id="120" name="Google Shape;120;p17"/>
          <p:cNvSpPr txBox="1"/>
          <p:nvPr>
            <p:ph type="title"/>
          </p:nvPr>
        </p:nvSpPr>
        <p:spPr>
          <a:xfrm>
            <a:off x="562610" y="208280"/>
            <a:ext cx="10791190" cy="132588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4400"/>
              <a:buFont typeface="Questrial" panose="02000000000000000000"/>
              <a:buNone/>
            </a:pPr>
            <a:r>
              <a:t>A Categorization of Transfer Learning Techniques </a:t>
            </a:r>
            <a:r>
              <a:rPr lang="en-US" altLang="zh-TW" dirty="0">
                <a:sym typeface="+mn-ea"/>
              </a:rPr>
              <a:t>(1/3)</a:t>
            </a:r>
            <a:r>
              <a:rPr lang="en-US">
                <a:sym typeface="+mn-ea"/>
              </a:rPr>
              <a:t> </a:t>
            </a:r>
            <a:endParaRPr lang="en-US">
              <a:sym typeface="+mn-ea"/>
            </a:endParaRPr>
          </a:p>
        </p:txBody>
      </p:sp>
      <p:sp>
        <p:nvSpPr>
          <p:cNvPr id="121" name="Google Shape;121;p17"/>
          <p:cNvSpPr txBox="1"/>
          <p:nvPr>
            <p:ph type="sldNum" idx="12"/>
          </p:nvPr>
        </p:nvSpPr>
        <p:spPr>
          <a:xfrm>
            <a:off x="8610600" y="6356352"/>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fld>
            <a:endParaRPr lang="en-US"/>
          </a:p>
        </p:txBody>
      </p:sp>
      <p:pic>
        <p:nvPicPr>
          <p:cNvPr id="2" name="图片 1"/>
          <p:cNvPicPr>
            <a:picLocks noChangeAspect="1"/>
          </p:cNvPicPr>
          <p:nvPr/>
        </p:nvPicPr>
        <p:blipFill>
          <a:blip r:embed="rId1"/>
          <a:stretch>
            <a:fillRect/>
          </a:stretch>
        </p:blipFill>
        <p:spPr>
          <a:xfrm>
            <a:off x="651510" y="1651000"/>
            <a:ext cx="10612755" cy="1940560"/>
          </a:xfrm>
          <a:prstGeom prst="rect">
            <a:avLst/>
          </a:prstGeom>
        </p:spPr>
      </p:pic>
      <p:pic>
        <p:nvPicPr>
          <p:cNvPr id="3" name="图片 2"/>
          <p:cNvPicPr>
            <a:picLocks noChangeAspect="1"/>
          </p:cNvPicPr>
          <p:nvPr/>
        </p:nvPicPr>
        <p:blipFill>
          <a:blip r:embed="rId2"/>
          <a:stretch>
            <a:fillRect/>
          </a:stretch>
        </p:blipFill>
        <p:spPr>
          <a:xfrm>
            <a:off x="750570" y="3705225"/>
            <a:ext cx="10414635" cy="276479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19" name="Shape 119"/>
        <p:cNvGrpSpPr/>
        <p:nvPr/>
      </p:nvGrpSpPr>
      <p:grpSpPr>
        <a:xfrm>
          <a:off x="0" y="0"/>
          <a:ext cx="0" cy="0"/>
          <a:chOff x="0" y="0"/>
          <a:chExt cx="0" cy="0"/>
        </a:xfrm>
      </p:grpSpPr>
      <p:sp>
        <p:nvSpPr>
          <p:cNvPr id="120" name="Google Shape;120;p17"/>
          <p:cNvSpPr txBox="1"/>
          <p:nvPr>
            <p:ph type="title"/>
          </p:nvPr>
        </p:nvSpPr>
        <p:spPr>
          <a:xfrm>
            <a:off x="562610" y="365125"/>
            <a:ext cx="10791190" cy="132588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4400"/>
              <a:buFont typeface="Questrial" panose="02000000000000000000"/>
              <a:buNone/>
            </a:pPr>
            <a:r>
              <a:rPr>
                <a:sym typeface="+mn-ea"/>
              </a:rPr>
              <a:t>A Categorization of Transfer Learning Techniques </a:t>
            </a:r>
            <a:r>
              <a:rPr lang="en-US" altLang="zh-TW" dirty="0">
                <a:sym typeface="+mn-ea"/>
              </a:rPr>
              <a:t>(2/3)</a:t>
            </a:r>
            <a:r>
              <a:rPr lang="en-US">
                <a:sym typeface="+mn-ea"/>
              </a:rPr>
              <a:t> </a:t>
            </a:r>
            <a:br>
              <a:rPr lang="en-US">
                <a:sym typeface="+mn-ea"/>
              </a:rPr>
            </a:br>
            <a:r>
              <a:rPr lang="en-US"/>
              <a:t> </a:t>
            </a:r>
            <a:endParaRPr lang="en-US"/>
          </a:p>
        </p:txBody>
      </p:sp>
      <p:sp>
        <p:nvSpPr>
          <p:cNvPr id="121" name="Google Shape;121;p17"/>
          <p:cNvSpPr txBox="1"/>
          <p:nvPr>
            <p:ph type="sldNum" idx="12"/>
          </p:nvPr>
        </p:nvSpPr>
        <p:spPr>
          <a:xfrm>
            <a:off x="8610600" y="6356352"/>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fld>
            <a:endParaRPr lang="en-US"/>
          </a:p>
        </p:txBody>
      </p:sp>
      <p:pic>
        <p:nvPicPr>
          <p:cNvPr id="4" name="图片 3"/>
          <p:cNvPicPr>
            <a:picLocks noChangeAspect="1"/>
          </p:cNvPicPr>
          <p:nvPr/>
        </p:nvPicPr>
        <p:blipFill>
          <a:blip r:embed="rId1"/>
          <a:stretch>
            <a:fillRect/>
          </a:stretch>
        </p:blipFill>
        <p:spPr>
          <a:xfrm>
            <a:off x="1647190" y="1391285"/>
            <a:ext cx="8622030" cy="485076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26" name="Shape 126"/>
        <p:cNvGrpSpPr/>
        <p:nvPr/>
      </p:nvGrpSpPr>
      <p:grpSpPr>
        <a:xfrm>
          <a:off x="0" y="0"/>
          <a:ext cx="0" cy="0"/>
          <a:chOff x="0" y="0"/>
          <a:chExt cx="0" cy="0"/>
        </a:xfrm>
      </p:grpSpPr>
      <p:sp>
        <p:nvSpPr>
          <p:cNvPr id="127" name="Google Shape;127;p18"/>
          <p:cNvSpPr txBox="1"/>
          <p:nvPr>
            <p:ph type="title"/>
          </p:nvPr>
        </p:nvSpPr>
        <p:spPr>
          <a:xfrm>
            <a:off x="838200" y="365127"/>
            <a:ext cx="10515600" cy="1325563"/>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4400"/>
              <a:buFont typeface="Questrial" panose="02000000000000000000"/>
              <a:buNone/>
            </a:pPr>
            <a:r>
              <a:rPr>
                <a:sym typeface="+mn-ea"/>
              </a:rPr>
              <a:t>A Categorization of Transfer Learning Techniques </a:t>
            </a:r>
            <a:r>
              <a:rPr lang="en-US" altLang="zh-TW" dirty="0">
                <a:sym typeface="+mn-ea"/>
              </a:rPr>
              <a:t>(3/3)</a:t>
            </a:r>
            <a:r>
              <a:rPr lang="en-US">
                <a:sym typeface="+mn-ea"/>
              </a:rPr>
              <a:t> </a:t>
            </a:r>
            <a:endParaRPr lang="en-US"/>
          </a:p>
        </p:txBody>
      </p:sp>
      <p:sp>
        <p:nvSpPr>
          <p:cNvPr id="129" name="Google Shape;129;p18"/>
          <p:cNvSpPr txBox="1"/>
          <p:nvPr>
            <p:ph type="sldNum" idx="12"/>
          </p:nvPr>
        </p:nvSpPr>
        <p:spPr>
          <a:xfrm>
            <a:off x="8610600" y="6356352"/>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fld>
            <a:endParaRPr lang="en-US"/>
          </a:p>
        </p:txBody>
      </p:sp>
      <p:pic>
        <p:nvPicPr>
          <p:cNvPr id="1" name="图片 0"/>
          <p:cNvPicPr>
            <a:picLocks noChangeAspect="1"/>
          </p:cNvPicPr>
          <p:nvPr/>
        </p:nvPicPr>
        <p:blipFill>
          <a:blip r:embed="rId1"/>
          <a:srcRect b="44133"/>
          <a:stretch>
            <a:fillRect/>
          </a:stretch>
        </p:blipFill>
        <p:spPr>
          <a:xfrm>
            <a:off x="682625" y="1691005"/>
            <a:ext cx="10826750" cy="2923540"/>
          </a:xfrm>
          <a:prstGeom prst="rect">
            <a:avLst/>
          </a:prstGeom>
        </p:spPr>
      </p:pic>
      <p:pic>
        <p:nvPicPr>
          <p:cNvPr id="4" name="图片 3"/>
          <p:cNvPicPr>
            <a:picLocks noChangeAspect="1"/>
          </p:cNvPicPr>
          <p:nvPr/>
        </p:nvPicPr>
        <p:blipFill>
          <a:blip r:embed="rId1"/>
          <a:srcRect t="63475"/>
          <a:stretch>
            <a:fillRect/>
          </a:stretch>
        </p:blipFill>
        <p:spPr>
          <a:xfrm>
            <a:off x="682625" y="4614545"/>
            <a:ext cx="10826750" cy="191135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26" name="Shape 126"/>
        <p:cNvGrpSpPr/>
        <p:nvPr/>
      </p:nvGrpSpPr>
      <p:grpSpPr>
        <a:xfrm>
          <a:off x="0" y="0"/>
          <a:ext cx="0" cy="0"/>
          <a:chOff x="0" y="0"/>
          <a:chExt cx="0" cy="0"/>
        </a:xfrm>
      </p:grpSpPr>
      <p:sp>
        <p:nvSpPr>
          <p:cNvPr id="127" name="Google Shape;127;p18"/>
          <p:cNvSpPr txBox="1"/>
          <p:nvPr>
            <p:ph type="title"/>
          </p:nvPr>
        </p:nvSpPr>
        <p:spPr>
          <a:xfrm>
            <a:off x="838200" y="365127"/>
            <a:ext cx="10515600" cy="1325563"/>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4400"/>
              <a:buFont typeface="Questrial" panose="02000000000000000000"/>
              <a:buNone/>
            </a:pPr>
            <a:r>
              <a:rPr lang="en-US"/>
              <a:t>INDUCTIVE TRANSFER LEARNING</a:t>
            </a:r>
            <a:r>
              <a:rPr lang="zh-TW" altLang="en-US" dirty="0">
                <a:sym typeface="+mn-ea"/>
              </a:rPr>
              <a:t> </a:t>
            </a:r>
            <a:r>
              <a:rPr lang="en-US" altLang="zh-TW" dirty="0">
                <a:sym typeface="+mn-ea"/>
              </a:rPr>
              <a:t>(1/3)</a:t>
            </a:r>
            <a:r>
              <a:rPr lang="en-US">
                <a:sym typeface="+mn-ea"/>
              </a:rPr>
              <a:t> </a:t>
            </a:r>
            <a:endParaRPr lang="en-US"/>
          </a:p>
        </p:txBody>
      </p:sp>
      <p:sp>
        <p:nvSpPr>
          <p:cNvPr id="129" name="Google Shape;129;p18"/>
          <p:cNvSpPr txBox="1"/>
          <p:nvPr>
            <p:ph type="sldNum" idx="12"/>
          </p:nvPr>
        </p:nvSpPr>
        <p:spPr>
          <a:xfrm>
            <a:off x="8610600" y="6356352"/>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fld>
            <a:endParaRPr lang="en-US"/>
          </a:p>
        </p:txBody>
      </p:sp>
      <p:sp>
        <p:nvSpPr>
          <p:cNvPr id="99" name="Google Shape;99;p14"/>
          <p:cNvSpPr txBox="1"/>
          <p:nvPr>
            <p:ph type="body" idx="1"/>
          </p:nvPr>
        </p:nvSpPr>
        <p:spPr>
          <a:xfrm>
            <a:off x="838200" y="1555115"/>
            <a:ext cx="4334510" cy="4446905"/>
          </a:xfrm>
          <a:prstGeom prst="rect">
            <a:avLst/>
          </a:prstGeom>
          <a:noFill/>
          <a:ln>
            <a:noFill/>
          </a:ln>
        </p:spPr>
        <p:txBody>
          <a:bodyPr spcFirstLastPara="1" wrap="square" lIns="91425" tIns="45700" rIns="91425" bIns="45700" anchor="t" anchorCtr="0">
            <a:noAutofit/>
          </a:bodyPr>
          <a:p>
            <a:pPr marL="0" lvl="0" indent="0" algn="l" rtl="0" eaLnBrk="1" fontAlgn="auto" latinLnBrk="0" hangingPunct="1">
              <a:lnSpc>
                <a:spcPct val="90000"/>
              </a:lnSpc>
              <a:spcBef>
                <a:spcPts val="0"/>
              </a:spcBef>
              <a:spcAft>
                <a:spcPts val="0"/>
              </a:spcAft>
              <a:buClr>
                <a:schemeClr val="dk1"/>
              </a:buClr>
              <a:buSzPts val="2800"/>
              <a:buNone/>
            </a:pPr>
            <a:r>
              <a:rPr lang="en-US"/>
              <a:t>1.Transferring Knowledge of Instances:</a:t>
            </a:r>
            <a:endParaRPr lang="en-US"/>
          </a:p>
          <a:p>
            <a:pPr marL="0" lvl="0" indent="0" algn="l" rtl="0" eaLnBrk="1" fontAlgn="auto" latinLnBrk="0" hangingPunct="1">
              <a:lnSpc>
                <a:spcPct val="90000"/>
              </a:lnSpc>
              <a:spcBef>
                <a:spcPts val="0"/>
              </a:spcBef>
              <a:spcAft>
                <a:spcPts val="0"/>
              </a:spcAft>
              <a:buClr>
                <a:schemeClr val="dk1"/>
              </a:buClr>
              <a:buSzPts val="2800"/>
              <a:buNone/>
            </a:pPr>
            <a:endParaRPr lang="en-US"/>
          </a:p>
          <a:p>
            <a:pPr marL="0" lvl="0" indent="0" algn="l" rtl="0" eaLnBrk="1" fontAlgn="auto" latinLnBrk="0" hangingPunct="1">
              <a:lnSpc>
                <a:spcPct val="90000"/>
              </a:lnSpc>
              <a:spcBef>
                <a:spcPts val="0"/>
              </a:spcBef>
              <a:spcAft>
                <a:spcPts val="0"/>
              </a:spcAft>
              <a:buClr>
                <a:schemeClr val="dk1"/>
              </a:buClr>
              <a:buSzPts val="2800"/>
              <a:buNone/>
            </a:pPr>
            <a:endParaRPr lang="zh-CN" altLang="en-US">
              <a:solidFill>
                <a:srgbClr val="FF0000"/>
              </a:solidFill>
              <a:ea typeface="SimSun" panose="02010600030101010101" pitchFamily="2" charset="-122"/>
            </a:endParaRPr>
          </a:p>
        </p:txBody>
      </p:sp>
      <p:pic>
        <p:nvPicPr>
          <p:cNvPr id="2" name="图片 1"/>
          <p:cNvPicPr>
            <a:picLocks noChangeAspect="1"/>
          </p:cNvPicPr>
          <p:nvPr/>
        </p:nvPicPr>
        <p:blipFill>
          <a:blip r:embed="rId1"/>
          <a:stretch>
            <a:fillRect/>
          </a:stretch>
        </p:blipFill>
        <p:spPr>
          <a:xfrm>
            <a:off x="5313680" y="1555115"/>
            <a:ext cx="5752465" cy="5063490"/>
          </a:xfrm>
          <a:prstGeom prst="rect">
            <a:avLst/>
          </a:prstGeom>
        </p:spPr>
      </p:pic>
      <p:pic>
        <p:nvPicPr>
          <p:cNvPr id="1" name="图片 0"/>
          <p:cNvPicPr>
            <a:picLocks noChangeAspect="1"/>
          </p:cNvPicPr>
          <p:nvPr/>
        </p:nvPicPr>
        <p:blipFill>
          <a:blip r:embed="rId2"/>
          <a:stretch>
            <a:fillRect/>
          </a:stretch>
        </p:blipFill>
        <p:spPr>
          <a:xfrm>
            <a:off x="838200" y="2834005"/>
            <a:ext cx="4761865" cy="947420"/>
          </a:xfrm>
          <a:prstGeom prst="rect">
            <a:avLst/>
          </a:prstGeom>
        </p:spPr>
      </p:pic>
      <p:pic>
        <p:nvPicPr>
          <p:cNvPr id="3" name="图片 2"/>
          <p:cNvPicPr>
            <a:picLocks noChangeAspect="1"/>
          </p:cNvPicPr>
          <p:nvPr/>
        </p:nvPicPr>
        <p:blipFill>
          <a:blip r:embed="rId3"/>
          <a:stretch>
            <a:fillRect/>
          </a:stretch>
        </p:blipFill>
        <p:spPr>
          <a:xfrm>
            <a:off x="837565" y="3781425"/>
            <a:ext cx="4762500" cy="45974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26" name="Shape 126"/>
        <p:cNvGrpSpPr/>
        <p:nvPr/>
      </p:nvGrpSpPr>
      <p:grpSpPr>
        <a:xfrm>
          <a:off x="0" y="0"/>
          <a:ext cx="0" cy="0"/>
          <a:chOff x="0" y="0"/>
          <a:chExt cx="0" cy="0"/>
        </a:xfrm>
      </p:grpSpPr>
      <p:sp>
        <p:nvSpPr>
          <p:cNvPr id="127" name="Google Shape;127;p18"/>
          <p:cNvSpPr txBox="1"/>
          <p:nvPr>
            <p:ph type="title"/>
          </p:nvPr>
        </p:nvSpPr>
        <p:spPr>
          <a:xfrm>
            <a:off x="838200" y="365127"/>
            <a:ext cx="10515600" cy="1325563"/>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4400"/>
              <a:buFont typeface="Questrial" panose="02000000000000000000"/>
              <a:buNone/>
            </a:pPr>
            <a:r>
              <a:rPr lang="en-US"/>
              <a:t>INDUCTIVE TRANSFER LEARNING</a:t>
            </a:r>
            <a:r>
              <a:rPr lang="zh-TW" altLang="en-US" dirty="0">
                <a:sym typeface="+mn-ea"/>
              </a:rPr>
              <a:t> </a:t>
            </a:r>
            <a:r>
              <a:rPr lang="en-US" altLang="zh-TW" dirty="0">
                <a:sym typeface="+mn-ea"/>
              </a:rPr>
              <a:t>(2/3)</a:t>
            </a:r>
            <a:r>
              <a:rPr lang="en-US">
                <a:sym typeface="+mn-ea"/>
              </a:rPr>
              <a:t> </a:t>
            </a:r>
            <a:endParaRPr lang="en-US"/>
          </a:p>
        </p:txBody>
      </p:sp>
      <p:sp>
        <p:nvSpPr>
          <p:cNvPr id="129" name="Google Shape;129;p18"/>
          <p:cNvSpPr txBox="1"/>
          <p:nvPr>
            <p:ph type="sldNum" idx="12"/>
          </p:nvPr>
        </p:nvSpPr>
        <p:spPr>
          <a:xfrm>
            <a:off x="8610600" y="6356352"/>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fld>
            <a:endParaRPr lang="en-US"/>
          </a:p>
        </p:txBody>
      </p:sp>
      <p:sp>
        <p:nvSpPr>
          <p:cNvPr id="99" name="Google Shape;99;p14"/>
          <p:cNvSpPr txBox="1"/>
          <p:nvPr>
            <p:ph type="body" idx="1"/>
          </p:nvPr>
        </p:nvSpPr>
        <p:spPr>
          <a:xfrm>
            <a:off x="838200" y="1540510"/>
            <a:ext cx="10008235" cy="4446905"/>
          </a:xfrm>
          <a:prstGeom prst="rect">
            <a:avLst/>
          </a:prstGeom>
          <a:noFill/>
          <a:ln>
            <a:noFill/>
          </a:ln>
        </p:spPr>
        <p:txBody>
          <a:bodyPr spcFirstLastPara="1" wrap="square" lIns="91425" tIns="45700" rIns="91425" bIns="45700" anchor="t" anchorCtr="0">
            <a:noAutofit/>
          </a:bodyPr>
          <a:p>
            <a:pPr marL="0" lvl="0" indent="0" algn="l" rtl="0" eaLnBrk="1" fontAlgn="auto" latinLnBrk="0" hangingPunct="1">
              <a:lnSpc>
                <a:spcPct val="90000"/>
              </a:lnSpc>
              <a:spcBef>
                <a:spcPts val="0"/>
              </a:spcBef>
              <a:spcAft>
                <a:spcPts val="0"/>
              </a:spcAft>
              <a:buClr>
                <a:schemeClr val="dk1"/>
              </a:buClr>
              <a:buSzPts val="2800"/>
              <a:buNone/>
            </a:pPr>
            <a:r>
              <a:rPr lang="en-US"/>
              <a:t>2.Transferring Knowledge of Feature Representations:</a:t>
            </a:r>
            <a:endParaRPr lang="en-US"/>
          </a:p>
          <a:p>
            <a:pPr marL="0" lvl="0" indent="0" algn="l" rtl="0" eaLnBrk="1" fontAlgn="auto" latinLnBrk="0" hangingPunct="1">
              <a:lnSpc>
                <a:spcPct val="90000"/>
              </a:lnSpc>
              <a:spcBef>
                <a:spcPts val="0"/>
              </a:spcBef>
              <a:spcAft>
                <a:spcPts val="0"/>
              </a:spcAft>
              <a:buClr>
                <a:schemeClr val="dk1"/>
              </a:buClr>
              <a:buSzPts val="2800"/>
              <a:buNone/>
            </a:pPr>
            <a:r>
              <a:rPr lang="en-US"/>
              <a:t>	2..Supervised Feature Construction:</a:t>
            </a:r>
            <a:endParaRPr lang="en-US"/>
          </a:p>
          <a:p>
            <a:pPr marL="0" lvl="0" indent="0" algn="l" rtl="0" eaLnBrk="1" fontAlgn="auto" latinLnBrk="0" hangingPunct="1">
              <a:lnSpc>
                <a:spcPct val="90000"/>
              </a:lnSpc>
              <a:spcBef>
                <a:spcPts val="0"/>
              </a:spcBef>
              <a:spcAft>
                <a:spcPts val="0"/>
              </a:spcAft>
              <a:buClr>
                <a:schemeClr val="dk1"/>
              </a:buClr>
              <a:buSzPts val="2800"/>
              <a:buNone/>
            </a:pPr>
            <a:endParaRPr lang="en-US"/>
          </a:p>
          <a:p>
            <a:pPr marL="0" lvl="0" indent="0" algn="l" rtl="0" eaLnBrk="1" fontAlgn="auto" latinLnBrk="0" hangingPunct="1">
              <a:lnSpc>
                <a:spcPct val="90000"/>
              </a:lnSpc>
              <a:spcBef>
                <a:spcPts val="0"/>
              </a:spcBef>
              <a:spcAft>
                <a:spcPts val="0"/>
              </a:spcAft>
              <a:buClr>
                <a:schemeClr val="dk1"/>
              </a:buClr>
              <a:buSzPts val="2800"/>
              <a:buNone/>
            </a:pPr>
            <a:endParaRPr lang="en-US"/>
          </a:p>
          <a:p>
            <a:pPr marL="0" lvl="0" indent="0" algn="l" rtl="0" eaLnBrk="1" fontAlgn="auto" latinLnBrk="0" hangingPunct="1">
              <a:lnSpc>
                <a:spcPct val="90000"/>
              </a:lnSpc>
              <a:spcBef>
                <a:spcPts val="0"/>
              </a:spcBef>
              <a:spcAft>
                <a:spcPts val="0"/>
              </a:spcAft>
              <a:buClr>
                <a:schemeClr val="dk1"/>
              </a:buClr>
              <a:buSzPts val="2800"/>
              <a:buNone/>
            </a:pPr>
            <a:endParaRPr lang="en-US"/>
          </a:p>
          <a:p>
            <a:pPr marL="0" lvl="0" indent="0" algn="l" rtl="0" eaLnBrk="1" fontAlgn="auto" latinLnBrk="0" hangingPunct="1">
              <a:lnSpc>
                <a:spcPct val="90000"/>
              </a:lnSpc>
              <a:spcBef>
                <a:spcPts val="0"/>
              </a:spcBef>
              <a:spcAft>
                <a:spcPts val="0"/>
              </a:spcAft>
              <a:buClr>
                <a:schemeClr val="dk1"/>
              </a:buClr>
              <a:buSzPts val="2800"/>
              <a:buNone/>
            </a:pPr>
            <a:endParaRPr lang="en-US"/>
          </a:p>
          <a:p>
            <a:pPr marL="0" lvl="0" indent="0" algn="l" rtl="0" eaLnBrk="1" fontAlgn="auto" latinLnBrk="0" hangingPunct="1">
              <a:lnSpc>
                <a:spcPct val="90000"/>
              </a:lnSpc>
              <a:spcBef>
                <a:spcPts val="0"/>
              </a:spcBef>
              <a:spcAft>
                <a:spcPts val="0"/>
              </a:spcAft>
              <a:buClr>
                <a:schemeClr val="dk1"/>
              </a:buClr>
              <a:buSzPts val="2800"/>
              <a:buNone/>
            </a:pPr>
            <a:r>
              <a:rPr lang="en-US"/>
              <a:t>	2.2.Unsupervised Feature Construction:</a:t>
            </a:r>
            <a:endParaRPr lang="en-US"/>
          </a:p>
        </p:txBody>
      </p:sp>
      <p:pic>
        <p:nvPicPr>
          <p:cNvPr id="2" name="图片 1"/>
          <p:cNvPicPr>
            <a:picLocks noChangeAspect="1"/>
          </p:cNvPicPr>
          <p:nvPr/>
        </p:nvPicPr>
        <p:blipFill>
          <a:blip r:embed="rId1"/>
          <a:stretch>
            <a:fillRect/>
          </a:stretch>
        </p:blipFill>
        <p:spPr>
          <a:xfrm>
            <a:off x="3038475" y="2441575"/>
            <a:ext cx="5607685" cy="1175385"/>
          </a:xfrm>
          <a:prstGeom prst="rect">
            <a:avLst/>
          </a:prstGeom>
        </p:spPr>
      </p:pic>
      <p:pic>
        <p:nvPicPr>
          <p:cNvPr id="3" name="图片 2"/>
          <p:cNvPicPr>
            <a:picLocks noChangeAspect="1"/>
          </p:cNvPicPr>
          <p:nvPr/>
        </p:nvPicPr>
        <p:blipFill>
          <a:blip r:embed="rId2"/>
          <a:stretch>
            <a:fillRect/>
          </a:stretch>
        </p:blipFill>
        <p:spPr>
          <a:xfrm>
            <a:off x="3381375" y="4602480"/>
            <a:ext cx="4922520" cy="946150"/>
          </a:xfrm>
          <a:prstGeom prst="rect">
            <a:avLst/>
          </a:prstGeom>
        </p:spPr>
      </p:pic>
      <p:pic>
        <p:nvPicPr>
          <p:cNvPr id="4" name="图片 3"/>
          <p:cNvPicPr>
            <a:picLocks noChangeAspect="1"/>
          </p:cNvPicPr>
          <p:nvPr/>
        </p:nvPicPr>
        <p:blipFill>
          <a:blip r:embed="rId3"/>
          <a:stretch>
            <a:fillRect/>
          </a:stretch>
        </p:blipFill>
        <p:spPr>
          <a:xfrm>
            <a:off x="3376295" y="5818505"/>
            <a:ext cx="4927600" cy="537845"/>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26" name="Shape 126"/>
        <p:cNvGrpSpPr/>
        <p:nvPr/>
      </p:nvGrpSpPr>
      <p:grpSpPr>
        <a:xfrm>
          <a:off x="0" y="0"/>
          <a:ext cx="0" cy="0"/>
          <a:chOff x="0" y="0"/>
          <a:chExt cx="0" cy="0"/>
        </a:xfrm>
      </p:grpSpPr>
      <p:sp>
        <p:nvSpPr>
          <p:cNvPr id="127" name="Google Shape;127;p18"/>
          <p:cNvSpPr txBox="1"/>
          <p:nvPr>
            <p:ph type="title"/>
          </p:nvPr>
        </p:nvSpPr>
        <p:spPr>
          <a:xfrm>
            <a:off x="838200" y="365127"/>
            <a:ext cx="10515600" cy="1325563"/>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4400"/>
              <a:buFont typeface="Questrial" panose="02000000000000000000"/>
              <a:buNone/>
            </a:pPr>
            <a:r>
              <a:rPr lang="en-US"/>
              <a:t>INDUCTIVE TRANSFER LEARNING</a:t>
            </a:r>
            <a:r>
              <a:rPr lang="zh-TW" altLang="en-US" dirty="0">
                <a:sym typeface="+mn-ea"/>
              </a:rPr>
              <a:t> </a:t>
            </a:r>
            <a:r>
              <a:rPr lang="en-US" altLang="zh-TW" dirty="0">
                <a:sym typeface="+mn-ea"/>
              </a:rPr>
              <a:t>(3/3)</a:t>
            </a:r>
            <a:r>
              <a:rPr lang="en-US">
                <a:sym typeface="+mn-ea"/>
              </a:rPr>
              <a:t> </a:t>
            </a:r>
            <a:endParaRPr lang="en-US"/>
          </a:p>
        </p:txBody>
      </p:sp>
      <p:sp>
        <p:nvSpPr>
          <p:cNvPr id="129" name="Google Shape;129;p18"/>
          <p:cNvSpPr txBox="1"/>
          <p:nvPr>
            <p:ph type="sldNum" idx="12"/>
          </p:nvPr>
        </p:nvSpPr>
        <p:spPr>
          <a:xfrm>
            <a:off x="8610600" y="6356352"/>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fld>
            <a:endParaRPr lang="en-US"/>
          </a:p>
        </p:txBody>
      </p:sp>
      <p:sp>
        <p:nvSpPr>
          <p:cNvPr id="99" name="Google Shape;99;p14"/>
          <p:cNvSpPr txBox="1"/>
          <p:nvPr>
            <p:ph type="body" idx="1"/>
          </p:nvPr>
        </p:nvSpPr>
        <p:spPr>
          <a:xfrm>
            <a:off x="838200" y="1540510"/>
            <a:ext cx="10008235" cy="4930775"/>
          </a:xfrm>
          <a:prstGeom prst="rect">
            <a:avLst/>
          </a:prstGeom>
          <a:noFill/>
          <a:ln>
            <a:noFill/>
          </a:ln>
        </p:spPr>
        <p:txBody>
          <a:bodyPr spcFirstLastPara="1" wrap="square" lIns="91425" tIns="45700" rIns="91425" bIns="45700" anchor="t" anchorCtr="0">
            <a:noAutofit/>
          </a:bodyPr>
          <a:p>
            <a:pPr marL="0" lvl="0" indent="0" algn="l" rtl="0" eaLnBrk="1" fontAlgn="auto" latinLnBrk="0" hangingPunct="1">
              <a:lnSpc>
                <a:spcPct val="90000"/>
              </a:lnSpc>
              <a:spcBef>
                <a:spcPts val="0"/>
              </a:spcBef>
              <a:spcAft>
                <a:spcPts val="0"/>
              </a:spcAft>
              <a:buClr>
                <a:schemeClr val="dk1"/>
              </a:buClr>
              <a:buSzPts val="2800"/>
              <a:buNone/>
            </a:pPr>
            <a:r>
              <a:rPr lang="en-US"/>
              <a:t>3.Transferring Knowledge of Parameters:</a:t>
            </a:r>
            <a:endParaRPr lang="en-US"/>
          </a:p>
          <a:p>
            <a:pPr marL="0" lvl="0" indent="0" algn="l" rtl="0" eaLnBrk="1" fontAlgn="auto" latinLnBrk="0" hangingPunct="1">
              <a:lnSpc>
                <a:spcPct val="90000"/>
              </a:lnSpc>
              <a:spcBef>
                <a:spcPts val="0"/>
              </a:spcBef>
              <a:spcAft>
                <a:spcPts val="0"/>
              </a:spcAft>
              <a:buClr>
                <a:schemeClr val="dk1"/>
              </a:buClr>
              <a:buSzPts val="2800"/>
              <a:buNone/>
            </a:pPr>
            <a:endParaRPr lang="en-US"/>
          </a:p>
          <a:p>
            <a:pPr marL="0" lvl="0" indent="0" algn="l" rtl="0" eaLnBrk="1" fontAlgn="auto" latinLnBrk="0" hangingPunct="1">
              <a:lnSpc>
                <a:spcPct val="90000"/>
              </a:lnSpc>
              <a:spcBef>
                <a:spcPts val="0"/>
              </a:spcBef>
              <a:spcAft>
                <a:spcPts val="0"/>
              </a:spcAft>
              <a:buClr>
                <a:schemeClr val="dk1"/>
              </a:buClr>
              <a:buSzPts val="2800"/>
              <a:buNone/>
            </a:pPr>
            <a:endParaRPr lang="en-US"/>
          </a:p>
          <a:p>
            <a:pPr marL="0" lvl="0" indent="0" algn="l" rtl="0" eaLnBrk="1" fontAlgn="auto" latinLnBrk="0" hangingPunct="1">
              <a:lnSpc>
                <a:spcPct val="90000"/>
              </a:lnSpc>
              <a:spcBef>
                <a:spcPts val="0"/>
              </a:spcBef>
              <a:spcAft>
                <a:spcPts val="0"/>
              </a:spcAft>
              <a:buClr>
                <a:schemeClr val="dk1"/>
              </a:buClr>
              <a:buSzPts val="2800"/>
              <a:buNone/>
            </a:pPr>
            <a:r>
              <a:rPr lang="en-US"/>
              <a:t>	</a:t>
            </a:r>
            <a:endParaRPr lang="en-US"/>
          </a:p>
          <a:p>
            <a:pPr marL="0" lvl="0" indent="0" algn="l" rtl="0" eaLnBrk="1" fontAlgn="auto" latinLnBrk="0" hangingPunct="1">
              <a:lnSpc>
                <a:spcPct val="90000"/>
              </a:lnSpc>
              <a:spcBef>
                <a:spcPts val="0"/>
              </a:spcBef>
              <a:spcAft>
                <a:spcPts val="0"/>
              </a:spcAft>
              <a:buClr>
                <a:schemeClr val="dk1"/>
              </a:buClr>
              <a:buSzPts val="2800"/>
              <a:buNone/>
            </a:pPr>
            <a:endParaRPr lang="en-US"/>
          </a:p>
          <a:p>
            <a:pPr marL="0" lvl="0" indent="0" algn="l" rtl="0" eaLnBrk="1" fontAlgn="auto" latinLnBrk="0" hangingPunct="1">
              <a:lnSpc>
                <a:spcPct val="90000"/>
              </a:lnSpc>
              <a:spcBef>
                <a:spcPts val="0"/>
              </a:spcBef>
              <a:spcAft>
                <a:spcPts val="0"/>
              </a:spcAft>
              <a:buClr>
                <a:schemeClr val="dk1"/>
              </a:buClr>
              <a:buSzPts val="2800"/>
              <a:buNone/>
            </a:pPr>
            <a:endParaRPr lang="en-US"/>
          </a:p>
          <a:p>
            <a:pPr marL="0" lvl="0" indent="0" algn="l" rtl="0" eaLnBrk="1" fontAlgn="auto" latinLnBrk="0" hangingPunct="1">
              <a:lnSpc>
                <a:spcPct val="90000"/>
              </a:lnSpc>
              <a:spcBef>
                <a:spcPts val="0"/>
              </a:spcBef>
              <a:spcAft>
                <a:spcPts val="0"/>
              </a:spcAft>
              <a:buClr>
                <a:schemeClr val="dk1"/>
              </a:buClr>
              <a:buSzPts val="2800"/>
              <a:buNone/>
            </a:pPr>
            <a:endParaRPr lang="en-US"/>
          </a:p>
          <a:p>
            <a:pPr marL="0" lvl="0" indent="0" algn="l" rtl="0" eaLnBrk="1" fontAlgn="auto" latinLnBrk="0" hangingPunct="1">
              <a:lnSpc>
                <a:spcPct val="90000"/>
              </a:lnSpc>
              <a:spcBef>
                <a:spcPts val="0"/>
              </a:spcBef>
              <a:spcAft>
                <a:spcPts val="0"/>
              </a:spcAft>
              <a:buClr>
                <a:schemeClr val="dk1"/>
              </a:buClr>
              <a:buSzPts val="2800"/>
              <a:buNone/>
            </a:pPr>
            <a:endParaRPr lang="en-US"/>
          </a:p>
          <a:p>
            <a:pPr marL="0" lvl="0" indent="0" algn="l" rtl="0" eaLnBrk="1" fontAlgn="auto" latinLnBrk="0" hangingPunct="1">
              <a:lnSpc>
                <a:spcPct val="90000"/>
              </a:lnSpc>
              <a:spcBef>
                <a:spcPts val="0"/>
              </a:spcBef>
              <a:spcAft>
                <a:spcPts val="0"/>
              </a:spcAft>
              <a:buClr>
                <a:schemeClr val="dk1"/>
              </a:buClr>
              <a:buSzPts val="2800"/>
              <a:buNone/>
            </a:pPr>
            <a:r>
              <a:rPr lang="en-US"/>
              <a:t>4.Transferring Relational Knowledge:</a:t>
            </a:r>
            <a:endParaRPr lang="en-US"/>
          </a:p>
          <a:p>
            <a:pPr lvl="0" indent="-457200" algn="l" rtl="0" eaLnBrk="1" fontAlgn="auto" latinLnBrk="0" hangingPunct="1">
              <a:lnSpc>
                <a:spcPct val="90000"/>
              </a:lnSpc>
              <a:spcBef>
                <a:spcPts val="0"/>
              </a:spcBef>
              <a:spcAft>
                <a:spcPts val="0"/>
              </a:spcAft>
              <a:buClr>
                <a:schemeClr val="dk1"/>
              </a:buClr>
              <a:buSzPts val="2800"/>
            </a:pPr>
            <a:r>
              <a:rPr lang="en-US"/>
              <a:t>Networked data and social network data;</a:t>
            </a:r>
            <a:endParaRPr lang="en-US"/>
          </a:p>
          <a:p>
            <a:pPr lvl="0" indent="-457200" algn="l" rtl="0" eaLnBrk="1" fontAlgn="auto" latinLnBrk="0" hangingPunct="1">
              <a:lnSpc>
                <a:spcPct val="90000"/>
              </a:lnSpc>
              <a:spcBef>
                <a:spcPts val="0"/>
              </a:spcBef>
              <a:spcAft>
                <a:spcPts val="0"/>
              </a:spcAft>
              <a:buClr>
                <a:schemeClr val="dk1"/>
              </a:buClr>
              <a:buSzPts val="2800"/>
            </a:pPr>
            <a:r>
              <a:rPr lang="en-US"/>
              <a:t>Mapping from professorstudent relationship to the manager-worker relationship.</a:t>
            </a:r>
            <a:endParaRPr lang="en-US"/>
          </a:p>
        </p:txBody>
      </p:sp>
      <p:pic>
        <p:nvPicPr>
          <p:cNvPr id="2" name="图片 1"/>
          <p:cNvPicPr>
            <a:picLocks noChangeAspect="1"/>
          </p:cNvPicPr>
          <p:nvPr/>
        </p:nvPicPr>
        <p:blipFill>
          <a:blip r:embed="rId1"/>
          <a:stretch>
            <a:fillRect/>
          </a:stretch>
        </p:blipFill>
        <p:spPr>
          <a:xfrm>
            <a:off x="3827145" y="2042160"/>
            <a:ext cx="4537710" cy="465455"/>
          </a:xfrm>
          <a:prstGeom prst="rect">
            <a:avLst/>
          </a:prstGeom>
        </p:spPr>
      </p:pic>
      <p:pic>
        <p:nvPicPr>
          <p:cNvPr id="3" name="图片 2"/>
          <p:cNvPicPr>
            <a:picLocks noChangeAspect="1"/>
          </p:cNvPicPr>
          <p:nvPr/>
        </p:nvPicPr>
        <p:blipFill>
          <a:blip r:embed="rId2"/>
          <a:stretch>
            <a:fillRect/>
          </a:stretch>
        </p:blipFill>
        <p:spPr>
          <a:xfrm>
            <a:off x="3827145" y="2507615"/>
            <a:ext cx="5500370" cy="1925955"/>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26" name="Shape 126"/>
        <p:cNvGrpSpPr/>
        <p:nvPr/>
      </p:nvGrpSpPr>
      <p:grpSpPr>
        <a:xfrm>
          <a:off x="0" y="0"/>
          <a:ext cx="0" cy="0"/>
          <a:chOff x="0" y="0"/>
          <a:chExt cx="0" cy="0"/>
        </a:xfrm>
      </p:grpSpPr>
      <p:sp>
        <p:nvSpPr>
          <p:cNvPr id="127" name="Google Shape;127;p18"/>
          <p:cNvSpPr txBox="1"/>
          <p:nvPr>
            <p:ph type="title"/>
          </p:nvPr>
        </p:nvSpPr>
        <p:spPr>
          <a:xfrm>
            <a:off x="447040" y="259715"/>
            <a:ext cx="11298555" cy="132588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4400"/>
              <a:buFont typeface="Questrial" panose="02000000000000000000"/>
              <a:buNone/>
            </a:pPr>
            <a:r>
              <a:t>TRANSDUCTIVE TRANSFER LEARNING </a:t>
            </a:r>
            <a:r>
              <a:rPr lang="en-US" altLang="zh-TW" dirty="0">
                <a:sym typeface="+mn-ea"/>
              </a:rPr>
              <a:t>(1/3)</a:t>
            </a:r>
            <a:r>
              <a:rPr lang="en-US">
                <a:sym typeface="+mn-ea"/>
              </a:rPr>
              <a:t> </a:t>
            </a:r>
            <a:endParaRPr lang="en-US"/>
          </a:p>
        </p:txBody>
      </p:sp>
      <p:sp>
        <p:nvSpPr>
          <p:cNvPr id="129" name="Google Shape;129;p18"/>
          <p:cNvSpPr txBox="1"/>
          <p:nvPr>
            <p:ph type="sldNum" idx="12"/>
          </p:nvPr>
        </p:nvSpPr>
        <p:spPr>
          <a:xfrm>
            <a:off x="8610600" y="6356352"/>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fld>
            <a:endParaRPr lang="en-US"/>
          </a:p>
        </p:txBody>
      </p:sp>
      <p:sp>
        <p:nvSpPr>
          <p:cNvPr id="2" name="文本占位符 1"/>
          <p:cNvSpPr/>
          <p:nvPr>
            <p:ph type="body" idx="1"/>
          </p:nvPr>
        </p:nvSpPr>
        <p:spPr>
          <a:xfrm>
            <a:off x="624205" y="1585595"/>
            <a:ext cx="10515600" cy="4351338"/>
          </a:xfrm>
        </p:spPr>
        <p:txBody>
          <a:bodyPr/>
          <a:p>
            <a:endParaRPr lang="en-US"/>
          </a:p>
          <a:p>
            <a:endParaRPr lang="en-US"/>
          </a:p>
          <a:p>
            <a:endParaRPr lang="en-US"/>
          </a:p>
          <a:p>
            <a:endParaRPr lang="en-US"/>
          </a:p>
          <a:p>
            <a:r>
              <a:rPr lang="en-US"/>
              <a:t>1.Transferring the Knowledge of Instances</a:t>
            </a:r>
            <a:r>
              <a:rPr lang="zh-CN" altLang="en-US">
                <a:ea typeface="SimSun" panose="02010600030101010101" pitchFamily="2" charset="-122"/>
              </a:rPr>
              <a:t>：</a:t>
            </a:r>
            <a:endParaRPr lang="zh-CN" altLang="en-US">
              <a:ea typeface="SimSun" panose="02010600030101010101" pitchFamily="2" charset="-122"/>
            </a:endParaRPr>
          </a:p>
          <a:p>
            <a:endParaRPr lang="zh-CN" altLang="en-US">
              <a:ea typeface="SimSun" panose="02010600030101010101" pitchFamily="2" charset="-122"/>
            </a:endParaRPr>
          </a:p>
        </p:txBody>
      </p:sp>
      <p:pic>
        <p:nvPicPr>
          <p:cNvPr id="3" name="图片 2"/>
          <p:cNvPicPr>
            <a:picLocks noChangeAspect="1"/>
          </p:cNvPicPr>
          <p:nvPr/>
        </p:nvPicPr>
        <p:blipFill>
          <a:blip r:embed="rId1"/>
          <a:stretch>
            <a:fillRect/>
          </a:stretch>
        </p:blipFill>
        <p:spPr>
          <a:xfrm>
            <a:off x="3211830" y="1357630"/>
            <a:ext cx="5767705" cy="1949450"/>
          </a:xfrm>
          <a:prstGeom prst="rect">
            <a:avLst/>
          </a:prstGeom>
        </p:spPr>
      </p:pic>
      <p:pic>
        <p:nvPicPr>
          <p:cNvPr id="4" name="图片 3"/>
          <p:cNvPicPr>
            <a:picLocks noChangeAspect="1"/>
          </p:cNvPicPr>
          <p:nvPr/>
        </p:nvPicPr>
        <p:blipFill>
          <a:blip r:embed="rId2"/>
          <a:stretch>
            <a:fillRect/>
          </a:stretch>
        </p:blipFill>
        <p:spPr>
          <a:xfrm>
            <a:off x="3211830" y="4387215"/>
            <a:ext cx="5625465" cy="1016635"/>
          </a:xfrm>
          <a:prstGeom prst="rect">
            <a:avLst/>
          </a:prstGeom>
        </p:spPr>
      </p:pic>
      <p:pic>
        <p:nvPicPr>
          <p:cNvPr id="1" name="图片 0"/>
          <p:cNvPicPr>
            <a:picLocks noChangeAspect="1"/>
          </p:cNvPicPr>
          <p:nvPr/>
        </p:nvPicPr>
        <p:blipFill>
          <a:blip r:embed="rId3"/>
          <a:stretch>
            <a:fillRect/>
          </a:stretch>
        </p:blipFill>
        <p:spPr>
          <a:xfrm>
            <a:off x="3211830" y="5403850"/>
            <a:ext cx="4775200" cy="89027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26" name="Shape 126"/>
        <p:cNvGrpSpPr/>
        <p:nvPr/>
      </p:nvGrpSpPr>
      <p:grpSpPr>
        <a:xfrm>
          <a:off x="0" y="0"/>
          <a:ext cx="0" cy="0"/>
          <a:chOff x="0" y="0"/>
          <a:chExt cx="0" cy="0"/>
        </a:xfrm>
      </p:grpSpPr>
      <p:sp>
        <p:nvSpPr>
          <p:cNvPr id="127" name="Google Shape;127;p18"/>
          <p:cNvSpPr txBox="1"/>
          <p:nvPr>
            <p:ph type="title"/>
          </p:nvPr>
        </p:nvSpPr>
        <p:spPr>
          <a:xfrm>
            <a:off x="447040" y="259715"/>
            <a:ext cx="11298555" cy="132588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4400"/>
              <a:buFont typeface="Questrial" panose="02000000000000000000"/>
              <a:buNone/>
            </a:pPr>
            <a:r>
              <a:t>TRANSDUCTIVE TRANSFER LEARNING </a:t>
            </a:r>
            <a:r>
              <a:rPr lang="en-US" altLang="zh-TW" dirty="0">
                <a:sym typeface="+mn-ea"/>
              </a:rPr>
              <a:t>(2/3)</a:t>
            </a:r>
            <a:r>
              <a:rPr lang="en-US">
                <a:sym typeface="+mn-ea"/>
              </a:rPr>
              <a:t> </a:t>
            </a:r>
            <a:endParaRPr lang="en-US"/>
          </a:p>
        </p:txBody>
      </p:sp>
      <p:sp>
        <p:nvSpPr>
          <p:cNvPr id="129" name="Google Shape;129;p18"/>
          <p:cNvSpPr txBox="1"/>
          <p:nvPr>
            <p:ph type="sldNum" idx="12"/>
          </p:nvPr>
        </p:nvSpPr>
        <p:spPr>
          <a:xfrm>
            <a:off x="8610600" y="6356352"/>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fld>
            <a:endParaRPr lang="en-US"/>
          </a:p>
        </p:txBody>
      </p:sp>
      <p:sp>
        <p:nvSpPr>
          <p:cNvPr id="2" name="文本占位符 1"/>
          <p:cNvSpPr/>
          <p:nvPr>
            <p:ph type="body" idx="1"/>
          </p:nvPr>
        </p:nvSpPr>
        <p:spPr>
          <a:xfrm>
            <a:off x="609600" y="1457325"/>
            <a:ext cx="10515600" cy="4351338"/>
          </a:xfrm>
        </p:spPr>
        <p:txBody>
          <a:bodyPr/>
          <a:p>
            <a:r>
              <a:rPr lang="en-US"/>
              <a:t>2.Transferring Knowledge of Feature Representations</a:t>
            </a:r>
            <a:r>
              <a:rPr lang="zh-CN" altLang="en-US">
                <a:ea typeface="SimSun" panose="02010600030101010101" pitchFamily="2" charset="-122"/>
              </a:rPr>
              <a:t>：</a:t>
            </a:r>
            <a:endParaRPr lang="zh-CN" altLang="en-US">
              <a:ea typeface="SimSun" panose="02010600030101010101" pitchFamily="2" charset="-122"/>
            </a:endParaRPr>
          </a:p>
          <a:p>
            <a:endParaRPr lang="zh-CN" altLang="en-US">
              <a:ea typeface="SimSun" panose="02010600030101010101" pitchFamily="2" charset="-122"/>
            </a:endParaRPr>
          </a:p>
        </p:txBody>
      </p:sp>
      <p:pic>
        <p:nvPicPr>
          <p:cNvPr id="1" name="图片 0"/>
          <p:cNvPicPr>
            <a:picLocks noChangeAspect="1"/>
          </p:cNvPicPr>
          <p:nvPr/>
        </p:nvPicPr>
        <p:blipFill>
          <a:blip r:embed="rId1"/>
          <a:stretch>
            <a:fillRect/>
          </a:stretch>
        </p:blipFill>
        <p:spPr>
          <a:xfrm>
            <a:off x="3065145" y="2028825"/>
            <a:ext cx="6062345" cy="469265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26" name="Shape 126"/>
        <p:cNvGrpSpPr/>
        <p:nvPr/>
      </p:nvGrpSpPr>
      <p:grpSpPr>
        <a:xfrm>
          <a:off x="0" y="0"/>
          <a:ext cx="0" cy="0"/>
          <a:chOff x="0" y="0"/>
          <a:chExt cx="0" cy="0"/>
        </a:xfrm>
      </p:grpSpPr>
      <p:sp>
        <p:nvSpPr>
          <p:cNvPr id="127" name="Google Shape;127;p18"/>
          <p:cNvSpPr txBox="1"/>
          <p:nvPr>
            <p:ph type="title"/>
          </p:nvPr>
        </p:nvSpPr>
        <p:spPr>
          <a:xfrm>
            <a:off x="447040" y="259715"/>
            <a:ext cx="11298555" cy="132588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4400"/>
              <a:buFont typeface="Questrial" panose="02000000000000000000"/>
              <a:buNone/>
            </a:pPr>
            <a:r>
              <a:t>TRANSDUCTIVE TRANSFER LEARNING </a:t>
            </a:r>
            <a:r>
              <a:rPr lang="en-US" altLang="zh-TW" dirty="0">
                <a:sym typeface="+mn-ea"/>
              </a:rPr>
              <a:t>(3/3)</a:t>
            </a:r>
            <a:r>
              <a:rPr lang="en-US">
                <a:sym typeface="+mn-ea"/>
              </a:rPr>
              <a:t> </a:t>
            </a:r>
            <a:endParaRPr lang="en-US"/>
          </a:p>
        </p:txBody>
      </p:sp>
      <p:sp>
        <p:nvSpPr>
          <p:cNvPr id="129" name="Google Shape;129;p18"/>
          <p:cNvSpPr txBox="1"/>
          <p:nvPr>
            <p:ph type="sldNum" idx="12"/>
          </p:nvPr>
        </p:nvSpPr>
        <p:spPr>
          <a:xfrm>
            <a:off x="8610600" y="6356352"/>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fld>
            <a:endParaRPr lang="en-US"/>
          </a:p>
        </p:txBody>
      </p:sp>
      <p:sp>
        <p:nvSpPr>
          <p:cNvPr id="2" name="文本占位符 1"/>
          <p:cNvSpPr/>
          <p:nvPr>
            <p:ph type="body" idx="1"/>
          </p:nvPr>
        </p:nvSpPr>
        <p:spPr>
          <a:xfrm>
            <a:off x="609600" y="1457325"/>
            <a:ext cx="10515600" cy="4351338"/>
          </a:xfrm>
        </p:spPr>
        <p:txBody>
          <a:bodyPr/>
          <a:p>
            <a:r>
              <a:rPr lang="en-US"/>
              <a:t>2.Transferring Knowledge of Feature Representations</a:t>
            </a:r>
            <a:r>
              <a:rPr lang="zh-CN" altLang="en-US">
                <a:ea typeface="SimSun" panose="02010600030101010101" pitchFamily="2" charset="-122"/>
              </a:rPr>
              <a:t>：</a:t>
            </a:r>
            <a:endParaRPr lang="zh-CN" altLang="en-US">
              <a:ea typeface="SimSun" panose="02010600030101010101" pitchFamily="2" charset="-122"/>
            </a:endParaRPr>
          </a:p>
        </p:txBody>
      </p:sp>
      <p:pic>
        <p:nvPicPr>
          <p:cNvPr id="1" name="图片 0"/>
          <p:cNvPicPr>
            <a:picLocks noChangeAspect="1"/>
          </p:cNvPicPr>
          <p:nvPr/>
        </p:nvPicPr>
        <p:blipFill>
          <a:blip r:embed="rId1"/>
          <a:stretch>
            <a:fillRect/>
          </a:stretch>
        </p:blipFill>
        <p:spPr>
          <a:xfrm>
            <a:off x="2455545" y="2042160"/>
            <a:ext cx="7281545" cy="4679315"/>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26" name="Shape 126"/>
        <p:cNvGrpSpPr/>
        <p:nvPr/>
      </p:nvGrpSpPr>
      <p:grpSpPr>
        <a:xfrm>
          <a:off x="0" y="0"/>
          <a:ext cx="0" cy="0"/>
          <a:chOff x="0" y="0"/>
          <a:chExt cx="0" cy="0"/>
        </a:xfrm>
      </p:grpSpPr>
      <p:sp>
        <p:nvSpPr>
          <p:cNvPr id="127" name="Google Shape;127;p18"/>
          <p:cNvSpPr txBox="1"/>
          <p:nvPr>
            <p:ph type="title"/>
          </p:nvPr>
        </p:nvSpPr>
        <p:spPr>
          <a:xfrm>
            <a:off x="447040" y="259715"/>
            <a:ext cx="11298555" cy="132588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4400"/>
              <a:buFont typeface="Questrial" panose="02000000000000000000"/>
              <a:buNone/>
            </a:pPr>
            <a:r>
              <a:t>UNSUPERVISED TRANSFER LEARNING</a:t>
            </a:r>
          </a:p>
        </p:txBody>
      </p:sp>
      <p:sp>
        <p:nvSpPr>
          <p:cNvPr id="129" name="Google Shape;129;p18"/>
          <p:cNvSpPr txBox="1"/>
          <p:nvPr>
            <p:ph type="sldNum" idx="12"/>
          </p:nvPr>
        </p:nvSpPr>
        <p:spPr>
          <a:xfrm>
            <a:off x="8610600" y="6356352"/>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fld>
            <a:endParaRPr lang="en-US"/>
          </a:p>
        </p:txBody>
      </p:sp>
      <p:sp>
        <p:nvSpPr>
          <p:cNvPr id="2" name="文本占位符 1"/>
          <p:cNvSpPr/>
          <p:nvPr>
            <p:ph type="body" idx="1"/>
          </p:nvPr>
        </p:nvSpPr>
        <p:spPr>
          <a:xfrm>
            <a:off x="624205" y="1585595"/>
            <a:ext cx="10515600" cy="4351338"/>
          </a:xfrm>
        </p:spPr>
        <p:txBody>
          <a:bodyPr/>
          <a:p>
            <a:endParaRPr lang="en-US"/>
          </a:p>
          <a:p>
            <a:endParaRPr lang="en-US"/>
          </a:p>
          <a:p>
            <a:endParaRPr lang="en-US"/>
          </a:p>
          <a:p>
            <a:endParaRPr lang="en-US"/>
          </a:p>
          <a:p>
            <a:endParaRPr lang="zh-CN" altLang="en-US">
              <a:ea typeface="SimSun" panose="02010600030101010101" pitchFamily="2" charset="-122"/>
            </a:endParaRPr>
          </a:p>
          <a:p>
            <a:endParaRPr lang="zh-CN" altLang="en-US">
              <a:ea typeface="SimSun" panose="02010600030101010101" pitchFamily="2" charset="-122"/>
            </a:endParaRPr>
          </a:p>
        </p:txBody>
      </p:sp>
      <p:pic>
        <p:nvPicPr>
          <p:cNvPr id="1" name="图片 0"/>
          <p:cNvPicPr>
            <a:picLocks noChangeAspect="1"/>
          </p:cNvPicPr>
          <p:nvPr/>
        </p:nvPicPr>
        <p:blipFill>
          <a:blip r:embed="rId1"/>
          <a:stretch>
            <a:fillRect/>
          </a:stretch>
        </p:blipFill>
        <p:spPr>
          <a:xfrm>
            <a:off x="2872105" y="1706880"/>
            <a:ext cx="6019800" cy="1737995"/>
          </a:xfrm>
          <a:prstGeom prst="rect">
            <a:avLst/>
          </a:prstGeom>
        </p:spPr>
      </p:pic>
      <p:pic>
        <p:nvPicPr>
          <p:cNvPr id="5" name="图片 4"/>
          <p:cNvPicPr>
            <a:picLocks noChangeAspect="1"/>
          </p:cNvPicPr>
          <p:nvPr/>
        </p:nvPicPr>
        <p:blipFill>
          <a:blip r:embed="rId2"/>
          <a:stretch>
            <a:fillRect/>
          </a:stretch>
        </p:blipFill>
        <p:spPr>
          <a:xfrm>
            <a:off x="3159760" y="3742690"/>
            <a:ext cx="5872480" cy="851535"/>
          </a:xfrm>
          <a:prstGeom prst="rect">
            <a:avLst/>
          </a:prstGeom>
        </p:spPr>
      </p:pic>
      <p:pic>
        <p:nvPicPr>
          <p:cNvPr id="6" name="图片 5"/>
          <p:cNvPicPr>
            <a:picLocks noChangeAspect="1"/>
          </p:cNvPicPr>
          <p:nvPr/>
        </p:nvPicPr>
        <p:blipFill>
          <a:blip r:embed="rId3"/>
          <a:stretch>
            <a:fillRect/>
          </a:stretch>
        </p:blipFill>
        <p:spPr>
          <a:xfrm>
            <a:off x="3159760" y="4878070"/>
            <a:ext cx="5398770" cy="723265"/>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26" name="Shape 126"/>
        <p:cNvGrpSpPr/>
        <p:nvPr/>
      </p:nvGrpSpPr>
      <p:grpSpPr>
        <a:xfrm>
          <a:off x="0" y="0"/>
          <a:ext cx="0" cy="0"/>
          <a:chOff x="0" y="0"/>
          <a:chExt cx="0" cy="0"/>
        </a:xfrm>
      </p:grpSpPr>
      <p:sp>
        <p:nvSpPr>
          <p:cNvPr id="127" name="Google Shape;127;p18"/>
          <p:cNvSpPr txBox="1"/>
          <p:nvPr>
            <p:ph type="title"/>
          </p:nvPr>
        </p:nvSpPr>
        <p:spPr>
          <a:xfrm>
            <a:off x="447040" y="259715"/>
            <a:ext cx="11298555" cy="132588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4400"/>
              <a:buFont typeface="Questrial" panose="02000000000000000000"/>
              <a:buNone/>
            </a:pPr>
            <a:r>
              <a:t>APPLICATIONS OF TRANSFER LEARNING</a:t>
            </a:r>
          </a:p>
        </p:txBody>
      </p:sp>
      <p:sp>
        <p:nvSpPr>
          <p:cNvPr id="129" name="Google Shape;129;p18"/>
          <p:cNvSpPr txBox="1"/>
          <p:nvPr>
            <p:ph type="sldNum" idx="12"/>
          </p:nvPr>
        </p:nvSpPr>
        <p:spPr>
          <a:xfrm>
            <a:off x="8610600" y="6356352"/>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fld>
            <a:endParaRPr lang="en-US"/>
          </a:p>
        </p:txBody>
      </p:sp>
      <p:sp>
        <p:nvSpPr>
          <p:cNvPr id="2" name="文本占位符 1"/>
          <p:cNvSpPr/>
          <p:nvPr>
            <p:ph type="body" idx="1"/>
          </p:nvPr>
        </p:nvSpPr>
        <p:spPr>
          <a:xfrm>
            <a:off x="624205" y="1585595"/>
            <a:ext cx="10515600" cy="4351338"/>
          </a:xfrm>
        </p:spPr>
        <p:txBody>
          <a:bodyPr/>
          <a:p>
            <a:endParaRPr lang="en-US"/>
          </a:p>
          <a:p>
            <a:endParaRPr lang="en-US"/>
          </a:p>
          <a:p>
            <a:endParaRPr lang="en-US"/>
          </a:p>
          <a:p>
            <a:endParaRPr lang="en-US"/>
          </a:p>
          <a:p>
            <a:endParaRPr lang="zh-CN" altLang="en-US">
              <a:ea typeface="SimSun" panose="02010600030101010101" pitchFamily="2" charset="-122"/>
            </a:endParaRPr>
          </a:p>
          <a:p>
            <a:endParaRPr lang="zh-CN" altLang="en-US">
              <a:ea typeface="SimSun" panose="02010600030101010101" pitchFamily="2" charset="-122"/>
            </a:endParaRPr>
          </a:p>
        </p:txBody>
      </p:sp>
      <p:pic>
        <p:nvPicPr>
          <p:cNvPr id="1" name="图片 0"/>
          <p:cNvPicPr>
            <a:picLocks noChangeAspect="1"/>
          </p:cNvPicPr>
          <p:nvPr/>
        </p:nvPicPr>
        <p:blipFill>
          <a:blip r:embed="rId1"/>
          <a:stretch>
            <a:fillRect/>
          </a:stretch>
        </p:blipFill>
        <p:spPr>
          <a:xfrm>
            <a:off x="2686685" y="1235075"/>
            <a:ext cx="6819900" cy="5486400"/>
          </a:xfrm>
          <a:prstGeom prst="rect">
            <a:avLst/>
          </a:prstGeom>
        </p:spPr>
      </p:pic>
    </p:spTree>
  </p:cSld>
  <p:clrMapOvr>
    <a:masterClrMapping/>
  </p:clrMapOvr>
</p:sld>
</file>

<file path=ppt/theme/theme1.xml><?xml version="1.0" encoding="utf-8"?>
<a:theme xmlns:a="http://schemas.openxmlformats.org/drawingml/2006/main" name="Office 佈景主題">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佈景主題">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2609</Words>
  <Application>WPS 演示</Application>
  <PresentationFormat/>
  <Paragraphs>128</Paragraphs>
  <Slides>16</Slides>
  <Notes>0</Notes>
  <HiddenSlides>0</HiddenSlides>
  <MMClips>0</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16</vt:i4>
      </vt:variant>
    </vt:vector>
  </HeadingPairs>
  <TitlesOfParts>
    <vt:vector size="29" baseType="lpstr">
      <vt:lpstr>Arial</vt:lpstr>
      <vt:lpstr>SimSun</vt:lpstr>
      <vt:lpstr>Wingdings</vt:lpstr>
      <vt:lpstr>Arial</vt:lpstr>
      <vt:lpstr>Questrial</vt:lpstr>
      <vt:lpstr>Calibri</vt:lpstr>
      <vt:lpstr>Questrial</vt:lpstr>
      <vt:lpstr>Noto Sans Symbols</vt:lpstr>
      <vt:lpstr>Microsoft YaHei</vt:lpstr>
      <vt:lpstr>Arial Unicode MS</vt:lpstr>
      <vt:lpstr>Segoe Print</vt:lpstr>
      <vt:lpstr>新細明體</vt:lpstr>
      <vt:lpstr>Office 佈景主題</vt:lpstr>
      <vt:lpstr>A Survey on Transfer Learning</vt:lpstr>
      <vt:lpstr>Abstract (1/2)</vt:lpstr>
      <vt:lpstr>Abstract (2/2)</vt:lpstr>
      <vt:lpstr>INTRODUCTION</vt:lpstr>
      <vt:lpstr>Notations and Definitions</vt:lpstr>
      <vt:lpstr>A Categorization of Transfer Learning Techniques (1/3) </vt:lpstr>
      <vt:lpstr>A Categorization of Transfer Learning Techniques (2/3)   </vt:lpstr>
      <vt:lpstr>A Categorization of Transfer Learning Techniques (3/3) </vt:lpstr>
      <vt:lpstr>INDUCTIVE TRANSFER LEARNING (1/3) </vt:lpstr>
      <vt:lpstr>INDUCTIVE TRANSFER LEARNING (2/3) </vt:lpstr>
      <vt:lpstr>INDUCTIVE TRANSFER LEARNING (3/3) </vt:lpstr>
      <vt:lpstr>TRANSDUCTIVE TRANSFER LEARNING (1/3) </vt:lpstr>
      <vt:lpstr>TRANSDUCTIVE TRANSFER LEARNING (2/3) </vt:lpstr>
      <vt:lpstr>TRANSDUCTIVE TRANSFER LEARNING (3/3) </vt:lpstr>
      <vt:lpstr>UNSUPERVISED TRANSFER LEARNING</vt:lpstr>
      <vt:lpstr>APPLICATIONS OF TRANSFER LEARNING</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Dropout: A Simple Way to Prevent Neural Networks from Overfitting</dc:title>
  <dc:creator/>
  <cp:lastModifiedBy>zkx</cp:lastModifiedBy>
  <cp:revision>77</cp:revision>
  <dcterms:created xsi:type="dcterms:W3CDTF">2018-12-24T14:49:00Z</dcterms:created>
  <dcterms:modified xsi:type="dcterms:W3CDTF">2019-01-29T06:10:01Z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2052-11.1.0.8214</vt:lpwstr>
  </property>
</Properties>
</file>