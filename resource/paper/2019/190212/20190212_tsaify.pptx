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2" r:id="rId4"/>
    <p:sldId id="267" r:id="rId5"/>
    <p:sldId id="269" r:id="rId6"/>
    <p:sldId id="273" r:id="rId7"/>
    <p:sldId id="274" r:id="rId8"/>
    <p:sldId id="275" r:id="rId9"/>
    <p:sldId id="277" r:id="rId10"/>
    <p:sldId id="276" r:id="rId11"/>
    <p:sldId id="264" r:id="rId12"/>
    <p:sldId id="266" r:id="rId13"/>
    <p:sldId id="271" r:id="rId14"/>
    <p:sldId id="278" r:id="rId15"/>
    <p:sldId id="27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68938" autoAdjust="0"/>
  </p:normalViewPr>
  <p:slideViewPr>
    <p:cSldViewPr snapToGrid="0">
      <p:cViewPr varScale="1">
        <p:scale>
          <a:sx n="44" d="100"/>
          <a:sy n="44" d="100"/>
        </p:scale>
        <p:origin x="1998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https://www.google.com/maps/place/Uizard+Technologies/@55.2209723,12.0156949,6.06z/data=!4m5!3m4!1s0x4652535f9f014421:0xf48a598d78efbe36!8m2!3d55.677108!4d12.569503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输出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(0, 1)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代表“是”，输出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(1, 0)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代表“否”</a:t>
            </a:r>
          </a:p>
          <a:p>
            <a:r>
              <a:rPr lang="en-US" altLang="zh-CN" dirty="0" err="1" smtClean="0">
                <a:solidFill>
                  <a:srgbClr val="1A1A1A"/>
                </a:solidFill>
                <a:latin typeface="-apple-system"/>
              </a:rPr>
              <a:t>Softmax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可能输出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(0.3, 0.7)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，代表算法认为“是”的概率是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0.7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，“否”的概率是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0.3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，相加为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1</a:t>
            </a:r>
          </a:p>
          <a:p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Sigmoid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的输出可能是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(0.4, 0.8)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，它们相加不为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1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，解释来说就是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Sigmoid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认为输出第一位为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1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的概率是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0.4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，第一位不为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1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的概率是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0.6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（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1-p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），第二位为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1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的概率是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0.8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，第二位不为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1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的概率是</a:t>
            </a:r>
            <a:r>
              <a:rPr lang="en-US" altLang="zh-CN" dirty="0" smtClean="0">
                <a:solidFill>
                  <a:srgbClr val="1A1A1A"/>
                </a:solidFill>
                <a:latin typeface="-apple-system"/>
              </a:rPr>
              <a:t>0.2</a:t>
            </a:r>
            <a:r>
              <a:rPr lang="zh-CN" altLang="en-US" dirty="0" smtClean="0">
                <a:solidFill>
                  <a:srgbClr val="1A1A1A"/>
                </a:solidFill>
                <a:latin typeface="-apple-system"/>
              </a:rPr>
              <a:t>。</a:t>
            </a:r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742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2019/2/12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48" y="1009878"/>
            <a:ext cx="9091452" cy="1605324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Code from a Graphical User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Screenshot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796" y="2844348"/>
            <a:ext cx="8526955" cy="433133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Tony Beltramelli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xmlns="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Feng-Yang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Tsai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Feb. </a:t>
            </a:r>
            <a:r>
              <a:rPr lang="en-US" altLang="zh-TW" sz="180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12, 2019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89533" y="3506627"/>
            <a:ext cx="65190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EICS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18: ACM SIGCHI Symposium on Engineering Interactive Computing Systems, June 19–22, 2018, Paris, France.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644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06" y="1353683"/>
            <a:ext cx="8335931" cy="5131633"/>
          </a:xfrm>
        </p:spPr>
        <p:txBody>
          <a:bodyPr>
            <a:noAutofit/>
          </a:bodyPr>
          <a:lstStyle/>
          <a:p>
            <a:pPr marL="0" indent="0" algn="just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Transforming a graphical user interface screenshot created by a designer into computer code is a typical task conducted by a developer in order to build customized software,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websites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and mobile applications. In this paper, we show that deep learning methods can be leveraged to train a model end-to-end to automatically reverse engineer user interfaces and generate code from a single input image with over 77% of accuracy for three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different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platforms (i.e. iOS, Android and web-based technologies).</a:t>
            </a:r>
            <a:endParaRPr lang="zh-TW" altLang="en-US" sz="2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23353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  <a:r>
              <a:rPr lang="zh-TW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13" y="1427192"/>
            <a:ext cx="6332401" cy="332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29770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Language Model: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829" y="1528851"/>
            <a:ext cx="6989488" cy="345745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86853" y="5312525"/>
            <a:ext cx="35734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Language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09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1321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23" y="1169317"/>
            <a:ext cx="8124497" cy="305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1321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23" y="1849820"/>
            <a:ext cx="9082807" cy="28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1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1321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55" y="2139693"/>
            <a:ext cx="8348489" cy="257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1321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55" y="2139693"/>
            <a:ext cx="8348489" cy="257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0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1321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55" y="2139693"/>
            <a:ext cx="8348489" cy="257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3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023" y="448582"/>
            <a:ext cx="1321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23" y="2244797"/>
            <a:ext cx="8348489" cy="257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6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6637" y="501134"/>
            <a:ext cx="1579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Decoder: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276" y="1397876"/>
            <a:ext cx="6079523" cy="257948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86000" y="185934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459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73272" y="890017"/>
            <a:ext cx="1763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02" y="2092868"/>
            <a:ext cx="8537267" cy="244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8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8885" y="868996"/>
            <a:ext cx="22589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3" y="2123521"/>
            <a:ext cx="8743497" cy="156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8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8885" y="238375"/>
            <a:ext cx="22589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504" y="930737"/>
            <a:ext cx="4814386" cy="293049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504" y="3861232"/>
            <a:ext cx="4676729" cy="282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9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8885" y="238375"/>
            <a:ext cx="22589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Experiments: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881" y="1028491"/>
            <a:ext cx="5084809" cy="459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5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61746</TotalTime>
  <Words>293</Words>
  <Application>Microsoft Office PowerPoint</Application>
  <PresentationFormat>如螢幕大小 (4:3)</PresentationFormat>
  <Paragraphs>29</Paragraphs>
  <Slides>15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4" baseType="lpstr">
      <vt:lpstr>-apple-system</vt:lpstr>
      <vt:lpstr>等线</vt:lpstr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Generating Code from a Graphical User Interface Screenshot</vt:lpstr>
      <vt:lpstr>Abstract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pplab-class</cp:lastModifiedBy>
  <cp:revision>386</cp:revision>
  <dcterms:created xsi:type="dcterms:W3CDTF">2017-09-25T08:45:50Z</dcterms:created>
  <dcterms:modified xsi:type="dcterms:W3CDTF">2019-02-12T11:02:37Z</dcterms:modified>
</cp:coreProperties>
</file>