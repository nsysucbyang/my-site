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EA978-E737-40E5-8864-39E2E87DFE56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F998F-39E5-4E28-B0C3-3739697075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70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作者</a:t>
            </a:r>
            <a:r>
              <a:rPr lang="en-US" altLang="zh-TW" dirty="0"/>
              <a:t>:</a:t>
            </a:r>
            <a:r>
              <a:rPr lang="zh-TW" altLang="en-US" dirty="0"/>
              <a:t> 中國人 土耳其人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2013, Apple</a:t>
            </a:r>
            <a:r>
              <a:rPr lang="zh-TW" altLang="en-US" dirty="0"/>
              <a:t>公司進軍汽車領域，發表</a:t>
            </a:r>
            <a:r>
              <a:rPr lang="en-US" altLang="zh-TW" dirty="0"/>
              <a:t>”iOS in the Car”</a:t>
            </a:r>
            <a:r>
              <a:rPr lang="zh-TW" altLang="en-US" dirty="0"/>
              <a:t>軟體，也就是</a:t>
            </a:r>
            <a:r>
              <a:rPr lang="en-US" altLang="zh-TW" dirty="0"/>
              <a:t>”Car Play”</a:t>
            </a:r>
          </a:p>
          <a:p>
            <a:r>
              <a:rPr lang="en-US" altLang="zh-TW" dirty="0"/>
              <a:t>2014, </a:t>
            </a:r>
            <a:r>
              <a:rPr lang="zh-TW" altLang="en-US" dirty="0"/>
              <a:t>據說</a:t>
            </a:r>
            <a:r>
              <a:rPr lang="en-US" altLang="zh-TW" dirty="0"/>
              <a:t>Apple</a:t>
            </a:r>
            <a:r>
              <a:rPr lang="zh-TW" altLang="en-US" dirty="0"/>
              <a:t>公司進行了一秘密計畫</a:t>
            </a:r>
            <a:r>
              <a:rPr lang="en-US" altLang="zh-TW" dirty="0"/>
              <a:t>—Project Titan</a:t>
            </a:r>
          </a:p>
          <a:p>
            <a:r>
              <a:rPr lang="zh-TW" altLang="en-US" dirty="0"/>
              <a:t>甚至一度傳出該計畫員工人數高達</a:t>
            </a:r>
            <a:r>
              <a:rPr lang="en-US" altLang="zh-TW" dirty="0"/>
              <a:t>2700</a:t>
            </a:r>
            <a:r>
              <a:rPr lang="zh-TW" altLang="en-US" dirty="0"/>
              <a:t>人</a:t>
            </a:r>
            <a:endParaRPr lang="en-US" altLang="zh-TW" dirty="0"/>
          </a:p>
          <a:p>
            <a:r>
              <a:rPr lang="en-US" altLang="zh-TW" dirty="0"/>
              <a:t>2015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月，在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MarkMonitorInc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網站</a:t>
            </a:r>
            <a:r>
              <a:rPr lang="zh-TW" altLang="en-US" dirty="0"/>
              <a:t>上也可查到</a:t>
            </a:r>
            <a:r>
              <a:rPr lang="en-US" altLang="zh-TW" dirty="0"/>
              <a:t>Apple</a:t>
            </a:r>
            <a:r>
              <a:rPr lang="zh-TW" altLang="en-US" dirty="0"/>
              <a:t>公司註冊的</a:t>
            </a:r>
            <a:r>
              <a:rPr lang="en-US" altLang="zh-TW" dirty="0" err="1"/>
              <a:t>apple.car</a:t>
            </a:r>
            <a:r>
              <a:rPr lang="en-US" altLang="zh-TW" dirty="0"/>
              <a:t>, </a:t>
            </a:r>
            <a:r>
              <a:rPr lang="en-US" altLang="zh-TW" dirty="0" err="1"/>
              <a:t>apple.cars</a:t>
            </a:r>
            <a:r>
              <a:rPr lang="en-US" altLang="zh-TW" dirty="0"/>
              <a:t>, </a:t>
            </a:r>
            <a:r>
              <a:rPr lang="en-US" altLang="zh-TW" dirty="0" err="1"/>
              <a:t>apple.auto</a:t>
            </a:r>
            <a:r>
              <a:rPr lang="zh-TW" altLang="en-US" dirty="0"/>
              <a:t>三個域名，雖然這三個域名至今未啟用。</a:t>
            </a:r>
            <a:endParaRPr lang="en-US" altLang="zh-TW" dirty="0"/>
          </a:p>
          <a:p>
            <a:r>
              <a:rPr lang="zh-TW" altLang="en-US" dirty="0"/>
              <a:t>可見造車計畫所言不虛。</a:t>
            </a:r>
            <a:endParaRPr lang="en-US" altLang="zh-TW" dirty="0"/>
          </a:p>
          <a:p>
            <a:r>
              <a:rPr lang="en-US" altLang="zh-TW" dirty="0"/>
              <a:t>2016</a:t>
            </a:r>
            <a:r>
              <a:rPr lang="zh-TW" altLang="en-US" dirty="0"/>
              <a:t>年開始，公司內部造車團隊似有分歧，擱置整車製造，專注於自動駕駛。</a:t>
            </a:r>
            <a:endParaRPr lang="en-US" altLang="zh-TW" dirty="0"/>
          </a:p>
          <a:p>
            <a:r>
              <a:rPr lang="en-US" altLang="zh-TW" dirty="0"/>
              <a:t>2017</a:t>
            </a:r>
            <a:r>
              <a:rPr lang="zh-TW" altLang="en-US" dirty="0"/>
              <a:t>年</a:t>
            </a:r>
            <a:r>
              <a:rPr lang="en-US" altLang="zh-TW" dirty="0"/>
              <a:t>4</a:t>
            </a:r>
            <a:r>
              <a:rPr lang="zh-TW" altLang="en-US" dirty="0"/>
              <a:t>月，蘋果公司獲加州自動駕駛測試許可，以</a:t>
            </a:r>
            <a:r>
              <a:rPr lang="en-US" altLang="zh-TW" dirty="0" err="1"/>
              <a:t>lexus</a:t>
            </a:r>
            <a:r>
              <a:rPr lang="en-US" altLang="zh-TW" dirty="0"/>
              <a:t> RX450h</a:t>
            </a:r>
            <a:r>
              <a:rPr lang="zh-TW" altLang="en-US" dirty="0"/>
              <a:t>為原型改造的測試車上路進行路測。</a:t>
            </a:r>
            <a:endParaRPr lang="en-US" altLang="zh-TW" dirty="0"/>
          </a:p>
          <a:p>
            <a:r>
              <a:rPr lang="en-US" altLang="zh-TW" dirty="0"/>
              <a:t>2018</a:t>
            </a:r>
            <a:r>
              <a:rPr lang="zh-TW" altLang="en-US" dirty="0"/>
              <a:t>年，測試車車輛達</a:t>
            </a:r>
            <a:r>
              <a:rPr lang="en-US" altLang="zh-TW" dirty="0"/>
              <a:t>70</a:t>
            </a:r>
            <a:r>
              <a:rPr lang="zh-TW" altLang="en-US" dirty="0"/>
              <a:t>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138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LiDAR</a:t>
            </a:r>
            <a:r>
              <a:rPr lang="zh-TW" altLang="en-US" dirty="0"/>
              <a:t>運作是依靠感測器，接受反射回來的資料點，從而做周遭環境</a:t>
            </a:r>
            <a:r>
              <a:rPr lang="en-US" altLang="zh-TW" dirty="0"/>
              <a:t>360</a:t>
            </a:r>
            <a:r>
              <a:rPr lang="zh-TW" altLang="en-US" dirty="0"/>
              <a:t>度的掃瞄。</a:t>
            </a:r>
            <a:endParaRPr lang="en-US" altLang="zh-TW" dirty="0"/>
          </a:p>
          <a:p>
            <a:r>
              <a:rPr lang="zh-TW" altLang="en-US" dirty="0"/>
              <a:t>然而這樣的方式容易受物體表面反射面材質的影響</a:t>
            </a:r>
            <a:r>
              <a:rPr lang="en-US" altLang="zh-TW" dirty="0"/>
              <a:t>(</a:t>
            </a:r>
            <a:r>
              <a:rPr lang="zh-TW" altLang="en-US" dirty="0"/>
              <a:t>許多物體表面容易造成散射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因此傳統</a:t>
            </a:r>
            <a:r>
              <a:rPr lang="en-US" altLang="zh-TW" dirty="0"/>
              <a:t>LiDAR</a:t>
            </a:r>
            <a:r>
              <a:rPr lang="zh-TW" altLang="en-US" dirty="0"/>
              <a:t>收集資料點常需要人工將點雲調整過後取特徵。</a:t>
            </a:r>
            <a:endParaRPr lang="en-US" altLang="zh-TW" dirty="0"/>
          </a:p>
          <a:p>
            <a:r>
              <a:rPr lang="zh-TW" altLang="en-US" dirty="0"/>
              <a:t>此外，過往的自駕車或自動駕駛計程車用的</a:t>
            </a:r>
            <a:r>
              <a:rPr lang="en-US" altLang="zh-TW" dirty="0"/>
              <a:t>LiDAR</a:t>
            </a:r>
            <a:r>
              <a:rPr lang="zh-TW" altLang="en-US" dirty="0"/>
              <a:t>技術，</a:t>
            </a:r>
            <a:endParaRPr lang="en-US" altLang="zh-TW" dirty="0"/>
          </a:p>
          <a:p>
            <a:r>
              <a:rPr lang="zh-TW" altLang="en-US" dirty="0"/>
              <a:t>美國政府為了保護人人眼，制定</a:t>
            </a:r>
            <a:r>
              <a:rPr lang="en-US" altLang="zh-TW" dirty="0"/>
              <a:t>LiDAR</a:t>
            </a:r>
            <a:r>
              <a:rPr lang="zh-TW" altLang="en-US" dirty="0"/>
              <a:t>的射程必須在</a:t>
            </a:r>
            <a:r>
              <a:rPr lang="en-US" altLang="zh-TW" dirty="0"/>
              <a:t>30-40</a:t>
            </a:r>
            <a:r>
              <a:rPr lang="zh-TW" altLang="en-US" dirty="0"/>
              <a:t>公尺內，</a:t>
            </a:r>
            <a:endParaRPr lang="en-US" altLang="zh-TW" dirty="0"/>
          </a:p>
          <a:p>
            <a:r>
              <a:rPr lang="zh-TW" altLang="en-US" dirty="0"/>
              <a:t>這對於高速行駛自駕車太不安全，必須在</a:t>
            </a:r>
            <a:r>
              <a:rPr lang="en-US" altLang="zh-TW" dirty="0"/>
              <a:t>200</a:t>
            </a:r>
            <a:r>
              <a:rPr lang="zh-TW" altLang="en-US" dirty="0"/>
              <a:t>公尺就得偵測到前方是否有物體。</a:t>
            </a:r>
            <a:endParaRPr lang="en-US" altLang="zh-TW" dirty="0"/>
          </a:p>
          <a:p>
            <a:r>
              <a:rPr lang="zh-TW" altLang="en-US" dirty="0"/>
              <a:t>然而</a:t>
            </a:r>
            <a:r>
              <a:rPr lang="en-US" altLang="zh-TW" dirty="0"/>
              <a:t>Tesla</a:t>
            </a:r>
            <a:r>
              <a:rPr lang="zh-TW" altLang="en-US" dirty="0"/>
              <a:t>並沒有使用</a:t>
            </a:r>
            <a:r>
              <a:rPr lang="en-US" altLang="zh-TW" dirty="0"/>
              <a:t>LiDAR</a:t>
            </a:r>
            <a:r>
              <a:rPr lang="zh-TW" altLang="en-US" dirty="0"/>
              <a:t>，</a:t>
            </a:r>
            <a:r>
              <a:rPr lang="en-US" altLang="zh-TW" dirty="0"/>
              <a:t>Tesla</a:t>
            </a:r>
            <a:r>
              <a:rPr lang="zh-TW" altLang="en-US" dirty="0"/>
              <a:t>在它的</a:t>
            </a:r>
            <a:r>
              <a:rPr lang="en-US" altLang="zh-TW" dirty="0"/>
              <a:t>V8</a:t>
            </a:r>
            <a:r>
              <a:rPr lang="zh-TW" altLang="en-US" dirty="0"/>
              <a:t> </a:t>
            </a:r>
            <a:r>
              <a:rPr lang="en-US" altLang="zh-TW" dirty="0"/>
              <a:t>V9</a:t>
            </a:r>
            <a:r>
              <a:rPr lang="zh-TW" altLang="en-US" dirty="0"/>
              <a:t>內裝的系統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Autopilot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用的技術是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radar+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超聲波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被動影像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雖然比較便宜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所以去年一月</a:t>
            </a:r>
            <a:r>
              <a:rPr lang="en-US" altLang="zh-TW" dirty="0"/>
              <a:t>Tesla</a:t>
            </a:r>
            <a:r>
              <a:rPr lang="zh-TW" altLang="en-US" dirty="0"/>
              <a:t>撞了消防車</a:t>
            </a:r>
            <a:r>
              <a:rPr lang="en-US" altLang="zh-TW" dirty="0"/>
              <a:t>…with it’s autopilot system.</a:t>
            </a:r>
          </a:p>
          <a:p>
            <a:r>
              <a:rPr lang="zh-TW" altLang="en-US" dirty="0"/>
              <a:t>總之</a:t>
            </a:r>
            <a:r>
              <a:rPr lang="en-US" altLang="zh-TW" dirty="0"/>
              <a:t>LiDAR</a:t>
            </a:r>
            <a:r>
              <a:rPr lang="zh-TW" altLang="en-US" dirty="0"/>
              <a:t>仍有地方可以突破。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12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A26C46-D0C2-4B38-8A04-667613125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8696A7FC-CF28-4579-BC74-610A32CF5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B2C6E288-DD27-4113-B6F7-DD4F3944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FB0A3A0-D31F-474E-9349-609AC727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23F3CDA-AD1A-40A6-9C8D-64236969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76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9EBDB89-794A-4CE8-AB36-695FA6BD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B355D9C-ACD8-4D02-92FE-DE58E61C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E14533FF-8DFC-4215-8621-E079E0E0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0F5AF5C5-4D3D-4B57-8AD6-10D2C77E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9515229-E48F-43C7-83FD-26EC70D3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21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B1B7635-2C67-4B5F-B633-DE0A6674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74DF3E2-EB35-4698-9CCF-D80288D1D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34EB538-7C2A-4CAB-82F5-CA3240F4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F4C302FB-35CA-41FD-A10F-FC0DD69C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C7CEC10E-9E91-4967-8F39-826CDE43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53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752A850-6DCA-42A6-ACB7-A13657B8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3BAFDB8-FB0E-4F58-958B-1D9824F64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18EDCE71-D1BF-471D-9DFE-8FCDC7D67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D9EBE791-BD89-45CD-9728-D389BB31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DF1989AF-5EE3-4C62-AFC1-48071A50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023AD171-B164-46A3-ACE4-5A4588DE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2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156E3CD-9E81-449C-964D-C3AE690F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33DB46E-F8D2-4AD5-8C6D-174A15CCF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FC900BFE-FCA7-45BF-A6E3-3849877BA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EFAA5323-9AAC-44CC-9039-6D896FDA9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DF3E0D19-8D65-429B-867C-99B0C7A2A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3E7D6A61-05EC-4F52-B753-19D1ED29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E9F13DBC-FB1E-496C-A620-D2BC4714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CFD43FB8-3CB1-40E5-9850-0A010B5B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14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F5786E-467E-4BB0-B2DA-E5FB8EEE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574C4EA2-83A3-43CE-A98A-0CCBACA8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F8901214-6687-4452-BC6E-31C56AC8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E8D80292-6BB7-4ADF-9ECD-60E137EB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7443BF5F-86C6-434F-B7E0-6808B578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B3B3AD15-105B-4FC3-AC21-9641BDAC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7818F38-1B71-447F-9564-B81F209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50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9E71BDE-3C86-4D85-A91A-0C327B7E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57129F5-F019-4EBB-A25D-BEB2D17A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E796812B-AE4D-44A9-BF5B-FFE96F39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F166050-82C5-4644-9E42-83C5662F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DBEB40FC-9F77-4C91-B89E-EAC4E95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7FB4B68-3BDB-43EA-9E04-D8EAD722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49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1580DA-6254-468B-9CFE-B25750B2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F957F645-620B-4A08-BA0C-2941F4D86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45F39D3C-E300-49A2-976B-E6CD983C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25388065-1E1B-41E6-9E04-08417E9C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B2B2ADC8-34C8-40FF-8AE6-3F1CC0C9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B9EA9464-CACA-4A71-86D7-9E2C9D08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86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FFF4E2B-6B0C-4896-BC2F-11BE3B90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501112A-1FBE-4682-B37E-A328CB3A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137BC29-3592-4F0B-A50C-9655C9B6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7B9A55B6-82BB-4FB0-A273-AD7C1DC7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932C7894-3FCD-414D-9BB4-7847CA2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0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2E544434-5D2F-4B0D-9ED1-56B4D4FE9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CDCC4A77-67E4-42D7-930B-28BC9A0B9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1E0AC741-A57F-4A06-BBBA-E7708402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B7C003-D59F-45CF-A10A-EBBFB156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251B9BD-6658-4E84-971B-BFC05738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CD5D394F-0282-4C9F-8398-41056734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82102D4-0F3D-47CB-AA62-F36DB98E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66871246-AE1D-4613-995F-569583A4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6F5E9-A161-4F7E-8227-15CB11B54BE5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3A19071-CFE5-4F2F-9F76-8900809E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4224D7B-415F-4E25-A807-CEE7D9CD2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3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75B0156-9AD4-4A08-8BF7-F7E716BC2005}"/>
              </a:ext>
            </a:extLst>
          </p:cNvPr>
          <p:cNvSpPr/>
          <p:nvPr/>
        </p:nvSpPr>
        <p:spPr>
          <a:xfrm>
            <a:off x="509953" y="468142"/>
            <a:ext cx="11315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6000" dirty="0"/>
              <a:t>VoxelNet</a:t>
            </a:r>
            <a:r>
              <a:rPr lang="en-US" altLang="zh-TW" sz="6000" dirty="0"/>
              <a:t>:</a:t>
            </a:r>
          </a:p>
          <a:p>
            <a:pPr algn="ctr"/>
            <a:r>
              <a:rPr lang="zh-TW" altLang="en-US" sz="6000" dirty="0"/>
              <a:t>End-to-End Learning for Point Cloud </a:t>
            </a:r>
            <a:endParaRPr lang="en-US" altLang="zh-TW" sz="6000" dirty="0"/>
          </a:p>
          <a:p>
            <a:pPr algn="ctr"/>
            <a:r>
              <a:rPr lang="zh-TW" altLang="en-US" sz="6000" dirty="0"/>
              <a:t>Based 3D Object Detection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F253964-4333-4642-9684-0AEB002C9A3E}"/>
              </a:ext>
            </a:extLst>
          </p:cNvPr>
          <p:cNvSpPr/>
          <p:nvPr/>
        </p:nvSpPr>
        <p:spPr>
          <a:xfrm>
            <a:off x="4303893" y="342900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400" dirty="0"/>
              <a:t>Yin Zho</a:t>
            </a:r>
            <a:r>
              <a:rPr lang="en-US" altLang="zh-TW" sz="2400" dirty="0"/>
              <a:t>u, </a:t>
            </a:r>
            <a:r>
              <a:rPr lang="zh-TW" altLang="en-US" sz="2400" dirty="0"/>
              <a:t>Oncel Tuze</a:t>
            </a:r>
            <a:r>
              <a:rPr lang="en-US" altLang="zh-TW" sz="2400" dirty="0"/>
              <a:t>l</a:t>
            </a:r>
            <a:endParaRPr lang="zh-TW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6AD574A-1A01-44E2-AA65-BEB4B4206B23}"/>
              </a:ext>
            </a:extLst>
          </p:cNvPr>
          <p:cNvSpPr/>
          <p:nvPr/>
        </p:nvSpPr>
        <p:spPr>
          <a:xfrm>
            <a:off x="4303893" y="3914660"/>
            <a:ext cx="3422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Apple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Inc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solidFill>
                  <a:srgbClr val="000000"/>
                </a:solidFill>
                <a:latin typeface="Lucida Grande"/>
              </a:rPr>
              <a:t>Nov 17, 2017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E8029974-43D5-45D0-B929-5463BA243FDA}"/>
              </a:ext>
            </a:extLst>
          </p:cNvPr>
          <p:cNvSpPr/>
          <p:nvPr/>
        </p:nvSpPr>
        <p:spPr>
          <a:xfrm>
            <a:off x="8541786" y="58838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Chia-Lin,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Feb.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12, 2019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76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5C741B37-929F-4A16-98E0-CF0057ADE5BD}"/>
              </a:ext>
            </a:extLst>
          </p:cNvPr>
          <p:cNvSpPr/>
          <p:nvPr/>
        </p:nvSpPr>
        <p:spPr>
          <a:xfrm>
            <a:off x="981807" y="694069"/>
            <a:ext cx="829407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Abstract</a:t>
            </a:r>
            <a:r>
              <a:rPr lang="en-US" altLang="zh-TW" sz="3600" dirty="0"/>
              <a:t>(1/2)</a:t>
            </a:r>
            <a:endParaRPr lang="zh-TW" altLang="en-US" sz="3600" dirty="0"/>
          </a:p>
          <a:p>
            <a:r>
              <a:rPr lang="zh-TW" altLang="en-US" sz="2400" dirty="0"/>
              <a:t>Accurate detection of objects in 3D point clouds is a central problem in many applications, such as autonomous navigation, housekeeping robots, and augmented/virtual reality. To interface a highly sparse LiDAR point cloud with a region proposal network (RPN),  most existing efforts have focused on hand-crafted feature representations, for example, a bird</a:t>
            </a:r>
            <a:r>
              <a:rPr lang="en-US" altLang="zh-TW" sz="2400" dirty="0"/>
              <a:t>’ </a:t>
            </a:r>
            <a:r>
              <a:rPr lang="zh-TW" altLang="en-US" sz="2400" dirty="0"/>
              <a:t>s eye view projection. In this work, we remove the need of manual feature engineering for 3D point clouds and propose VoxelNet, a generic 3D detection network that uniﬁes feature extraction and bounding box prediction into a single stage, end-to-end trainable deep network. </a:t>
            </a:r>
          </a:p>
        </p:txBody>
      </p:sp>
    </p:spTree>
    <p:extLst>
      <p:ext uri="{BB962C8B-B14F-4D97-AF65-F5344CB8AC3E}">
        <p14:creationId xmlns:p14="http://schemas.microsoft.com/office/powerpoint/2010/main" val="39812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D921DB7-10DD-4E80-A357-35944853BC31}"/>
              </a:ext>
            </a:extLst>
          </p:cNvPr>
          <p:cNvSpPr/>
          <p:nvPr/>
        </p:nvSpPr>
        <p:spPr>
          <a:xfrm>
            <a:off x="823545" y="720696"/>
            <a:ext cx="831166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Abstract</a:t>
            </a:r>
            <a:r>
              <a:rPr lang="en-US" altLang="zh-TW" sz="3600" dirty="0"/>
              <a:t>(2/2)</a:t>
            </a:r>
          </a:p>
          <a:p>
            <a:r>
              <a:rPr lang="zh-TW" altLang="en-US" sz="2400" dirty="0"/>
              <a:t>Speciﬁcally, VoxelNet divides a point cloud into equally spaced 3D voxels and transforms a group of points within each voxel into a uniﬁed feature representation through the newly introduced voxel feature encoding (VFE) layer. In this way, the point cloud is encoded as a descriptive volumetric representation, which is then connected to a RPN to generate detections. Experiments on the KITTI car detection benchmark show that VoxelNet outperforms the state-of-the-art LiDAR based 3D detection methods by a large margin. Furthermore, our network learns an effective discriminative representation of objects with various geometries, leading to encouraging results in 3D detection of pedestrians and cyclists, based on only LiDAR.</a:t>
            </a:r>
          </a:p>
        </p:txBody>
      </p:sp>
    </p:spTree>
    <p:extLst>
      <p:ext uri="{BB962C8B-B14F-4D97-AF65-F5344CB8AC3E}">
        <p14:creationId xmlns:p14="http://schemas.microsoft.com/office/powerpoint/2010/main" val="300997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2BF7E201-0E55-405B-BD0C-140D9A9B9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146" y="901408"/>
            <a:ext cx="5553810" cy="291575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0FAF388A-E818-43EA-888E-69DF4EA27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720" y="4086958"/>
            <a:ext cx="6667500" cy="23241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A68AF908-178A-4F39-8BBD-A2E07602B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947" y="919021"/>
            <a:ext cx="3340062" cy="288052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310122FD-8AF8-4BDF-BABD-8AC2FD41FCB1}"/>
              </a:ext>
            </a:extLst>
          </p:cNvPr>
          <p:cNvSpPr/>
          <p:nvPr/>
        </p:nvSpPr>
        <p:spPr>
          <a:xfrm>
            <a:off x="275728" y="262276"/>
            <a:ext cx="35606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/>
              <a:t>What is LiDAR?       Light + </a:t>
            </a:r>
            <a:r>
              <a:rPr lang="en-US" altLang="zh-TW" sz="2000" dirty="0" err="1"/>
              <a:t>raDAR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50758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F74103A2-00BA-45AB-9367-2AD0E79D4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0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9576DB70-9676-4F30-8E81-C25ED6A5282F}"/>
              </a:ext>
            </a:extLst>
          </p:cNvPr>
          <p:cNvSpPr/>
          <p:nvPr/>
        </p:nvSpPr>
        <p:spPr>
          <a:xfrm>
            <a:off x="537803" y="307703"/>
            <a:ext cx="2083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/>
              <a:t>What is </a:t>
            </a:r>
            <a:r>
              <a:rPr lang="en-US" altLang="zh-TW" sz="2000" dirty="0" err="1"/>
              <a:t>VoxelNet</a:t>
            </a:r>
            <a:r>
              <a:rPr lang="en-US" altLang="zh-TW" sz="2000" dirty="0"/>
              <a:t>?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48A461D5-2274-40FE-831D-D436D989C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231" y="382090"/>
            <a:ext cx="6487430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5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368634A4-A557-4DDF-9973-50398B4FC2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2" r="10287" b="13092"/>
          <a:stretch/>
        </p:blipFill>
        <p:spPr>
          <a:xfrm>
            <a:off x="298938" y="250758"/>
            <a:ext cx="11660653" cy="59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9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9A3A5E76-3C0D-4F78-9E83-9025903903F4}"/>
              </a:ext>
            </a:extLst>
          </p:cNvPr>
          <p:cNvSpPr/>
          <p:nvPr/>
        </p:nvSpPr>
        <p:spPr>
          <a:xfrm>
            <a:off x="653082" y="430796"/>
            <a:ext cx="1338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Result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32C9D025-8185-4BC6-9C76-C28D8E2A2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77" y="1199839"/>
            <a:ext cx="9821646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4132AD6-6AC2-4120-842D-B982CFF7BDA6}"/>
              </a:ext>
            </a:extLst>
          </p:cNvPr>
          <p:cNvSpPr/>
          <p:nvPr/>
        </p:nvSpPr>
        <p:spPr>
          <a:xfrm>
            <a:off x="808891" y="553888"/>
            <a:ext cx="2778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Contribution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BDCF1E63-EC3F-4876-B3F7-D2D1D9E7FBD4}"/>
              </a:ext>
            </a:extLst>
          </p:cNvPr>
          <p:cNvSpPr txBox="1"/>
          <p:nvPr/>
        </p:nvSpPr>
        <p:spPr>
          <a:xfrm>
            <a:off x="808891" y="2584940"/>
            <a:ext cx="8212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1.Only need to use raw point cloud, and without hand-craft featuring.</a:t>
            </a:r>
          </a:p>
          <a:p>
            <a:endParaRPr lang="en-US" altLang="zh-TW" sz="2000" dirty="0"/>
          </a:p>
          <a:p>
            <a:r>
              <a:rPr lang="en-US" altLang="zh-TW" sz="2000" dirty="0"/>
              <a:t>2.Can be trained </a:t>
            </a:r>
            <a:r>
              <a:rPr lang="en-US" altLang="zh-TW" sz="2000"/>
              <a:t>by end-to-end.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9252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2707</TotalTime>
  <Words>634</Words>
  <Application>Microsoft Office PowerPoint</Application>
  <PresentationFormat>寬螢幕</PresentationFormat>
  <Paragraphs>39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Lucida Grande</vt:lpstr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佳琳 陳</dc:creator>
  <cp:lastModifiedBy>pplab-class</cp:lastModifiedBy>
  <cp:revision>44</cp:revision>
  <dcterms:created xsi:type="dcterms:W3CDTF">2019-02-09T07:24:26Z</dcterms:created>
  <dcterms:modified xsi:type="dcterms:W3CDTF">2019-02-12T12:03:26Z</dcterms:modified>
</cp:coreProperties>
</file>