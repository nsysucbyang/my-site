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371" r:id="rId4"/>
    <p:sldId id="306" r:id="rId5"/>
    <p:sldId id="343" r:id="rId6"/>
    <p:sldId id="372" r:id="rId7"/>
    <p:sldId id="373" r:id="rId8"/>
    <p:sldId id="374" r:id="rId9"/>
    <p:sldId id="375" r:id="rId10"/>
    <p:sldId id="376" r:id="rId11"/>
    <p:sldId id="377" r:id="rId12"/>
    <p:sldId id="378" r:id="rId13"/>
    <p:sldId id="379" r:id="rId14"/>
    <p:sldId id="380" r:id="rId15"/>
    <p:sldId id="381" r:id="rId16"/>
    <p:sldId id="382" r:id="rId17"/>
    <p:sldId id="383" r:id="rId18"/>
    <p:sldId id="38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371"/>
            <p14:sldId id="306"/>
            <p14:sldId id="343"/>
            <p14:sldId id="372"/>
            <p14:sldId id="373"/>
            <p14:sldId id="374"/>
            <p14:sldId id="375"/>
            <p14:sldId id="376"/>
            <p14:sldId id="377"/>
            <p14:sldId id="378"/>
            <p14:sldId id="379"/>
            <p14:sldId id="380"/>
            <p14:sldId id="381"/>
            <p14:sldId id="382"/>
            <p14:sldId id="383"/>
            <p14:sldId id="3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2CCB76-3BE9-48B1-8DF6-A8B37564D1D7}" v="709" dt="2019-02-12T10:13:37.26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4" d="100"/>
          <a:sy n="64" d="100"/>
        </p:scale>
        <p:origin x="136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國峰 黃" userId="07d7d89e1f669cb9" providerId="LiveId" clId="{E97F28A7-1CE6-4A2E-BE2A-327E4772F132}"/>
  </pc:docChgLst>
  <pc:docChgLst>
    <pc:chgData name="國峰 黃" userId="07d7d89e1f669cb9" providerId="LiveId" clId="{FF0CAD1B-94C6-4683-96BA-1DF4E703FDD6}"/>
    <pc:docChg chg="undo custSel addSld delSld modSld modSection">
      <pc:chgData name="國峰 黃" userId="07d7d89e1f669cb9" providerId="LiveId" clId="{FF0CAD1B-94C6-4683-96BA-1DF4E703FDD6}" dt="2018-12-10T09:41:59.896" v="470"/>
      <pc:docMkLst>
        <pc:docMk/>
      </pc:docMkLst>
      <pc:sldChg chg="modSp">
        <pc:chgData name="國峰 黃" userId="07d7d89e1f669cb9" providerId="LiveId" clId="{FF0CAD1B-94C6-4683-96BA-1DF4E703FDD6}" dt="2018-12-10T09:41:59.896" v="470"/>
        <pc:sldMkLst>
          <pc:docMk/>
          <pc:sldMk cId="3676774769" sldId="256"/>
        </pc:sldMkLst>
        <pc:spChg chg="mod">
          <ac:chgData name="國峰 黃" userId="07d7d89e1f669cb9" providerId="LiveId" clId="{FF0CAD1B-94C6-4683-96BA-1DF4E703FDD6}" dt="2018-11-27T07:50:11.764" v="164" actId="2711"/>
          <ac:spMkLst>
            <pc:docMk/>
            <pc:sldMk cId="3676774769" sldId="256"/>
            <ac:spMk id="2" creationId="{55822F15-00D1-4FDE-A019-FC933C4E2549}"/>
          </ac:spMkLst>
        </pc:spChg>
        <pc:spChg chg="mod">
          <ac:chgData name="國峰 黃" userId="07d7d89e1f669cb9" providerId="LiveId" clId="{FF0CAD1B-94C6-4683-96BA-1DF4E703FDD6}" dt="2018-11-27T07:50:17.205" v="165" actId="2711"/>
          <ac:spMkLst>
            <pc:docMk/>
            <pc:sldMk cId="3676774769" sldId="256"/>
            <ac:spMk id="3" creationId="{7ABD29E4-B887-45D9-9793-DA3B272D07C3}"/>
          </ac:spMkLst>
        </pc:spChg>
        <pc:spChg chg="mod">
          <ac:chgData name="國峰 黃" userId="07d7d89e1f669cb9" providerId="LiveId" clId="{FF0CAD1B-94C6-4683-96BA-1DF4E703FDD6}" dt="2018-12-10T09:41:59.896" v="470"/>
          <ac:spMkLst>
            <pc:docMk/>
            <pc:sldMk cId="3676774769" sldId="256"/>
            <ac:spMk id="4" creationId="{DBCD3618-401B-49E4-9C85-373848D9AA50}"/>
          </ac:spMkLst>
        </pc:spChg>
      </pc:sldChg>
      <pc:sldChg chg="modSp">
        <pc:chgData name="國峰 黃" userId="07d7d89e1f669cb9" providerId="LiveId" clId="{FF0CAD1B-94C6-4683-96BA-1DF4E703FDD6}" dt="2018-11-27T07:50:43.126" v="170" actId="2711"/>
        <pc:sldMkLst>
          <pc:docMk/>
          <pc:sldMk cId="2726883200" sldId="276"/>
        </pc:sldMkLst>
        <pc:spChg chg="mod">
          <ac:chgData name="國峰 黃" userId="07d7d89e1f669cb9" providerId="LiveId" clId="{FF0CAD1B-94C6-4683-96BA-1DF4E703FDD6}" dt="2018-11-27T07:50:43.126" v="170" actId="2711"/>
          <ac:spMkLst>
            <pc:docMk/>
            <pc:sldMk cId="2726883200" sldId="276"/>
            <ac:spMk id="2" creationId="{A81FADCC-098F-42B3-A516-7A8E8C1A4646}"/>
          </ac:spMkLst>
        </pc:spChg>
        <pc:spChg chg="mod">
          <ac:chgData name="國峰 黃" userId="07d7d89e1f669cb9" providerId="LiveId" clId="{FF0CAD1B-94C6-4683-96BA-1DF4E703FDD6}" dt="2018-11-27T07:50:40.142" v="169" actId="2711"/>
          <ac:spMkLst>
            <pc:docMk/>
            <pc:sldMk cId="2726883200" sldId="276"/>
            <ac:spMk id="3" creationId="{7DB8E5E2-9D37-4095-8A46-00A68D1D282E}"/>
          </ac:spMkLst>
        </pc:spChg>
      </pc:sldChg>
      <pc:sldChg chg="addSp delSp modSp">
        <pc:chgData name="國峰 黃" userId="07d7d89e1f669cb9" providerId="LiveId" clId="{FF0CAD1B-94C6-4683-96BA-1DF4E703FDD6}" dt="2018-11-27T07:50:53.407" v="173" actId="2711"/>
        <pc:sldMkLst>
          <pc:docMk/>
          <pc:sldMk cId="2693855290" sldId="306"/>
        </pc:sldMkLst>
        <pc:spChg chg="mod">
          <ac:chgData name="國峰 黃" userId="07d7d89e1f669cb9" providerId="LiveId" clId="{FF0CAD1B-94C6-4683-96BA-1DF4E703FDD6}" dt="2018-11-27T07:50:53.407" v="173" actId="2711"/>
          <ac:spMkLst>
            <pc:docMk/>
            <pc:sldMk cId="2693855290" sldId="306"/>
            <ac:spMk id="2" creationId="{E7747DF4-4375-4FEA-AD33-D3E0A18DB5F5}"/>
          </ac:spMkLst>
        </pc:spChg>
        <pc:spChg chg="del mod">
          <ac:chgData name="國峰 黃" userId="07d7d89e1f669cb9" providerId="LiveId" clId="{FF0CAD1B-94C6-4683-96BA-1DF4E703FDD6}" dt="2018-11-27T07:38:00.001" v="57" actId="931"/>
          <ac:spMkLst>
            <pc:docMk/>
            <pc:sldMk cId="2693855290" sldId="306"/>
            <ac:spMk id="4" creationId="{9E708711-49F6-4FF0-A488-26964698170B}"/>
          </ac:spMkLst>
        </pc:spChg>
        <pc:spChg chg="add del">
          <ac:chgData name="國峰 黃" userId="07d7d89e1f669cb9" providerId="LiveId" clId="{FF0CAD1B-94C6-4683-96BA-1DF4E703FDD6}" dt="2018-11-27T07:38:20.042" v="59"/>
          <ac:spMkLst>
            <pc:docMk/>
            <pc:sldMk cId="2693855290" sldId="306"/>
            <ac:spMk id="6" creationId="{8FD84472-92A0-4471-A5B9-774C17C21C07}"/>
          </ac:spMkLst>
        </pc:spChg>
        <pc:picChg chg="add mod">
          <ac:chgData name="國峰 黃" userId="07d7d89e1f669cb9" providerId="LiveId" clId="{FF0CAD1B-94C6-4683-96BA-1DF4E703FDD6}" dt="2018-11-27T07:38:00.001" v="57" actId="931"/>
          <ac:picMkLst>
            <pc:docMk/>
            <pc:sldMk cId="2693855290" sldId="306"/>
            <ac:picMk id="5" creationId="{7D7F0169-C3E4-4A08-8276-1A6D35A470D6}"/>
          </ac:picMkLst>
        </pc:picChg>
        <pc:picChg chg="del">
          <ac:chgData name="國峰 黃" userId="07d7d89e1f669cb9" providerId="LiveId" clId="{FF0CAD1B-94C6-4683-96BA-1DF4E703FDD6}" dt="2018-11-27T07:37:53.267" v="55" actId="478"/>
          <ac:picMkLst>
            <pc:docMk/>
            <pc:sldMk cId="2693855290" sldId="306"/>
            <ac:picMk id="8" creationId="{E78C0173-69F7-4203-8330-0C3EC20918F0}"/>
          </ac:picMkLst>
        </pc:picChg>
      </pc:sldChg>
      <pc:sldChg chg="addSp delSp modSp">
        <pc:chgData name="國峰 黃" userId="07d7d89e1f669cb9" providerId="LiveId" clId="{FF0CAD1B-94C6-4683-96BA-1DF4E703FDD6}" dt="2018-12-04T07:33:35.441" v="464" actId="1076"/>
        <pc:sldMkLst>
          <pc:docMk/>
          <pc:sldMk cId="2294589171" sldId="343"/>
        </pc:sldMkLst>
        <pc:spChg chg="mod">
          <ac:chgData name="國峰 黃" userId="07d7d89e1f669cb9" providerId="LiveId" clId="{FF0CAD1B-94C6-4683-96BA-1DF4E703FDD6}" dt="2018-11-27T07:52:08.057" v="183"/>
          <ac:spMkLst>
            <pc:docMk/>
            <pc:sldMk cId="2294589171" sldId="343"/>
            <ac:spMk id="2" creationId="{E7747DF4-4375-4FEA-AD33-D3E0A18DB5F5}"/>
          </ac:spMkLst>
        </pc:spChg>
        <pc:spChg chg="del mod">
          <ac:chgData name="國峰 黃" userId="07d7d89e1f669cb9" providerId="LiveId" clId="{FF0CAD1B-94C6-4683-96BA-1DF4E703FDD6}" dt="2018-11-27T07:40:25.469" v="76" actId="931"/>
          <ac:spMkLst>
            <pc:docMk/>
            <pc:sldMk cId="2294589171" sldId="343"/>
            <ac:spMk id="4" creationId="{0627CD87-F003-4658-806F-C0DB9B7E1520}"/>
          </ac:spMkLst>
        </pc:spChg>
        <pc:spChg chg="add mod">
          <ac:chgData name="國峰 黃" userId="07d7d89e1f669cb9" providerId="LiveId" clId="{FF0CAD1B-94C6-4683-96BA-1DF4E703FDD6}" dt="2018-12-04T07:33:35.441" v="464" actId="1076"/>
          <ac:spMkLst>
            <pc:docMk/>
            <pc:sldMk cId="2294589171" sldId="343"/>
            <ac:spMk id="6" creationId="{557132B1-9379-4387-ABC5-E77EB136BF1B}"/>
          </ac:spMkLst>
        </pc:spChg>
        <pc:spChg chg="del">
          <ac:chgData name="國峰 黃" userId="07d7d89e1f669cb9" providerId="LiveId" clId="{FF0CAD1B-94C6-4683-96BA-1DF4E703FDD6}" dt="2018-11-27T07:42:28.205" v="99" actId="478"/>
          <ac:spMkLst>
            <pc:docMk/>
            <pc:sldMk cId="2294589171" sldId="343"/>
            <ac:spMk id="8" creationId="{F6FB5659-D818-4D67-BFFE-5E5309CB65FB}"/>
          </ac:spMkLst>
        </pc:spChg>
        <pc:spChg chg="del">
          <ac:chgData name="國峰 黃" userId="07d7d89e1f669cb9" providerId="LiveId" clId="{FF0CAD1B-94C6-4683-96BA-1DF4E703FDD6}" dt="2018-11-27T07:42:27.346" v="98" actId="478"/>
          <ac:spMkLst>
            <pc:docMk/>
            <pc:sldMk cId="2294589171" sldId="343"/>
            <ac:spMk id="11" creationId="{5168AB9F-F403-4697-9944-3CAE1499F539}"/>
          </ac:spMkLst>
        </pc:spChg>
        <pc:picChg chg="add mod">
          <ac:chgData name="國峰 黃" userId="07d7d89e1f669cb9" providerId="LiveId" clId="{FF0CAD1B-94C6-4683-96BA-1DF4E703FDD6}" dt="2018-11-27T07:42:52.454" v="103" actId="1076"/>
          <ac:picMkLst>
            <pc:docMk/>
            <pc:sldMk cId="2294589171" sldId="343"/>
            <ac:picMk id="5" creationId="{6F19EF68-75FC-424A-8C36-A10BB19F955C}"/>
          </ac:picMkLst>
        </pc:picChg>
      </pc:sldChg>
    </pc:docChg>
  </pc:docChgLst>
  <pc:docChgLst>
    <pc:chgData name="黃國峰" userId="07d7d89e1f669cb9" providerId="LiveId" clId="{D7E13699-1C50-409E-984A-872A6EE95369}"/>
  </pc:docChgLst>
  <pc:docChgLst>
    <pc:chgData name="國峰 黃" userId="07d7d89e1f669cb9" providerId="LiveId" clId="{B72CCB76-3BE9-48B1-8DF6-A8B37564D1D7}"/>
    <pc:docChg chg="undo custSel addSld delSld modSld sldOrd modSection">
      <pc:chgData name="國峰 黃" userId="07d7d89e1f669cb9" providerId="LiveId" clId="{B72CCB76-3BE9-48B1-8DF6-A8B37564D1D7}" dt="2019-02-12T10:13:37.261" v="2413" actId="20577"/>
      <pc:docMkLst>
        <pc:docMk/>
      </pc:docMkLst>
      <pc:sldChg chg="modSp">
        <pc:chgData name="國峰 黃" userId="07d7d89e1f669cb9" providerId="LiveId" clId="{B72CCB76-3BE9-48B1-8DF6-A8B37564D1D7}" dt="2019-02-11T15:00:59.734" v="24" actId="20577"/>
        <pc:sldMkLst>
          <pc:docMk/>
          <pc:sldMk cId="3676774769" sldId="256"/>
        </pc:sldMkLst>
        <pc:spChg chg="mod">
          <ac:chgData name="國峰 黃" userId="07d7d89e1f669cb9" providerId="LiveId" clId="{B72CCB76-3BE9-48B1-8DF6-A8B37564D1D7}" dt="2019-02-11T14:58:53.371" v="16" actId="404"/>
          <ac:spMkLst>
            <pc:docMk/>
            <pc:sldMk cId="3676774769" sldId="256"/>
            <ac:spMk id="2" creationId="{55822F15-00D1-4FDE-A019-FC933C4E2549}"/>
          </ac:spMkLst>
        </pc:spChg>
        <pc:spChg chg="mod">
          <ac:chgData name="國峰 黃" userId="07d7d89e1f669cb9" providerId="LiveId" clId="{B72CCB76-3BE9-48B1-8DF6-A8B37564D1D7}" dt="2019-02-11T15:00:59.734" v="24" actId="20577"/>
          <ac:spMkLst>
            <pc:docMk/>
            <pc:sldMk cId="3676774769" sldId="256"/>
            <ac:spMk id="3" creationId="{7ABD29E4-B887-45D9-9793-DA3B272D07C3}"/>
          </ac:spMkLst>
        </pc:spChg>
        <pc:spChg chg="mod">
          <ac:chgData name="國峰 黃" userId="07d7d89e1f669cb9" providerId="LiveId" clId="{B72CCB76-3BE9-48B1-8DF6-A8B37564D1D7}" dt="2019-02-11T14:58:25.763" v="11" actId="20577"/>
          <ac:spMkLst>
            <pc:docMk/>
            <pc:sldMk cId="3676774769" sldId="256"/>
            <ac:spMk id="4" creationId="{DBCD3618-401B-49E4-9C85-373848D9AA50}"/>
          </ac:spMkLst>
        </pc:spChg>
      </pc:sldChg>
      <pc:sldChg chg="modSp">
        <pc:chgData name="國峰 黃" userId="07d7d89e1f669cb9" providerId="LiveId" clId="{B72CCB76-3BE9-48B1-8DF6-A8B37564D1D7}" dt="2019-02-12T09:34:18.028" v="2248" actId="14100"/>
        <pc:sldMkLst>
          <pc:docMk/>
          <pc:sldMk cId="2726883200" sldId="276"/>
        </pc:sldMkLst>
        <pc:spChg chg="mod">
          <ac:chgData name="國峰 黃" userId="07d7d89e1f669cb9" providerId="LiveId" clId="{B72CCB76-3BE9-48B1-8DF6-A8B37564D1D7}" dt="2019-02-11T15:01:39.785" v="33" actId="20577"/>
          <ac:spMkLst>
            <pc:docMk/>
            <pc:sldMk cId="2726883200" sldId="276"/>
            <ac:spMk id="2" creationId="{A81FADCC-098F-42B3-A516-7A8E8C1A4646}"/>
          </ac:spMkLst>
        </pc:spChg>
        <pc:spChg chg="mod">
          <ac:chgData name="國峰 黃" userId="07d7d89e1f669cb9" providerId="LiveId" clId="{B72CCB76-3BE9-48B1-8DF6-A8B37564D1D7}" dt="2019-02-12T09:34:18.028" v="2248" actId="14100"/>
          <ac:spMkLst>
            <pc:docMk/>
            <pc:sldMk cId="2726883200" sldId="276"/>
            <ac:spMk id="3" creationId="{7DB8E5E2-9D37-4095-8A46-00A68D1D282E}"/>
          </ac:spMkLst>
        </pc:spChg>
      </pc:sldChg>
      <pc:sldChg chg="addSp delSp modSp">
        <pc:chgData name="國峰 黃" userId="07d7d89e1f669cb9" providerId="LiveId" clId="{B72CCB76-3BE9-48B1-8DF6-A8B37564D1D7}" dt="2019-02-12T09:42:38.613" v="2309" actId="20577"/>
        <pc:sldMkLst>
          <pc:docMk/>
          <pc:sldMk cId="2693855290" sldId="306"/>
        </pc:sldMkLst>
        <pc:spChg chg="mod">
          <ac:chgData name="國峰 黃" userId="07d7d89e1f669cb9" providerId="LiveId" clId="{B72CCB76-3BE9-48B1-8DF6-A8B37564D1D7}" dt="2019-02-12T08:00:19.994" v="1099"/>
          <ac:spMkLst>
            <pc:docMk/>
            <pc:sldMk cId="2693855290" sldId="306"/>
            <ac:spMk id="2" creationId="{E7747DF4-4375-4FEA-AD33-D3E0A18DB5F5}"/>
          </ac:spMkLst>
        </pc:spChg>
        <pc:spChg chg="del">
          <ac:chgData name="國峰 黃" userId="07d7d89e1f669cb9" providerId="LiveId" clId="{B72CCB76-3BE9-48B1-8DF6-A8B37564D1D7}" dt="2019-02-11T15:12:48.892" v="49" actId="478"/>
          <ac:spMkLst>
            <pc:docMk/>
            <pc:sldMk cId="2693855290" sldId="306"/>
            <ac:spMk id="3" creationId="{8F4DC4F3-9F84-484E-B4AD-DB1D749D7E05}"/>
          </ac:spMkLst>
        </pc:spChg>
        <pc:spChg chg="del">
          <ac:chgData name="國峰 黃" userId="07d7d89e1f669cb9" providerId="LiveId" clId="{B72CCB76-3BE9-48B1-8DF6-A8B37564D1D7}" dt="2019-02-11T15:12:48.892" v="49" actId="478"/>
          <ac:spMkLst>
            <pc:docMk/>
            <pc:sldMk cId="2693855290" sldId="306"/>
            <ac:spMk id="6" creationId="{908E8804-D164-432A-8CAB-7AA26B9551FB}"/>
          </ac:spMkLst>
        </pc:spChg>
        <pc:spChg chg="del">
          <ac:chgData name="國峰 黃" userId="07d7d89e1f669cb9" providerId="LiveId" clId="{B72CCB76-3BE9-48B1-8DF6-A8B37564D1D7}" dt="2019-02-11T15:12:48.892" v="49" actId="478"/>
          <ac:spMkLst>
            <pc:docMk/>
            <pc:sldMk cId="2693855290" sldId="306"/>
            <ac:spMk id="7" creationId="{E8C5BBC3-D7C0-4239-AC1F-C2F0F7990D39}"/>
          </ac:spMkLst>
        </pc:spChg>
        <pc:spChg chg="del">
          <ac:chgData name="國峰 黃" userId="07d7d89e1f669cb9" providerId="LiveId" clId="{B72CCB76-3BE9-48B1-8DF6-A8B37564D1D7}" dt="2019-02-11T15:12:48.892" v="49" actId="478"/>
          <ac:spMkLst>
            <pc:docMk/>
            <pc:sldMk cId="2693855290" sldId="306"/>
            <ac:spMk id="8" creationId="{3A71E5ED-E6CB-41ED-8F8D-1378F504B18B}"/>
          </ac:spMkLst>
        </pc:spChg>
        <pc:spChg chg="del">
          <ac:chgData name="國峰 黃" userId="07d7d89e1f669cb9" providerId="LiveId" clId="{B72CCB76-3BE9-48B1-8DF6-A8B37564D1D7}" dt="2019-02-11T15:12:48.892" v="49" actId="478"/>
          <ac:spMkLst>
            <pc:docMk/>
            <pc:sldMk cId="2693855290" sldId="306"/>
            <ac:spMk id="9" creationId="{732D65CE-CE4C-4D81-AEE2-E478C61E5FA1}"/>
          </ac:spMkLst>
        </pc:spChg>
        <pc:spChg chg="del">
          <ac:chgData name="國峰 黃" userId="07d7d89e1f669cb9" providerId="LiveId" clId="{B72CCB76-3BE9-48B1-8DF6-A8B37564D1D7}" dt="2019-02-11T15:12:48.892" v="49" actId="478"/>
          <ac:spMkLst>
            <pc:docMk/>
            <pc:sldMk cId="2693855290" sldId="306"/>
            <ac:spMk id="10" creationId="{47FF09B2-2931-4F60-99D9-904B63311956}"/>
          </ac:spMkLst>
        </pc:spChg>
        <pc:spChg chg="del">
          <ac:chgData name="國峰 黃" userId="07d7d89e1f669cb9" providerId="LiveId" clId="{B72CCB76-3BE9-48B1-8DF6-A8B37564D1D7}" dt="2019-02-11T15:12:48.892" v="49" actId="478"/>
          <ac:spMkLst>
            <pc:docMk/>
            <pc:sldMk cId="2693855290" sldId="306"/>
            <ac:spMk id="11" creationId="{DEA2BD9A-D5B1-4585-AA27-2C009D48C135}"/>
          </ac:spMkLst>
        </pc:spChg>
        <pc:spChg chg="del">
          <ac:chgData name="國峰 黃" userId="07d7d89e1f669cb9" providerId="LiveId" clId="{B72CCB76-3BE9-48B1-8DF6-A8B37564D1D7}" dt="2019-02-11T15:12:48.892" v="49" actId="478"/>
          <ac:spMkLst>
            <pc:docMk/>
            <pc:sldMk cId="2693855290" sldId="306"/>
            <ac:spMk id="12" creationId="{DF5A26AF-EA3B-41AB-819A-BC20D2FCB8F3}"/>
          </ac:spMkLst>
        </pc:spChg>
        <pc:spChg chg="add mod">
          <ac:chgData name="國峰 黃" userId="07d7d89e1f669cb9" providerId="LiveId" clId="{B72CCB76-3BE9-48B1-8DF6-A8B37564D1D7}" dt="2019-02-12T09:42:38.613" v="2309" actId="20577"/>
          <ac:spMkLst>
            <pc:docMk/>
            <pc:sldMk cId="2693855290" sldId="306"/>
            <ac:spMk id="13" creationId="{6556A137-A4DD-4457-B8CB-3CCE5193C925}"/>
          </ac:spMkLst>
        </pc:spChg>
        <pc:picChg chg="del">
          <ac:chgData name="國峰 黃" userId="07d7d89e1f669cb9" providerId="LiveId" clId="{B72CCB76-3BE9-48B1-8DF6-A8B37564D1D7}" dt="2019-02-11T15:12:48.892" v="49" actId="478"/>
          <ac:picMkLst>
            <pc:docMk/>
            <pc:sldMk cId="2693855290" sldId="306"/>
            <ac:picMk id="5" creationId="{7D7F0169-C3E4-4A08-8276-1A6D35A470D6}"/>
          </ac:picMkLst>
        </pc:picChg>
      </pc:sldChg>
      <pc:sldChg chg="addSp delSp modSp">
        <pc:chgData name="國峰 黃" userId="07d7d89e1f669cb9" providerId="LiveId" clId="{B72CCB76-3BE9-48B1-8DF6-A8B37564D1D7}" dt="2019-02-12T09:44:49.590" v="2316" actId="207"/>
        <pc:sldMkLst>
          <pc:docMk/>
          <pc:sldMk cId="2294589171" sldId="343"/>
        </pc:sldMkLst>
        <pc:spChg chg="mod">
          <ac:chgData name="國峰 黃" userId="07d7d89e1f669cb9" providerId="LiveId" clId="{B72CCB76-3BE9-48B1-8DF6-A8B37564D1D7}" dt="2019-02-12T09:36:08.482" v="2249" actId="108"/>
          <ac:spMkLst>
            <pc:docMk/>
            <pc:sldMk cId="2294589171" sldId="343"/>
            <ac:spMk id="2" creationId="{E7747DF4-4375-4FEA-AD33-D3E0A18DB5F5}"/>
          </ac:spMkLst>
        </pc:spChg>
        <pc:spChg chg="add mod">
          <ac:chgData name="國峰 黃" userId="07d7d89e1f669cb9" providerId="LiveId" clId="{B72CCB76-3BE9-48B1-8DF6-A8B37564D1D7}" dt="2019-02-12T06:26:53.091" v="1006" actId="20577"/>
          <ac:spMkLst>
            <pc:docMk/>
            <pc:sldMk cId="2294589171" sldId="343"/>
            <ac:spMk id="4" creationId="{78464550-4964-4B9E-9247-548825468060}"/>
          </ac:spMkLst>
        </pc:spChg>
        <pc:spChg chg="del">
          <ac:chgData name="國峰 黃" userId="07d7d89e1f669cb9" providerId="LiveId" clId="{B72CCB76-3BE9-48B1-8DF6-A8B37564D1D7}" dt="2019-02-11T15:37:58.395" v="485" actId="478"/>
          <ac:spMkLst>
            <pc:docMk/>
            <pc:sldMk cId="2294589171" sldId="343"/>
            <ac:spMk id="6" creationId="{557132B1-9379-4387-ABC5-E77EB136BF1B}"/>
          </ac:spMkLst>
        </pc:spChg>
        <pc:graphicFrameChg chg="add mod modGraphic">
          <ac:chgData name="國峰 黃" userId="07d7d89e1f669cb9" providerId="LiveId" clId="{B72CCB76-3BE9-48B1-8DF6-A8B37564D1D7}" dt="2019-02-12T09:44:49.590" v="2316" actId="207"/>
          <ac:graphicFrameMkLst>
            <pc:docMk/>
            <pc:sldMk cId="2294589171" sldId="343"/>
            <ac:graphicFrameMk id="7" creationId="{DC431EAD-5384-49DD-AA09-D6A86EE06B5B}"/>
          </ac:graphicFrameMkLst>
        </pc:graphicFrameChg>
        <pc:picChg chg="del mod">
          <ac:chgData name="國峰 黃" userId="07d7d89e1f669cb9" providerId="LiveId" clId="{B72CCB76-3BE9-48B1-8DF6-A8B37564D1D7}" dt="2019-02-11T15:37:55.081" v="484" actId="478"/>
          <ac:picMkLst>
            <pc:docMk/>
            <pc:sldMk cId="2294589171" sldId="343"/>
            <ac:picMk id="5" creationId="{6F19EF68-75FC-424A-8C36-A10BB19F955C}"/>
          </ac:picMkLst>
        </pc:picChg>
      </pc:sldChg>
      <pc:sldChg chg="del">
        <pc:chgData name="國峰 黃" userId="07d7d89e1f669cb9" providerId="LiveId" clId="{B72CCB76-3BE9-48B1-8DF6-A8B37564D1D7}" dt="2019-02-11T14:58:33.435" v="12" actId="2696"/>
        <pc:sldMkLst>
          <pc:docMk/>
          <pc:sldMk cId="1008352898" sldId="363"/>
        </pc:sldMkLst>
      </pc:sldChg>
      <pc:sldChg chg="del">
        <pc:chgData name="國峰 黃" userId="07d7d89e1f669cb9" providerId="LiveId" clId="{B72CCB76-3BE9-48B1-8DF6-A8B37564D1D7}" dt="2019-02-11T14:58:34.132" v="13" actId="2696"/>
        <pc:sldMkLst>
          <pc:docMk/>
          <pc:sldMk cId="3534587461" sldId="364"/>
        </pc:sldMkLst>
      </pc:sldChg>
      <pc:sldChg chg="del">
        <pc:chgData name="國峰 黃" userId="07d7d89e1f669cb9" providerId="LiveId" clId="{B72CCB76-3BE9-48B1-8DF6-A8B37564D1D7}" dt="2019-02-11T15:49:33.055" v="747" actId="2696"/>
        <pc:sldMkLst>
          <pc:docMk/>
          <pc:sldMk cId="1473708507" sldId="366"/>
        </pc:sldMkLst>
      </pc:sldChg>
      <pc:sldChg chg="del">
        <pc:chgData name="國峰 黃" userId="07d7d89e1f669cb9" providerId="LiveId" clId="{B72CCB76-3BE9-48B1-8DF6-A8B37564D1D7}" dt="2019-02-11T15:49:33.101" v="748" actId="2696"/>
        <pc:sldMkLst>
          <pc:docMk/>
          <pc:sldMk cId="471094479" sldId="367"/>
        </pc:sldMkLst>
      </pc:sldChg>
      <pc:sldChg chg="del">
        <pc:chgData name="國峰 黃" userId="07d7d89e1f669cb9" providerId="LiveId" clId="{B72CCB76-3BE9-48B1-8DF6-A8B37564D1D7}" dt="2019-02-11T15:49:30.510" v="744" actId="2696"/>
        <pc:sldMkLst>
          <pc:docMk/>
          <pc:sldMk cId="664800468" sldId="368"/>
        </pc:sldMkLst>
      </pc:sldChg>
      <pc:sldChg chg="del">
        <pc:chgData name="國峰 黃" userId="07d7d89e1f669cb9" providerId="LiveId" clId="{B72CCB76-3BE9-48B1-8DF6-A8B37564D1D7}" dt="2019-02-11T15:49:30.516" v="745" actId="2696"/>
        <pc:sldMkLst>
          <pc:docMk/>
          <pc:sldMk cId="3973228373" sldId="369"/>
        </pc:sldMkLst>
      </pc:sldChg>
      <pc:sldChg chg="del">
        <pc:chgData name="國峰 黃" userId="07d7d89e1f669cb9" providerId="LiveId" clId="{B72CCB76-3BE9-48B1-8DF6-A8B37564D1D7}" dt="2019-02-11T15:49:30.538" v="746" actId="2696"/>
        <pc:sldMkLst>
          <pc:docMk/>
          <pc:sldMk cId="2049306390" sldId="370"/>
        </pc:sldMkLst>
      </pc:sldChg>
      <pc:sldChg chg="modSp add">
        <pc:chgData name="國峰 黃" userId="07d7d89e1f669cb9" providerId="LiveId" clId="{B72CCB76-3BE9-48B1-8DF6-A8B37564D1D7}" dt="2019-02-12T09:57:26.323" v="2325" actId="1076"/>
        <pc:sldMkLst>
          <pc:docMk/>
          <pc:sldMk cId="1301469175" sldId="371"/>
        </pc:sldMkLst>
        <pc:spChg chg="mod">
          <ac:chgData name="國峰 黃" userId="07d7d89e1f669cb9" providerId="LiveId" clId="{B72CCB76-3BE9-48B1-8DF6-A8B37564D1D7}" dt="2019-02-11T15:01:45.250" v="36" actId="20577"/>
          <ac:spMkLst>
            <pc:docMk/>
            <pc:sldMk cId="1301469175" sldId="371"/>
            <ac:spMk id="2" creationId="{A81FADCC-098F-42B3-A516-7A8E8C1A4646}"/>
          </ac:spMkLst>
        </pc:spChg>
        <pc:spChg chg="mod">
          <ac:chgData name="國峰 黃" userId="07d7d89e1f669cb9" providerId="LiveId" clId="{B72CCB76-3BE9-48B1-8DF6-A8B37564D1D7}" dt="2019-02-12T09:57:26.323" v="2325" actId="1076"/>
          <ac:spMkLst>
            <pc:docMk/>
            <pc:sldMk cId="1301469175" sldId="371"/>
            <ac:spMk id="3" creationId="{7DB8E5E2-9D37-4095-8A46-00A68D1D282E}"/>
          </ac:spMkLst>
        </pc:spChg>
      </pc:sldChg>
      <pc:sldChg chg="modSp add">
        <pc:chgData name="國峰 黃" userId="07d7d89e1f669cb9" providerId="LiveId" clId="{B72CCB76-3BE9-48B1-8DF6-A8B37564D1D7}" dt="2019-02-12T10:06:32.293" v="2391" actId="20577"/>
        <pc:sldMkLst>
          <pc:docMk/>
          <pc:sldMk cId="800010046" sldId="372"/>
        </pc:sldMkLst>
        <pc:spChg chg="mod">
          <ac:chgData name="國峰 黃" userId="07d7d89e1f669cb9" providerId="LiveId" clId="{B72CCB76-3BE9-48B1-8DF6-A8B37564D1D7}" dt="2019-02-12T09:36:16.677" v="2250" actId="108"/>
          <ac:spMkLst>
            <pc:docMk/>
            <pc:sldMk cId="800010046" sldId="372"/>
            <ac:spMk id="2" creationId="{E7747DF4-4375-4FEA-AD33-D3E0A18DB5F5}"/>
          </ac:spMkLst>
        </pc:spChg>
        <pc:spChg chg="mod">
          <ac:chgData name="國峰 黃" userId="07d7d89e1f669cb9" providerId="LiveId" clId="{B72CCB76-3BE9-48B1-8DF6-A8B37564D1D7}" dt="2019-02-12T10:06:32.293" v="2391" actId="20577"/>
          <ac:spMkLst>
            <pc:docMk/>
            <pc:sldMk cId="800010046" sldId="372"/>
            <ac:spMk id="4" creationId="{78464550-4964-4B9E-9247-548825468060}"/>
          </ac:spMkLst>
        </pc:spChg>
        <pc:graphicFrameChg chg="mod modGraphic">
          <ac:chgData name="國峰 黃" userId="07d7d89e1f669cb9" providerId="LiveId" clId="{B72CCB76-3BE9-48B1-8DF6-A8B37564D1D7}" dt="2019-02-12T10:04:34.126" v="2362" actId="20577"/>
          <ac:graphicFrameMkLst>
            <pc:docMk/>
            <pc:sldMk cId="800010046" sldId="372"/>
            <ac:graphicFrameMk id="7" creationId="{DC431EAD-5384-49DD-AA09-D6A86EE06B5B}"/>
          </ac:graphicFrameMkLst>
        </pc:graphicFrameChg>
      </pc:sldChg>
      <pc:sldChg chg="modSp add ord">
        <pc:chgData name="國峰 黃" userId="07d7d89e1f669cb9" providerId="LiveId" clId="{B72CCB76-3BE9-48B1-8DF6-A8B37564D1D7}" dt="2019-02-12T09:36:20.407" v="2251" actId="108"/>
        <pc:sldMkLst>
          <pc:docMk/>
          <pc:sldMk cId="1372933601" sldId="373"/>
        </pc:sldMkLst>
        <pc:spChg chg="mod">
          <ac:chgData name="國峰 黃" userId="07d7d89e1f669cb9" providerId="LiveId" clId="{B72CCB76-3BE9-48B1-8DF6-A8B37564D1D7}" dt="2019-02-12T09:36:20.407" v="2251" actId="108"/>
          <ac:spMkLst>
            <pc:docMk/>
            <pc:sldMk cId="1372933601" sldId="373"/>
            <ac:spMk id="2" creationId="{E7747DF4-4375-4FEA-AD33-D3E0A18DB5F5}"/>
          </ac:spMkLst>
        </pc:spChg>
        <pc:spChg chg="mod">
          <ac:chgData name="國峰 黃" userId="07d7d89e1f669cb9" providerId="LiveId" clId="{B72CCB76-3BE9-48B1-8DF6-A8B37564D1D7}" dt="2019-02-12T06:29:27.240" v="1048" actId="207"/>
          <ac:spMkLst>
            <pc:docMk/>
            <pc:sldMk cId="1372933601" sldId="373"/>
            <ac:spMk id="4" creationId="{78464550-4964-4B9E-9247-548825468060}"/>
          </ac:spMkLst>
        </pc:spChg>
        <pc:graphicFrameChg chg="mod modGraphic">
          <ac:chgData name="國峰 黃" userId="07d7d89e1f669cb9" providerId="LiveId" clId="{B72CCB76-3BE9-48B1-8DF6-A8B37564D1D7}" dt="2019-02-12T06:38:29.827" v="1097" actId="207"/>
          <ac:graphicFrameMkLst>
            <pc:docMk/>
            <pc:sldMk cId="1372933601" sldId="373"/>
            <ac:graphicFrameMk id="7" creationId="{DC431EAD-5384-49DD-AA09-D6A86EE06B5B}"/>
          </ac:graphicFrameMkLst>
        </pc:graphicFrameChg>
      </pc:sldChg>
      <pc:sldChg chg="addSp delSp modSp add">
        <pc:chgData name="國峰 黃" userId="07d7d89e1f669cb9" providerId="LiveId" clId="{B72CCB76-3BE9-48B1-8DF6-A8B37564D1D7}" dt="2019-02-12T10:11:50.372" v="2398" actId="20577"/>
        <pc:sldMkLst>
          <pc:docMk/>
          <pc:sldMk cId="1533348432" sldId="374"/>
        </pc:sldMkLst>
        <pc:spChg chg="mod">
          <ac:chgData name="國峰 黃" userId="07d7d89e1f669cb9" providerId="LiveId" clId="{B72CCB76-3BE9-48B1-8DF6-A8B37564D1D7}" dt="2019-02-12T09:38:48.153" v="2262" actId="2711"/>
          <ac:spMkLst>
            <pc:docMk/>
            <pc:sldMk cId="1533348432" sldId="374"/>
            <ac:spMk id="2" creationId="{E7747DF4-4375-4FEA-AD33-D3E0A18DB5F5}"/>
          </ac:spMkLst>
        </pc:spChg>
        <pc:spChg chg="mod">
          <ac:chgData name="國峰 黃" userId="07d7d89e1f669cb9" providerId="LiveId" clId="{B72CCB76-3BE9-48B1-8DF6-A8B37564D1D7}" dt="2019-02-12T10:11:50.372" v="2398" actId="20577"/>
          <ac:spMkLst>
            <pc:docMk/>
            <pc:sldMk cId="1533348432" sldId="374"/>
            <ac:spMk id="4" creationId="{78464550-4964-4B9E-9247-548825468060}"/>
          </ac:spMkLst>
        </pc:spChg>
        <pc:graphicFrameChg chg="add mod modGraphic">
          <ac:chgData name="國峰 黃" userId="07d7d89e1f669cb9" providerId="LiveId" clId="{B72CCB76-3BE9-48B1-8DF6-A8B37564D1D7}" dt="2019-02-12T08:42:49.281" v="1495" actId="1076"/>
          <ac:graphicFrameMkLst>
            <pc:docMk/>
            <pc:sldMk cId="1533348432" sldId="374"/>
            <ac:graphicFrameMk id="3" creationId="{CF2BDE9C-3C59-4215-B8E2-1B6321D371FE}"/>
          </ac:graphicFrameMkLst>
        </pc:graphicFrameChg>
        <pc:graphicFrameChg chg="del">
          <ac:chgData name="國峰 黃" userId="07d7d89e1f669cb9" providerId="LiveId" clId="{B72CCB76-3BE9-48B1-8DF6-A8B37564D1D7}" dt="2019-02-12T08:23:54.793" v="1162" actId="478"/>
          <ac:graphicFrameMkLst>
            <pc:docMk/>
            <pc:sldMk cId="1533348432" sldId="374"/>
            <ac:graphicFrameMk id="7" creationId="{DC431EAD-5384-49DD-AA09-D6A86EE06B5B}"/>
          </ac:graphicFrameMkLst>
        </pc:graphicFrameChg>
      </pc:sldChg>
      <pc:sldChg chg="modSp add">
        <pc:chgData name="國峰 黃" userId="07d7d89e1f669cb9" providerId="LiveId" clId="{B72CCB76-3BE9-48B1-8DF6-A8B37564D1D7}" dt="2019-02-12T09:52:34.823" v="2318" actId="207"/>
        <pc:sldMkLst>
          <pc:docMk/>
          <pc:sldMk cId="352157296" sldId="375"/>
        </pc:sldMkLst>
        <pc:spChg chg="mod">
          <ac:chgData name="國峰 黃" userId="07d7d89e1f669cb9" providerId="LiveId" clId="{B72CCB76-3BE9-48B1-8DF6-A8B37564D1D7}" dt="2019-02-12T09:38:53.189" v="2263" actId="2711"/>
          <ac:spMkLst>
            <pc:docMk/>
            <pc:sldMk cId="352157296" sldId="375"/>
            <ac:spMk id="2" creationId="{E7747DF4-4375-4FEA-AD33-D3E0A18DB5F5}"/>
          </ac:spMkLst>
        </pc:spChg>
        <pc:spChg chg="mod">
          <ac:chgData name="國峰 黃" userId="07d7d89e1f669cb9" providerId="LiveId" clId="{B72CCB76-3BE9-48B1-8DF6-A8B37564D1D7}" dt="2019-02-12T09:52:34.823" v="2318" actId="207"/>
          <ac:spMkLst>
            <pc:docMk/>
            <pc:sldMk cId="352157296" sldId="375"/>
            <ac:spMk id="4" creationId="{78464550-4964-4B9E-9247-548825468060}"/>
          </ac:spMkLst>
        </pc:spChg>
        <pc:graphicFrameChg chg="modGraphic">
          <ac:chgData name="國峰 黃" userId="07d7d89e1f669cb9" providerId="LiveId" clId="{B72CCB76-3BE9-48B1-8DF6-A8B37564D1D7}" dt="2019-02-12T08:54:25.712" v="1636" actId="20577"/>
          <ac:graphicFrameMkLst>
            <pc:docMk/>
            <pc:sldMk cId="352157296" sldId="375"/>
            <ac:graphicFrameMk id="3" creationId="{CF2BDE9C-3C59-4215-B8E2-1B6321D371FE}"/>
          </ac:graphicFrameMkLst>
        </pc:graphicFrameChg>
      </pc:sldChg>
      <pc:sldChg chg="modSp add del">
        <pc:chgData name="國峰 黃" userId="07d7d89e1f669cb9" providerId="LiveId" clId="{B72CCB76-3BE9-48B1-8DF6-A8B37564D1D7}" dt="2019-02-12T08:42:55.108" v="1496" actId="2696"/>
        <pc:sldMkLst>
          <pc:docMk/>
          <pc:sldMk cId="2779525295" sldId="375"/>
        </pc:sldMkLst>
        <pc:spChg chg="mod">
          <ac:chgData name="國峰 黃" userId="07d7d89e1f669cb9" providerId="LiveId" clId="{B72CCB76-3BE9-48B1-8DF6-A8B37564D1D7}" dt="2019-02-12T08:39:49.810" v="1446" actId="20577"/>
          <ac:spMkLst>
            <pc:docMk/>
            <pc:sldMk cId="2779525295" sldId="375"/>
            <ac:spMk id="4" creationId="{78464550-4964-4B9E-9247-548825468060}"/>
          </ac:spMkLst>
        </pc:spChg>
      </pc:sldChg>
      <pc:sldChg chg="modSp add">
        <pc:chgData name="國峰 黃" userId="07d7d89e1f669cb9" providerId="LiveId" clId="{B72CCB76-3BE9-48B1-8DF6-A8B37564D1D7}" dt="2019-02-12T09:52:38.288" v="2319" actId="207"/>
        <pc:sldMkLst>
          <pc:docMk/>
          <pc:sldMk cId="1491825176" sldId="376"/>
        </pc:sldMkLst>
        <pc:spChg chg="mod">
          <ac:chgData name="國峰 黃" userId="07d7d89e1f669cb9" providerId="LiveId" clId="{B72CCB76-3BE9-48B1-8DF6-A8B37564D1D7}" dt="2019-02-12T09:38:57.859" v="2264" actId="2711"/>
          <ac:spMkLst>
            <pc:docMk/>
            <pc:sldMk cId="1491825176" sldId="376"/>
            <ac:spMk id="2" creationId="{E7747DF4-4375-4FEA-AD33-D3E0A18DB5F5}"/>
          </ac:spMkLst>
        </pc:spChg>
        <pc:spChg chg="mod">
          <ac:chgData name="國峰 黃" userId="07d7d89e1f669cb9" providerId="LiveId" clId="{B72CCB76-3BE9-48B1-8DF6-A8B37564D1D7}" dt="2019-02-12T09:52:38.288" v="2319" actId="207"/>
          <ac:spMkLst>
            <pc:docMk/>
            <pc:sldMk cId="1491825176" sldId="376"/>
            <ac:spMk id="4" creationId="{78464550-4964-4B9E-9247-548825468060}"/>
          </ac:spMkLst>
        </pc:spChg>
        <pc:graphicFrameChg chg="mod">
          <ac:chgData name="國峰 黃" userId="07d7d89e1f669cb9" providerId="LiveId" clId="{B72CCB76-3BE9-48B1-8DF6-A8B37564D1D7}" dt="2019-02-12T08:55:34.303" v="1640"/>
          <ac:graphicFrameMkLst>
            <pc:docMk/>
            <pc:sldMk cId="1491825176" sldId="376"/>
            <ac:graphicFrameMk id="3" creationId="{CF2BDE9C-3C59-4215-B8E2-1B6321D371FE}"/>
          </ac:graphicFrameMkLst>
        </pc:graphicFrameChg>
      </pc:sldChg>
      <pc:sldChg chg="modSp add">
        <pc:chgData name="國峰 黃" userId="07d7d89e1f669cb9" providerId="LiveId" clId="{B72CCB76-3BE9-48B1-8DF6-A8B37564D1D7}" dt="2019-02-12T09:52:42.783" v="2320" actId="207"/>
        <pc:sldMkLst>
          <pc:docMk/>
          <pc:sldMk cId="1660902529" sldId="377"/>
        </pc:sldMkLst>
        <pc:spChg chg="mod">
          <ac:chgData name="國峰 黃" userId="07d7d89e1f669cb9" providerId="LiveId" clId="{B72CCB76-3BE9-48B1-8DF6-A8B37564D1D7}" dt="2019-02-12T09:39:11.865" v="2265" actId="2711"/>
          <ac:spMkLst>
            <pc:docMk/>
            <pc:sldMk cId="1660902529" sldId="377"/>
            <ac:spMk id="2" creationId="{E7747DF4-4375-4FEA-AD33-D3E0A18DB5F5}"/>
          </ac:spMkLst>
        </pc:spChg>
        <pc:spChg chg="mod">
          <ac:chgData name="國峰 黃" userId="07d7d89e1f669cb9" providerId="LiveId" clId="{B72CCB76-3BE9-48B1-8DF6-A8B37564D1D7}" dt="2019-02-12T09:52:42.783" v="2320" actId="207"/>
          <ac:spMkLst>
            <pc:docMk/>
            <pc:sldMk cId="1660902529" sldId="377"/>
            <ac:spMk id="4" creationId="{78464550-4964-4B9E-9247-548825468060}"/>
          </ac:spMkLst>
        </pc:spChg>
        <pc:graphicFrameChg chg="mod">
          <ac:chgData name="國峰 黃" userId="07d7d89e1f669cb9" providerId="LiveId" clId="{B72CCB76-3BE9-48B1-8DF6-A8B37564D1D7}" dt="2019-02-12T08:56:05.356" v="1642"/>
          <ac:graphicFrameMkLst>
            <pc:docMk/>
            <pc:sldMk cId="1660902529" sldId="377"/>
            <ac:graphicFrameMk id="3" creationId="{CF2BDE9C-3C59-4215-B8E2-1B6321D371FE}"/>
          </ac:graphicFrameMkLst>
        </pc:graphicFrameChg>
      </pc:sldChg>
      <pc:sldChg chg="modSp add">
        <pc:chgData name="國峰 黃" userId="07d7d89e1f669cb9" providerId="LiveId" clId="{B72CCB76-3BE9-48B1-8DF6-A8B37564D1D7}" dt="2019-02-12T09:52:47.092" v="2321" actId="207"/>
        <pc:sldMkLst>
          <pc:docMk/>
          <pc:sldMk cId="251166123" sldId="378"/>
        </pc:sldMkLst>
        <pc:spChg chg="mod">
          <ac:chgData name="國峰 黃" userId="07d7d89e1f669cb9" providerId="LiveId" clId="{B72CCB76-3BE9-48B1-8DF6-A8B37564D1D7}" dt="2019-02-12T09:39:16.604" v="2266" actId="2711"/>
          <ac:spMkLst>
            <pc:docMk/>
            <pc:sldMk cId="251166123" sldId="378"/>
            <ac:spMk id="2" creationId="{E7747DF4-4375-4FEA-AD33-D3E0A18DB5F5}"/>
          </ac:spMkLst>
        </pc:spChg>
        <pc:spChg chg="mod">
          <ac:chgData name="國峰 黃" userId="07d7d89e1f669cb9" providerId="LiveId" clId="{B72CCB76-3BE9-48B1-8DF6-A8B37564D1D7}" dt="2019-02-12T09:52:47.092" v="2321" actId="207"/>
          <ac:spMkLst>
            <pc:docMk/>
            <pc:sldMk cId="251166123" sldId="378"/>
            <ac:spMk id="4" creationId="{78464550-4964-4B9E-9247-548825468060}"/>
          </ac:spMkLst>
        </pc:spChg>
        <pc:graphicFrameChg chg="modGraphic">
          <ac:chgData name="國峰 黃" userId="07d7d89e1f669cb9" providerId="LiveId" clId="{B72CCB76-3BE9-48B1-8DF6-A8B37564D1D7}" dt="2019-02-12T08:56:12.450" v="1644" actId="20577"/>
          <ac:graphicFrameMkLst>
            <pc:docMk/>
            <pc:sldMk cId="251166123" sldId="378"/>
            <ac:graphicFrameMk id="3" creationId="{CF2BDE9C-3C59-4215-B8E2-1B6321D371FE}"/>
          </ac:graphicFrameMkLst>
        </pc:graphicFrameChg>
      </pc:sldChg>
      <pc:sldChg chg="modSp add">
        <pc:chgData name="國峰 黃" userId="07d7d89e1f669cb9" providerId="LiveId" clId="{B72CCB76-3BE9-48B1-8DF6-A8B37564D1D7}" dt="2019-02-12T09:52:59.218" v="2322" actId="207"/>
        <pc:sldMkLst>
          <pc:docMk/>
          <pc:sldMk cId="1952142182" sldId="379"/>
        </pc:sldMkLst>
        <pc:spChg chg="mod">
          <ac:chgData name="國峰 黃" userId="07d7d89e1f669cb9" providerId="LiveId" clId="{B72CCB76-3BE9-48B1-8DF6-A8B37564D1D7}" dt="2019-02-12T09:39:21.151" v="2267" actId="2711"/>
          <ac:spMkLst>
            <pc:docMk/>
            <pc:sldMk cId="1952142182" sldId="379"/>
            <ac:spMk id="2" creationId="{E7747DF4-4375-4FEA-AD33-D3E0A18DB5F5}"/>
          </ac:spMkLst>
        </pc:spChg>
        <pc:spChg chg="mod">
          <ac:chgData name="國峰 黃" userId="07d7d89e1f669cb9" providerId="LiveId" clId="{B72CCB76-3BE9-48B1-8DF6-A8B37564D1D7}" dt="2019-02-12T09:52:59.218" v="2322" actId="207"/>
          <ac:spMkLst>
            <pc:docMk/>
            <pc:sldMk cId="1952142182" sldId="379"/>
            <ac:spMk id="4" creationId="{78464550-4964-4B9E-9247-548825468060}"/>
          </ac:spMkLst>
        </pc:spChg>
        <pc:graphicFrameChg chg="mod">
          <ac:chgData name="國峰 黃" userId="07d7d89e1f669cb9" providerId="LiveId" clId="{B72CCB76-3BE9-48B1-8DF6-A8B37564D1D7}" dt="2019-02-12T08:57:41.708" v="1654"/>
          <ac:graphicFrameMkLst>
            <pc:docMk/>
            <pc:sldMk cId="1952142182" sldId="379"/>
            <ac:graphicFrameMk id="3" creationId="{CF2BDE9C-3C59-4215-B8E2-1B6321D371FE}"/>
          </ac:graphicFrameMkLst>
        </pc:graphicFrameChg>
      </pc:sldChg>
      <pc:sldChg chg="modSp add">
        <pc:chgData name="國峰 黃" userId="07d7d89e1f669cb9" providerId="LiveId" clId="{B72CCB76-3BE9-48B1-8DF6-A8B37564D1D7}" dt="2019-02-12T09:53:07.114" v="2323" actId="207"/>
        <pc:sldMkLst>
          <pc:docMk/>
          <pc:sldMk cId="1089337436" sldId="380"/>
        </pc:sldMkLst>
        <pc:spChg chg="mod">
          <ac:chgData name="國峰 黃" userId="07d7d89e1f669cb9" providerId="LiveId" clId="{B72CCB76-3BE9-48B1-8DF6-A8B37564D1D7}" dt="2019-02-12T09:39:25.518" v="2268" actId="2711"/>
          <ac:spMkLst>
            <pc:docMk/>
            <pc:sldMk cId="1089337436" sldId="380"/>
            <ac:spMk id="2" creationId="{E7747DF4-4375-4FEA-AD33-D3E0A18DB5F5}"/>
          </ac:spMkLst>
        </pc:spChg>
        <pc:spChg chg="mod">
          <ac:chgData name="國峰 黃" userId="07d7d89e1f669cb9" providerId="LiveId" clId="{B72CCB76-3BE9-48B1-8DF6-A8B37564D1D7}" dt="2019-02-12T09:53:07.114" v="2323" actId="207"/>
          <ac:spMkLst>
            <pc:docMk/>
            <pc:sldMk cId="1089337436" sldId="380"/>
            <ac:spMk id="4" creationId="{78464550-4964-4B9E-9247-548825468060}"/>
          </ac:spMkLst>
        </pc:spChg>
        <pc:graphicFrameChg chg="modGraphic">
          <ac:chgData name="國峰 黃" userId="07d7d89e1f669cb9" providerId="LiveId" clId="{B72CCB76-3BE9-48B1-8DF6-A8B37564D1D7}" dt="2019-02-12T08:58:59.375" v="1673" actId="20577"/>
          <ac:graphicFrameMkLst>
            <pc:docMk/>
            <pc:sldMk cId="1089337436" sldId="380"/>
            <ac:graphicFrameMk id="3" creationId="{CF2BDE9C-3C59-4215-B8E2-1B6321D371FE}"/>
          </ac:graphicFrameMkLst>
        </pc:graphicFrameChg>
      </pc:sldChg>
      <pc:sldChg chg="modSp add">
        <pc:chgData name="國峰 黃" userId="07d7d89e1f669cb9" providerId="LiveId" clId="{B72CCB76-3BE9-48B1-8DF6-A8B37564D1D7}" dt="2019-02-12T10:13:17.397" v="2402" actId="20577"/>
        <pc:sldMkLst>
          <pc:docMk/>
          <pc:sldMk cId="478233365" sldId="381"/>
        </pc:sldMkLst>
        <pc:spChg chg="mod">
          <ac:chgData name="國峰 黃" userId="07d7d89e1f669cb9" providerId="LiveId" clId="{B72CCB76-3BE9-48B1-8DF6-A8B37564D1D7}" dt="2019-02-12T09:39:32.006" v="2269" actId="2711"/>
          <ac:spMkLst>
            <pc:docMk/>
            <pc:sldMk cId="478233365" sldId="381"/>
            <ac:spMk id="2" creationId="{E7747DF4-4375-4FEA-AD33-D3E0A18DB5F5}"/>
          </ac:spMkLst>
        </pc:spChg>
        <pc:spChg chg="mod">
          <ac:chgData name="國峰 黃" userId="07d7d89e1f669cb9" providerId="LiveId" clId="{B72CCB76-3BE9-48B1-8DF6-A8B37564D1D7}" dt="2019-02-12T10:13:17.397" v="2402" actId="20577"/>
          <ac:spMkLst>
            <pc:docMk/>
            <pc:sldMk cId="478233365" sldId="381"/>
            <ac:spMk id="4" creationId="{78464550-4964-4B9E-9247-548825468060}"/>
          </ac:spMkLst>
        </pc:spChg>
        <pc:graphicFrameChg chg="mod modGraphic">
          <ac:chgData name="國峰 黃" userId="07d7d89e1f669cb9" providerId="LiveId" clId="{B72CCB76-3BE9-48B1-8DF6-A8B37564D1D7}" dt="2019-02-12T09:15:42" v="2085" actId="207"/>
          <ac:graphicFrameMkLst>
            <pc:docMk/>
            <pc:sldMk cId="478233365" sldId="381"/>
            <ac:graphicFrameMk id="3" creationId="{CF2BDE9C-3C59-4215-B8E2-1B6321D371FE}"/>
          </ac:graphicFrameMkLst>
        </pc:graphicFrameChg>
      </pc:sldChg>
      <pc:sldChg chg="modSp add">
        <pc:chgData name="國峰 黃" userId="07d7d89e1f669cb9" providerId="LiveId" clId="{B72CCB76-3BE9-48B1-8DF6-A8B37564D1D7}" dt="2019-02-12T10:13:25.601" v="2405" actId="20577"/>
        <pc:sldMkLst>
          <pc:docMk/>
          <pc:sldMk cId="2433839314" sldId="382"/>
        </pc:sldMkLst>
        <pc:spChg chg="mod">
          <ac:chgData name="國峰 黃" userId="07d7d89e1f669cb9" providerId="LiveId" clId="{B72CCB76-3BE9-48B1-8DF6-A8B37564D1D7}" dt="2019-02-12T09:39:36.735" v="2270" actId="2711"/>
          <ac:spMkLst>
            <pc:docMk/>
            <pc:sldMk cId="2433839314" sldId="382"/>
            <ac:spMk id="2" creationId="{E7747DF4-4375-4FEA-AD33-D3E0A18DB5F5}"/>
          </ac:spMkLst>
        </pc:spChg>
        <pc:spChg chg="mod">
          <ac:chgData name="國峰 黃" userId="07d7d89e1f669cb9" providerId="LiveId" clId="{B72CCB76-3BE9-48B1-8DF6-A8B37564D1D7}" dt="2019-02-12T10:13:25.601" v="2405" actId="20577"/>
          <ac:spMkLst>
            <pc:docMk/>
            <pc:sldMk cId="2433839314" sldId="382"/>
            <ac:spMk id="4" creationId="{78464550-4964-4B9E-9247-548825468060}"/>
          </ac:spMkLst>
        </pc:spChg>
        <pc:graphicFrameChg chg="modGraphic">
          <ac:chgData name="國峰 黃" userId="07d7d89e1f669cb9" providerId="LiveId" clId="{B72CCB76-3BE9-48B1-8DF6-A8B37564D1D7}" dt="2019-02-12T09:15:52.693" v="2088" actId="207"/>
          <ac:graphicFrameMkLst>
            <pc:docMk/>
            <pc:sldMk cId="2433839314" sldId="382"/>
            <ac:graphicFrameMk id="3" creationId="{CF2BDE9C-3C59-4215-B8E2-1B6321D371FE}"/>
          </ac:graphicFrameMkLst>
        </pc:graphicFrameChg>
      </pc:sldChg>
      <pc:sldChg chg="modSp add">
        <pc:chgData name="國峰 黃" userId="07d7d89e1f669cb9" providerId="LiveId" clId="{B72CCB76-3BE9-48B1-8DF6-A8B37564D1D7}" dt="2019-02-12T10:13:29.570" v="2407" actId="20577"/>
        <pc:sldMkLst>
          <pc:docMk/>
          <pc:sldMk cId="1793089013" sldId="383"/>
        </pc:sldMkLst>
        <pc:spChg chg="mod">
          <ac:chgData name="國峰 黃" userId="07d7d89e1f669cb9" providerId="LiveId" clId="{B72CCB76-3BE9-48B1-8DF6-A8B37564D1D7}" dt="2019-02-12T09:39:41.126" v="2271" actId="2711"/>
          <ac:spMkLst>
            <pc:docMk/>
            <pc:sldMk cId="1793089013" sldId="383"/>
            <ac:spMk id="2" creationId="{E7747DF4-4375-4FEA-AD33-D3E0A18DB5F5}"/>
          </ac:spMkLst>
        </pc:spChg>
        <pc:spChg chg="mod">
          <ac:chgData name="國峰 黃" userId="07d7d89e1f669cb9" providerId="LiveId" clId="{B72CCB76-3BE9-48B1-8DF6-A8B37564D1D7}" dt="2019-02-12T10:13:29.570" v="2407" actId="20577"/>
          <ac:spMkLst>
            <pc:docMk/>
            <pc:sldMk cId="1793089013" sldId="383"/>
            <ac:spMk id="4" creationId="{78464550-4964-4B9E-9247-548825468060}"/>
          </ac:spMkLst>
        </pc:spChg>
        <pc:graphicFrameChg chg="modGraphic">
          <ac:chgData name="國峰 黃" userId="07d7d89e1f669cb9" providerId="LiveId" clId="{B72CCB76-3BE9-48B1-8DF6-A8B37564D1D7}" dt="2019-02-12T09:19:26.206" v="2172" actId="207"/>
          <ac:graphicFrameMkLst>
            <pc:docMk/>
            <pc:sldMk cId="1793089013" sldId="383"/>
            <ac:graphicFrameMk id="3" creationId="{CF2BDE9C-3C59-4215-B8E2-1B6321D371FE}"/>
          </ac:graphicFrameMkLst>
        </pc:graphicFrameChg>
      </pc:sldChg>
      <pc:sldChg chg="modSp add">
        <pc:chgData name="國峰 黃" userId="07d7d89e1f669cb9" providerId="LiveId" clId="{B72CCB76-3BE9-48B1-8DF6-A8B37564D1D7}" dt="2019-02-12T10:13:37.261" v="2413" actId="20577"/>
        <pc:sldMkLst>
          <pc:docMk/>
          <pc:sldMk cId="1041152552" sldId="384"/>
        </pc:sldMkLst>
        <pc:spChg chg="mod">
          <ac:chgData name="國峰 黃" userId="07d7d89e1f669cb9" providerId="LiveId" clId="{B72CCB76-3BE9-48B1-8DF6-A8B37564D1D7}" dt="2019-02-12T09:39:44.504" v="2272" actId="2711"/>
          <ac:spMkLst>
            <pc:docMk/>
            <pc:sldMk cId="1041152552" sldId="384"/>
            <ac:spMk id="2" creationId="{E7747DF4-4375-4FEA-AD33-D3E0A18DB5F5}"/>
          </ac:spMkLst>
        </pc:spChg>
        <pc:spChg chg="mod">
          <ac:chgData name="國峰 黃" userId="07d7d89e1f669cb9" providerId="LiveId" clId="{B72CCB76-3BE9-48B1-8DF6-A8B37564D1D7}" dt="2019-02-12T10:13:37.261" v="2413" actId="20577"/>
          <ac:spMkLst>
            <pc:docMk/>
            <pc:sldMk cId="1041152552" sldId="384"/>
            <ac:spMk id="4" creationId="{78464550-4964-4B9E-9247-548825468060}"/>
          </ac:spMkLst>
        </pc:spChg>
        <pc:graphicFrameChg chg="modGraphic">
          <ac:chgData name="國峰 黃" userId="07d7d89e1f669cb9" providerId="LiveId" clId="{B72CCB76-3BE9-48B1-8DF6-A8B37564D1D7}" dt="2019-02-12T09:21:58.862" v="2222" actId="207"/>
          <ac:graphicFrameMkLst>
            <pc:docMk/>
            <pc:sldMk cId="1041152552" sldId="384"/>
            <ac:graphicFrameMk id="3" creationId="{CF2BDE9C-3C59-4215-B8E2-1B6321D371FE}"/>
          </ac:graphicFrameMkLst>
        </pc:graphicFrameChg>
      </pc:sldChg>
    </pc:docChg>
  </pc:docChgLst>
  <pc:docChgLst>
    <pc:chgData userId="07d7d89e1f669cb9" providerId="LiveId" clId="{A25C8640-2F66-41E6-A9F0-00AB598344A4}"/>
  </pc:docChgLst>
  <pc:docChgLst>
    <pc:chgData name="國峰 黃" userId="07d7d89e1f669cb9" providerId="LiveId" clId="{2317824F-B36D-4B63-B144-CA71A6898041}"/>
  </pc:docChgLst>
  <pc:docChgLst>
    <pc:chgData name="國峰 黃" userId="07d7d89e1f669cb9" providerId="LiveId" clId="{63381159-AF27-4007-98E4-C86A851EF65F}"/>
  </pc:docChgLst>
  <pc:docChgLst>
    <pc:chgData name="國峰 黃" userId="07d7d89e1f669cb9" providerId="LiveId" clId="{E05DDE08-E761-4D81-98F0-68B3E676808A}"/>
    <pc:docChg chg="undo custSel addSld delSld modSld modSection">
      <pc:chgData name="國峰 黃" userId="07d7d89e1f669cb9" providerId="LiveId" clId="{E05DDE08-E761-4D81-98F0-68B3E676808A}" dt="2019-01-08T10:32:59.199" v="276" actId="1076"/>
      <pc:docMkLst>
        <pc:docMk/>
      </pc:docMkLst>
      <pc:sldChg chg="modSp">
        <pc:chgData name="國峰 黃" userId="07d7d89e1f669cb9" providerId="LiveId" clId="{E05DDE08-E761-4D81-98F0-68B3E676808A}" dt="2019-01-08T09:49:44.940" v="55"/>
        <pc:sldMkLst>
          <pc:docMk/>
          <pc:sldMk cId="3676774769" sldId="256"/>
        </pc:sldMkLst>
        <pc:spChg chg="mod">
          <ac:chgData name="國峰 黃" userId="07d7d89e1f669cb9" providerId="LiveId" clId="{E05DDE08-E761-4D81-98F0-68B3E676808A}" dt="2019-01-08T09:49:44.940" v="55"/>
          <ac:spMkLst>
            <pc:docMk/>
            <pc:sldMk cId="3676774769" sldId="256"/>
            <ac:spMk id="2" creationId="{55822F15-00D1-4FDE-A019-FC933C4E2549}"/>
          </ac:spMkLst>
        </pc:spChg>
        <pc:spChg chg="mod">
          <ac:chgData name="國峰 黃" userId="07d7d89e1f669cb9" providerId="LiveId" clId="{E05DDE08-E761-4D81-98F0-68B3E676808A}" dt="2019-01-08T09:49:19.459" v="42" actId="108"/>
          <ac:spMkLst>
            <pc:docMk/>
            <pc:sldMk cId="3676774769" sldId="256"/>
            <ac:spMk id="3" creationId="{7ABD29E4-B887-45D9-9793-DA3B272D07C3}"/>
          </ac:spMkLst>
        </pc:spChg>
        <pc:spChg chg="mod">
          <ac:chgData name="國峰 黃" userId="07d7d89e1f669cb9" providerId="LiveId" clId="{E05DDE08-E761-4D81-98F0-68B3E676808A}" dt="2019-01-08T09:49:25.521" v="54" actId="20577"/>
          <ac:spMkLst>
            <pc:docMk/>
            <pc:sldMk cId="3676774769" sldId="256"/>
            <ac:spMk id="4" creationId="{DBCD3618-401B-49E4-9C85-373848D9AA50}"/>
          </ac:spMkLst>
        </pc:spChg>
      </pc:sldChg>
      <pc:sldChg chg="modSp">
        <pc:chgData name="國峰 黃" userId="07d7d89e1f669cb9" providerId="LiveId" clId="{E05DDE08-E761-4D81-98F0-68B3E676808A}" dt="2019-01-08T10:31:22.746" v="273" actId="20577"/>
        <pc:sldMkLst>
          <pc:docMk/>
          <pc:sldMk cId="2726883200" sldId="276"/>
        </pc:sldMkLst>
        <pc:spChg chg="mod">
          <ac:chgData name="國峰 黃" userId="07d7d89e1f669cb9" providerId="LiveId" clId="{E05DDE08-E761-4D81-98F0-68B3E676808A}" dt="2019-01-08T10:31:22.746" v="273" actId="20577"/>
          <ac:spMkLst>
            <pc:docMk/>
            <pc:sldMk cId="2726883200" sldId="276"/>
            <ac:spMk id="2" creationId="{A81FADCC-098F-42B3-A516-7A8E8C1A4646}"/>
          </ac:spMkLst>
        </pc:spChg>
        <pc:spChg chg="mod">
          <ac:chgData name="國峰 黃" userId="07d7d89e1f669cb9" providerId="LiveId" clId="{E05DDE08-E761-4D81-98F0-68B3E676808A}" dt="2019-01-08T09:51:42.914" v="64" actId="20577"/>
          <ac:spMkLst>
            <pc:docMk/>
            <pc:sldMk cId="2726883200" sldId="276"/>
            <ac:spMk id="3" creationId="{7DB8E5E2-9D37-4095-8A46-00A68D1D282E}"/>
          </ac:spMkLst>
        </pc:spChg>
      </pc:sldChg>
      <pc:sldChg chg="addSp delSp modSp">
        <pc:chgData name="國峰 黃" userId="07d7d89e1f669cb9" providerId="LiveId" clId="{E05DDE08-E761-4D81-98F0-68B3E676808A}" dt="2019-01-08T09:53:57.320" v="108" actId="20577"/>
        <pc:sldMkLst>
          <pc:docMk/>
          <pc:sldMk cId="2693855290" sldId="306"/>
        </pc:sldMkLst>
        <pc:spChg chg="add mod">
          <ac:chgData name="國峰 黃" userId="07d7d89e1f669cb9" providerId="LiveId" clId="{E05DDE08-E761-4D81-98F0-68B3E676808A}" dt="2019-01-08T09:53:07.220" v="82"/>
          <ac:spMkLst>
            <pc:docMk/>
            <pc:sldMk cId="2693855290" sldId="306"/>
            <ac:spMk id="3" creationId="{8F4DC4F3-9F84-484E-B4AD-DB1D749D7E05}"/>
          </ac:spMkLst>
        </pc:spChg>
        <pc:spChg chg="add mod">
          <ac:chgData name="國峰 黃" userId="07d7d89e1f669cb9" providerId="LiveId" clId="{E05DDE08-E761-4D81-98F0-68B3E676808A}" dt="2019-01-08T09:53:37.549" v="98" actId="20577"/>
          <ac:spMkLst>
            <pc:docMk/>
            <pc:sldMk cId="2693855290" sldId="306"/>
            <ac:spMk id="6" creationId="{908E8804-D164-432A-8CAB-7AA26B9551FB}"/>
          </ac:spMkLst>
        </pc:spChg>
        <pc:spChg chg="add mod">
          <ac:chgData name="國峰 黃" userId="07d7d89e1f669cb9" providerId="LiveId" clId="{E05DDE08-E761-4D81-98F0-68B3E676808A}" dt="2019-01-08T09:53:39.990" v="99" actId="20577"/>
          <ac:spMkLst>
            <pc:docMk/>
            <pc:sldMk cId="2693855290" sldId="306"/>
            <ac:spMk id="7" creationId="{E8C5BBC3-D7C0-4239-AC1F-C2F0F7990D39}"/>
          </ac:spMkLst>
        </pc:spChg>
        <pc:spChg chg="add del mod">
          <ac:chgData name="國峰 黃" userId="07d7d89e1f669cb9" providerId="LiveId" clId="{E05DDE08-E761-4D81-98F0-68B3E676808A}" dt="2019-01-08T09:53:45.990" v="103" actId="20577"/>
          <ac:spMkLst>
            <pc:docMk/>
            <pc:sldMk cId="2693855290" sldId="306"/>
            <ac:spMk id="8" creationId="{3A71E5ED-E6CB-41ED-8F8D-1378F504B18B}"/>
          </ac:spMkLst>
        </pc:spChg>
        <pc:spChg chg="add mod">
          <ac:chgData name="國峰 黃" userId="07d7d89e1f669cb9" providerId="LiveId" clId="{E05DDE08-E761-4D81-98F0-68B3E676808A}" dt="2019-01-08T09:53:22.779" v="90" actId="1076"/>
          <ac:spMkLst>
            <pc:docMk/>
            <pc:sldMk cId="2693855290" sldId="306"/>
            <ac:spMk id="9" creationId="{732D65CE-CE4C-4D81-AEE2-E478C61E5FA1}"/>
          </ac:spMkLst>
        </pc:spChg>
        <pc:spChg chg="add mod">
          <ac:chgData name="國峰 黃" userId="07d7d89e1f669cb9" providerId="LiveId" clId="{E05DDE08-E761-4D81-98F0-68B3E676808A}" dt="2019-01-08T09:53:50.279" v="105" actId="20577"/>
          <ac:spMkLst>
            <pc:docMk/>
            <pc:sldMk cId="2693855290" sldId="306"/>
            <ac:spMk id="10" creationId="{47FF09B2-2931-4F60-99D9-904B63311956}"/>
          </ac:spMkLst>
        </pc:spChg>
        <pc:spChg chg="add mod">
          <ac:chgData name="國峰 黃" userId="07d7d89e1f669cb9" providerId="LiveId" clId="{E05DDE08-E761-4D81-98F0-68B3E676808A}" dt="2019-01-08T09:53:52.979" v="106" actId="20577"/>
          <ac:spMkLst>
            <pc:docMk/>
            <pc:sldMk cId="2693855290" sldId="306"/>
            <ac:spMk id="11" creationId="{DEA2BD9A-D5B1-4585-AA27-2C009D48C135}"/>
          </ac:spMkLst>
        </pc:spChg>
        <pc:spChg chg="add mod">
          <ac:chgData name="國峰 黃" userId="07d7d89e1f669cb9" providerId="LiveId" clId="{E05DDE08-E761-4D81-98F0-68B3E676808A}" dt="2019-01-08T09:53:57.320" v="108" actId="20577"/>
          <ac:spMkLst>
            <pc:docMk/>
            <pc:sldMk cId="2693855290" sldId="306"/>
            <ac:spMk id="12" creationId="{DF5A26AF-EA3B-41AB-819A-BC20D2FCB8F3}"/>
          </ac:spMkLst>
        </pc:spChg>
      </pc:sldChg>
      <pc:sldChg chg="modSp">
        <pc:chgData name="國峰 黃" userId="07d7d89e1f669cb9" providerId="LiveId" clId="{E05DDE08-E761-4D81-98F0-68B3E676808A}" dt="2019-01-08T09:54:26.620" v="109" actId="14100"/>
        <pc:sldMkLst>
          <pc:docMk/>
          <pc:sldMk cId="2294589171" sldId="343"/>
        </pc:sldMkLst>
        <pc:picChg chg="mod">
          <ac:chgData name="國峰 黃" userId="07d7d89e1f669cb9" providerId="LiveId" clId="{E05DDE08-E761-4D81-98F0-68B3E676808A}" dt="2019-01-08T09:54:26.620" v="109" actId="14100"/>
          <ac:picMkLst>
            <pc:docMk/>
            <pc:sldMk cId="2294589171" sldId="343"/>
            <ac:picMk id="5" creationId="{6F19EF68-75FC-424A-8C36-A10BB19F955C}"/>
          </ac:picMkLst>
        </pc:picChg>
      </pc:sldChg>
    </pc:docChg>
  </pc:docChgLst>
  <pc:docChgLst>
    <pc:chgData name="黃國峰" userId="07d7d89e1f669cb9" providerId="LiveId" clId="{9BB67EFE-CA73-4D31-92CA-DFD98D1BF03B}"/>
  </pc:docChgLst>
  <pc:docChgLst>
    <pc:chgData userId="07d7d89e1f669cb9" providerId="LiveId" clId="{30E17E0D-8901-4D2A-98BE-E37AEFA1001D}"/>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2019/2/12</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561048"/>
            <a:ext cx="9144000" cy="2387600"/>
          </a:xfrm>
        </p:spPr>
        <p:txBody>
          <a:bodyPr>
            <a:noAutofit/>
          </a:bodyPr>
          <a:lstStyle/>
          <a:p>
            <a:r>
              <a:rPr lang="en-US" altLang="zh-TW" sz="4400" dirty="0">
                <a:latin typeface="+mj-ea"/>
              </a:rPr>
              <a:t>A Simple Linear Space Algorithm for Computing Nonoverlapping Inversion and Transposition Distance in Quadratic Average Time</a:t>
            </a:r>
            <a:endParaRPr lang="zh-TW" altLang="en-US" sz="4400" dirty="0">
              <a:latin typeface="+mj-ea"/>
            </a:endParaRPr>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135802" y="3299357"/>
            <a:ext cx="9415603" cy="1989499"/>
          </a:xfrm>
        </p:spPr>
        <p:txBody>
          <a:bodyPr>
            <a:normAutofit/>
          </a:bodyPr>
          <a:lstStyle/>
          <a:p>
            <a:endParaRPr lang="en-US" altLang="zh-TW" dirty="0">
              <a:latin typeface="+mj-ea"/>
              <a:ea typeface="+mj-ea"/>
            </a:endParaRPr>
          </a:p>
          <a:p>
            <a:r>
              <a:rPr lang="de-DE" altLang="zh-TW" dirty="0">
                <a:latin typeface="+mj-ea"/>
                <a:ea typeface="+mj-ea"/>
              </a:rPr>
              <a:t>XIAODONG WANG and LEI WANG</a:t>
            </a:r>
          </a:p>
          <a:p>
            <a:r>
              <a:rPr lang="en-US" altLang="zh-TW" dirty="0">
                <a:latin typeface="+mj-ea"/>
                <a:ea typeface="+mj-ea"/>
              </a:rPr>
              <a:t>JOURNAL OF COMPUTATIONAL BIOLOGY Volume 25, </a:t>
            </a:r>
            <a:r>
              <a:rPr lang="en-US" altLang="zh-TW">
                <a:latin typeface="+mj-ea"/>
                <a:ea typeface="+mj-ea"/>
              </a:rPr>
              <a:t>Number </a:t>
            </a:r>
            <a:r>
              <a:rPr lang="en-US" altLang="zh-TW" smtClean="0">
                <a:latin typeface="+mj-ea"/>
                <a:ea typeface="+mj-ea"/>
              </a:rPr>
              <a:t>6, </a:t>
            </a:r>
            <a:endParaRPr lang="en-US" altLang="zh-TW" dirty="0">
              <a:latin typeface="+mj-ea"/>
              <a:ea typeface="+mj-ea"/>
            </a:endParaRPr>
          </a:p>
          <a:p>
            <a:r>
              <a:rPr lang="en-US" altLang="zh-TW" dirty="0">
                <a:latin typeface="+mj-ea"/>
                <a:ea typeface="+mj-ea"/>
              </a:rPr>
              <a:t>pp. 1-13, 2018</a:t>
            </a:r>
            <a:endParaRPr lang="zh-TW" altLang="en-US" dirty="0">
              <a:latin typeface="+mj-ea"/>
              <a:ea typeface="+mj-ea"/>
            </a:endParaRPr>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781803" y="5288856"/>
            <a:ext cx="2028119" cy="715581"/>
          </a:xfrm>
          <a:prstGeom prst="rect">
            <a:avLst/>
          </a:prstGeom>
          <a:noFill/>
        </p:spPr>
        <p:txBody>
          <a:bodyPr wrap="none" rtlCol="0">
            <a:spAutoFit/>
          </a:bodyPr>
          <a:lstStyle/>
          <a:p>
            <a:r>
              <a:rPr lang="en-US" altLang="zh-TW" sz="1350" dirty="0">
                <a:latin typeface="+mj-ea"/>
                <a:ea typeface="+mj-ea"/>
              </a:rPr>
              <a:t>Presenter: Guo-Fong Huang</a:t>
            </a:r>
          </a:p>
          <a:p>
            <a:r>
              <a:rPr lang="en-US" altLang="zh-TW" sz="1350" dirty="0">
                <a:latin typeface="+mj-ea"/>
                <a:ea typeface="+mj-ea"/>
              </a:rPr>
              <a:t>Date:</a:t>
            </a:r>
            <a:r>
              <a:rPr lang="zh-TW" altLang="en-US" sz="1350" dirty="0">
                <a:latin typeface="+mj-ea"/>
                <a:ea typeface="+mj-ea"/>
              </a:rPr>
              <a:t> </a:t>
            </a:r>
            <a:r>
              <a:rPr lang="en-US" altLang="zh-TW" sz="1350" dirty="0">
                <a:latin typeface="+mj-ea"/>
                <a:ea typeface="+mj-ea"/>
              </a:rPr>
              <a:t>2019/02/12</a:t>
            </a:r>
          </a:p>
          <a:p>
            <a:endParaRPr lang="en-US" altLang="zh-TW" sz="1350" dirty="0">
              <a:latin typeface="+mj-ea"/>
              <a:ea typeface="+mj-ea"/>
            </a:endParaRPr>
          </a:p>
        </p:txBody>
      </p:sp>
    </p:spTree>
    <p:extLst>
      <p:ext uri="{BB962C8B-B14F-4D97-AF65-F5344CB8AC3E}">
        <p14:creationId xmlns:p14="http://schemas.microsoft.com/office/powerpoint/2010/main" val="367677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latin typeface="+mj-ea"/>
              </a:rPr>
              <a:t>Abstract(1/2) </a:t>
            </a:r>
            <a:endParaRPr lang="zh-TW" altLang="en-US" dirty="0">
              <a:latin typeface="+mj-ea"/>
            </a:endParaRPr>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461394" y="1825625"/>
            <a:ext cx="8372213" cy="4351338"/>
          </a:xfrm>
        </p:spPr>
        <p:txBody>
          <a:bodyPr>
            <a:noAutofit/>
          </a:bodyPr>
          <a:lstStyle/>
          <a:p>
            <a:pPr marL="0" indent="0">
              <a:buNone/>
            </a:pPr>
            <a:r>
              <a:rPr lang="en-US" altLang="zh-TW" dirty="0">
                <a:latin typeface="+mj-ea"/>
                <a:ea typeface="+mj-ea"/>
              </a:rPr>
              <a:t>In the sequence alignment problem, it is important to compare DNA sequences to retrieve relevant information and align these sequences. An inversion and a translocation are important operations in comparing DNA sequences in </a:t>
            </a:r>
            <a:r>
              <a:rPr lang="en-US" altLang="zh-TW" dirty="0" err="1">
                <a:latin typeface="+mj-ea"/>
                <a:ea typeface="+mj-ea"/>
              </a:rPr>
              <a:t>biosequence</a:t>
            </a:r>
            <a:r>
              <a:rPr lang="en-US" altLang="zh-TW" dirty="0">
                <a:latin typeface="+mj-ea"/>
                <a:ea typeface="+mj-ea"/>
              </a:rPr>
              <a:t> analysis. The alignment problem with nonoverlapping inversions and translocations is to find an alignment with nonoverlapping inversions and translocations for the given two strings X and Y. This problem has interesting application for finding a common sequence from two mutated sequences. </a:t>
            </a:r>
          </a:p>
        </p:txBody>
      </p:sp>
    </p:spTree>
    <p:extLst>
      <p:ext uri="{BB962C8B-B14F-4D97-AF65-F5344CB8AC3E}">
        <p14:creationId xmlns:p14="http://schemas.microsoft.com/office/powerpoint/2010/main" val="272688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latin typeface="+mj-ea"/>
              </a:rPr>
              <a:t>Abstract(2/2) </a:t>
            </a:r>
            <a:endParaRPr lang="zh-TW" altLang="en-US" dirty="0">
              <a:latin typeface="+mj-ea"/>
            </a:endParaRPr>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628650" y="1825625"/>
            <a:ext cx="7886700" cy="4351338"/>
          </a:xfrm>
        </p:spPr>
        <p:txBody>
          <a:bodyPr>
            <a:noAutofit/>
          </a:bodyPr>
          <a:lstStyle/>
          <a:p>
            <a:pPr marL="0" indent="0">
              <a:buNone/>
            </a:pPr>
            <a:r>
              <a:rPr lang="en-US" altLang="zh-TW" dirty="0">
                <a:latin typeface="+mj-ea"/>
              </a:rPr>
              <a:t>A linear space and quadratic average time algorithm to compute the mutation distance between two strings of the same length under nonoverlapping inversions and transpositions is presented in this article. The recursive formula for this purpose is novel to the best of our knowledge. The space costs of the algorithms to solve the same problem are typically quadratic, and thus, our original algorithm is the first linear space algorithm to solve the mutation distance problem.</a:t>
            </a:r>
            <a:endParaRPr lang="en-US" altLang="zh-TW" dirty="0">
              <a:latin typeface="+mj-ea"/>
              <a:ea typeface="+mj-ea"/>
            </a:endParaRPr>
          </a:p>
        </p:txBody>
      </p:sp>
    </p:spTree>
    <p:extLst>
      <p:ext uri="{BB962C8B-B14F-4D97-AF65-F5344CB8AC3E}">
        <p14:creationId xmlns:p14="http://schemas.microsoft.com/office/powerpoint/2010/main" val="1301469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Preliminaries</a:t>
            </a:r>
          </a:p>
        </p:txBody>
      </p:sp>
      <mc:AlternateContent xmlns:mc="http://schemas.openxmlformats.org/markup-compatibility/2006" xmlns:a14="http://schemas.microsoft.com/office/drawing/2010/main">
        <mc:Choice Requires="a14">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p:txBody>
              <a:bodyPr>
                <a:normAutofit/>
              </a:bodyPr>
              <a:lstStyle/>
              <a:p>
                <a:pPr marL="0" indent="0">
                  <a:buNone/>
                </a:pPr>
                <a:r>
                  <a:rPr lang="en-US" altLang="zh-TW" sz="2400" dirty="0"/>
                  <a:t>X=AGCT	Y=CTTC	</a:t>
                </a:r>
                <a14:m>
                  <m:oMath xmlns:m="http://schemas.openxmlformats.org/officeDocument/2006/math">
                    <m:r>
                      <a:rPr lang="en-US" altLang="zh-TW" sz="2400" b="0" i="1" dirty="0" smtClean="0">
                        <a:latin typeface="Cambria Math" panose="02040503050406030204" pitchFamily="18" charset="0"/>
                      </a:rPr>
                      <m:t>𝐴</m:t>
                    </m:r>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𝐶</m:t>
                    </m:r>
                    <m:r>
                      <a:rPr lang="zh-TW" altLang="en-US" sz="2400" i="1">
                        <a:latin typeface="Cambria Math" panose="02040503050406030204" pitchFamily="18" charset="0"/>
                      </a:rPr>
                      <m:t>≡</m:t>
                    </m:r>
                    <m:r>
                      <a:rPr lang="en-US" altLang="zh-TW" sz="2400" b="0" i="1" smtClean="0">
                        <a:latin typeface="Cambria Math" panose="02040503050406030204" pitchFamily="18" charset="0"/>
                      </a:rPr>
                      <m:t>𝐺</m:t>
                    </m:r>
                  </m:oMath>
                </a14:m>
                <a:endParaRPr lang="en-US" altLang="zh-TW" sz="2400" dirty="0"/>
              </a:p>
              <a:p>
                <a:pPr marL="0" indent="0">
                  <a:buNone/>
                </a:pPr>
                <a:r>
                  <a:rPr lang="en-US" altLang="zh-TW" sz="2400" dirty="0"/>
                  <a:t>Inversion: </a:t>
                </a:r>
                <a:r>
                  <a:rPr lang="el-GR" altLang="zh-TW" sz="2400" dirty="0"/>
                  <a:t>θ</a:t>
                </a:r>
                <a:r>
                  <a:rPr lang="en-US" altLang="zh-TW" sz="2400" baseline="-25000" dirty="0"/>
                  <a:t>1,2</a:t>
                </a:r>
                <a:r>
                  <a:rPr lang="en-US" altLang="zh-TW" sz="2400" dirty="0"/>
                  <a:t>(X)=</a:t>
                </a:r>
                <a:r>
                  <a:rPr lang="el-GR" altLang="zh-TW" sz="2400" dirty="0"/>
                  <a:t> θ</a:t>
                </a:r>
                <a:r>
                  <a:rPr lang="en-US" altLang="zh-TW" sz="2400" dirty="0"/>
                  <a:t>(X[1,2])=</a:t>
                </a:r>
                <a:r>
                  <a:rPr lang="el-GR" altLang="zh-TW" sz="2400" dirty="0"/>
                  <a:t>θ</a:t>
                </a:r>
                <a:r>
                  <a:rPr lang="en-US" altLang="zh-TW" sz="2400" dirty="0"/>
                  <a:t>(AG)=</a:t>
                </a:r>
                <a:r>
                  <a:rPr lang="el-GR" altLang="zh-TW" sz="2400" dirty="0"/>
                  <a:t>θ</a:t>
                </a:r>
                <a:r>
                  <a:rPr lang="en-US" altLang="zh-TW" sz="2400" dirty="0"/>
                  <a:t>(G)</a:t>
                </a:r>
                <a:r>
                  <a:rPr lang="el-GR" altLang="zh-TW" sz="2400" dirty="0"/>
                  <a:t>θ</a:t>
                </a:r>
                <a:r>
                  <a:rPr lang="en-US" altLang="zh-TW" sz="2400" dirty="0"/>
                  <a:t>(A)=CT=Y[1,2]</a:t>
                </a:r>
              </a:p>
              <a:p>
                <a:pPr marL="0" indent="0">
                  <a:buNone/>
                </a:pPr>
                <a:r>
                  <a:rPr lang="en-US" altLang="zh-TW" sz="2400" dirty="0"/>
                  <a:t>Transposition: τ</a:t>
                </a:r>
                <a:r>
                  <a:rPr lang="en-US" altLang="zh-TW" sz="2400" baseline="-25000" dirty="0"/>
                  <a:t>3,4,4</a:t>
                </a:r>
                <a:r>
                  <a:rPr lang="en-US" altLang="zh-TW" sz="2400" dirty="0"/>
                  <a:t>(X)=X[4,4]X[3,4-1]=CT=Y[3,4]</a:t>
                </a:r>
              </a:p>
              <a:p>
                <a:pPr marL="0" indent="0">
                  <a:buNone/>
                </a:pPr>
                <a:endParaRPr lang="en-US" altLang="zh-TW" sz="2400" dirty="0"/>
              </a:p>
              <a:p>
                <a:pPr marL="0" indent="0">
                  <a:buNone/>
                </a:pPr>
                <a:r>
                  <a:rPr lang="en-US" altLang="zh-TW" sz="2400" dirty="0"/>
                  <a:t>X=TAGGAC       Y=TAGACG</a:t>
                </a:r>
              </a:p>
              <a:p>
                <a:pPr marL="0" indent="0">
                  <a:buNone/>
                </a:pPr>
                <a:r>
                  <a:rPr lang="en-US" altLang="zh-TW" sz="2400" dirty="0"/>
                  <a:t>Θ</a:t>
                </a:r>
                <a:r>
                  <a:rPr lang="en-US" altLang="zh-TW" sz="2400" baseline="-25000" dirty="0"/>
                  <a:t>1</a:t>
                </a:r>
                <a:r>
                  <a:rPr lang="en-US" altLang="zh-TW" sz="2400" dirty="0"/>
                  <a:t>(</a:t>
                </a:r>
                <a:r>
                  <a:rPr lang="el-GR" altLang="zh-TW" sz="2400" dirty="0"/>
                  <a:t>θ</a:t>
                </a:r>
                <a:r>
                  <a:rPr lang="en-US" altLang="zh-TW" sz="2400" baseline="-25000" dirty="0"/>
                  <a:t>1,2 </a:t>
                </a:r>
                <a:r>
                  <a:rPr lang="en-US" altLang="zh-TW" sz="2400" dirty="0"/>
                  <a:t>, τ</a:t>
                </a:r>
                <a:r>
                  <a:rPr lang="en-US" altLang="zh-TW" sz="2400" baseline="-25000" dirty="0"/>
                  <a:t>3,6,4</a:t>
                </a:r>
                <a:r>
                  <a:rPr lang="en-US" altLang="zh-TW" sz="2400" dirty="0"/>
                  <a:t>), Θ</a:t>
                </a:r>
                <a:r>
                  <a:rPr lang="en-US" altLang="zh-TW" sz="2400" baseline="-25000" dirty="0"/>
                  <a:t>2</a:t>
                </a:r>
                <a:r>
                  <a:rPr lang="en-US" altLang="zh-TW" sz="2400" dirty="0"/>
                  <a:t>(</a:t>
                </a:r>
                <a:r>
                  <a:rPr lang="el-GR" altLang="zh-TW" sz="2400" dirty="0"/>
                  <a:t>θ</a:t>
                </a:r>
                <a:r>
                  <a:rPr lang="en-US" altLang="zh-TW" sz="2400" baseline="-25000" dirty="0"/>
                  <a:t>1,2 </a:t>
                </a:r>
                <a:r>
                  <a:rPr lang="en-US" altLang="zh-TW" sz="2400" dirty="0"/>
                  <a:t>, τ</a:t>
                </a:r>
                <a:r>
                  <a:rPr lang="en-US" altLang="zh-TW" sz="2400" baseline="-25000" dirty="0"/>
                  <a:t>4,6,5</a:t>
                </a:r>
                <a:r>
                  <a:rPr lang="en-US" altLang="zh-TW" sz="2400" dirty="0"/>
                  <a:t>), Θ</a:t>
                </a:r>
                <a:r>
                  <a:rPr lang="en-US" altLang="zh-TW" sz="2400" baseline="-25000" dirty="0"/>
                  <a:t>3</a:t>
                </a:r>
                <a:r>
                  <a:rPr lang="en-US" altLang="zh-TW" sz="2400" dirty="0"/>
                  <a:t>(τ</a:t>
                </a:r>
                <a:r>
                  <a:rPr lang="en-US" altLang="zh-TW" sz="2400" baseline="-25000" dirty="0"/>
                  <a:t>3,6,4</a:t>
                </a:r>
                <a:r>
                  <a:rPr lang="en-US" altLang="zh-TW" sz="2400" dirty="0"/>
                  <a:t>), Θ</a:t>
                </a:r>
                <a:r>
                  <a:rPr lang="en-US" altLang="zh-TW" sz="2400" baseline="-25000" dirty="0"/>
                  <a:t>4</a:t>
                </a:r>
                <a:r>
                  <a:rPr lang="en-US" altLang="zh-TW" sz="2400" dirty="0"/>
                  <a:t>(τ</a:t>
                </a:r>
                <a:r>
                  <a:rPr lang="en-US" altLang="zh-TW" sz="2400" baseline="-25000" dirty="0"/>
                  <a:t>4,6,5</a:t>
                </a:r>
                <a:r>
                  <a:rPr lang="en-US" altLang="zh-TW" sz="2400" dirty="0"/>
                  <a:t>)</a:t>
                </a:r>
              </a:p>
              <a:p>
                <a:pPr marL="0" indent="0">
                  <a:buNone/>
                </a:pPr>
                <a:r>
                  <a:rPr lang="en-US" altLang="zh-TW" sz="2400" dirty="0"/>
                  <a:t>|Θ</a:t>
                </a:r>
                <a:r>
                  <a:rPr lang="en-US" altLang="zh-TW" sz="2400" baseline="-25000" dirty="0"/>
                  <a:t>1</a:t>
                </a:r>
                <a:r>
                  <a:rPr lang="en-US" altLang="zh-TW" sz="2400" dirty="0"/>
                  <a:t>(</a:t>
                </a:r>
                <a:r>
                  <a:rPr lang="el-GR" altLang="zh-TW" sz="2400" dirty="0"/>
                  <a:t>θ</a:t>
                </a:r>
                <a:r>
                  <a:rPr lang="en-US" altLang="zh-TW" sz="2400" baseline="-25000" dirty="0"/>
                  <a:t>1,2 </a:t>
                </a:r>
                <a:r>
                  <a:rPr lang="en-US" altLang="zh-TW" sz="2400" dirty="0"/>
                  <a:t>, τ</a:t>
                </a:r>
                <a:r>
                  <a:rPr lang="en-US" altLang="zh-TW" sz="2400" baseline="-25000" dirty="0"/>
                  <a:t>3,6,4</a:t>
                </a:r>
                <a:r>
                  <a:rPr lang="en-US" altLang="zh-TW" sz="2400" dirty="0"/>
                  <a:t>)|=2, |Θ</a:t>
                </a:r>
                <a:r>
                  <a:rPr lang="en-US" altLang="zh-TW" sz="2400" baseline="-25000" dirty="0"/>
                  <a:t>2</a:t>
                </a:r>
                <a:r>
                  <a:rPr lang="en-US" altLang="zh-TW" sz="2400" dirty="0"/>
                  <a:t>(</a:t>
                </a:r>
                <a:r>
                  <a:rPr lang="el-GR" altLang="zh-TW" sz="2400" dirty="0"/>
                  <a:t>θ</a:t>
                </a:r>
                <a:r>
                  <a:rPr lang="en-US" altLang="zh-TW" sz="2400" baseline="-25000" dirty="0"/>
                  <a:t>1,2 </a:t>
                </a:r>
                <a:r>
                  <a:rPr lang="en-US" altLang="zh-TW" sz="2400" dirty="0"/>
                  <a:t>, τ</a:t>
                </a:r>
                <a:r>
                  <a:rPr lang="en-US" altLang="zh-TW" sz="2400" baseline="-25000" dirty="0"/>
                  <a:t>4,6,5</a:t>
                </a:r>
                <a:r>
                  <a:rPr lang="en-US" altLang="zh-TW" sz="2400" dirty="0"/>
                  <a:t>)|=2, |Θ</a:t>
                </a:r>
                <a:r>
                  <a:rPr lang="en-US" altLang="zh-TW" sz="2400" baseline="-25000" dirty="0"/>
                  <a:t>3</a:t>
                </a:r>
                <a:r>
                  <a:rPr lang="en-US" altLang="zh-TW" sz="2400" dirty="0"/>
                  <a:t>(τ</a:t>
                </a:r>
                <a:r>
                  <a:rPr lang="en-US" altLang="zh-TW" sz="2400" baseline="-25000" dirty="0"/>
                  <a:t>3,6,4</a:t>
                </a:r>
                <a:r>
                  <a:rPr lang="en-US" altLang="zh-TW" sz="2400" dirty="0"/>
                  <a:t>)|=1,</a:t>
                </a:r>
              </a:p>
              <a:p>
                <a:pPr marL="0" indent="0">
                  <a:buNone/>
                </a:pPr>
                <a:r>
                  <a:rPr lang="en-US" altLang="zh-TW" sz="2400" dirty="0"/>
                  <a:t>|Θ</a:t>
                </a:r>
                <a:r>
                  <a:rPr lang="en-US" altLang="zh-TW" sz="2400" baseline="-25000" dirty="0"/>
                  <a:t>4</a:t>
                </a:r>
                <a:r>
                  <a:rPr lang="en-US" altLang="zh-TW" sz="2400" dirty="0"/>
                  <a:t>(τ</a:t>
                </a:r>
                <a:r>
                  <a:rPr lang="en-US" altLang="zh-TW" sz="2400" baseline="-25000" dirty="0"/>
                  <a:t>4,6,5</a:t>
                </a:r>
                <a:r>
                  <a:rPr lang="en-US" altLang="zh-TW" sz="2400" dirty="0"/>
                  <a:t>)|=1</a:t>
                </a:r>
              </a:p>
              <a:p>
                <a:pPr marL="0" indent="0">
                  <a:buNone/>
                </a:pPr>
                <a:r>
                  <a:rPr lang="en-US" altLang="zh-TW" sz="2400" dirty="0"/>
                  <a:t>Md(X, Y)={Θ</a:t>
                </a:r>
                <a:r>
                  <a:rPr lang="en-US" altLang="zh-TW" sz="2400" baseline="-25000" dirty="0"/>
                  <a:t>3</a:t>
                </a:r>
                <a:r>
                  <a:rPr lang="en-US" altLang="zh-TW" sz="2400" dirty="0"/>
                  <a:t>, Θ</a:t>
                </a:r>
                <a:r>
                  <a:rPr lang="en-US" altLang="zh-TW" sz="2400" baseline="-25000" dirty="0"/>
                  <a:t>4</a:t>
                </a:r>
                <a:r>
                  <a:rPr lang="en-US" altLang="zh-TW" sz="2400" dirty="0"/>
                  <a:t>}</a:t>
                </a:r>
              </a:p>
              <a:p>
                <a:endParaRPr lang="en-US" altLang="zh-TW" sz="2400" dirty="0"/>
              </a:p>
              <a:p>
                <a:endParaRPr lang="zh-TW" altLang="en-US" sz="2400" dirty="0"/>
              </a:p>
            </p:txBody>
          </p:sp>
        </mc:Choice>
        <mc:Fallback xmlns="">
          <p:sp>
            <p:nvSpPr>
              <p:cNvPr id="13" name="內容版面配置區 12">
                <a:extLst>
                  <a:ext uri="{FF2B5EF4-FFF2-40B4-BE49-F238E27FC236}">
                    <a16:creationId xmlns:a16="http://schemas.microsoft.com/office/drawing/2014/main" id="{6556A137-A4DD-4457-B8CB-3CCE5193C925}"/>
                  </a:ext>
                </a:extLst>
              </p:cNvPr>
              <p:cNvSpPr>
                <a:spLocks noGrp="1" noRot="1" noChangeAspect="1" noMove="1" noResize="1" noEditPoints="1" noAdjustHandles="1" noChangeArrowheads="1" noChangeShapeType="1" noTextEdit="1"/>
              </p:cNvSpPr>
              <p:nvPr>
                <p:ph idx="1"/>
              </p:nvPr>
            </p:nvSpPr>
            <p:spPr>
              <a:blipFill>
                <a:blip r:embed="rId2"/>
                <a:stretch>
                  <a:fillRect l="-1159" t="-19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93855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Longest common suffix</a:t>
            </a:r>
            <a:endParaRPr lang="zh-TW" altLang="en-US" dirty="0">
              <a:latin typeface="+mj-ea"/>
            </a:endParaRPr>
          </a:p>
        </p:txBody>
      </p:sp>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X=AGCGTGC	  Y=CTACGCG</a:t>
            </a:r>
          </a:p>
          <a:p>
            <a:pPr marL="0" indent="0">
              <a:buNone/>
            </a:pPr>
            <a:r>
              <a:rPr lang="en-US" altLang="zh-TW" dirty="0"/>
              <a:t>Z=</a:t>
            </a:r>
            <a:r>
              <a:rPr lang="el-GR" altLang="zh-TW" dirty="0"/>
              <a:t>θ</a:t>
            </a:r>
            <a:r>
              <a:rPr lang="en-US" altLang="zh-TW" baseline="-25000" dirty="0"/>
              <a:t>1,n</a:t>
            </a:r>
            <a:r>
              <a:rPr lang="en-US" altLang="zh-TW" dirty="0"/>
              <a:t>(X)=GCACGCT</a:t>
            </a:r>
          </a:p>
          <a:p>
            <a:pPr marL="0" indent="0">
              <a:buNone/>
            </a:pPr>
            <a:r>
              <a:rPr lang="en-US" altLang="zh-TW" dirty="0"/>
              <a:t>longest common suffix: </a:t>
            </a:r>
            <a:r>
              <a:rPr lang="en-US" altLang="zh-TW" dirty="0" err="1"/>
              <a:t>lcs</a:t>
            </a:r>
            <a:r>
              <a:rPr lang="en-US" altLang="zh-TW" dirty="0"/>
              <a:t>(4,5,X,Y)=2 (AG</a:t>
            </a:r>
            <a:r>
              <a:rPr lang="en-US" altLang="zh-TW" dirty="0">
                <a:solidFill>
                  <a:srgbClr val="FF0000"/>
                </a:solidFill>
              </a:rPr>
              <a:t>CG</a:t>
            </a:r>
            <a:r>
              <a:rPr lang="en-US" altLang="zh-TW" dirty="0"/>
              <a:t>,CTA</a:t>
            </a:r>
            <a:r>
              <a:rPr lang="en-US" altLang="zh-TW" dirty="0">
                <a:solidFill>
                  <a:srgbClr val="FF0000"/>
                </a:solidFill>
              </a:rPr>
              <a:t>CG</a:t>
            </a:r>
            <a:r>
              <a:rPr lang="en-US" altLang="zh-TW" dirty="0"/>
              <a:t>)</a:t>
            </a:r>
          </a:p>
          <a:p>
            <a:pPr marL="0" indent="0">
              <a:buNone/>
            </a:pPr>
            <a:endParaRPr lang="zh-TW" altLang="en-US" dirty="0"/>
          </a:p>
        </p:txBody>
      </p:sp>
      <p:graphicFrame>
        <p:nvGraphicFramePr>
          <p:cNvPr id="7" name="表格 6">
            <a:extLst>
              <a:ext uri="{FF2B5EF4-FFF2-40B4-BE49-F238E27FC236}">
                <a16:creationId xmlns:a16="http://schemas.microsoft.com/office/drawing/2014/main" xmlns="" id="{DC431EAD-5384-49DD-AA09-D6A86EE06B5B}"/>
              </a:ext>
            </a:extLst>
          </p:cNvPr>
          <p:cNvGraphicFramePr>
            <a:graphicFrameLocks noGrp="1"/>
          </p:cNvGraphicFramePr>
          <p:nvPr>
            <p:extLst>
              <p:ext uri="{D42A27DB-BD31-4B8C-83A1-F6EECF244321}">
                <p14:modId xmlns:p14="http://schemas.microsoft.com/office/powerpoint/2010/main" val="2155941948"/>
              </p:ext>
            </p:extLst>
          </p:nvPr>
        </p:nvGraphicFramePr>
        <p:xfrm>
          <a:off x="718656" y="3429000"/>
          <a:ext cx="6096000" cy="296672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3350593121"/>
                    </a:ext>
                  </a:extLst>
                </a:gridCol>
                <a:gridCol w="762000">
                  <a:extLst>
                    <a:ext uri="{9D8B030D-6E8A-4147-A177-3AD203B41FA5}">
                      <a16:colId xmlns:a16="http://schemas.microsoft.com/office/drawing/2014/main" xmlns="" val="1821905725"/>
                    </a:ext>
                  </a:extLst>
                </a:gridCol>
                <a:gridCol w="762000">
                  <a:extLst>
                    <a:ext uri="{9D8B030D-6E8A-4147-A177-3AD203B41FA5}">
                      <a16:colId xmlns:a16="http://schemas.microsoft.com/office/drawing/2014/main" xmlns="" val="2280885258"/>
                    </a:ext>
                  </a:extLst>
                </a:gridCol>
                <a:gridCol w="762000">
                  <a:extLst>
                    <a:ext uri="{9D8B030D-6E8A-4147-A177-3AD203B41FA5}">
                      <a16:colId xmlns:a16="http://schemas.microsoft.com/office/drawing/2014/main" xmlns="" val="1078570130"/>
                    </a:ext>
                  </a:extLst>
                </a:gridCol>
                <a:gridCol w="762000">
                  <a:extLst>
                    <a:ext uri="{9D8B030D-6E8A-4147-A177-3AD203B41FA5}">
                      <a16:colId xmlns:a16="http://schemas.microsoft.com/office/drawing/2014/main" xmlns="" val="4208594255"/>
                    </a:ext>
                  </a:extLst>
                </a:gridCol>
                <a:gridCol w="762000">
                  <a:extLst>
                    <a:ext uri="{9D8B030D-6E8A-4147-A177-3AD203B41FA5}">
                      <a16:colId xmlns:a16="http://schemas.microsoft.com/office/drawing/2014/main" xmlns="" val="1728678333"/>
                    </a:ext>
                  </a:extLst>
                </a:gridCol>
                <a:gridCol w="762000">
                  <a:extLst>
                    <a:ext uri="{9D8B030D-6E8A-4147-A177-3AD203B41FA5}">
                      <a16:colId xmlns:a16="http://schemas.microsoft.com/office/drawing/2014/main" xmlns="" val="1728001764"/>
                    </a:ext>
                  </a:extLst>
                </a:gridCol>
                <a:gridCol w="762000">
                  <a:extLst>
                    <a:ext uri="{9D8B030D-6E8A-4147-A177-3AD203B41FA5}">
                      <a16:colId xmlns:a16="http://schemas.microsoft.com/office/drawing/2014/main" xmlns="" val="3127322777"/>
                    </a:ext>
                  </a:extLst>
                </a:gridCol>
              </a:tblGrid>
              <a:tr h="370840">
                <a:tc>
                  <a:txBody>
                    <a:bodyPr/>
                    <a:lstStyle/>
                    <a:p>
                      <a:r>
                        <a:rPr lang="en-US" altLang="zh-TW" dirty="0"/>
                        <a:t>X      Y</a:t>
                      </a:r>
                      <a:endParaRPr lang="zh-TW" altLang="en-US" dirty="0"/>
                    </a:p>
                  </a:txBody>
                  <a:tcPr>
                    <a:lnL w="12700" cmpd="sng">
                      <a:noFill/>
                    </a:lnL>
                    <a:lnR w="12700" cmpd="sng">
                      <a:noFill/>
                    </a:lnR>
                    <a:lnT w="12700" cmpd="sng">
                      <a:noFill/>
                    </a:lnT>
                    <a:lnB w="381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r>
                        <a:rPr lang="en-US" altLang="zh-TW" dirty="0"/>
                        <a:t>C</a:t>
                      </a:r>
                      <a:endParaRPr lang="zh-TW" altLang="en-US" dirty="0"/>
                    </a:p>
                  </a:txBody>
                  <a:tcPr>
                    <a:lnL w="12700" cmpd="sng">
                      <a:noFill/>
                    </a:lnL>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solidFill>
                            <a:srgbClr val="FF0000"/>
                          </a:solidFill>
                        </a:rPr>
                        <a:t>C</a:t>
                      </a:r>
                      <a:endParaRPr lang="zh-TW" altLang="en-US" dirty="0">
                        <a:solidFill>
                          <a:srgbClr val="FF0000"/>
                        </a:solidFill>
                      </a:endParaRPr>
                    </a:p>
                  </a:txBody>
                  <a:tcPr/>
                </a:tc>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500102101"/>
                  </a:ext>
                </a:extLst>
              </a:tr>
              <a:tr h="370840">
                <a:tc>
                  <a:txBody>
                    <a:bodyPr/>
                    <a:lstStyle/>
                    <a:p>
                      <a:r>
                        <a:rPr lang="en-US" altLang="zh-TW" dirty="0"/>
                        <a:t>A</a:t>
                      </a:r>
                      <a:endParaRPr lang="zh-TW" altLang="en-US" dirty="0"/>
                    </a:p>
                  </a:txBody>
                  <a:tcPr>
                    <a:lnT w="38100" cmpd="sng">
                      <a:noFill/>
                    </a:lnT>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3340323565"/>
                  </a:ext>
                </a:extLst>
              </a:tr>
              <a:tr h="370840">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1036544044"/>
                  </a:ext>
                </a:extLst>
              </a:tr>
              <a:tr h="370840">
                <a:tc>
                  <a:txBody>
                    <a:bodyPr/>
                    <a:lstStyle/>
                    <a:p>
                      <a:r>
                        <a:rPr lang="en-US" altLang="zh-TW" dirty="0">
                          <a:solidFill>
                            <a:srgbClr val="FF0000"/>
                          </a:solidFill>
                        </a:rPr>
                        <a:t>C</a:t>
                      </a:r>
                      <a:endParaRPr lang="zh-TW" altLang="en-US" dirty="0">
                        <a:solidFill>
                          <a:srgbClr val="FF0000"/>
                        </a:solidFill>
                      </a:endParaRPr>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1387501543"/>
                  </a:ext>
                </a:extLst>
              </a:tr>
              <a:tr h="370840">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rgbClr val="FF0000"/>
                          </a:solidFill>
                        </a:rPr>
                        <a:t>2</a:t>
                      </a:r>
                      <a:endParaRPr lang="zh-TW" altLang="en-US" dirty="0">
                        <a:solidFill>
                          <a:srgbClr val="FF0000"/>
                        </a:solidFill>
                      </a:endParaRPr>
                    </a:p>
                  </a:txBody>
                  <a:tcPr/>
                </a:tc>
                <a:tc>
                  <a:txBody>
                    <a:bodyPr/>
                    <a:lstStyle/>
                    <a:p>
                      <a:r>
                        <a:rPr lang="en-US" altLang="zh-TW" dirty="0"/>
                        <a:t>0</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xmlns="" val="827636222"/>
                  </a:ext>
                </a:extLst>
              </a:tr>
              <a:tr h="370840">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2419531518"/>
                  </a:ext>
                </a:extLst>
              </a:tr>
              <a:tr h="370840">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xmlns="" val="2171451973"/>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3187663484"/>
                  </a:ext>
                </a:extLst>
              </a:tr>
            </a:tbl>
          </a:graphicData>
        </a:graphic>
      </p:graphicFrame>
    </p:spTree>
    <p:extLst>
      <p:ext uri="{BB962C8B-B14F-4D97-AF65-F5344CB8AC3E}">
        <p14:creationId xmlns:p14="http://schemas.microsoft.com/office/powerpoint/2010/main" val="2294589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Inversion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X=AG</a:t>
                </a:r>
                <a:r>
                  <a:rPr lang="en-US" altLang="zh-TW" dirty="0">
                    <a:solidFill>
                      <a:srgbClr val="FF0000"/>
                    </a:solidFill>
                  </a:rPr>
                  <a:t>CGT</a:t>
                </a:r>
                <a:r>
                  <a:rPr lang="en-US" altLang="zh-TW" dirty="0"/>
                  <a:t>GC	  Y=CT</a:t>
                </a:r>
                <a:r>
                  <a:rPr lang="en-US" altLang="zh-TW" dirty="0">
                    <a:solidFill>
                      <a:srgbClr val="FF0000"/>
                    </a:solidFill>
                  </a:rPr>
                  <a:t>ACG</a:t>
                </a:r>
                <a:r>
                  <a:rPr lang="en-US" altLang="zh-TW" dirty="0"/>
                  <a:t>CG</a:t>
                </a:r>
              </a:p>
              <a:p>
                <a:pPr marL="0" indent="0">
                  <a:buNone/>
                </a:pPr>
                <a:r>
                  <a:rPr lang="en-US" altLang="zh-TW" dirty="0"/>
                  <a:t>Z=GC</a:t>
                </a:r>
                <a:r>
                  <a:rPr lang="en-US" altLang="zh-TW" dirty="0">
                    <a:solidFill>
                      <a:srgbClr val="FF0000"/>
                    </a:solidFill>
                  </a:rPr>
                  <a:t>ACG</a:t>
                </a:r>
                <a:r>
                  <a:rPr lang="en-US" altLang="zh-TW" dirty="0"/>
                  <a:t>CT</a:t>
                </a:r>
              </a:p>
              <a:p>
                <a:pPr marL="0" indent="0">
                  <a:buNone/>
                </a:pPr>
                <a:r>
                  <a:rPr lang="en-US" altLang="zh-TW" dirty="0"/>
                  <a:t>longest common suffix: </a:t>
                </a:r>
              </a:p>
              <a:p>
                <a:pPr marL="0" indent="0">
                  <a:buNone/>
                </a:pPr>
                <a14:m>
                  <m:oMathPara xmlns:m="http://schemas.openxmlformats.org/officeDocument/2006/math">
                    <m:oMathParaPr>
                      <m:jc m:val="left"/>
                    </m:oMathParaPr>
                    <m:oMath xmlns:m="http://schemas.openxmlformats.org/officeDocument/2006/math">
                      <m:r>
                        <a:rPr lang="el-GR" altLang="zh-TW" i="1" dirty="0" smtClean="0">
                          <a:latin typeface="Cambria Math" panose="02040503050406030204" pitchFamily="18" charset="0"/>
                          <a:ea typeface="Cambria Math" panose="02040503050406030204" pitchFamily="18" charset="0"/>
                        </a:rPr>
                        <m:t>𝜀</m:t>
                      </m:r>
                      <m:d>
                        <m:dPr>
                          <m:ctrlPr>
                            <a:rPr lang="en-US" altLang="zh-TW" i="1" dirty="0" smtClean="0">
                              <a:latin typeface="Cambria Math" panose="02040503050406030204" pitchFamily="18" charset="0"/>
                              <a:ea typeface="Cambria Math" panose="02040503050406030204" pitchFamily="18" charset="0"/>
                            </a:rPr>
                          </m:ctrlPr>
                        </m:dPr>
                        <m:e>
                          <m:r>
                            <a:rPr lang="en-US" altLang="zh-TW" i="1" dirty="0" err="1" smtClean="0">
                              <a:latin typeface="Cambria Math" panose="02040503050406030204" pitchFamily="18" charset="0"/>
                              <a:ea typeface="Cambria Math" panose="02040503050406030204" pitchFamily="18" charset="0"/>
                            </a:rPr>
                            <m:t>𝑖</m:t>
                          </m:r>
                          <m:r>
                            <a:rPr lang="en-US" altLang="zh-TW" i="1" dirty="0" err="1" smtClean="0">
                              <a:latin typeface="Cambria Math" panose="02040503050406030204" pitchFamily="18" charset="0"/>
                              <a:ea typeface="Cambria Math" panose="02040503050406030204" pitchFamily="18" charset="0"/>
                            </a:rPr>
                            <m:t>,</m:t>
                          </m:r>
                          <m:r>
                            <a:rPr lang="en-US" altLang="zh-TW" i="1" dirty="0" err="1" smtClean="0">
                              <a:latin typeface="Cambria Math" panose="02040503050406030204" pitchFamily="18" charset="0"/>
                              <a:ea typeface="Cambria Math" panose="02040503050406030204" pitchFamily="18" charset="0"/>
                            </a:rPr>
                            <m:t>𝑗</m:t>
                          </m:r>
                        </m:e>
                      </m:d>
                      <m:r>
                        <a:rPr lang="en-US" altLang="zh-TW" i="1" smtClean="0">
                          <a:latin typeface="Cambria Math" panose="02040503050406030204" pitchFamily="18" charset="0"/>
                          <a:ea typeface="Cambria Math" panose="02040503050406030204" pitchFamily="18" charset="0"/>
                        </a:rPr>
                        <m:t>&gt;</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𝑖𝑓𝑓</m:t>
                      </m:r>
                      <m:r>
                        <a:rPr lang="en-US" altLang="zh-TW" b="0" i="1" smtClean="0">
                          <a:latin typeface="Cambria Math" panose="02040503050406030204" pitchFamily="18" charset="0"/>
                          <a:ea typeface="Cambria Math" panose="02040503050406030204" pitchFamily="18" charset="0"/>
                        </a:rPr>
                        <m:t>  </m:t>
                      </m:r>
                      <m:r>
                        <a:rPr lang="en-US" altLang="zh-TW" i="1">
                          <a:latin typeface="Cambria Math" panose="02040503050406030204" pitchFamily="18" charset="0"/>
                        </a:rPr>
                        <m:t>𝑙𝑐𝑠</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i="1">
                              <a:latin typeface="Cambria Math" panose="02040503050406030204" pitchFamily="18" charset="0"/>
                            </a:rPr>
                            <m:t>,</m:t>
                          </m:r>
                          <m:r>
                            <a:rPr lang="en-US" altLang="zh-TW" b="0" i="1" smtClean="0">
                              <a:latin typeface="Cambria Math" panose="02040503050406030204" pitchFamily="18" charset="0"/>
                            </a:rPr>
                            <m:t>𝑍</m:t>
                          </m:r>
                          <m:r>
                            <a:rPr lang="en-US" altLang="zh-TW" i="1">
                              <a:latin typeface="Cambria Math" panose="02040503050406030204" pitchFamily="18" charset="0"/>
                            </a:rPr>
                            <m:t>,</m:t>
                          </m:r>
                          <m:r>
                            <a:rPr lang="en-US" altLang="zh-TW" i="1">
                              <a:latin typeface="Cambria Math" panose="02040503050406030204" pitchFamily="18" charset="0"/>
                            </a:rPr>
                            <m:t>𝑌</m:t>
                          </m:r>
                        </m:e>
                      </m:d>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oMath>
                  </m:oMathPara>
                </a14:m>
                <a:endParaRPr lang="en-US" altLang="zh-TW" b="0" dirty="0">
                  <a:ea typeface="Cambria Math" panose="02040503050406030204" pitchFamily="18" charset="0"/>
                </a:endParaRPr>
              </a:p>
              <a:p>
                <a:pPr marL="0" indent="0">
                  <a:buNone/>
                </a:pPr>
                <a:endParaRPr lang="en-US" altLang="zh-TW" dirty="0"/>
              </a:p>
              <a:p>
                <a:pPr marL="0" indent="0">
                  <a:buNone/>
                </a:pPr>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graphicFrame>
        <p:nvGraphicFramePr>
          <p:cNvPr id="7" name="表格 6">
            <a:extLst>
              <a:ext uri="{FF2B5EF4-FFF2-40B4-BE49-F238E27FC236}">
                <a16:creationId xmlns:a16="http://schemas.microsoft.com/office/drawing/2014/main" xmlns="" id="{DC431EAD-5384-49DD-AA09-D6A86EE06B5B}"/>
              </a:ext>
            </a:extLst>
          </p:cNvPr>
          <p:cNvGraphicFramePr>
            <a:graphicFrameLocks noGrp="1"/>
          </p:cNvGraphicFramePr>
          <p:nvPr>
            <p:extLst>
              <p:ext uri="{D42A27DB-BD31-4B8C-83A1-F6EECF244321}">
                <p14:modId xmlns:p14="http://schemas.microsoft.com/office/powerpoint/2010/main" val="750107351"/>
              </p:ext>
            </p:extLst>
          </p:nvPr>
        </p:nvGraphicFramePr>
        <p:xfrm>
          <a:off x="785768" y="3823283"/>
          <a:ext cx="6096000" cy="296672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3350593121"/>
                    </a:ext>
                  </a:extLst>
                </a:gridCol>
                <a:gridCol w="762000">
                  <a:extLst>
                    <a:ext uri="{9D8B030D-6E8A-4147-A177-3AD203B41FA5}">
                      <a16:colId xmlns:a16="http://schemas.microsoft.com/office/drawing/2014/main" xmlns="" val="1821905725"/>
                    </a:ext>
                  </a:extLst>
                </a:gridCol>
                <a:gridCol w="762000">
                  <a:extLst>
                    <a:ext uri="{9D8B030D-6E8A-4147-A177-3AD203B41FA5}">
                      <a16:colId xmlns:a16="http://schemas.microsoft.com/office/drawing/2014/main" xmlns="" val="2280885258"/>
                    </a:ext>
                  </a:extLst>
                </a:gridCol>
                <a:gridCol w="762000">
                  <a:extLst>
                    <a:ext uri="{9D8B030D-6E8A-4147-A177-3AD203B41FA5}">
                      <a16:colId xmlns:a16="http://schemas.microsoft.com/office/drawing/2014/main" xmlns="" val="1078570130"/>
                    </a:ext>
                  </a:extLst>
                </a:gridCol>
                <a:gridCol w="762000">
                  <a:extLst>
                    <a:ext uri="{9D8B030D-6E8A-4147-A177-3AD203B41FA5}">
                      <a16:colId xmlns:a16="http://schemas.microsoft.com/office/drawing/2014/main" xmlns="" val="4208594255"/>
                    </a:ext>
                  </a:extLst>
                </a:gridCol>
                <a:gridCol w="762000">
                  <a:extLst>
                    <a:ext uri="{9D8B030D-6E8A-4147-A177-3AD203B41FA5}">
                      <a16:colId xmlns:a16="http://schemas.microsoft.com/office/drawing/2014/main" xmlns="" val="1728678333"/>
                    </a:ext>
                  </a:extLst>
                </a:gridCol>
                <a:gridCol w="762000">
                  <a:extLst>
                    <a:ext uri="{9D8B030D-6E8A-4147-A177-3AD203B41FA5}">
                      <a16:colId xmlns:a16="http://schemas.microsoft.com/office/drawing/2014/main" xmlns="" val="1728001764"/>
                    </a:ext>
                  </a:extLst>
                </a:gridCol>
                <a:gridCol w="762000">
                  <a:extLst>
                    <a:ext uri="{9D8B030D-6E8A-4147-A177-3AD203B41FA5}">
                      <a16:colId xmlns:a16="http://schemas.microsoft.com/office/drawing/2014/main" xmlns="" val="3127322777"/>
                    </a:ext>
                  </a:extLst>
                </a:gridCol>
              </a:tblGrid>
              <a:tr h="370840">
                <a:tc>
                  <a:txBody>
                    <a:bodyPr/>
                    <a:lstStyle/>
                    <a:p>
                      <a:r>
                        <a:rPr lang="en-US" altLang="zh-TW" dirty="0"/>
                        <a:t>Z      Y</a:t>
                      </a:r>
                      <a:endParaRPr lang="zh-TW" altLang="en-US" dirty="0"/>
                    </a:p>
                  </a:txBody>
                  <a:tcPr>
                    <a:lnL w="12700" cmpd="sng">
                      <a:noFill/>
                    </a:lnL>
                    <a:lnR w="12700" cmpd="sng">
                      <a:noFill/>
                    </a:lnR>
                    <a:lnT w="12700" cmpd="sng">
                      <a:noFill/>
                    </a:lnT>
                    <a:lnB w="381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r>
                        <a:rPr lang="en-US" altLang="zh-TW" dirty="0"/>
                        <a:t>C</a:t>
                      </a:r>
                      <a:endParaRPr lang="zh-TW" altLang="en-US" dirty="0"/>
                    </a:p>
                  </a:txBody>
                  <a:tcPr>
                    <a:lnL w="12700" cmpd="sng">
                      <a:noFill/>
                    </a:lnL>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500102101"/>
                  </a:ext>
                </a:extLst>
              </a:tr>
              <a:tr h="370840">
                <a:tc>
                  <a:txBody>
                    <a:bodyPr/>
                    <a:lstStyle/>
                    <a:p>
                      <a:r>
                        <a:rPr lang="en-US" altLang="zh-TW" dirty="0"/>
                        <a:t>G</a:t>
                      </a:r>
                      <a:endParaRPr lang="zh-TW" altLang="en-US" dirty="0"/>
                    </a:p>
                  </a:txBody>
                  <a:tcPr>
                    <a:lnT w="38100" cmpd="sng">
                      <a:noFill/>
                    </a:lnT>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xmlns="" val="3340323565"/>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1036544044"/>
                  </a:ext>
                </a:extLst>
              </a:tr>
              <a:tr h="370840">
                <a:tc>
                  <a:txBody>
                    <a:bodyPr/>
                    <a:lstStyle/>
                    <a:p>
                      <a:r>
                        <a:rPr lang="en-US" altLang="zh-TW" dirty="0"/>
                        <a:t>A</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1387501543"/>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827636222"/>
                  </a:ext>
                </a:extLst>
              </a:tr>
              <a:tr h="370840">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rgbClr val="FF0000"/>
                          </a:solidFill>
                        </a:rPr>
                        <a:t>3</a:t>
                      </a:r>
                      <a:endParaRPr lang="zh-TW" altLang="en-US" dirty="0">
                        <a:solidFill>
                          <a:srgbClr val="FF0000"/>
                        </a:solidFill>
                      </a:endParaRPr>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extLst>
                  <a:ext uri="{0D108BD9-81ED-4DB2-BD59-A6C34878D82A}">
                    <a16:rowId xmlns:a16="http://schemas.microsoft.com/office/drawing/2014/main" xmlns="" val="2419531518"/>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4</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2171451973"/>
                  </a:ext>
                </a:extLst>
              </a:tr>
              <a:tr h="370840">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3187663484"/>
                  </a:ext>
                </a:extLst>
              </a:tr>
            </a:tbl>
          </a:graphicData>
        </a:graphic>
      </p:graphicFrame>
    </p:spTree>
    <p:extLst>
      <p:ext uri="{BB962C8B-B14F-4D97-AF65-F5344CB8AC3E}">
        <p14:creationId xmlns:p14="http://schemas.microsoft.com/office/powerpoint/2010/main" val="80001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Transposition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t>
                </a:r>
                <a:r>
                  <a:rPr lang="en-US" altLang="zh-TW" dirty="0">
                    <a:solidFill>
                      <a:srgbClr val="FF0000"/>
                    </a:solidFill>
                  </a:rPr>
                  <a:t>CCGT</a:t>
                </a:r>
                <a:r>
                  <a:rPr lang="en-US" altLang="zh-TW" dirty="0">
                    <a:solidFill>
                      <a:schemeClr val="accent1"/>
                    </a:solidFill>
                  </a:rPr>
                  <a:t>CA</a:t>
                </a:r>
                <a:r>
                  <a:rPr lang="en-US" altLang="zh-TW" dirty="0"/>
                  <a:t>	  Y=</a:t>
                </a:r>
                <a:r>
                  <a:rPr lang="en-US" altLang="zh-TW" dirty="0">
                    <a:solidFill>
                      <a:schemeClr val="accent1"/>
                    </a:solidFill>
                  </a:rPr>
                  <a:t>CA</a:t>
                </a:r>
                <a:r>
                  <a:rPr lang="en-US" altLang="zh-TW" dirty="0">
                    <a:solidFill>
                      <a:srgbClr val="FF0000"/>
                    </a:solidFill>
                  </a:rPr>
                  <a:t>CCGT</a:t>
                </a:r>
              </a:p>
              <a:p>
                <a:pPr marL="0" indent="0">
                  <a:buNone/>
                </a:pPr>
                <a:r>
                  <a:rPr lang="en-US" altLang="zh-TW" dirty="0"/>
                  <a:t>Transposition: </a:t>
                </a:r>
              </a:p>
              <a:p>
                <a:pPr marL="0" indent="0">
                  <a:buNone/>
                </a:pPr>
                <a:r>
                  <a:rPr lang="el-GR" altLang="zh-TW" i="1" dirty="0">
                    <a:latin typeface="Cambria Math" panose="02040503050406030204" pitchFamily="18" charset="0"/>
                    <a:ea typeface="Cambria Math" panose="02040503050406030204" pitchFamily="18" charset="0"/>
                  </a:rPr>
                  <a:t>η</a:t>
                </a:r>
                <a:r>
                  <a:rPr lang="en-US" altLang="zh-TW" i="1" dirty="0">
                    <a:latin typeface="Cambria Math" panose="02040503050406030204" pitchFamily="18" charset="0"/>
                    <a:ea typeface="Cambria Math" panose="02040503050406030204" pitchFamily="18" charset="0"/>
                  </a:rPr>
                  <a:t>(</a:t>
                </a:r>
                <a:r>
                  <a:rPr lang="en-US" altLang="zh-TW" i="1" dirty="0" err="1">
                    <a:latin typeface="Cambria Math" panose="02040503050406030204" pitchFamily="18" charset="0"/>
                    <a:ea typeface="Cambria Math" panose="02040503050406030204" pitchFamily="18" charset="0"/>
                  </a:rPr>
                  <a:t>i,j</a:t>
                </a:r>
                <a:r>
                  <a:rPr lang="en-US" altLang="zh-TW" i="1" dirty="0">
                    <a:latin typeface="Cambria Math" panose="02040503050406030204" pitchFamily="18" charset="0"/>
                    <a:ea typeface="Cambria Math" panose="02040503050406030204" pitchFamily="18" charset="0"/>
                  </a:rPr>
                  <a:t>)=k&gt;0</a:t>
                </a:r>
                <a:r>
                  <a:rPr lang="zh-TW" altLang="en-US" i="1" dirty="0">
                    <a:latin typeface="Cambria Math" panose="02040503050406030204" pitchFamily="18" charset="0"/>
                  </a:rPr>
                  <a:t> </a:t>
                </a:r>
                <a:r>
                  <a:rPr lang="en-US" altLang="zh-TW" i="1" dirty="0" err="1">
                    <a:latin typeface="Cambria Math" panose="02040503050406030204" pitchFamily="18" charset="0"/>
                    <a:ea typeface="Cambria Math" panose="02040503050406030204" pitchFamily="18" charset="0"/>
                  </a:rPr>
                  <a:t>iff</a:t>
                </a:r>
                <a:r>
                  <a:rPr lang="zh-TW" altLang="en-US" i="1" dirty="0">
                    <a:latin typeface="Cambria Math" panose="02040503050406030204" pitchFamily="18" charset="0"/>
                  </a:rPr>
                  <a:t> </a:t>
                </a:r>
                <a14:m>
                  <m:oMath xmlns:m="http://schemas.openxmlformats.org/officeDocument/2006/math">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panose="02040503050406030204" pitchFamily="18" charset="0"/>
                              </a:rPr>
                              <m:t>𝑙𝑐𝑠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𝑋</m:t>
                                </m:r>
                                <m:r>
                                  <a:rPr lang="en-US" altLang="zh-TW" b="0" i="1" smtClean="0">
                                    <a:latin typeface="Cambria Math" panose="02040503050406030204" pitchFamily="18" charset="0"/>
                                  </a:rPr>
                                  <m:t>,</m:t>
                                </m:r>
                                <m:r>
                                  <a:rPr lang="en-US" altLang="zh-TW" b="0" i="1" smtClean="0">
                                    <a:latin typeface="Cambria Math" panose="02040503050406030204" pitchFamily="18" charset="0"/>
                                  </a:rPr>
                                  <m:t>𝑌</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e>
                          <m:e>
                            <m:r>
                              <a:rPr lang="en-US" altLang="zh-TW" i="1">
                                <a:latin typeface="Cambria Math" panose="02040503050406030204" pitchFamily="18" charset="0"/>
                              </a:rPr>
                              <m:t>𝑙𝑐𝑠</m:t>
                            </m:r>
                            <m:d>
                              <m:dPr>
                                <m:ctrlPr>
                                  <a:rPr lang="en-US" altLang="zh-TW" i="1">
                                    <a:latin typeface="Cambria Math" panose="02040503050406030204" pitchFamily="18" charset="0"/>
                                  </a:rPr>
                                </m:ctrlPr>
                              </m:dPr>
                              <m:e>
                                <m:r>
                                  <a:rPr lang="en-US" altLang="zh-TW" i="1">
                                    <a:latin typeface="Cambria Math" panose="02040503050406030204" pitchFamily="18" charset="0"/>
                                  </a:rPr>
                                  <m:t>𝑗</m:t>
                                </m:r>
                                <m:r>
                                  <a:rPr lang="en-US" altLang="zh-TW" i="1">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−1,</m:t>
                                </m:r>
                                <m:r>
                                  <a:rPr lang="en-US" altLang="zh-TW" i="1">
                                    <a:latin typeface="Cambria Math" panose="02040503050406030204" pitchFamily="18" charset="0"/>
                                  </a:rPr>
                                  <m:t>𝑋</m:t>
                                </m:r>
                                <m:r>
                                  <a:rPr lang="en-US" altLang="zh-TW" i="1">
                                    <a:latin typeface="Cambria Math" panose="02040503050406030204" pitchFamily="18" charset="0"/>
                                  </a:rPr>
                                  <m:t>,</m:t>
                                </m:r>
                                <m:r>
                                  <a:rPr lang="en-US" altLang="zh-TW" i="1">
                                    <a:latin typeface="Cambria Math" panose="02040503050406030204" pitchFamily="18" charset="0"/>
                                  </a:rPr>
                                  <m:t>𝑌</m:t>
                                </m:r>
                              </m:e>
                            </m:d>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eqArr>
                      </m:e>
                    </m:d>
                  </m:oMath>
                </a14:m>
                <a:endParaRPr lang="en-US" altLang="zh-TW"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graphicFrame>
        <p:nvGraphicFramePr>
          <p:cNvPr id="7" name="表格 6">
            <a:extLst>
              <a:ext uri="{FF2B5EF4-FFF2-40B4-BE49-F238E27FC236}">
                <a16:creationId xmlns:a16="http://schemas.microsoft.com/office/drawing/2014/main" xmlns="" id="{DC431EAD-5384-49DD-AA09-D6A86EE06B5B}"/>
              </a:ext>
            </a:extLst>
          </p:cNvPr>
          <p:cNvGraphicFramePr>
            <a:graphicFrameLocks noGrp="1"/>
          </p:cNvGraphicFramePr>
          <p:nvPr>
            <p:extLst>
              <p:ext uri="{D42A27DB-BD31-4B8C-83A1-F6EECF244321}">
                <p14:modId xmlns:p14="http://schemas.microsoft.com/office/powerpoint/2010/main" val="2903843919"/>
              </p:ext>
            </p:extLst>
          </p:nvPr>
        </p:nvGraphicFramePr>
        <p:xfrm>
          <a:off x="704151" y="3791824"/>
          <a:ext cx="5334000" cy="25908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3350593121"/>
                    </a:ext>
                  </a:extLst>
                </a:gridCol>
                <a:gridCol w="762000">
                  <a:extLst>
                    <a:ext uri="{9D8B030D-6E8A-4147-A177-3AD203B41FA5}">
                      <a16:colId xmlns:a16="http://schemas.microsoft.com/office/drawing/2014/main" xmlns="" val="1821905725"/>
                    </a:ext>
                  </a:extLst>
                </a:gridCol>
                <a:gridCol w="762000">
                  <a:extLst>
                    <a:ext uri="{9D8B030D-6E8A-4147-A177-3AD203B41FA5}">
                      <a16:colId xmlns:a16="http://schemas.microsoft.com/office/drawing/2014/main" xmlns="" val="2280885258"/>
                    </a:ext>
                  </a:extLst>
                </a:gridCol>
                <a:gridCol w="762000">
                  <a:extLst>
                    <a:ext uri="{9D8B030D-6E8A-4147-A177-3AD203B41FA5}">
                      <a16:colId xmlns:a16="http://schemas.microsoft.com/office/drawing/2014/main" xmlns="" val="1078570130"/>
                    </a:ext>
                  </a:extLst>
                </a:gridCol>
                <a:gridCol w="762000">
                  <a:extLst>
                    <a:ext uri="{9D8B030D-6E8A-4147-A177-3AD203B41FA5}">
                      <a16:colId xmlns:a16="http://schemas.microsoft.com/office/drawing/2014/main" xmlns="" val="4208594255"/>
                    </a:ext>
                  </a:extLst>
                </a:gridCol>
                <a:gridCol w="762000">
                  <a:extLst>
                    <a:ext uri="{9D8B030D-6E8A-4147-A177-3AD203B41FA5}">
                      <a16:colId xmlns:a16="http://schemas.microsoft.com/office/drawing/2014/main" xmlns="" val="1728678333"/>
                    </a:ext>
                  </a:extLst>
                </a:gridCol>
                <a:gridCol w="762000">
                  <a:extLst>
                    <a:ext uri="{9D8B030D-6E8A-4147-A177-3AD203B41FA5}">
                      <a16:colId xmlns:a16="http://schemas.microsoft.com/office/drawing/2014/main" xmlns="" val="1728001764"/>
                    </a:ext>
                  </a:extLst>
                </a:gridCol>
              </a:tblGrid>
              <a:tr h="318409">
                <a:tc>
                  <a:txBody>
                    <a:bodyPr/>
                    <a:lstStyle/>
                    <a:p>
                      <a:r>
                        <a:rPr lang="en-US" altLang="zh-TW" dirty="0"/>
                        <a:t>X      Y</a:t>
                      </a:r>
                      <a:endParaRPr lang="zh-TW" altLang="en-US" dirty="0"/>
                    </a:p>
                  </a:txBody>
                  <a:tcPr>
                    <a:lnL w="12700" cmpd="sng">
                      <a:noFill/>
                    </a:lnL>
                    <a:lnR w="12700" cmpd="sng">
                      <a:noFill/>
                    </a:lnR>
                    <a:lnT w="12700" cmpd="sng">
                      <a:noFill/>
                    </a:lnT>
                    <a:lnB w="38100" cmpd="sng">
                      <a:noFill/>
                    </a:lnB>
                    <a:lnTlToBr w="12700" cap="flat" cmpd="sng" algn="ctr">
                      <a:solidFill>
                        <a:schemeClr val="tx1"/>
                      </a:solidFill>
                      <a:prstDash val="solid"/>
                      <a:round/>
                      <a:headEnd type="none" w="med" len="med"/>
                      <a:tailEnd type="none" w="med" len="med"/>
                    </a:lnTlToBr>
                    <a:lnBlToTr w="12700" cmpd="sng">
                      <a:noFill/>
                      <a:prstDash val="solid"/>
                    </a:lnBlToTr>
                  </a:tcPr>
                </a:tc>
                <a:tc>
                  <a:txBody>
                    <a:bodyPr/>
                    <a:lstStyle/>
                    <a:p>
                      <a:r>
                        <a:rPr lang="en-US" altLang="zh-TW" dirty="0"/>
                        <a:t>C</a:t>
                      </a:r>
                      <a:endParaRPr lang="zh-TW" altLang="en-US" dirty="0"/>
                    </a:p>
                  </a:txBody>
                  <a:tcPr>
                    <a:lnL w="12700" cmpd="sng">
                      <a:noFill/>
                    </a:lnL>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extLst>
                  <a:ext uri="{0D108BD9-81ED-4DB2-BD59-A6C34878D82A}">
                    <a16:rowId xmlns:a16="http://schemas.microsoft.com/office/drawing/2014/main" xmlns="" val="500102101"/>
                  </a:ext>
                </a:extLst>
              </a:tr>
              <a:tr h="370840">
                <a:tc>
                  <a:txBody>
                    <a:bodyPr/>
                    <a:lstStyle/>
                    <a:p>
                      <a:r>
                        <a:rPr lang="en-US" altLang="zh-TW" dirty="0"/>
                        <a:t>C</a:t>
                      </a:r>
                      <a:endParaRPr lang="zh-TW" altLang="en-US" dirty="0"/>
                    </a:p>
                  </a:txBody>
                  <a:tcPr>
                    <a:lnT w="38100" cmpd="sng">
                      <a:noFill/>
                    </a:lnT>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chemeClr val="accent4"/>
                          </a:solidFill>
                        </a:rPr>
                        <a:t>0</a:t>
                      </a:r>
                      <a:endParaRPr lang="zh-TW" altLang="en-US" dirty="0">
                        <a:solidFill>
                          <a:schemeClr val="accent4"/>
                        </a:solidFill>
                      </a:endParaRPr>
                    </a:p>
                  </a:txBody>
                  <a:tcPr/>
                </a:tc>
                <a:extLst>
                  <a:ext uri="{0D108BD9-81ED-4DB2-BD59-A6C34878D82A}">
                    <a16:rowId xmlns:a16="http://schemas.microsoft.com/office/drawing/2014/main" xmlns="" val="3340323565"/>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chemeClr val="accent6"/>
                          </a:solidFill>
                        </a:rPr>
                        <a:t>0</a:t>
                      </a:r>
                      <a:endParaRPr lang="zh-TW" altLang="en-US" dirty="0">
                        <a:solidFill>
                          <a:schemeClr val="accent6"/>
                        </a:solidFill>
                      </a:endParaRPr>
                    </a:p>
                  </a:txBody>
                  <a:tcPr/>
                </a:tc>
                <a:extLst>
                  <a:ext uri="{0D108BD9-81ED-4DB2-BD59-A6C34878D82A}">
                    <a16:rowId xmlns:a16="http://schemas.microsoft.com/office/drawing/2014/main" xmlns="" val="1036544044"/>
                  </a:ext>
                </a:extLst>
              </a:tr>
              <a:tr h="370840">
                <a:tc>
                  <a:txBody>
                    <a:bodyPr/>
                    <a:lstStyle/>
                    <a:p>
                      <a:r>
                        <a:rPr lang="en-US" altLang="zh-TW" dirty="0"/>
                        <a:t>G</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3</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1387501543"/>
                  </a:ext>
                </a:extLst>
              </a:tr>
              <a:tr h="370840">
                <a:tc>
                  <a:txBody>
                    <a:bodyPr/>
                    <a:lstStyle/>
                    <a:p>
                      <a:r>
                        <a:rPr lang="en-US" altLang="zh-TW" dirty="0"/>
                        <a:t>T</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chemeClr val="accent1"/>
                          </a:solidFill>
                        </a:rPr>
                        <a:t>4</a:t>
                      </a:r>
                      <a:endParaRPr lang="zh-TW" altLang="en-US" dirty="0">
                        <a:solidFill>
                          <a:schemeClr val="accent1"/>
                        </a:solidFill>
                      </a:endParaRPr>
                    </a:p>
                  </a:txBody>
                  <a:tcPr/>
                </a:tc>
                <a:extLst>
                  <a:ext uri="{0D108BD9-81ED-4DB2-BD59-A6C34878D82A}">
                    <a16:rowId xmlns:a16="http://schemas.microsoft.com/office/drawing/2014/main" xmlns="" val="827636222"/>
                  </a:ext>
                </a:extLst>
              </a:tr>
              <a:tr h="370840">
                <a:tc>
                  <a:txBody>
                    <a:bodyPr/>
                    <a:lstStyle/>
                    <a:p>
                      <a:r>
                        <a:rPr lang="en-US" altLang="zh-TW" dirty="0"/>
                        <a:t>C</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solidFill>
                            <a:srgbClr val="7030A0"/>
                          </a:solidFill>
                        </a:rPr>
                        <a:t>0</a:t>
                      </a:r>
                      <a:endParaRPr lang="zh-TW" altLang="en-US" dirty="0">
                        <a:solidFill>
                          <a:srgbClr val="7030A0"/>
                        </a:solidFill>
                      </a:endParaRPr>
                    </a:p>
                  </a:txBody>
                  <a:tcPr/>
                </a:tc>
                <a:extLst>
                  <a:ext uri="{0D108BD9-81ED-4DB2-BD59-A6C34878D82A}">
                    <a16:rowId xmlns:a16="http://schemas.microsoft.com/office/drawing/2014/main" xmlns="" val="2419531518"/>
                  </a:ext>
                </a:extLst>
              </a:tr>
              <a:tr h="370840">
                <a:tc>
                  <a:txBody>
                    <a:bodyPr/>
                    <a:lstStyle/>
                    <a:p>
                      <a:r>
                        <a:rPr lang="en-US" altLang="zh-TW" dirty="0"/>
                        <a:t>A</a:t>
                      </a:r>
                      <a:endParaRPr lang="zh-TW" altLang="en-US" dirty="0"/>
                    </a:p>
                  </a:txBody>
                  <a:tcPr/>
                </a:tc>
                <a:tc>
                  <a:txBody>
                    <a:bodyPr/>
                    <a:lstStyle/>
                    <a:p>
                      <a:r>
                        <a:rPr lang="en-US" altLang="zh-TW" dirty="0">
                          <a:solidFill>
                            <a:srgbClr val="7030A0"/>
                          </a:solidFill>
                        </a:rPr>
                        <a:t>0</a:t>
                      </a:r>
                      <a:endParaRPr lang="zh-TW" altLang="en-US" dirty="0">
                        <a:solidFill>
                          <a:srgbClr val="7030A0"/>
                        </a:solidFill>
                      </a:endParaRPr>
                    </a:p>
                  </a:txBody>
                  <a:tcPr/>
                </a:tc>
                <a:tc>
                  <a:txBody>
                    <a:bodyPr/>
                    <a:lstStyle/>
                    <a:p>
                      <a:r>
                        <a:rPr lang="en-US" altLang="zh-TW" dirty="0">
                          <a:solidFill>
                            <a:schemeClr val="accent1"/>
                          </a:solidFill>
                        </a:rPr>
                        <a:t>2</a:t>
                      </a:r>
                      <a:endParaRPr lang="zh-TW" altLang="en-US" dirty="0">
                        <a:solidFill>
                          <a:schemeClr val="accent1"/>
                        </a:solidFill>
                      </a:endParaRPr>
                    </a:p>
                  </a:txBody>
                  <a:tcPr/>
                </a:tc>
                <a:tc>
                  <a:txBody>
                    <a:bodyPr/>
                    <a:lstStyle/>
                    <a:p>
                      <a:r>
                        <a:rPr lang="en-US" altLang="zh-TW" dirty="0"/>
                        <a:t>0</a:t>
                      </a:r>
                      <a:endParaRPr lang="zh-TW" altLang="en-US" dirty="0"/>
                    </a:p>
                  </a:txBody>
                  <a:tcPr/>
                </a:tc>
                <a:tc>
                  <a:txBody>
                    <a:bodyPr/>
                    <a:lstStyle/>
                    <a:p>
                      <a:r>
                        <a:rPr lang="en-US" altLang="zh-TW" dirty="0">
                          <a:solidFill>
                            <a:schemeClr val="accent6"/>
                          </a:solidFill>
                        </a:rPr>
                        <a:t>0</a:t>
                      </a:r>
                      <a:endParaRPr lang="zh-TW" altLang="en-US" dirty="0">
                        <a:solidFill>
                          <a:schemeClr val="accent6"/>
                        </a:solidFill>
                      </a:endParaRPr>
                    </a:p>
                  </a:txBody>
                  <a:tcPr/>
                </a:tc>
                <a:tc>
                  <a:txBody>
                    <a:bodyPr/>
                    <a:lstStyle/>
                    <a:p>
                      <a:r>
                        <a:rPr lang="en-US" altLang="zh-TW" dirty="0">
                          <a:solidFill>
                            <a:schemeClr val="accent4"/>
                          </a:solidFill>
                        </a:rPr>
                        <a:t>0</a:t>
                      </a:r>
                      <a:endParaRPr lang="zh-TW" altLang="en-US" dirty="0">
                        <a:solidFill>
                          <a:schemeClr val="accent4"/>
                        </a:solidFill>
                      </a:endParaRPr>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2171451973"/>
                  </a:ext>
                </a:extLst>
              </a:tr>
            </a:tbl>
          </a:graphicData>
        </a:graphic>
      </p:graphicFrame>
    </p:spTree>
    <p:extLst>
      <p:ext uri="{BB962C8B-B14F-4D97-AF65-F5344CB8AC3E}">
        <p14:creationId xmlns:p14="http://schemas.microsoft.com/office/powerpoint/2010/main" val="137293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0</m:t>
                          </m:r>
                        </m:e>
                      </m:d>
                      <m:r>
                        <a:rPr lang="en-US" altLang="zh-TW" i="1" dirty="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baseline="-25000" dirty="0"/>
              </a:p>
              <a:p>
                <a:pPr marL="0" indent="0">
                  <a:buNone/>
                </a:pPr>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131010691"/>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2131010691"/>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1533348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𝑓</m:t>
                    </m:r>
                    <m:d>
                      <m:dPr>
                        <m:ctrlPr>
                          <a:rPr lang="en-US"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Cambria Math" panose="02040503050406030204" pitchFamily="18" charset="0"/>
                          </a:rPr>
                          <m:t>0</m:t>
                        </m:r>
                      </m:e>
                    </m:d>
                    <m:r>
                      <a:rPr lang="en-US" altLang="zh-TW" i="1">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Cambria Math" panose="02040503050406030204" pitchFamily="18" charset="0"/>
                          </a:rPr>
                          <m:t>1,2</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451248774"/>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2451248774"/>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352157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498701236"/>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498701236"/>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p>
                      </a:txBody>
                      <a:tcPr>
                        <a:blipFill>
                          <a:blip r:embed="rId3"/>
                          <a:stretch>
                            <a:fillRect l="-298413" t="-308197" r="-400000" b="-22951"/>
                          </a:stretch>
                        </a:blipFill>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1491825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743271600"/>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2743271600"/>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p>
                      </a:txBody>
                      <a:tcPr>
                        <a:blipFill>
                          <a:blip r:embed="rId3"/>
                          <a:stretch>
                            <a:fillRect l="-298413" t="-308197" r="-400000" b="-22951"/>
                          </a:stretch>
                        </a:blipFill>
                      </a:tcPr>
                    </a:tc>
                    <a:tc>
                      <a:txBody>
                        <a:bodyPr/>
                        <a:lstStyle/>
                        <a:p>
                          <a:endParaRPr lang="zh-TW"/>
                        </a:p>
                      </a:txBody>
                      <a:tcPr>
                        <a:blipFill>
                          <a:blip r:embed="rId3"/>
                          <a:stretch>
                            <a:fillRect l="-401600" t="-308197" r="-303200" b="-22951"/>
                          </a:stretch>
                        </a:blipFill>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166090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𝑓</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e>
                    </m:d>
                    <m:r>
                      <a:rPr lang="en-US" altLang="zh-TW" i="1">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729604115"/>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2</a:t>
                          </a:r>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2729604115"/>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p>
                      </a:txBody>
                      <a:tcPr>
                        <a:blipFill>
                          <a:blip r:embed="rId3"/>
                          <a:stretch>
                            <a:fillRect l="-298413" t="-308197" r="-400000" b="-22951"/>
                          </a:stretch>
                        </a:blipFill>
                      </a:tcPr>
                    </a:tc>
                    <a:tc>
                      <a:txBody>
                        <a:bodyPr/>
                        <a:lstStyle/>
                        <a:p>
                          <a:endParaRPr lang="zh-TW"/>
                        </a:p>
                      </a:txBody>
                      <a:tcPr>
                        <a:blipFill>
                          <a:blip r:embed="rId3"/>
                          <a:stretch>
                            <a:fillRect l="-401600" t="-308197" r="-303200" b="-22951"/>
                          </a:stretch>
                        </a:blipFill>
                      </a:tcPr>
                    </a:tc>
                    <a:tc>
                      <a:txBody>
                        <a:bodyPr/>
                        <a:lstStyle/>
                        <a:p>
                          <a:r>
                            <a:rPr lang="en-US" altLang="zh-TW" dirty="0"/>
                            <a:t>2</a:t>
                          </a:r>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251166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181101208"/>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2</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181101208"/>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p>
                      </a:txBody>
                      <a:tcPr>
                        <a:blipFill>
                          <a:blip r:embed="rId3"/>
                          <a:stretch>
                            <a:fillRect l="-298413" t="-308197" r="-400000" b="-22951"/>
                          </a:stretch>
                        </a:blipFill>
                      </a:tcPr>
                    </a:tc>
                    <a:tc>
                      <a:txBody>
                        <a:bodyPr/>
                        <a:lstStyle/>
                        <a:p>
                          <a:endParaRPr lang="zh-TW"/>
                        </a:p>
                      </a:txBody>
                      <a:tcPr>
                        <a:blipFill>
                          <a:blip r:embed="rId3"/>
                          <a:stretch>
                            <a:fillRect l="-401600" t="-308197" r="-303200" b="-22951"/>
                          </a:stretch>
                        </a:blipFill>
                      </a:tcPr>
                    </a:tc>
                    <a:tc>
                      <a:txBody>
                        <a:bodyPr/>
                        <a:lstStyle/>
                        <a:p>
                          <a:r>
                            <a:rPr lang="en-US" altLang="zh-TW" dirty="0"/>
                            <a:t>2</a:t>
                          </a:r>
                          <a:endParaRPr lang="zh-TW" altLang="en-US" dirty="0"/>
                        </a:p>
                      </a:txBody>
                      <a:tcPr/>
                    </a:tc>
                    <a:tc>
                      <a:txBody>
                        <a:bodyPr/>
                        <a:lstStyle/>
                        <a:p>
                          <a:endParaRPr lang="zh-TW"/>
                        </a:p>
                      </a:txBody>
                      <a:tcPr>
                        <a:blipFill>
                          <a:blip r:embed="rId3"/>
                          <a:stretch>
                            <a:fillRect l="-601600" t="-308197" r="-103200" b="-22951"/>
                          </a:stretch>
                        </a:blipFill>
                      </a:tcPr>
                    </a:tc>
                    <a:tc>
                      <a:txBody>
                        <a:bodyPr/>
                        <a:lstStyle/>
                        <a:p>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1952142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Nonoverlapping mutation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X=AGCGTGC	  Y=CTACGCG</a:t>
                </a:r>
              </a:p>
              <a:p>
                <a:pPr marL="0" indent="0">
                  <a:buNone/>
                </a:pPr>
                <a:r>
                  <a:rPr lang="en-US" altLang="zh-TW" dirty="0"/>
                  <a:t>Z=GCACGCT</a:t>
                </a:r>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d>
                            <m:dPr>
                              <m:begChr m:val="{"/>
                              <m:endChr m:val="}"/>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𝑎</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r>
                                <a:rPr lang="en-US" altLang="zh-TW" i="1" dirty="0" smtClean="0">
                                  <a:latin typeface="Cambria Math" panose="02040503050406030204" pitchFamily="18" charset="0"/>
                                </a:rPr>
                                <m:t>‚ </m:t>
                              </m:r>
                              <m:r>
                                <a:rPr lang="en-US" altLang="zh-TW" i="1" dirty="0" smtClean="0">
                                  <a:latin typeface="Cambria Math" panose="02040503050406030204" pitchFamily="18" charset="0"/>
                                </a:rPr>
                                <m:t>𝑐</m:t>
                              </m:r>
                              <m:d>
                                <m:dPr>
                                  <m:ctrlPr>
                                    <a:rPr lang="en-US" altLang="zh-TW" i="1" dirty="0" smtClean="0">
                                      <a:latin typeface="Cambria Math" panose="02040503050406030204" pitchFamily="18" charset="0"/>
                                    </a:rPr>
                                  </m:ctrlPr>
                                </m:dPr>
                                <m:e>
                                  <m:r>
                                    <a:rPr lang="en-US" altLang="zh-TW" i="1" dirty="0" err="1" smtClean="0">
                                      <a:latin typeface="Cambria Math" panose="02040503050406030204" pitchFamily="18" charset="0"/>
                                    </a:rPr>
                                    <m:t>𝑖</m:t>
                                  </m:r>
                                </m:e>
                              </m:d>
                            </m:e>
                          </m:d>
                        </m:e>
                      </m:func>
                      <m:r>
                        <a:rPr lang="en-US" altLang="zh-TW" b="0" i="1" dirty="0" smtClean="0">
                          <a:latin typeface="Cambria Math" panose="02040503050406030204" pitchFamily="18" charset="0"/>
                        </a:rPr>
                        <m:t>𝑓</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0</m:t>
                          </m:r>
                        </m:e>
                      </m:d>
                      <m:r>
                        <a:rPr lang="en-US" altLang="zh-TW" b="0" i="1" dirty="0" smtClean="0">
                          <a:latin typeface="Cambria Math" panose="02040503050406030204" pitchFamily="18" charset="0"/>
                        </a:rPr>
                        <m:t>=0</m:t>
                      </m:r>
                    </m:oMath>
                  </m:oMathPara>
                </a14:m>
                <a:endParaRPr lang="en-US" altLang="zh-TW" i="1"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𝑎</m:t>
                      </m:r>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smtClean="0">
                          <a:latin typeface="Cambria Math" panose="02040503050406030204" pitchFamily="18" charset="0"/>
                        </a:rPr>
                        <m:t>−1) </m:t>
                      </m:r>
                      <m:r>
                        <a:rPr lang="en-US" altLang="zh-TW" i="1" dirty="0" smtClean="0">
                          <a:latin typeface="Cambria Math" panose="02040503050406030204" pitchFamily="18" charset="0"/>
                        </a:rPr>
                        <m:t>𝑖𝑓</m:t>
                      </m:r>
                      <m:r>
                        <a:rPr lang="en-US" altLang="zh-TW" i="1" dirty="0" smtClean="0">
                          <a:latin typeface="Cambria Math" panose="02040503050406030204" pitchFamily="18" charset="0"/>
                        </a:rPr>
                        <m:t> </m:t>
                      </m:r>
                      <m:r>
                        <a:rPr lang="en-US" altLang="zh-TW" i="1" dirty="0" smtClean="0">
                          <a:latin typeface="Cambria Math" panose="02040503050406030204" pitchFamily="18" charset="0"/>
                        </a:rPr>
                        <m:t>𝑋𝑖</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𝑌𝑖</m:t>
                      </m:r>
                      <m:r>
                        <a:rPr lang="en-US" altLang="zh-TW" i="1" baseline="-25000" dirty="0" smtClean="0">
                          <a:latin typeface="Cambria Math" panose="02040503050406030204" pitchFamily="18" charset="0"/>
                        </a:rPr>
                        <m:t> </m:t>
                      </m:r>
                      <m:r>
                        <a:rPr lang="en-US" altLang="zh-TW" i="1" dirty="0" smtClean="0">
                          <a:latin typeface="Cambria Math" panose="02040503050406030204" pitchFamily="18" charset="0"/>
                        </a:rPr>
                        <m:t>𝑜𝑡h𝑒𝑟𝑤𝑖𝑠𝑒</m:t>
                      </m:r>
                      <m:r>
                        <a:rPr lang="en-US" altLang="zh-TW" i="1" dirty="0" smtClean="0">
                          <a:latin typeface="Cambria Math" panose="02040503050406030204" pitchFamily="18" charset="0"/>
                        </a:rPr>
                        <m:t> </m:t>
                      </m:r>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oMath>
                  </m:oMathPara>
                </a14:m>
                <a:endParaRPr lang="en-US" altLang="zh-TW" i="1" baseline="-25000" dirty="0"/>
              </a:p>
              <a:p>
                <a:pPr marL="0" indent="0">
                  <a:buNone/>
                </a:pPr>
                <a14:m>
                  <m:oMathPara xmlns:m="http://schemas.openxmlformats.org/officeDocument/2006/math">
                    <m:oMathParaPr>
                      <m:jc m:val="left"/>
                    </m:oMathParaPr>
                    <m:oMath xmlns:m="http://schemas.openxmlformats.org/officeDocument/2006/math">
                      <m:r>
                        <a:rPr lang="en-US" altLang="zh-TW" i="1" dirty="0" smtClean="0">
                          <a:latin typeface="Cambria Math" panose="02040503050406030204" pitchFamily="18" charset="0"/>
                        </a:rPr>
                        <m:t>𝑏</m:t>
                      </m:r>
                      <m:d>
                        <m:dPr>
                          <m:ctrlPr>
                            <a:rPr lang="en-US" altLang="zh-TW" i="1" dirty="0" smtClean="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smtClean="0">
                          <a:latin typeface="Cambria Math" panose="02040503050406030204" pitchFamily="18" charset="0"/>
                        </a:rPr>
                        <m:t>=</m:t>
                      </m:r>
                      <m:func>
                        <m:funcPr>
                          <m:ctrlPr>
                            <a:rPr lang="en-US" altLang="zh-TW" i="1" dirty="0" smtClean="0">
                              <a:latin typeface="Cambria Math" panose="02040503050406030204" pitchFamily="18" charset="0"/>
                            </a:rPr>
                          </m:ctrlPr>
                        </m:funcPr>
                        <m:fName>
                          <m:r>
                            <m:rPr>
                              <m:sty m:val="p"/>
                            </m:rPr>
                            <a:rPr lang="en-US" altLang="zh-TW" i="0" dirty="0" smtClean="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smtClean="0">
                                  <a:latin typeface="Cambria Math" panose="02040503050406030204" pitchFamily="18" charset="0"/>
                                </a:rPr>
                              </m:ctrlPr>
                            </m:dPr>
                            <m:e>
                              <m:r>
                                <a:rPr lang="en-US" altLang="zh-TW" i="1" dirty="0" smtClean="0">
                                  <a:latin typeface="Cambria Math" panose="02040503050406030204" pitchFamily="18" charset="0"/>
                                </a:rPr>
                                <m:t>𝑗</m:t>
                              </m:r>
                              <m:r>
                                <a:rPr lang="en-US" altLang="zh-TW" i="1" dirty="0" smtClean="0">
                                  <a:latin typeface="Cambria Math" panose="02040503050406030204" pitchFamily="18" charset="0"/>
                                </a:rPr>
                                <m:t>−1</m:t>
                              </m:r>
                            </m:e>
                          </m:d>
                        </m:e>
                      </m:func>
                      <m:r>
                        <a:rPr lang="en-US" altLang="zh-TW" i="1" dirty="0" smtClean="0">
                          <a:latin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1</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i="1" dirty="0" smtClean="0">
                          <a:latin typeface="Cambria Math" panose="02040503050406030204" pitchFamily="18" charset="0"/>
                        </a:rPr>
                        <m:t> </m:t>
                      </m:r>
                      <m:r>
                        <a:rPr lang="en-US" altLang="zh-TW" b="0" i="1" dirty="0" smtClean="0">
                          <a:latin typeface="Cambria Math" panose="02040503050406030204" pitchFamily="18" charset="0"/>
                        </a:rPr>
                        <m:t>𝑖𝑓</m:t>
                      </m:r>
                      <m:r>
                        <a:rPr lang="en-US" altLang="zh-TW" b="0" i="1" dirty="0" smtClean="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ε</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&gt;0</m:t>
                      </m:r>
                    </m:oMath>
                  </m:oMathPara>
                </a14:m>
                <a:endParaRPr lang="en-US" altLang="zh-TW" b="0" i="1" dirty="0">
                  <a:latin typeface="Cambria Math" panose="02040503050406030204" pitchFamily="18" charset="0"/>
                  <a:ea typeface="Cambria Math" panose="02040503050406030204" pitchFamily="18" charset="0"/>
                </a:endParaRPr>
              </a:p>
              <a:p>
                <a:pPr marL="0" indent="0">
                  <a:buNone/>
                </a:pPr>
                <a:r>
                  <a:rPr lang="en-US" altLang="zh-TW" dirty="0"/>
                  <a:t>c</a:t>
                </a:r>
                <a14:m>
                  <m:oMath xmlns:m="http://schemas.openxmlformats.org/officeDocument/2006/math">
                    <m:d>
                      <m:dPr>
                        <m:ctrlPr>
                          <a:rPr lang="en-US" altLang="zh-TW" i="1" dirty="0">
                            <a:latin typeface="Cambria Math" panose="02040503050406030204" pitchFamily="18" charset="0"/>
                          </a:rPr>
                        </m:ctrlPr>
                      </m:dPr>
                      <m:e>
                        <m:r>
                          <a:rPr lang="en-US" altLang="zh-TW" i="1" dirty="0" err="1">
                            <a:latin typeface="Cambria Math" panose="02040503050406030204" pitchFamily="18" charset="0"/>
                          </a:rPr>
                          <m:t>𝑖</m:t>
                        </m:r>
                      </m:e>
                    </m:d>
                    <m:r>
                      <a:rPr lang="en-US" altLang="zh-TW" i="1" dirty="0">
                        <a:latin typeface="Cambria Math" panose="02040503050406030204" pitchFamily="18" charset="0"/>
                      </a:rPr>
                      <m:t>=</m:t>
                    </m:r>
                    <m:func>
                      <m:funcPr>
                        <m:ctrlPr>
                          <a:rPr lang="en-US" altLang="zh-TW" i="1" dirty="0">
                            <a:latin typeface="Cambria Math" panose="02040503050406030204" pitchFamily="18" charset="0"/>
                          </a:rPr>
                        </m:ctrlPr>
                      </m:funcPr>
                      <m:fName>
                        <m:r>
                          <m:rPr>
                            <m:sty m:val="p"/>
                          </m:rPr>
                          <a:rPr lang="en-US" altLang="zh-TW" dirty="0">
                            <a:latin typeface="Cambria Math" panose="02040503050406030204" pitchFamily="18" charset="0"/>
                          </a:rPr>
                          <m:t>min</m:t>
                        </m:r>
                      </m:fName>
                      <m:e>
                        <m:r>
                          <a:rPr lang="en-US" altLang="zh-TW" i="1" dirty="0">
                            <a:latin typeface="Cambria Math" panose="02040503050406030204" pitchFamily="18" charset="0"/>
                          </a:rPr>
                          <m:t>𝑓</m:t>
                        </m:r>
                        <m:d>
                          <m:dPr>
                            <m:ctrlPr>
                              <a:rPr lang="en-US" altLang="zh-TW" i="1" dirty="0">
                                <a:latin typeface="Cambria Math" panose="02040503050406030204" pitchFamily="18" charset="0"/>
                              </a:rPr>
                            </m:ctrlPr>
                          </m:dPr>
                          <m:e>
                            <m:r>
                              <a:rPr lang="en-US" altLang="zh-TW" i="1" dirty="0">
                                <a:latin typeface="Cambria Math" panose="02040503050406030204" pitchFamily="18" charset="0"/>
                              </a:rPr>
                              <m:t>𝑗</m:t>
                            </m:r>
                            <m:r>
                              <a:rPr lang="en-US" altLang="zh-TW" i="1" dirty="0">
                                <a:latin typeface="Cambria Math" panose="02040503050406030204" pitchFamily="18" charset="0"/>
                              </a:rPr>
                              <m:t>−1</m:t>
                            </m:r>
                          </m:e>
                        </m:d>
                      </m:e>
                    </m:func>
                    <m:r>
                      <a:rPr lang="en-US" altLang="zh-TW" i="1" dirty="0">
                        <a:latin typeface="Cambria Math" panose="02040503050406030204" pitchFamily="18" charset="0"/>
                      </a:rPr>
                      <m:t>+1, </m:t>
                    </m:r>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𝑖𝑓</m:t>
                    </m:r>
                    <m:r>
                      <a:rPr lang="en-US" altLang="zh-TW" i="1" dirty="0">
                        <a:latin typeface="Cambria Math" panose="02040503050406030204" pitchFamily="18" charset="0"/>
                      </a:rPr>
                      <m:t> </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e>
                    </m:d>
                    <m:r>
                      <a:rPr lang="en-US" altLang="zh-TW" i="1">
                        <a:latin typeface="Cambria Math" panose="02040503050406030204" pitchFamily="18" charset="0"/>
                        <a:ea typeface="Cambria Math" panose="02040503050406030204" pitchFamily="18" charset="0"/>
                      </a:rPr>
                      <m:t>&gt;0</m:t>
                    </m:r>
                  </m:oMath>
                </a14:m>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endParaRPr lang="en-US" altLang="zh-TW"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altLang="zh-TW" i="1" dirty="0">
                        <a:latin typeface="Cambria Math" panose="02040503050406030204" pitchFamily="18" charset="0"/>
                      </a:rPr>
                      <m:t>𝑎</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m:t>
                    </m:r>
                  </m:oMath>
                </a14:m>
                <a:r>
                  <a:rPr lang="en-US" altLang="zh-TW" i="1" dirty="0">
                    <a:latin typeface="Cambria Math" panose="02040503050406030204" pitchFamily="18" charset="0"/>
                    <a:ea typeface="Cambria Math" panose="02040503050406030204" pitchFamily="18" charset="0"/>
                  </a:rPr>
                  <a:t>=</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𝑏</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𝑖</m:t>
                        </m:r>
                      </m:e>
                    </m:d>
                    <m:r>
                      <a:rPr lang="en-US" altLang="zh-TW" b="0" i="1" smtClean="0">
                        <a:latin typeface="Cambria Math" panose="02040503050406030204" pitchFamily="18" charset="0"/>
                        <a:ea typeface="Cambria Math" panose="02040503050406030204" pitchFamily="18" charset="0"/>
                      </a:rPr>
                      <m:t>=3=</m:t>
                    </m:r>
                    <m:r>
                      <a:rPr lang="en-US" altLang="zh-TW" b="0" i="1" smtClean="0">
                        <a:latin typeface="Cambria Math" panose="02040503050406030204" pitchFamily="18" charset="0"/>
                        <a:ea typeface="Cambria Math" panose="02040503050406030204" pitchFamily="18" charset="0"/>
                      </a:rPr>
                      <m:t>𝑓</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ε</m:t>
                    </m:r>
                  </m:oMath>
                </a14:m>
                <a:r>
                  <a:rPr lang="en-US" altLang="zh-TW" dirty="0"/>
                  <a:t>(6,7)</a:t>
                </a:r>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3239387891"/>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1</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2</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m:oMathPara>
                          </a14:m>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xmlns="" val="1788076210"/>
                      </a:ext>
                    </a:extLst>
                  </a:tr>
                </a:tbl>
              </a:graphicData>
            </a:graphic>
          </p:graphicFrame>
        </mc:Choice>
        <mc:Fallback xmlns="">
          <p:graphicFrame>
            <p:nvGraphicFramePr>
              <p:cNvPr id="3" name="表格 2">
                <a:extLst>
                  <a:ext uri="{FF2B5EF4-FFF2-40B4-BE49-F238E27FC236}">
                    <a16:creationId xmlns:a16="http://schemas.microsoft.com/office/drawing/2014/main" id="{CF2BDE9C-3C59-4215-B8E2-1B6321D371FE}"/>
                  </a:ext>
                </a:extLst>
              </p:cNvPr>
              <p:cNvGraphicFramePr>
                <a:graphicFrameLocks noGrp="1"/>
              </p:cNvGraphicFramePr>
              <p:nvPr>
                <p:extLst>
                  <p:ext uri="{D42A27DB-BD31-4B8C-83A1-F6EECF244321}">
                    <p14:modId xmlns:p14="http://schemas.microsoft.com/office/powerpoint/2010/main" val="3239387891"/>
                  </p:ext>
                </p:extLst>
              </p:nvPr>
            </p:nvGraphicFramePr>
            <p:xfrm>
              <a:off x="628650" y="4484969"/>
              <a:ext cx="6096000" cy="147828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773363162"/>
                        </a:ext>
                      </a:extLst>
                    </a:gridCol>
                    <a:gridCol w="762000">
                      <a:extLst>
                        <a:ext uri="{9D8B030D-6E8A-4147-A177-3AD203B41FA5}">
                          <a16:colId xmlns:a16="http://schemas.microsoft.com/office/drawing/2014/main" val="1045051685"/>
                        </a:ext>
                      </a:extLst>
                    </a:gridCol>
                    <a:gridCol w="762000">
                      <a:extLst>
                        <a:ext uri="{9D8B030D-6E8A-4147-A177-3AD203B41FA5}">
                          <a16:colId xmlns:a16="http://schemas.microsoft.com/office/drawing/2014/main" val="1023952739"/>
                        </a:ext>
                      </a:extLst>
                    </a:gridCol>
                    <a:gridCol w="762000">
                      <a:extLst>
                        <a:ext uri="{9D8B030D-6E8A-4147-A177-3AD203B41FA5}">
                          <a16:colId xmlns:a16="http://schemas.microsoft.com/office/drawing/2014/main" val="4070453557"/>
                        </a:ext>
                      </a:extLst>
                    </a:gridCol>
                    <a:gridCol w="762000">
                      <a:extLst>
                        <a:ext uri="{9D8B030D-6E8A-4147-A177-3AD203B41FA5}">
                          <a16:colId xmlns:a16="http://schemas.microsoft.com/office/drawing/2014/main" val="3824059985"/>
                        </a:ext>
                      </a:extLst>
                    </a:gridCol>
                    <a:gridCol w="762000">
                      <a:extLst>
                        <a:ext uri="{9D8B030D-6E8A-4147-A177-3AD203B41FA5}">
                          <a16:colId xmlns:a16="http://schemas.microsoft.com/office/drawing/2014/main" val="1961121102"/>
                        </a:ext>
                      </a:extLst>
                    </a:gridCol>
                    <a:gridCol w="762000">
                      <a:extLst>
                        <a:ext uri="{9D8B030D-6E8A-4147-A177-3AD203B41FA5}">
                          <a16:colId xmlns:a16="http://schemas.microsoft.com/office/drawing/2014/main" val="695638507"/>
                        </a:ext>
                      </a:extLst>
                    </a:gridCol>
                    <a:gridCol w="762000">
                      <a:extLst>
                        <a:ext uri="{9D8B030D-6E8A-4147-A177-3AD203B41FA5}">
                          <a16:colId xmlns:a16="http://schemas.microsoft.com/office/drawing/2014/main" val="1262024280"/>
                        </a:ext>
                      </a:extLst>
                    </a:gridCol>
                  </a:tblGrid>
                  <a:tr h="36576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A</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val="1297374206"/>
                      </a:ext>
                    </a:extLst>
                  </a:tr>
                  <a:tr h="370840">
                    <a:tc>
                      <a:txBody>
                        <a:bodyPr/>
                        <a:lstStyle/>
                        <a:p>
                          <a:r>
                            <a:rPr lang="en-US" altLang="zh-TW" dirty="0"/>
                            <a:t>f(</a:t>
                          </a:r>
                          <a:r>
                            <a:rPr lang="en-US" altLang="zh-TW" dirty="0" err="1"/>
                            <a:t>i</a:t>
                          </a:r>
                          <a:r>
                            <a:rPr lang="en-US" altLang="zh-TW" dirty="0"/>
                            <a:t>)</a:t>
                          </a:r>
                          <a:endParaRPr lang="zh-TW" altLang="en-US" dirty="0"/>
                        </a:p>
                      </a:txBody>
                      <a:tcPr/>
                    </a:tc>
                    <a:tc>
                      <a:txBody>
                        <a:bodyPr/>
                        <a:lstStyle/>
                        <a:p>
                          <a:endParaRPr lang="zh-TW"/>
                        </a:p>
                      </a:txBody>
                      <a:tcPr>
                        <a:blipFill>
                          <a:blip r:embed="rId3"/>
                          <a:stretch>
                            <a:fillRect l="-100800" t="-308197" r="-604000" b="-22951"/>
                          </a:stretch>
                        </a:blipFill>
                      </a:tcPr>
                    </a:tc>
                    <a:tc>
                      <a:txBody>
                        <a:bodyPr/>
                        <a:lstStyle/>
                        <a:p>
                          <a:r>
                            <a:rPr lang="en-US" altLang="zh-TW" dirty="0"/>
                            <a:t>1</a:t>
                          </a:r>
                          <a:endParaRPr lang="zh-TW" altLang="en-US" dirty="0"/>
                        </a:p>
                      </a:txBody>
                      <a:tcPr/>
                    </a:tc>
                    <a:tc>
                      <a:txBody>
                        <a:bodyPr/>
                        <a:lstStyle/>
                        <a:p>
                          <a:endParaRPr lang="zh-TW"/>
                        </a:p>
                      </a:txBody>
                      <a:tcPr>
                        <a:blipFill>
                          <a:blip r:embed="rId3"/>
                          <a:stretch>
                            <a:fillRect l="-298413" t="-308197" r="-400000" b="-22951"/>
                          </a:stretch>
                        </a:blipFill>
                      </a:tcPr>
                    </a:tc>
                    <a:tc>
                      <a:txBody>
                        <a:bodyPr/>
                        <a:lstStyle/>
                        <a:p>
                          <a:endParaRPr lang="zh-TW"/>
                        </a:p>
                      </a:txBody>
                      <a:tcPr>
                        <a:blipFill>
                          <a:blip r:embed="rId3"/>
                          <a:stretch>
                            <a:fillRect l="-401600" t="-308197" r="-303200" b="-22951"/>
                          </a:stretch>
                        </a:blipFill>
                      </a:tcPr>
                    </a:tc>
                    <a:tc>
                      <a:txBody>
                        <a:bodyPr/>
                        <a:lstStyle/>
                        <a:p>
                          <a:r>
                            <a:rPr lang="en-US" altLang="zh-TW" dirty="0"/>
                            <a:t>2</a:t>
                          </a:r>
                          <a:endParaRPr lang="zh-TW" altLang="en-US" dirty="0"/>
                        </a:p>
                      </a:txBody>
                      <a:tcPr/>
                    </a:tc>
                    <a:tc>
                      <a:txBody>
                        <a:bodyPr/>
                        <a:lstStyle/>
                        <a:p>
                          <a:endParaRPr lang="zh-TW"/>
                        </a:p>
                      </a:txBody>
                      <a:tcPr>
                        <a:blipFill>
                          <a:blip r:embed="rId3"/>
                          <a:stretch>
                            <a:fillRect l="-601600" t="-308197" r="-103200" b="-22951"/>
                          </a:stretch>
                        </a:blipFill>
                      </a:tcPr>
                    </a:tc>
                    <a:tc>
                      <a:txBody>
                        <a:bodyPr/>
                        <a:lstStyle/>
                        <a:p>
                          <a:r>
                            <a:rPr lang="en-US" altLang="zh-TW" dirty="0"/>
                            <a:t>3</a:t>
                          </a:r>
                          <a:endParaRPr lang="zh-TW" altLang="en-US" dirty="0"/>
                        </a:p>
                      </a:txBody>
                      <a:tcPr/>
                    </a:tc>
                    <a:extLst>
                      <a:ext uri="{0D108BD9-81ED-4DB2-BD59-A6C34878D82A}">
                        <a16:rowId xmlns:a16="http://schemas.microsoft.com/office/drawing/2014/main" val="1788076210"/>
                      </a:ext>
                    </a:extLst>
                  </a:tr>
                </a:tbl>
              </a:graphicData>
            </a:graphic>
          </p:graphicFrame>
        </mc:Fallback>
      </mc:AlternateContent>
    </p:spTree>
    <p:extLst>
      <p:ext uri="{BB962C8B-B14F-4D97-AF65-F5344CB8AC3E}">
        <p14:creationId xmlns:p14="http://schemas.microsoft.com/office/powerpoint/2010/main" val="108933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Reduction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Find transposition only when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 − 1) + 1 &lt;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 </m:t>
                    </m:r>
                  </m:oMath>
                </a14:m>
                <a:r>
                  <a:rPr lang="en-US" altLang="zh-TW" dirty="0"/>
                  <a:t>and X[</a:t>
                </a:r>
                <a:r>
                  <a:rPr lang="en-US" altLang="zh-TW" dirty="0" err="1"/>
                  <a:t>i,j</a:t>
                </a:r>
                <a:r>
                  <a:rPr lang="en-US" altLang="zh-TW" dirty="0"/>
                  <a:t>] is a permutation of Y[</a:t>
                </a:r>
                <a:r>
                  <a:rPr lang="en-US" altLang="zh-TW" dirty="0" err="1"/>
                  <a:t>i,j</a:t>
                </a:r>
                <a:r>
                  <a:rPr lang="en-US" altLang="zh-TW" dirty="0"/>
                  <a:t>]</a:t>
                </a:r>
              </a:p>
              <a:p>
                <a:pPr marL="0" indent="0">
                  <a:buNone/>
                </a:pPr>
                <a:r>
                  <a:rPr lang="en-US" altLang="zh-TW" dirty="0"/>
                  <a:t>The numbers of each alphabet in X[</a:t>
                </a:r>
                <a:r>
                  <a:rPr lang="en-US" altLang="zh-TW" dirty="0" err="1"/>
                  <a:t>i,j</a:t>
                </a:r>
                <a:r>
                  <a:rPr lang="en-US" altLang="zh-TW" dirty="0"/>
                  <a:t>] and Y[</a:t>
                </a:r>
                <a:r>
                  <a:rPr lang="en-US" altLang="zh-TW" dirty="0" err="1"/>
                  <a:t>i,j</a:t>
                </a:r>
                <a:r>
                  <a:rPr lang="en-US" altLang="zh-TW" dirty="0"/>
                  <a:t>] should be equal.</a:t>
                </a:r>
              </a:p>
              <a:p>
                <a:pPr marL="0" indent="0">
                  <a:buNone/>
                </a:pPr>
                <a:r>
                  <a:rPr lang="en-US" altLang="zh-TW" dirty="0">
                    <a:ea typeface="Cambria Math" panose="02040503050406030204" pitchFamily="18" charset="0"/>
                  </a:rPr>
                  <a:t>Order: </a:t>
                </a:r>
                <a14:m>
                  <m:oMath xmlns:m="http://schemas.openxmlformats.org/officeDocument/2006/math">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5</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4</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oMath>
                </a14:m>
                <a:endParaRPr lang="en-US" altLang="zh-TW" dirty="0"/>
              </a:p>
              <a:p>
                <a:pPr marL="0" indent="0">
                  <a:buNone/>
                </a:pPr>
                <a:r>
                  <a:rPr lang="en-US" altLang="zh-TW" dirty="0"/>
                  <a:t>A(5)=0 T(5)=1 C(5)=0 G(5)=-1</a:t>
                </a:r>
              </a:p>
              <a:p>
                <a:pPr marL="0" indent="0">
                  <a:buNone/>
                </a:pPr>
                <a:r>
                  <a:rPr lang="en-US" altLang="zh-TW" dirty="0"/>
                  <a:t>D(5)=2</a:t>
                </a:r>
              </a:p>
              <a:p>
                <a:pPr marL="0" indent="0">
                  <a:buNone/>
                </a:pPr>
                <a:endParaRPr lang="en-US" altLang="zh-TW"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4114806062"/>
              </p:ext>
            </p:extLst>
          </p:nvPr>
        </p:nvGraphicFramePr>
        <p:xfrm>
          <a:off x="628650" y="5385434"/>
          <a:ext cx="6096000" cy="11074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solidFill>
                            <a:srgbClr val="FF0000"/>
                          </a:solidFill>
                        </a:rPr>
                        <a:t>T</a:t>
                      </a:r>
                      <a:endParaRPr lang="zh-TW" altLang="en-US" dirty="0">
                        <a:solidFill>
                          <a:srgbClr val="FF0000"/>
                        </a:solidFill>
                      </a:endParaRPr>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bl>
          </a:graphicData>
        </a:graphic>
      </p:graphicFrame>
    </p:spTree>
    <p:extLst>
      <p:ext uri="{BB962C8B-B14F-4D97-AF65-F5344CB8AC3E}">
        <p14:creationId xmlns:p14="http://schemas.microsoft.com/office/powerpoint/2010/main" val="478233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Reduction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Find transposition only when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 − 1) + 1 &lt;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 </m:t>
                    </m:r>
                  </m:oMath>
                </a14:m>
                <a:r>
                  <a:rPr lang="en-US" altLang="zh-TW" dirty="0"/>
                  <a:t>and X[</a:t>
                </a:r>
                <a:r>
                  <a:rPr lang="en-US" altLang="zh-TW" dirty="0" err="1"/>
                  <a:t>i,j</a:t>
                </a:r>
                <a:r>
                  <a:rPr lang="en-US" altLang="zh-TW" dirty="0"/>
                  <a:t>] is a permutation of Y[</a:t>
                </a:r>
                <a:r>
                  <a:rPr lang="en-US" altLang="zh-TW" dirty="0" err="1"/>
                  <a:t>i,j</a:t>
                </a:r>
                <a:r>
                  <a:rPr lang="en-US" altLang="zh-TW" dirty="0"/>
                  <a:t>]</a:t>
                </a:r>
              </a:p>
              <a:p>
                <a:pPr marL="0" indent="0">
                  <a:buNone/>
                </a:pPr>
                <a:r>
                  <a:rPr lang="en-US" altLang="zh-TW" dirty="0"/>
                  <a:t>The numbers of each alphabet in X[</a:t>
                </a:r>
                <a:r>
                  <a:rPr lang="en-US" altLang="zh-TW" dirty="0" err="1"/>
                  <a:t>i,j</a:t>
                </a:r>
                <a:r>
                  <a:rPr lang="en-US" altLang="zh-TW" dirty="0"/>
                  <a:t>] and Y[</a:t>
                </a:r>
                <a:r>
                  <a:rPr lang="en-US" altLang="zh-TW" dirty="0" err="1"/>
                  <a:t>i,j</a:t>
                </a:r>
                <a:r>
                  <a:rPr lang="en-US" altLang="zh-TW" dirty="0"/>
                  <a:t>] should be equal.</a:t>
                </a:r>
              </a:p>
              <a:p>
                <a:pPr marL="0" indent="0">
                  <a:buNone/>
                </a:pPr>
                <a:r>
                  <a:rPr lang="en-US" altLang="zh-TW" dirty="0">
                    <a:ea typeface="Cambria Math" panose="02040503050406030204" pitchFamily="18" charset="0"/>
                  </a:rPr>
                  <a:t>Order: </a:t>
                </a:r>
                <a14:m>
                  <m:oMath xmlns:m="http://schemas.openxmlformats.org/officeDocument/2006/math">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5</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4</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oMath>
                </a14:m>
                <a:endParaRPr lang="en-US" altLang="zh-TW" dirty="0"/>
              </a:p>
              <a:p>
                <a:pPr marL="0" indent="0">
                  <a:buNone/>
                </a:pPr>
                <a:r>
                  <a:rPr lang="en-US" altLang="zh-TW" dirty="0"/>
                  <a:t>A(4)=0 T(4)=1 C(4)=-1 G(4)=0</a:t>
                </a:r>
              </a:p>
              <a:p>
                <a:pPr marL="0" indent="0">
                  <a:buNone/>
                </a:pPr>
                <a:r>
                  <a:rPr lang="en-US" altLang="zh-TW" dirty="0"/>
                  <a:t>D(4)=D(5)-|G(5)|-|C(5)|+|G(4)|+|C(4)|=2</a:t>
                </a:r>
              </a:p>
              <a:p>
                <a:pPr marL="0" indent="0">
                  <a:buNone/>
                </a:pPr>
                <a:endParaRPr lang="en-US" altLang="zh-TW"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560730528"/>
              </p:ext>
            </p:extLst>
          </p:nvPr>
        </p:nvGraphicFramePr>
        <p:xfrm>
          <a:off x="628650" y="5385434"/>
          <a:ext cx="6096000" cy="11074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solidFill>
                            <a:srgbClr val="FF0000"/>
                          </a:solidFill>
                        </a:rPr>
                        <a:t>C</a:t>
                      </a:r>
                      <a:endParaRPr lang="zh-TW" altLang="en-US" dirty="0">
                        <a:solidFill>
                          <a:srgbClr val="FF0000"/>
                        </a:solidFill>
                      </a:endParaRPr>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bl>
          </a:graphicData>
        </a:graphic>
      </p:graphicFrame>
    </p:spTree>
    <p:extLst>
      <p:ext uri="{BB962C8B-B14F-4D97-AF65-F5344CB8AC3E}">
        <p14:creationId xmlns:p14="http://schemas.microsoft.com/office/powerpoint/2010/main" val="2433839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Reduction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Find transposition only when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 − 1) + 1 &lt;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 </m:t>
                    </m:r>
                  </m:oMath>
                </a14:m>
                <a:r>
                  <a:rPr lang="en-US" altLang="zh-TW" dirty="0"/>
                  <a:t>and X[</a:t>
                </a:r>
                <a:r>
                  <a:rPr lang="en-US" altLang="zh-TW" dirty="0" err="1"/>
                  <a:t>i,j</a:t>
                </a:r>
                <a:r>
                  <a:rPr lang="en-US" altLang="zh-TW" dirty="0"/>
                  <a:t>] is a permutation of Y[</a:t>
                </a:r>
                <a:r>
                  <a:rPr lang="en-US" altLang="zh-TW" dirty="0" err="1"/>
                  <a:t>i,j</a:t>
                </a:r>
                <a:r>
                  <a:rPr lang="en-US" altLang="zh-TW" dirty="0"/>
                  <a:t>]</a:t>
                </a:r>
              </a:p>
              <a:p>
                <a:pPr marL="0" indent="0">
                  <a:buNone/>
                </a:pPr>
                <a:r>
                  <a:rPr lang="en-US" altLang="zh-TW" dirty="0"/>
                  <a:t>The numbers of each alphabet in X[</a:t>
                </a:r>
                <a:r>
                  <a:rPr lang="en-US" altLang="zh-TW" dirty="0" err="1"/>
                  <a:t>i,j</a:t>
                </a:r>
                <a:r>
                  <a:rPr lang="en-US" altLang="zh-TW" dirty="0"/>
                  <a:t>] and Y[</a:t>
                </a:r>
                <a:r>
                  <a:rPr lang="en-US" altLang="zh-TW" dirty="0" err="1"/>
                  <a:t>i,j</a:t>
                </a:r>
                <a:r>
                  <a:rPr lang="en-US" altLang="zh-TW" dirty="0"/>
                  <a:t>] should be equal.</a:t>
                </a:r>
              </a:p>
              <a:p>
                <a:pPr marL="0" indent="0">
                  <a:buNone/>
                </a:pPr>
                <a:r>
                  <a:rPr lang="en-US" altLang="zh-TW" dirty="0">
                    <a:ea typeface="Cambria Math" panose="02040503050406030204" pitchFamily="18" charset="0"/>
                  </a:rPr>
                  <a:t>Order: </a:t>
                </a:r>
                <a14:m>
                  <m:oMath xmlns:m="http://schemas.openxmlformats.org/officeDocument/2006/math">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5</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4</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oMath>
                </a14:m>
                <a:endParaRPr lang="en-US" altLang="zh-TW" dirty="0"/>
              </a:p>
              <a:p>
                <a:pPr marL="0" indent="0">
                  <a:buNone/>
                </a:pPr>
                <a:r>
                  <a:rPr lang="en-US" altLang="zh-TW" dirty="0"/>
                  <a:t>A(3)=0 T(3)=1 C(3)=0 G(3)=-1</a:t>
                </a:r>
              </a:p>
              <a:p>
                <a:pPr marL="0" indent="0">
                  <a:buNone/>
                </a:pPr>
                <a:r>
                  <a:rPr lang="en-US" altLang="zh-TW" dirty="0"/>
                  <a:t>D(3)=D(4)-|C(4)|-|G(4)|+|C(3)|+|G(3)|=2</a:t>
                </a:r>
              </a:p>
              <a:p>
                <a:pPr marL="0" indent="0">
                  <a:buNone/>
                </a:pPr>
                <a:endParaRPr lang="en-US" altLang="zh-TW"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2330200853"/>
              </p:ext>
            </p:extLst>
          </p:nvPr>
        </p:nvGraphicFramePr>
        <p:xfrm>
          <a:off x="628650" y="5385434"/>
          <a:ext cx="6096000" cy="11074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t>G</a:t>
                      </a:r>
                      <a:endParaRPr lang="zh-TW" altLang="en-US" dirty="0"/>
                    </a:p>
                  </a:txBody>
                  <a:tcPr/>
                </a:tc>
                <a:tc>
                  <a:txBody>
                    <a:bodyPr/>
                    <a:lstStyle/>
                    <a:p>
                      <a:r>
                        <a:rPr lang="en-US" altLang="zh-TW" dirty="0">
                          <a:solidFill>
                            <a:srgbClr val="FF0000"/>
                          </a:solidFill>
                        </a:rPr>
                        <a:t>C</a:t>
                      </a:r>
                      <a:endParaRPr lang="zh-TW" altLang="en-US" dirty="0">
                        <a:solidFill>
                          <a:srgbClr val="FF0000"/>
                        </a:solidFill>
                      </a:endParaRPr>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t>T</a:t>
                      </a:r>
                      <a:endParaRPr lang="zh-TW" altLang="en-US" dirty="0"/>
                    </a:p>
                  </a:txBody>
                  <a:tcPr/>
                </a:tc>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bl>
          </a:graphicData>
        </a:graphic>
      </p:graphicFrame>
    </p:spTree>
    <p:extLst>
      <p:ext uri="{BB962C8B-B14F-4D97-AF65-F5344CB8AC3E}">
        <p14:creationId xmlns:p14="http://schemas.microsoft.com/office/powerpoint/2010/main" val="1793089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Reduction</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a:xfrm>
                <a:off x="628650" y="1825624"/>
                <a:ext cx="7886700" cy="5032375"/>
              </a:xfrm>
            </p:spPr>
            <p:txBody>
              <a:bodyPr>
                <a:normAutofit/>
              </a:bodyPr>
              <a:lstStyle/>
              <a:p>
                <a:pPr marL="0" indent="0">
                  <a:buNone/>
                </a:pPr>
                <a:r>
                  <a:rPr lang="en-US" altLang="zh-TW" dirty="0"/>
                  <a:t>Find transposition only when </a:t>
                </a:r>
                <a14:m>
                  <m:oMath xmlns:m="http://schemas.openxmlformats.org/officeDocument/2006/math">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𝑗</m:t>
                    </m:r>
                    <m:r>
                      <a:rPr lang="en-US" altLang="zh-TW" i="1" dirty="0" smtClean="0">
                        <a:latin typeface="Cambria Math" panose="02040503050406030204" pitchFamily="18" charset="0"/>
                      </a:rPr>
                      <m:t> − 1) + 1 &lt; </m:t>
                    </m:r>
                    <m:r>
                      <a:rPr lang="en-US" altLang="zh-TW" i="1" dirty="0" smtClean="0">
                        <a:latin typeface="Cambria Math" panose="02040503050406030204" pitchFamily="18" charset="0"/>
                      </a:rPr>
                      <m:t>𝑓</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smtClean="0">
                        <a:latin typeface="Cambria Math" panose="02040503050406030204" pitchFamily="18" charset="0"/>
                      </a:rPr>
                      <m:t>) </m:t>
                    </m:r>
                  </m:oMath>
                </a14:m>
                <a:r>
                  <a:rPr lang="en-US" altLang="zh-TW" dirty="0"/>
                  <a:t>and X[</a:t>
                </a:r>
                <a:r>
                  <a:rPr lang="en-US" altLang="zh-TW" dirty="0" err="1"/>
                  <a:t>i,j</a:t>
                </a:r>
                <a:r>
                  <a:rPr lang="en-US" altLang="zh-TW" dirty="0"/>
                  <a:t>] is a permutation of Y[</a:t>
                </a:r>
                <a:r>
                  <a:rPr lang="en-US" altLang="zh-TW" dirty="0" err="1"/>
                  <a:t>i,j</a:t>
                </a:r>
                <a:r>
                  <a:rPr lang="en-US" altLang="zh-TW" dirty="0"/>
                  <a:t>].</a:t>
                </a:r>
              </a:p>
              <a:p>
                <a:pPr marL="0" indent="0">
                  <a:buNone/>
                </a:pPr>
                <a:r>
                  <a:rPr lang="en-US" altLang="zh-TW" dirty="0"/>
                  <a:t>The numbers of each alphabet in X[</a:t>
                </a:r>
                <a:r>
                  <a:rPr lang="en-US" altLang="zh-TW" dirty="0" err="1"/>
                  <a:t>i,j</a:t>
                </a:r>
                <a:r>
                  <a:rPr lang="en-US" altLang="zh-TW" dirty="0"/>
                  <a:t>] and Y[</a:t>
                </a:r>
                <a:r>
                  <a:rPr lang="en-US" altLang="zh-TW" dirty="0" err="1"/>
                  <a:t>i,j</a:t>
                </a:r>
                <a:r>
                  <a:rPr lang="en-US" altLang="zh-TW" dirty="0"/>
                  <a:t>] should be equal.</a:t>
                </a:r>
              </a:p>
              <a:p>
                <a:pPr marL="0" indent="0">
                  <a:buNone/>
                </a:pPr>
                <a:r>
                  <a:rPr lang="en-US" altLang="zh-TW" dirty="0">
                    <a:ea typeface="Cambria Math" panose="02040503050406030204" pitchFamily="18" charset="0"/>
                  </a:rPr>
                  <a:t>Order: </a:t>
                </a:r>
                <a14:m>
                  <m:oMath xmlns:m="http://schemas.openxmlformats.org/officeDocument/2006/math">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5</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4</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r>
                      <a:rPr lang="en-US" altLang="zh-TW" b="0" i="1" smtClean="0">
                        <a:latin typeface="Cambria Math" panose="02040503050406030204" pitchFamily="18" charset="0"/>
                        <a:ea typeface="Cambria Math" panose="02040503050406030204" pitchFamily="18" charset="0"/>
                      </a:rPr>
                      <m:t>⇒</m:t>
                    </m:r>
                    <m:r>
                      <m:rPr>
                        <m:sty m:val="p"/>
                      </m:rPr>
                      <a:rPr lang="el-GR" altLang="zh-TW" i="1">
                        <a:latin typeface="Cambria Math" panose="02040503050406030204" pitchFamily="18" charset="0"/>
                        <a:ea typeface="Cambria Math" panose="02040503050406030204" pitchFamily="18" charset="0"/>
                      </a:rPr>
                      <m:t>η</m:t>
                    </m:r>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2</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e>
                    </m:d>
                  </m:oMath>
                </a14:m>
                <a:endParaRPr lang="en-US" altLang="zh-TW" dirty="0"/>
              </a:p>
              <a:p>
                <a:pPr marL="0" indent="0">
                  <a:buNone/>
                </a:pPr>
                <a:r>
                  <a:rPr lang="en-US" altLang="zh-TW" dirty="0"/>
                  <a:t>A(2)=0 T(2)=0 C(2)=0 G(2)=0</a:t>
                </a:r>
              </a:p>
              <a:p>
                <a:pPr marL="0" indent="0">
                  <a:buNone/>
                </a:pPr>
                <a:r>
                  <a:rPr lang="en-US" altLang="zh-TW" dirty="0"/>
                  <a:t>D(2)=D(3)-|G(3)|-|T(3)|+|G(2)|+|T(2)|=0</a:t>
                </a:r>
              </a:p>
              <a:p>
                <a:pPr marL="0" indent="0">
                  <a:buNone/>
                </a:pPr>
                <a:endParaRPr lang="en-US" altLang="zh-TW"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xfrm>
                <a:off x="628650" y="1825624"/>
                <a:ext cx="7886700" cy="5032375"/>
              </a:xfrm>
              <a:blipFill>
                <a:blip r:embed="rId2"/>
                <a:stretch>
                  <a:fillRect l="-1546" t="-1937"/>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xmlns="" id="{CF2BDE9C-3C59-4215-B8E2-1B6321D371FE}"/>
              </a:ext>
            </a:extLst>
          </p:cNvPr>
          <p:cNvGraphicFramePr>
            <a:graphicFrameLocks noGrp="1"/>
          </p:cNvGraphicFramePr>
          <p:nvPr>
            <p:extLst>
              <p:ext uri="{D42A27DB-BD31-4B8C-83A1-F6EECF244321}">
                <p14:modId xmlns:p14="http://schemas.microsoft.com/office/powerpoint/2010/main" val="3650437343"/>
              </p:ext>
            </p:extLst>
          </p:nvPr>
        </p:nvGraphicFramePr>
        <p:xfrm>
          <a:off x="628650" y="5385434"/>
          <a:ext cx="6096000" cy="11074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xmlns="" val="1773363162"/>
                    </a:ext>
                  </a:extLst>
                </a:gridCol>
                <a:gridCol w="762000">
                  <a:extLst>
                    <a:ext uri="{9D8B030D-6E8A-4147-A177-3AD203B41FA5}">
                      <a16:colId xmlns:a16="http://schemas.microsoft.com/office/drawing/2014/main" xmlns="" val="1045051685"/>
                    </a:ext>
                  </a:extLst>
                </a:gridCol>
                <a:gridCol w="762000">
                  <a:extLst>
                    <a:ext uri="{9D8B030D-6E8A-4147-A177-3AD203B41FA5}">
                      <a16:colId xmlns:a16="http://schemas.microsoft.com/office/drawing/2014/main" xmlns="" val="1023952739"/>
                    </a:ext>
                  </a:extLst>
                </a:gridCol>
                <a:gridCol w="762000">
                  <a:extLst>
                    <a:ext uri="{9D8B030D-6E8A-4147-A177-3AD203B41FA5}">
                      <a16:colId xmlns:a16="http://schemas.microsoft.com/office/drawing/2014/main" xmlns="" val="4070453557"/>
                    </a:ext>
                  </a:extLst>
                </a:gridCol>
                <a:gridCol w="762000">
                  <a:extLst>
                    <a:ext uri="{9D8B030D-6E8A-4147-A177-3AD203B41FA5}">
                      <a16:colId xmlns:a16="http://schemas.microsoft.com/office/drawing/2014/main" xmlns="" val="3824059985"/>
                    </a:ext>
                  </a:extLst>
                </a:gridCol>
                <a:gridCol w="762000">
                  <a:extLst>
                    <a:ext uri="{9D8B030D-6E8A-4147-A177-3AD203B41FA5}">
                      <a16:colId xmlns:a16="http://schemas.microsoft.com/office/drawing/2014/main" xmlns="" val="1961121102"/>
                    </a:ext>
                  </a:extLst>
                </a:gridCol>
                <a:gridCol w="762000">
                  <a:extLst>
                    <a:ext uri="{9D8B030D-6E8A-4147-A177-3AD203B41FA5}">
                      <a16:colId xmlns:a16="http://schemas.microsoft.com/office/drawing/2014/main" xmlns="" val="695638507"/>
                    </a:ext>
                  </a:extLst>
                </a:gridCol>
                <a:gridCol w="762000">
                  <a:extLst>
                    <a:ext uri="{9D8B030D-6E8A-4147-A177-3AD203B41FA5}">
                      <a16:colId xmlns:a16="http://schemas.microsoft.com/office/drawing/2014/main" xmlns="" val="1262024280"/>
                    </a:ext>
                  </a:extLst>
                </a:gridCol>
              </a:tblGrid>
              <a:tr h="190710">
                <a:tc>
                  <a:txBody>
                    <a:bodyPr/>
                    <a:lstStyle/>
                    <a:p>
                      <a:endParaRPr lang="zh-TW" altLang="en-US" dirty="0"/>
                    </a:p>
                  </a:txBody>
                  <a:tcPr/>
                </a:tc>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extLst>
                  <a:ext uri="{0D108BD9-81ED-4DB2-BD59-A6C34878D82A}">
                    <a16:rowId xmlns:a16="http://schemas.microsoft.com/office/drawing/2014/main" xmlns="" val="2315474223"/>
                  </a:ext>
                </a:extLst>
              </a:tr>
              <a:tr h="370840">
                <a:tc>
                  <a:txBody>
                    <a:bodyPr/>
                    <a:lstStyle/>
                    <a:p>
                      <a:r>
                        <a:rPr lang="en-US" altLang="zh-TW" dirty="0"/>
                        <a:t>X</a:t>
                      </a:r>
                      <a:endParaRPr lang="zh-TW" altLang="en-US" dirty="0"/>
                    </a:p>
                  </a:txBody>
                  <a:tcPr/>
                </a:tc>
                <a:tc>
                  <a:txBody>
                    <a:bodyPr/>
                    <a:lstStyle/>
                    <a:p>
                      <a:r>
                        <a:rPr lang="en-US" altLang="zh-TW" dirty="0"/>
                        <a:t>A</a:t>
                      </a:r>
                      <a:endParaRPr lang="zh-TW" altLang="en-US" dirty="0"/>
                    </a:p>
                  </a:txBody>
                  <a:tcPr/>
                </a:tc>
                <a:tc>
                  <a:txBody>
                    <a:bodyPr/>
                    <a:lstStyle/>
                    <a:p>
                      <a:r>
                        <a:rPr lang="en-US" altLang="zh-TW" dirty="0">
                          <a:solidFill>
                            <a:srgbClr val="FF0000"/>
                          </a:solidFill>
                        </a:rPr>
                        <a:t>G</a:t>
                      </a:r>
                      <a:endParaRPr lang="zh-TW" altLang="en-US" dirty="0">
                        <a:solidFill>
                          <a:srgbClr val="FF0000"/>
                        </a:solidFill>
                      </a:endParaRPr>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T</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extLst>
                  <a:ext uri="{0D108BD9-81ED-4DB2-BD59-A6C34878D82A}">
                    <a16:rowId xmlns:a16="http://schemas.microsoft.com/office/drawing/2014/main" xmlns="" val="66914138"/>
                  </a:ext>
                </a:extLst>
              </a:tr>
              <a:tr h="370840">
                <a:tc>
                  <a:txBody>
                    <a:bodyPr/>
                    <a:lstStyle/>
                    <a:p>
                      <a:r>
                        <a:rPr lang="en-US" altLang="zh-TW" dirty="0"/>
                        <a:t>Y</a:t>
                      </a:r>
                      <a:endParaRPr lang="zh-TW" altLang="en-US" dirty="0"/>
                    </a:p>
                  </a:txBody>
                  <a:tcPr/>
                </a:tc>
                <a:tc>
                  <a:txBody>
                    <a:bodyPr/>
                    <a:lstStyle/>
                    <a:p>
                      <a:r>
                        <a:rPr lang="en-US" altLang="zh-TW" dirty="0"/>
                        <a:t>C</a:t>
                      </a:r>
                      <a:endParaRPr lang="zh-TW" altLang="en-US" dirty="0"/>
                    </a:p>
                  </a:txBody>
                  <a:tcPr/>
                </a:tc>
                <a:tc>
                  <a:txBody>
                    <a:bodyPr/>
                    <a:lstStyle/>
                    <a:p>
                      <a:r>
                        <a:rPr lang="en-US" altLang="zh-TW" dirty="0">
                          <a:solidFill>
                            <a:srgbClr val="FF0000"/>
                          </a:solidFill>
                        </a:rPr>
                        <a:t>T</a:t>
                      </a:r>
                      <a:endParaRPr lang="zh-TW" altLang="en-US" dirty="0">
                        <a:solidFill>
                          <a:srgbClr val="FF0000"/>
                        </a:solidFill>
                      </a:endParaRPr>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tc>
                  <a:txBody>
                    <a:bodyPr/>
                    <a:lstStyle/>
                    <a:p>
                      <a:r>
                        <a:rPr lang="en-US" altLang="zh-TW" dirty="0"/>
                        <a:t>C</a:t>
                      </a:r>
                      <a:endParaRPr lang="zh-TW" altLang="en-US" dirty="0"/>
                    </a:p>
                  </a:txBody>
                  <a:tcPr/>
                </a:tc>
                <a:tc>
                  <a:txBody>
                    <a:bodyPr/>
                    <a:lstStyle/>
                    <a:p>
                      <a:r>
                        <a:rPr lang="en-US" altLang="zh-TW" dirty="0"/>
                        <a:t>G</a:t>
                      </a:r>
                      <a:endParaRPr lang="zh-TW" altLang="en-US" dirty="0"/>
                    </a:p>
                  </a:txBody>
                  <a:tcPr/>
                </a:tc>
                <a:extLst>
                  <a:ext uri="{0D108BD9-81ED-4DB2-BD59-A6C34878D82A}">
                    <a16:rowId xmlns:a16="http://schemas.microsoft.com/office/drawing/2014/main" xmlns="" val="1297374206"/>
                  </a:ext>
                </a:extLst>
              </a:tr>
            </a:tbl>
          </a:graphicData>
        </a:graphic>
      </p:graphicFrame>
    </p:spTree>
    <p:extLst>
      <p:ext uri="{BB962C8B-B14F-4D97-AF65-F5344CB8AC3E}">
        <p14:creationId xmlns:p14="http://schemas.microsoft.com/office/powerpoint/2010/main" val="104115255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6055</TotalTime>
  <Words>893</Words>
  <Application>Microsoft Office PowerPoint</Application>
  <PresentationFormat>如螢幕大小 (4:3)</PresentationFormat>
  <Paragraphs>596</Paragraphs>
  <Slides>18</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18</vt:i4>
      </vt:variant>
    </vt:vector>
  </HeadingPairs>
  <TitlesOfParts>
    <vt:vector size="24" baseType="lpstr">
      <vt:lpstr>新細明體</vt:lpstr>
      <vt:lpstr>Arial</vt:lpstr>
      <vt:lpstr>Calibri</vt:lpstr>
      <vt:lpstr>Calibri Light</vt:lpstr>
      <vt:lpstr>Cambria Math</vt:lpstr>
      <vt:lpstr>Office 佈景主題</vt:lpstr>
      <vt:lpstr>A Simple Linear Space Algorithm for Computing Nonoverlapping Inversion and Transposition Distance in Quadratic Average Time</vt:lpstr>
      <vt:lpstr>Abstract(1/2) </vt:lpstr>
      <vt:lpstr>Abstract(2/2) </vt:lpstr>
      <vt:lpstr>Preliminaries</vt:lpstr>
      <vt:lpstr>Longest common suffix</vt:lpstr>
      <vt:lpstr>Inversion</vt:lpstr>
      <vt:lpstr>Transposition</vt:lpstr>
      <vt:lpstr>Nonoverlapping mutation</vt:lpstr>
      <vt:lpstr>Nonoverlapping mutation</vt:lpstr>
      <vt:lpstr>Nonoverlapping mutation</vt:lpstr>
      <vt:lpstr>Nonoverlapping mutation</vt:lpstr>
      <vt:lpstr>Nonoverlapping mutation</vt:lpstr>
      <vt:lpstr>Nonoverlapping mutation</vt:lpstr>
      <vt:lpstr>Nonoverlapping mutation</vt:lpstr>
      <vt:lpstr>Reduction</vt:lpstr>
      <vt:lpstr>Reduction</vt:lpstr>
      <vt:lpstr>Reduction</vt:lpstr>
      <vt:lpstr>Reduction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68</cp:revision>
  <dcterms:created xsi:type="dcterms:W3CDTF">2017-10-02T04:56:24Z</dcterms:created>
  <dcterms:modified xsi:type="dcterms:W3CDTF">2019-02-12T11:00:33Z</dcterms:modified>
</cp:coreProperties>
</file>