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88876" autoAdjust="0"/>
  </p:normalViewPr>
  <p:slideViewPr>
    <p:cSldViewPr snapToGrid="0">
      <p:cViewPr varScale="1">
        <p:scale>
          <a:sx n="70" d="100"/>
          <a:sy n="70" d="100"/>
        </p:scale>
        <p:origin x="1002" y="7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2019/1/15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2019/1/15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791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985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9304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986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7707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921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903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4812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878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98345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7001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7429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7AD2-AD46-4F9C-9DB9-311BC9C511FB}" type="datetime1">
              <a:rPr lang="zh-TW" altLang="en-US" smtClean="0"/>
              <a:t>2019/1/15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8EA7-3B33-4CFB-BDA8-CB4ED22BDFA6}" type="datetime1">
              <a:rPr lang="zh-TW" altLang="en-US" smtClean="0"/>
              <a:t>2019/1/15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9E7C-A5F4-4E44-A0D0-D8D823ED55EC}" type="datetime1">
              <a:rPr lang="zh-TW" altLang="en-US" smtClean="0"/>
              <a:t>2019/1/15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09CB-B913-4CE8-9656-48ED378732FA}" type="datetime1">
              <a:rPr lang="zh-TW" altLang="en-US" smtClean="0"/>
              <a:t>2019/1/15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74B2C-81A9-40B9-8191-4AFF6A362158}" type="datetime1">
              <a:rPr lang="zh-TW" altLang="en-US" smtClean="0"/>
              <a:t>2019/1/15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92B90-13AF-4EA9-8E1C-B6AB9BFE2FEA}" type="datetime1">
              <a:rPr lang="zh-TW" altLang="en-US" smtClean="0"/>
              <a:t>2019/1/15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651D-9550-4C8E-A2AF-E9628836D6AE}" type="datetime1">
              <a:rPr lang="zh-TW" altLang="en-US" smtClean="0"/>
              <a:t>2019/1/15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1AE1-4A31-4B16-8CF5-B0A0C6DC12AA}" type="datetime1">
              <a:rPr lang="zh-TW" altLang="en-US" smtClean="0"/>
              <a:t>2019/1/15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6643-C3C1-4791-B485-3954350756FB}" type="datetime1">
              <a:rPr lang="zh-TW" altLang="en-US" smtClean="0"/>
              <a:t>2019/1/15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2DB6-053F-4534-9F02-C898C0154A73}" type="datetime1">
              <a:rPr lang="zh-TW" altLang="en-US" smtClean="0"/>
              <a:t>2019/1/15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D7D-FFB8-45BA-8DA5-BBC396FFB252}" type="datetime1">
              <a:rPr lang="zh-TW" altLang="en-US" smtClean="0"/>
              <a:t>2019/1/15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BB84-2B8D-4741-B97A-9F882A8CC49B}" type="datetime1">
              <a:rPr lang="zh-TW" altLang="en-US" smtClean="0"/>
              <a:t>2019/1/15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4529" y="189782"/>
            <a:ext cx="8905101" cy="1160546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Gapped Palindromes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 </a:t>
            </a:r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Inverted Suffix Array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50378" y="1624788"/>
            <a:ext cx="8353402" cy="3573055"/>
          </a:xfrm>
        </p:spPr>
        <p:txBody>
          <a:bodyPr>
            <a:no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Shivika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Gupta, Rajesh 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Prasad and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Sunita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Yadav</a:t>
            </a:r>
          </a:p>
          <a:p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Dept. of Computer </a:t>
            </a:r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Science Ajay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Kumar Garg </a:t>
            </a:r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Engineering College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Dept. of Computer </a:t>
            </a:r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Science </a:t>
            </a:r>
            <a:r>
              <a:rPr lang="en-US" altLang="zh-TW" sz="2000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Yobe</a:t>
            </a:r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State </a:t>
            </a:r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University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Dept. of Computer </a:t>
            </a:r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Science Ajay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Kumar Garg </a:t>
            </a:r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Engineering College</a:t>
            </a:r>
          </a:p>
          <a:p>
            <a:endParaRPr lang="en-US" altLang="zh-TW" sz="2000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fr-FR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2015 IEEE </a:t>
            </a:r>
            <a:r>
              <a:rPr lang="fr-FR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International Conference on Computational Intelligence &amp; Communication Technology</a:t>
            </a:r>
            <a:r>
              <a:rPr lang="fr-FR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  <a:p>
            <a:r>
              <a:rPr lang="fr-FR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fr-FR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Ghaziabad, India, </a:t>
            </a:r>
            <a:r>
              <a:rPr lang="fr-FR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pp. 186-191</a:t>
            </a:r>
            <a:r>
              <a:rPr lang="fr-F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2015</a:t>
            </a:r>
          </a:p>
          <a:p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Ting-Wei Liang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Date:2019/01/15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75345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230402"/>
            <a:ext cx="7886700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Palindrome pattern matching is a classical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well-studied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in computer science. A palindrome is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reads the same forward and backward.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Gapped palindrome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interesting version of the palindrome which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defined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one having a space between left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 palindromic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arms of the string. In this paper, we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efficient algorithms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two different classes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gapped palindromes: long armed and length constrained in a biological sequences by using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inverted suffix array. The algorithms perform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computation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O(n) time. Also, we determine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palindromic weights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(number and size of gapped palindromes) in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biological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string.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Palindrome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DNA</a:t>
            </a:r>
            <a:b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(Reverse Complement)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ACGT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4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TGCA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4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r>
              <a:rPr lang="en-US" altLang="zh-TW" sz="2400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</a:t>
            </a:r>
            <a:r>
              <a:rPr lang="en-US" altLang="zh-TW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ACGT =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400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palindrome(same as its reverse complement)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9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Gapped Palindrome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apped palindrome in a biological sequence is defined as follow: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gapped palindrome form : 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vuv</a:t>
            </a:r>
            <a:r>
              <a:rPr lang="en-US" altLang="zh-TW" sz="2400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TW" sz="2400" i="1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non-empty sequence of bases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400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reverse complement of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(spacer) a sequence of bases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40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GCAT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lang="en-US" altLang="zh-TW" sz="2400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ATGC</a:t>
            </a:r>
          </a:p>
          <a:p>
            <a:pPr>
              <a:buNone/>
            </a:pP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   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     </a:t>
            </a:r>
            <a:r>
              <a:rPr lang="en-US" altLang="zh-TW" sz="24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400" i="1" baseline="30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27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 Armed and Length Constrained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gapped palindrome form : 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vuv</a:t>
            </a:r>
            <a:r>
              <a:rPr lang="en-US" altLang="zh-TW" sz="2400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TW" sz="2400" i="1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Longed Armed : </a:t>
            </a: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|u|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|v|</a:t>
            </a:r>
          </a:p>
          <a:p>
            <a:pPr>
              <a:buNone/>
            </a:pP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Length Constrained :</a:t>
            </a: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MinGap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|u|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MaxGap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MinArm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|v|</a:t>
            </a: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29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Suffix array(sort by lexical order)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2351" y="2282706"/>
            <a:ext cx="8279297" cy="3019088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04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 Gapped Palindrome Algorithm(Long Armed)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Fetch DNA sequence by sliding window iterator 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 =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GCATTTATGC</a:t>
            </a:r>
          </a:p>
          <a:p>
            <a:pPr marL="457200" indent="-457200">
              <a:buAutoNum type="arabicPeriod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Reverse complement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400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GCATAAATGC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2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 of # and $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GCATTTATGC#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400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GCATAAATGC$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3.Construct Inverted Suffix Array 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02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73" y="-137011"/>
            <a:ext cx="3630344" cy="71362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316655" y="766435"/>
            <a:ext cx="25040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GCATTTATGC#</a:t>
            </a: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GCATAAATGC$</a:t>
            </a:r>
          </a:p>
        </p:txBody>
      </p:sp>
      <p:sp>
        <p:nvSpPr>
          <p:cNvPr id="7" name="矩形 6"/>
          <p:cNvSpPr/>
          <p:nvPr/>
        </p:nvSpPr>
        <p:spPr>
          <a:xfrm>
            <a:off x="1144857" y="2126165"/>
            <a:ext cx="3360234" cy="2808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1144857" y="4620321"/>
            <a:ext cx="3360234" cy="2808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636275" y="1529047"/>
            <a:ext cx="4572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verify the constraints of palindrome arm, the following condition should be satisfied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W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(j)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 j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max LCP length…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- 1]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(j)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[j…j + max LCP length - 1]</a:t>
            </a:r>
          </a:p>
          <a:p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[1-4 … 1-1]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[-3…0]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(not possible)</a:t>
            </a:r>
          </a:p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 by 1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(5)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[5-4 … 5-1]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[1…4]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j:</a:t>
            </a: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(7)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[7 … 7+4-1]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[7…10]  , j = 7</a:t>
            </a: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31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73" y="-137011"/>
            <a:ext cx="3630344" cy="71362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316655" y="766435"/>
            <a:ext cx="25040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GCATTTATGC#</a:t>
            </a: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GCATAAATGC$</a:t>
            </a:r>
          </a:p>
        </p:txBody>
      </p:sp>
      <p:sp>
        <p:nvSpPr>
          <p:cNvPr id="7" name="矩形 6"/>
          <p:cNvSpPr/>
          <p:nvPr/>
        </p:nvSpPr>
        <p:spPr>
          <a:xfrm>
            <a:off x="1144857" y="2126165"/>
            <a:ext cx="3360234" cy="2808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1144857" y="4620321"/>
            <a:ext cx="3360234" cy="2808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636275" y="1529047"/>
            <a:ext cx="4572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5, j = 7</a:t>
            </a:r>
          </a:p>
          <a:p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[1…4]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TACG</a:t>
            </a: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(j)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[7…10] = ATGC</a:t>
            </a:r>
          </a:p>
          <a:p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Verify complementarity:</a:t>
            </a: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(j)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TACG = ATGC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Verify spacer length constraints: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j –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Max LCP length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2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Hence, we say the DNA sequence GCATTTATGC fetched by the sliding window iterator is 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armed gapped palindrome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49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Gapped Palindrome Algorithm(Length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Fetch DNA sequence by sliding window iterator 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 =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GCATTTATGC</a:t>
            </a:r>
          </a:p>
          <a:p>
            <a:pPr marL="457200" indent="-457200">
              <a:buAutoNum type="arabicPeriod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Reverse complement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400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GCATAAATGC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 startAt="2"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 of # and $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GCATTTATGC#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400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GCATAAATGC$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3.Construct Inverted Suffix Array 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94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73" y="-137011"/>
            <a:ext cx="3630344" cy="71362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699620" y="328718"/>
            <a:ext cx="42585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GCATTTATGC#</a:t>
            </a: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GCATAAATGC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MinArm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3,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MinGap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3 and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MaxGap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4857" y="3516349"/>
            <a:ext cx="3360234" cy="2808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1144857" y="5728007"/>
            <a:ext cx="3360234" cy="2808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636275" y="1529047"/>
            <a:ext cx="4572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verify the constraints of palindrome arm, the following condition should be satisfied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W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(j)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 j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MinArm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- 1]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(j)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[j…j +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MinArm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- 1]</a:t>
            </a:r>
          </a:p>
          <a:p>
            <a:endParaRPr lang="en-U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[2-3 … 2-1]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[-1…1]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(not possible)</a:t>
            </a:r>
          </a:p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 by 1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(4)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[4-3 … 4-1]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[1…3]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j:</a:t>
            </a: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(8)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[8 … 8+3-1]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[8…10]  , j = 8</a:t>
            </a: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76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73" y="-137011"/>
            <a:ext cx="3630344" cy="713626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576803" y="1529047"/>
            <a:ext cx="464897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4, j = 8</a:t>
            </a:r>
          </a:p>
          <a:p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[1…3]</a:t>
            </a:r>
            <a:r>
              <a:rPr lang="en-US" altLang="zh-TW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ACG</a:t>
            </a:r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(j) = 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[8…10] = TGC</a:t>
            </a:r>
          </a:p>
          <a:p>
            <a:endParaRPr lang="en-US" altLang="zh-TW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Verify complementarity:</a:t>
            </a: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(j)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ACG = TGC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Verify spacer length constraints: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MinGap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≤ j –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MaxGa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3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4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≤ 5    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Hence, we say the DNA sequence GCATTTATGC fetched by the sliding window iterator is 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 constrained gapped palindrome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44857" y="3516349"/>
            <a:ext cx="3360234" cy="2808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1144857" y="5728007"/>
            <a:ext cx="3360234" cy="2808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4699620" y="328718"/>
            <a:ext cx="42585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GCATTTATGC#</a:t>
            </a:r>
          </a:p>
          <a:p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GCATAAATGC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MinArm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3,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MinGap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3 and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MaxGap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41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2737" y="1690689"/>
            <a:ext cx="8202613" cy="3792553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91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2188" y="1559773"/>
            <a:ext cx="7443162" cy="474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871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36796</TotalTime>
  <Words>567</Words>
  <Application>Microsoft Office PowerPoint</Application>
  <PresentationFormat>如螢幕大小 (4:3)</PresentationFormat>
  <Paragraphs>170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新細明體</vt:lpstr>
      <vt:lpstr>Arial</vt:lpstr>
      <vt:lpstr>Calibri</vt:lpstr>
      <vt:lpstr>Calibri Light</vt:lpstr>
      <vt:lpstr>Times New Roman</vt:lpstr>
      <vt:lpstr>Office 佈景主題</vt:lpstr>
      <vt:lpstr>Searching Gapped Palindromes Using Inverted Suffix Array</vt:lpstr>
      <vt:lpstr>Abstract</vt:lpstr>
      <vt:lpstr>Palindrome in DNA (Reverse Complement)</vt:lpstr>
      <vt:lpstr>Gapped Palindrome</vt:lpstr>
      <vt:lpstr>Long Armed and Length Constrained</vt:lpstr>
      <vt:lpstr>Suffix array(sort by lexical order)</vt:lpstr>
      <vt:lpstr>Detect Gapped Palindrome Algorithm(Long Armed)</vt:lpstr>
      <vt:lpstr>PowerPoint 簡報</vt:lpstr>
      <vt:lpstr>PowerPoint 簡報</vt:lpstr>
      <vt:lpstr>Detect Gapped Palindrome Algorithm(Length Constrained)</vt:lpstr>
      <vt:lpstr>PowerPoint 簡報</vt:lpstr>
      <vt:lpstr>PowerPoint 簡報</vt:lpstr>
      <vt:lpstr>Tests</vt:lpstr>
      <vt:lpstr>Tests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pplab-class</cp:lastModifiedBy>
  <cp:revision>432</cp:revision>
  <dcterms:created xsi:type="dcterms:W3CDTF">2016-04-23T07:31:56Z</dcterms:created>
  <dcterms:modified xsi:type="dcterms:W3CDTF">2019-01-15T11:13:44Z</dcterms:modified>
</cp:coreProperties>
</file>