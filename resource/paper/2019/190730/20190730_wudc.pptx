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0" autoAdjust="0"/>
    <p:restoredTop sz="90867" autoAdjust="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2019/7/30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5998"/>
            <a:ext cx="9144000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 algorithm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003983"/>
            <a:ext cx="9144000" cy="425017"/>
          </a:xfrm>
        </p:spPr>
        <p:txBody>
          <a:bodyPr>
            <a:noAutofit/>
          </a:bodyPr>
          <a:lstStyle/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Yoshifumi Sakai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2535423" y="3873343"/>
            <a:ext cx="7121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Science, Available online 2 July 2019. </a:t>
            </a:r>
          </a:p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press, Corrected Proof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8116045" y="5019194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8875612" y="5480859"/>
            <a:ext cx="2517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Jul. 30, 2019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common subsequence of two strings is maximal if inserting any character into it no longer yields a common subsequence. The present article proposes a (sub)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linearithmic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-time, linear-space algorithm for finding a maximal common subsequence of two strings and a linear-time algorithm for determining if a common subsequence of two strings is maximal.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subsequence(MCS)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ACEDF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AEDCF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AEDF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MCS = AEDF, ACF</a:t>
            </a: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subsequence(MCS)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6518" y="1635853"/>
            <a:ext cx="5347282" cy="503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(0, 0, 0)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32D0E4-5C2C-476B-8E86-20746BC8A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649" y="1132513"/>
            <a:ext cx="4592300" cy="5495924"/>
          </a:xfrm>
          <a:prstGeom prst="rect">
            <a:avLst/>
          </a:prstGeom>
        </p:spPr>
      </p:pic>
      <p:sp>
        <p:nvSpPr>
          <p:cNvPr id="6" name="內容版面配置區 11">
            <a:extLst>
              <a:ext uri="{FF2B5EF4-FFF2-40B4-BE49-F238E27FC236}">
                <a16:creationId xmlns:a16="http://schemas.microsoft.com/office/drawing/2014/main" id="{6F1F4D17-F4AA-41D8-8B15-34E497AAA8BA}"/>
              </a:ext>
            </a:extLst>
          </p:cNvPr>
          <p:cNvSpPr txBox="1">
            <a:spLocks/>
          </p:cNvSpPr>
          <p:nvPr/>
        </p:nvSpPr>
        <p:spPr>
          <a:xfrm>
            <a:off x="6006518" y="2935447"/>
            <a:ext cx="5347282" cy="50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(0, 0, 4)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(4, 2, 0)</a:t>
            </a:r>
          </a:p>
        </p:txBody>
      </p:sp>
      <p:sp>
        <p:nvSpPr>
          <p:cNvPr id="7" name="內容版面配置區 11">
            <a:extLst>
              <a:ext uri="{FF2B5EF4-FFF2-40B4-BE49-F238E27FC236}">
                <a16:creationId xmlns:a16="http://schemas.microsoft.com/office/drawing/2014/main" id="{0DA0E2EA-3E34-464B-A8F5-A9D9F320B5AF}"/>
              </a:ext>
            </a:extLst>
          </p:cNvPr>
          <p:cNvSpPr txBox="1">
            <a:spLocks/>
          </p:cNvSpPr>
          <p:nvPr/>
        </p:nvSpPr>
        <p:spPr>
          <a:xfrm>
            <a:off x="6006518" y="4313340"/>
            <a:ext cx="5347282" cy="50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(0, 0, 4)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(4, 2, 5)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</a:p>
        </p:txBody>
      </p:sp>
      <p:sp>
        <p:nvSpPr>
          <p:cNvPr id="8" name="內容版面配置區 11">
            <a:extLst>
              <a:ext uri="{FF2B5EF4-FFF2-40B4-BE49-F238E27FC236}">
                <a16:creationId xmlns:a16="http://schemas.microsoft.com/office/drawing/2014/main" id="{E125C91F-3910-4067-9C71-1E8EC861D491}"/>
              </a:ext>
            </a:extLst>
          </p:cNvPr>
          <p:cNvSpPr txBox="1">
            <a:spLocks/>
          </p:cNvSpPr>
          <p:nvPr/>
        </p:nvSpPr>
        <p:spPr>
          <a:xfrm>
            <a:off x="6006518" y="5686689"/>
            <a:ext cx="5347282" cy="50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(0, 0, 4)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(4, 2, 5)</a:t>
            </a:r>
          </a:p>
        </p:txBody>
      </p:sp>
    </p:spTree>
    <p:extLst>
      <p:ext uri="{BB962C8B-B14F-4D97-AF65-F5344CB8AC3E}">
        <p14:creationId xmlns:p14="http://schemas.microsoft.com/office/powerpoint/2010/main" val="416835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subsequence(MCS)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155EC2-413B-4DEF-83A5-A6701C0EE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67" y="1034473"/>
            <a:ext cx="4895351" cy="5581650"/>
          </a:xfrm>
          <a:prstGeom prst="rect">
            <a:avLst/>
          </a:prstGeom>
        </p:spPr>
      </p:pic>
      <p:sp>
        <p:nvSpPr>
          <p:cNvPr id="7" name="內容版面配置區 11">
            <a:extLst>
              <a:ext uri="{FF2B5EF4-FFF2-40B4-BE49-F238E27FC236}">
                <a16:creationId xmlns:a16="http://schemas.microsoft.com/office/drawing/2014/main" id="{80A42B13-AC98-4ECB-B296-FC32B8016BE1}"/>
              </a:ext>
            </a:extLst>
          </p:cNvPr>
          <p:cNvSpPr txBox="1">
            <a:spLocks/>
          </p:cNvSpPr>
          <p:nvPr/>
        </p:nvSpPr>
        <p:spPr>
          <a:xfrm>
            <a:off x="6096000" y="1802933"/>
            <a:ext cx="5347282" cy="50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(0, 0, 4)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(4, 2, 9)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(9, 9, 0)</a:t>
            </a:r>
          </a:p>
        </p:txBody>
      </p:sp>
      <p:sp>
        <p:nvSpPr>
          <p:cNvPr id="10" name="內容版面配置區 11">
            <a:extLst>
              <a:ext uri="{FF2B5EF4-FFF2-40B4-BE49-F238E27FC236}">
                <a16:creationId xmlns:a16="http://schemas.microsoft.com/office/drawing/2014/main" id="{D1809D39-939D-4CB1-AD23-76C344E7EE00}"/>
              </a:ext>
            </a:extLst>
          </p:cNvPr>
          <p:cNvSpPr txBox="1">
            <a:spLocks/>
          </p:cNvSpPr>
          <p:nvPr/>
        </p:nvSpPr>
        <p:spPr>
          <a:xfrm>
            <a:off x="6096000" y="3724012"/>
            <a:ext cx="5347282" cy="50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(0, 0, 4)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(4, 2, 9)</a:t>
            </a:r>
          </a:p>
        </p:txBody>
      </p:sp>
      <p:sp>
        <p:nvSpPr>
          <p:cNvPr id="11" name="內容版面配置區 11">
            <a:extLst>
              <a:ext uri="{FF2B5EF4-FFF2-40B4-BE49-F238E27FC236}">
                <a16:creationId xmlns:a16="http://schemas.microsoft.com/office/drawing/2014/main" id="{24F91F25-6888-479E-89E8-477E2AA3436B}"/>
              </a:ext>
            </a:extLst>
          </p:cNvPr>
          <p:cNvSpPr txBox="1">
            <a:spLocks/>
          </p:cNvSpPr>
          <p:nvPr/>
        </p:nvSpPr>
        <p:spPr>
          <a:xfrm>
            <a:off x="6096000" y="5586368"/>
            <a:ext cx="5347282" cy="50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(0, 0, 4)</a:t>
            </a:r>
          </a:p>
        </p:txBody>
      </p:sp>
    </p:spTree>
    <p:extLst>
      <p:ext uri="{BB962C8B-B14F-4D97-AF65-F5344CB8AC3E}">
        <p14:creationId xmlns:p14="http://schemas.microsoft.com/office/powerpoint/2010/main" val="43029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subsequence(MCS)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652F1AAC-13A7-4F2E-8939-B8B124487E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7901" y="1124125"/>
                <a:ext cx="4392559" cy="54515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data structure of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Beame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Fich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O(n)-time constructible and support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logn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loglogn</m:t>
                        </m:r>
                      </m:e>
                    </m:rad>
                    <m: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queries of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next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lang="en-US" altLang="zh-TW" dirty="0"/>
                  <a:t>.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alphabet size is constant, can adopt the lookup table,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is constructible in O(n) time and supports O(1)-time queries.</a:t>
                </a:r>
              </a:p>
            </p:txBody>
          </p:sp>
        </mc:Choice>
        <mc:Fallback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652F1AAC-13A7-4F2E-8939-B8B124487E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7901" y="1124125"/>
                <a:ext cx="4392559" cy="5451553"/>
              </a:xfrm>
              <a:blipFill>
                <a:blip r:embed="rId2"/>
                <a:stretch>
                  <a:fillRect l="-2774" t="-1899" r="-1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AA210035-777F-4F51-8FA9-4D71787D9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40" y="1124125"/>
            <a:ext cx="6836361" cy="41499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B65A01F-3585-4661-8990-527AFFD88B92}"/>
                  </a:ext>
                </a:extLst>
              </p:cNvPr>
              <p:cNvSpPr txBox="1"/>
              <p:nvPr/>
            </p:nvSpPr>
            <p:spPr>
              <a:xfrm>
                <a:off x="716098" y="5363700"/>
                <a:ext cx="6367244" cy="1278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TW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ad>
                      <m:radPr>
                        <m:degHide m:val="on"/>
                        <m:ctrlPr>
                          <a:rPr lang="en-US" altLang="zh-TW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logn</m:t>
                        </m:r>
                        <m:r>
                          <a:rPr lang="en-US" altLang="zh-TW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loglogn</m:t>
                        </m:r>
                      </m:e>
                    </m:rad>
                    <m:r>
                      <a:rPr lang="en-US" altLang="zh-TW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complexity: O(n)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= |X| + |Y|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B65A01F-3585-4661-8990-527AFFD88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98" y="5363700"/>
                <a:ext cx="6367244" cy="1278235"/>
              </a:xfrm>
              <a:prstGeom prst="rect">
                <a:avLst/>
              </a:prstGeom>
              <a:blipFill>
                <a:blip r:embed="rId4"/>
                <a:stretch>
                  <a:fillRect l="-1435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875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MCS(CMCS)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A210035-777F-4F51-8FA9-4D71787D9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6319"/>
            <a:ext cx="6112492" cy="38267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34A75C4-25CD-4F86-BD8A-925D899BA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272" y="2778108"/>
            <a:ext cx="5505450" cy="2343150"/>
          </a:xfrm>
          <a:prstGeom prst="rect">
            <a:avLst/>
          </a:prstGeom>
        </p:spPr>
      </p:pic>
      <p:sp>
        <p:nvSpPr>
          <p:cNvPr id="11" name="內容版面配置區 11">
            <a:extLst>
              <a:ext uri="{FF2B5EF4-FFF2-40B4-BE49-F238E27FC236}">
                <a16:creationId xmlns:a16="http://schemas.microsoft.com/office/drawing/2014/main" id="{60C81E05-9A99-4349-9C51-1F4C8519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783"/>
            <a:ext cx="10515600" cy="4995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an MCS of X and Y that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contains P.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0984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MCS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AB09931-7828-463C-94B5-A03EFB35A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34473"/>
            <a:ext cx="4424650" cy="56164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A2904CE-FCE6-4FBD-BCF2-146A8EE81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24" y="2222879"/>
            <a:ext cx="6371776" cy="426999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673370C-E462-4519-87DE-575A81A9355D}"/>
              </a:ext>
            </a:extLst>
          </p:cNvPr>
          <p:cNvSpPr txBox="1"/>
          <p:nvPr/>
        </p:nvSpPr>
        <p:spPr>
          <a:xfrm>
            <a:off x="8288323" y="5410899"/>
            <a:ext cx="3456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O(n)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391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3794</TotalTime>
  <Words>340</Words>
  <Application>Microsoft Office PowerPoint</Application>
  <PresentationFormat>寬螢幕</PresentationFormat>
  <Paragraphs>36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佈景主題</vt:lpstr>
      <vt:lpstr>Maximal common subsequence algorithm</vt:lpstr>
      <vt:lpstr>Abstract</vt:lpstr>
      <vt:lpstr>Maximal common subsequence(MCS)</vt:lpstr>
      <vt:lpstr>Maximal common subsequence(MCS)</vt:lpstr>
      <vt:lpstr>Maximal common subsequence(MCS)</vt:lpstr>
      <vt:lpstr>Maximal common subsequence(MCS)</vt:lpstr>
      <vt:lpstr>Constrained MCS(CMCS)</vt:lpstr>
      <vt:lpstr>Check MCS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tu cheng</cp:lastModifiedBy>
  <cp:revision>243</cp:revision>
  <dcterms:created xsi:type="dcterms:W3CDTF">2018-09-30T05:00:05Z</dcterms:created>
  <dcterms:modified xsi:type="dcterms:W3CDTF">2019-07-30T10:24:39Z</dcterms:modified>
</cp:coreProperties>
</file>