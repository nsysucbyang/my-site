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吳篤承" initials="吳篤承" lastIdx="1" clrIdx="0">
    <p:extLst>
      <p:ext uri="{19B8F6BF-5375-455C-9EA6-DF929625EA0E}">
        <p15:presenceInfo xmlns:p15="http://schemas.microsoft.com/office/powerpoint/2012/main" userId="吳篤承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0" autoAdjust="0"/>
    <p:restoredTop sz="90867" autoAdjust="0"/>
  </p:normalViewPr>
  <p:slideViewPr>
    <p:cSldViewPr snapToGrid="0">
      <p:cViewPr varScale="1">
        <p:scale>
          <a:sx n="104" d="100"/>
          <a:sy n="104" d="100"/>
        </p:scale>
        <p:origin x="58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85392-FD07-4F5A-B34E-BA69B7FEBBF7}" type="datetimeFigureOut">
              <a:rPr lang="zh-TW" altLang="en-US" smtClean="0"/>
              <a:t>2019/4/9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745C38-81A3-45D4-9959-4EF52C41C4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042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maps/place/%E8%B6%8A%E5%8D%97%E5%B3%B4%E6%B8%AF%E6%B5%B7%E6%B4%B2%E9%83%A1%E5%B3%B4%E6%B8%AF/@16.1951659,107.4695442,8.75z/data=!4m5!3m4!1s0x314219c792252a13:0xfc14e3a044436487!8m2!3d16.0544068!4d108.2021667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hlinkClick r:id="rId3"/>
              </a:rPr>
              <a:t>https://www.google.com/maps/place/%E8%B6%8A%E5%8D%97%E5%B3%B4%E6%B8%AF%E6%B5%B7%E6%B4%B2%E9%83%A1%E5%B3%B4%E6%B8%AF/@16.1951659,107.4695442,8.75z/data=!4m5!3m4!1s0x314219c792252a13:0xfc14e3a044436487!8m2!3d16.0544068!4d108.2021667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819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BC481E-5F61-46D0-A7EB-4B78E26B7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7ADD499-6C14-47C8-A9DB-F37A274DE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F44A6D-44A4-4AC5-A338-742D4C0C8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2019/4/9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A9A011-8B20-4955-AB02-9C883200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080B5D-51A0-4CC6-B85E-EECDD9C7E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324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791F4F-64C2-4448-AEA3-D8BAD00F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B64CD7-FFD4-4659-9A78-313C8279F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B714A2-D640-4631-BD91-D40EA7B8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2019/4/9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61BB7E8-FCCA-40E1-AF1F-1EC08D980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37759F-4DEC-4AF9-AAF6-96479F6F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626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4AF7F4-DE89-4B56-ABEB-65BE6D95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0726E6B-7A4E-46A3-888F-3ECB35C60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DC7246-3967-4A8C-89BD-498BAD92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2019/4/9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A016C2-FC45-4CB6-AE5C-B5A2929E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643CBF-BA29-45F4-B839-D048AC73E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0549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3084E2-FF74-41D8-B7FC-96287DBE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0DA591-3941-4641-B043-A7B686026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58EE040-2A49-41BF-9734-4F1C3C128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8EECCAB-4CA7-44B9-B7B8-DC7FF5103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2019/4/9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1F1834D-5465-453A-8482-4EA306D63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EDEEDDC-2E51-41D6-BBEE-C8A5AEE90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062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891CDC-A371-490F-A9D6-C81ACFD42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6414E1-9AA2-4412-BC87-8B794947A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F8352C1-957A-43C9-A792-1F703940C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189CE18-112C-4840-B26C-362D7C230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7815674-7564-427E-B7B9-22E8C7F54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891BEAE-F89E-4D1D-88D1-CE02EB287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2019/4/9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01E6835-0CA2-4E4B-AA2A-F90C8E50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F7BAAA1-3B0C-467E-B178-590BB83B6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528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DDB431-29CB-4FE4-9ADC-233E5E38B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B26AC26-EB83-4AB6-9E2F-C8457BF27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2019/4/9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A0D9A16-24C2-4ED2-BD1F-40A62B4B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02A40A-1FF4-4F68-B9F8-CCFE6F0A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310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C7FE82F-7353-4EB6-B115-3F4F883A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2019/4/9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B99597B-30C7-4D52-AD5F-C858CCF87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558E562-3645-444D-99EF-C224D8AC7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2500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5C8A51-2D2B-48E7-9226-50EB6A225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09DA89-D924-4187-86BB-0DE7413CB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A862BBB-0FF2-4F4D-A76D-1F88CE615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DE41C95-2028-4108-B014-39C5648C7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2019/4/9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BD103DD-D7EC-4F8E-92E4-F3DF3C87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26E5469-9EC0-4784-86DB-CFF18B624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7051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BCCB00-EDDD-4021-BFA8-37AF232E0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B62902F-3F9A-4799-B356-32DB2D43C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41559B7-9AC4-469F-8F42-A7EAC5608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3C1A871-1FB1-426F-B468-F433644AC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2019/4/9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2851D3-4076-4BC5-9DED-D4BED17FE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E57C28A-8893-4984-9E48-FEAF55A0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359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29808D-8B18-4D63-9A86-7E543A995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C65D312-39D6-45B8-A43D-EE4F531E6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86A780-A433-4084-B504-8CA5C05D1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2019/4/9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6AE278-5465-4135-8119-D4FFB673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2B663D-8C1E-4440-923C-9B28783B6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291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0F0B3FC-BDB6-4C40-9E7A-DD251A121D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1B69DA4-DCBA-402E-B952-6FEF25C77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B7CDCD-2B53-481E-994C-32B4B7592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2019/4/9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FB1F8A-6E1A-49FD-88DC-360B7C266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025657-A7D6-4D60-8308-3F54ECF10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6976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27AA62-E1D3-4683-9BB1-A8FDBF764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E70A9A6-A017-41A2-86FB-D99634A98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A99EE0-24C1-43B5-8CD7-D94555000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44C1A-2725-48AE-A699-EA8E8FEFF634}" type="datetimeFigureOut">
              <a:rPr lang="zh-TW" altLang="en-US" smtClean="0"/>
              <a:t>2019/4/9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DC897C-57B6-471F-85EC-BDD367E81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E00D97-13C0-4E9B-84D0-9482705853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869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B6A882-00D3-47EF-9E00-5F5448FB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57487"/>
            <a:ext cx="9144000" cy="649317"/>
          </a:xfrm>
        </p:spPr>
        <p:txBody>
          <a:bodyPr>
            <a:no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Efficient Algorithm for a New Constrained</a:t>
            </a:r>
            <a:b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Problem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DA53B5D-3737-4D8B-A009-A9D02CAE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597496"/>
            <a:ext cx="9144000" cy="425017"/>
          </a:xfrm>
        </p:spPr>
        <p:txBody>
          <a:bodyPr>
            <a:noAutofit/>
          </a:bodyPr>
          <a:lstStyle/>
          <a:p>
            <a:r>
              <a:rPr lang="en-US" altLang="zh-TW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Daxin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Zhu, Yingjie Wu, and </a:t>
            </a:r>
            <a:r>
              <a:rPr lang="en-US" altLang="zh-TW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Xiaodong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Wang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F2527E8-BB8F-41FB-8AF1-03DCC96BC069}"/>
              </a:ext>
            </a:extLst>
          </p:cNvPr>
          <p:cNvSpPr txBox="1"/>
          <p:nvPr/>
        </p:nvSpPr>
        <p:spPr>
          <a:xfrm>
            <a:off x="2484148" y="3601720"/>
            <a:ext cx="72237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8th Asian Conference, Intelligent Information and Database Systems,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 Nang, Vietnam, March 14–16, 2016, pp 261-267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BC92671-3184-4146-A361-F82079153C2E}"/>
              </a:ext>
            </a:extLst>
          </p:cNvPr>
          <p:cNvSpPr txBox="1"/>
          <p:nvPr/>
        </p:nvSpPr>
        <p:spPr>
          <a:xfrm>
            <a:off x="8116045" y="5019194"/>
            <a:ext cx="3276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Du-Cheng Wu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2A0654C-2F84-4026-9FCF-04C8DF590D5F}"/>
              </a:ext>
            </a:extLst>
          </p:cNvPr>
          <p:cNvSpPr txBox="1"/>
          <p:nvPr/>
        </p:nvSpPr>
        <p:spPr>
          <a:xfrm>
            <a:off x="8754490" y="5480859"/>
            <a:ext cx="2449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Apr. 4, 2019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049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9EF1E7-604C-4E09-A7D2-D4B34B063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06084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to a generalized longest common subsequence</a:t>
            </a:r>
          </a:p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is addressed in this paper. In this problem, two given sequences</a:t>
            </a:r>
          </a:p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their length s and t must be included as the subsequences of the</a:t>
            </a:r>
          </a:p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main sequences A and B, and the result subsequences must be the</a:t>
            </a:r>
          </a:p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longest. If the lengths of the two main sequences A and B are n and m,</a:t>
            </a:r>
          </a:p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lengths of their two constrained sequences are s and t respectively,</a:t>
            </a:r>
          </a:p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 complexity of the dynamic programming algorithm presented</a:t>
            </a:r>
          </a:p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 to solve the new generalized LCS problem must be</a:t>
            </a:r>
          </a:p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nmst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500703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SEQ-IC-SEQ-IC-LCS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C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DCAD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= AB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= BAA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= BDCADA, BACADA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SEQ-IC-SEQ-IC-LCS = BABAD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041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SEQ-IC-SEQ-IC-LCS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FDF0E565-1B7B-4911-89D5-F95117506B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712" y="1174037"/>
            <a:ext cx="9172575" cy="3400425"/>
          </a:xfr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450458B-A291-45CD-A1CC-6D42F32EA9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811" y="4998163"/>
            <a:ext cx="909637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26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SEQ-IC-SEQ-IC-LCS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BCACB994-2A2D-4EB1-ADC8-4FE3D16051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544" y="925415"/>
            <a:ext cx="6890911" cy="5636085"/>
          </a:xfrm>
        </p:spPr>
      </p:pic>
    </p:spTree>
    <p:extLst>
      <p:ext uri="{BB962C8B-B14F-4D97-AF65-F5344CB8AC3E}">
        <p14:creationId xmlns:p14="http://schemas.microsoft.com/office/powerpoint/2010/main" val="777137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C51B19B1-06DD-4E0F-87E2-78AE4F1119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606" y="1034473"/>
            <a:ext cx="6298788" cy="5741800"/>
          </a:xfrm>
        </p:spPr>
      </p:pic>
    </p:spTree>
    <p:extLst>
      <p:ext uri="{BB962C8B-B14F-4D97-AF65-F5344CB8AC3E}">
        <p14:creationId xmlns:p14="http://schemas.microsoft.com/office/powerpoint/2010/main" val="3010299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7DE62C0-3E6F-4C9F-9F85-C1AF35B68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1491"/>
            <a:ext cx="10515600" cy="4985472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O(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nmst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 O(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nmst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algorithm time complexity O(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n+m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817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3104</TotalTime>
  <Words>271</Words>
  <Application>Microsoft Office PowerPoint</Application>
  <PresentationFormat>寬螢幕</PresentationFormat>
  <Paragraphs>35</Paragraphs>
  <Slides>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佈景主題</vt:lpstr>
      <vt:lpstr>An Efficient Algorithm for a New Constrained LCS Problem</vt:lpstr>
      <vt:lpstr>Abstract</vt:lpstr>
      <vt:lpstr>SEQ-IC-SEQ-IC-LCS</vt:lpstr>
      <vt:lpstr>SEQ-IC-SEQ-IC-LCS</vt:lpstr>
      <vt:lpstr>SEQ-IC-SEQ-IC-LCS algorithm</vt:lpstr>
      <vt:lpstr>Back algorithm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model and algorithm for sequence alignment</dc:title>
  <dc:creator>吳篤承</dc:creator>
  <cp:lastModifiedBy>吳篤承</cp:lastModifiedBy>
  <cp:revision>123</cp:revision>
  <dcterms:created xsi:type="dcterms:W3CDTF">2018-09-30T05:00:05Z</dcterms:created>
  <dcterms:modified xsi:type="dcterms:W3CDTF">2019-04-09T11:36:07Z</dcterms:modified>
</cp:coreProperties>
</file>