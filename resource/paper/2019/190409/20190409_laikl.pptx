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73" r:id="rId3"/>
    <p:sldId id="290" r:id="rId4"/>
    <p:sldId id="304" r:id="rId5"/>
    <p:sldId id="305" r:id="rId6"/>
    <p:sldId id="309" r:id="rId7"/>
    <p:sldId id="306" r:id="rId8"/>
    <p:sldId id="308" r:id="rId9"/>
    <p:sldId id="312" r:id="rId10"/>
    <p:sldId id="314" r:id="rId11"/>
    <p:sldId id="310" r:id="rId12"/>
    <p:sldId id="311" r:id="rId13"/>
    <p:sldId id="30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2019/4/8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2.png"/><Relationship Id="rId17" Type="http://schemas.openxmlformats.org/officeDocument/2006/relationships/image" Target="../media/image29.png"/><Relationship Id="rId2" Type="http://schemas.openxmlformats.org/officeDocument/2006/relationships/image" Target="../media/image11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880" y="1139472"/>
            <a:ext cx="11148240" cy="1437553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Two-string consensus problem under non-overlapping inversion and transposition distance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332" y="3148839"/>
            <a:ext cx="10207336" cy="3266355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Ta, Cheng-Yao Lin, Chin Lung Lu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盧錦隆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46-51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09,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915B7-780A-4747-AA36-2299BB46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699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biological sequences that can be represented as strings over a finite alphabet, inversion and transposition are commonly observed mutation operations. The non-overlapping inversion and transposition distance (also simply called mutation distance) between two strings is defined as the minimum number of non-overlapping inversion and transposition operations used to transform one string into the other. Given two strings of the same length n and a constant c ≥ 0, the two-string consensus problem under mutation distance is to determine whether or not there exists a string 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the mutation distance from 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input string does not exceed c. In this study, we present an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 algorithm to solve this problem.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99552-D171-41FD-90EB-C05AA95F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85" y="365125"/>
            <a:ext cx="11409028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string consensus problem under mutation distance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ACE9963-43F0-4BCA-85E9-167906163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Ex: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x = TAGAC     y = TAACG   c=1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TAGAC or TAACG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ACE9963-43F0-4BCA-85E9-167906163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4A6E105E-E804-4F58-B5F2-29BF1E63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89" y="2007443"/>
            <a:ext cx="7333422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5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7068C-7ABF-4844-82F9-46572928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4852B7-A3CC-46F6-84F0-038014C1A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5" y="1803633"/>
            <a:ext cx="2175587" cy="443246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TAGAC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inversion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table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tranpostion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4AEB55-264A-4F4D-BEFC-8783AC3A0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490" y="1635125"/>
            <a:ext cx="8543925" cy="4857750"/>
          </a:xfrm>
          <a:prstGeom prst="rect">
            <a:avLst/>
          </a:prstGeom>
        </p:spPr>
      </p:pic>
      <p:sp>
        <p:nvSpPr>
          <p:cNvPr id="5" name="箭號: 向右 4">
            <a:extLst>
              <a:ext uri="{FF2B5EF4-FFF2-40B4-BE49-F238E27FC236}">
                <a16:creationId xmlns:a16="http://schemas.microsoft.com/office/drawing/2014/main" id="{94882270-034C-4D9D-A64B-35DF4E088026}"/>
              </a:ext>
            </a:extLst>
          </p:cNvPr>
          <p:cNvSpPr/>
          <p:nvPr/>
        </p:nvSpPr>
        <p:spPr>
          <a:xfrm>
            <a:off x="2407640" y="3129196"/>
            <a:ext cx="318782" cy="20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1402675F-7571-46F0-B0DA-CA4CDC82924E}"/>
              </a:ext>
            </a:extLst>
          </p:cNvPr>
          <p:cNvSpPr/>
          <p:nvPr/>
        </p:nvSpPr>
        <p:spPr>
          <a:xfrm>
            <a:off x="2407640" y="5143952"/>
            <a:ext cx="318782" cy="20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27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A4D80-87D0-4230-B4CF-611B40EF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pair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C9214D-2FAF-460A-89D7-5DE79A8D0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6796" y="1825625"/>
                <a:ext cx="9827004" cy="4351338"/>
              </a:xfrm>
            </p:spPr>
            <p:txBody>
              <a:bodyPr/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                                        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       x = TAGAC           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y = TAACG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c=1  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TAGAC or TAACG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C9214D-2FAF-460A-89D7-5DE79A8D0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6796" y="1825625"/>
                <a:ext cx="9827004" cy="4351338"/>
              </a:xfrm>
              <a:blipFill>
                <a:blip r:embed="rId2"/>
                <a:stretch>
                  <a:fillRect l="-11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36665177-F411-4273-B434-ED82F8A34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825625"/>
            <a:ext cx="75438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3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5433C-A968-44FF-BD4F-29BF0B03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58B472-EB9C-464B-866D-C68D217D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B431E9-2C08-4D8C-800F-A9F79E7CE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400300"/>
            <a:ext cx="5334000" cy="20574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D252574-2B62-49D5-B33E-1CB0D480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87" y="2400300"/>
            <a:ext cx="49053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8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02E1E-4B24-44B3-AEF9-956099EB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D89983-7586-4F05-A803-553CB625E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construct a bipartite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create an edge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D89983-7586-4F05-A803-553CB625E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FF8A9E16-8F5A-489B-AD6D-DADFA3C35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565" y="3894319"/>
            <a:ext cx="43434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5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D1E12-7BE2-43EB-B11E-1C7632447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1380C-0912-447F-BD3B-0CDC50EE74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classified into one of 16 types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II, IH, IT, IQ, HI, HH, HT, HQ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TI, TH, TT, TQ, QI, QH, QT, QQ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en-US" altLang="zh-TW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by Case !!</a:t>
                </a:r>
                <a:endParaRPr lang="zh-TW" alt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1380C-0912-447F-BD3B-0CDC50EE7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81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19023-78A3-45AD-A034-5565C090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822C80-D1B6-45E5-8826-74EBFFED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94B14-1345-4EC4-85A0-7269F452370C}"/>
              </a:ext>
            </a:extLst>
          </p:cNvPr>
          <p:cNvSpPr/>
          <p:nvPr/>
        </p:nvSpPr>
        <p:spPr>
          <a:xfrm>
            <a:off x="3095224" y="199344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B571AE6-13E6-4AF9-A10E-1A4574984159}"/>
                  </a:ext>
                </a:extLst>
              </p:cNvPr>
              <p:cNvSpPr txBox="1"/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B571AE6-13E6-4AF9-A10E-1A4574984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C148541-A2E4-41D7-83B9-934B95C1343B}"/>
              </a:ext>
            </a:extLst>
          </p:cNvPr>
          <p:cNvSpPr/>
          <p:nvPr/>
        </p:nvSpPr>
        <p:spPr>
          <a:xfrm>
            <a:off x="3095224" y="413886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1583BD9-DAEC-443E-BD04-529818F5E2A4}"/>
                  </a:ext>
                </a:extLst>
              </p:cNvPr>
              <p:cNvSpPr txBox="1"/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1583BD9-DAEC-443E-BD04-529818F5E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341AE9B-7A7C-476E-A3F1-B8D6404C1D50}"/>
                  </a:ext>
                </a:extLst>
              </p:cNvPr>
              <p:cNvSpPr txBox="1"/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341AE9B-7A7C-476E-A3F1-B8D6404C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blipFill>
                <a:blip r:embed="rId4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F07E72-D7F7-436B-9153-17C7B4E1F7B3}"/>
                  </a:ext>
                </a:extLst>
              </p:cNvPr>
              <p:cNvSpPr txBox="1"/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F07E72-D7F7-436B-9153-17C7B4E1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blipFill>
                <a:blip r:embed="rId5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36DB965-15FB-4AFE-A1E7-22C24FAEE92C}"/>
                  </a:ext>
                </a:extLst>
              </p:cNvPr>
              <p:cNvSpPr txBox="1"/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36DB965-15FB-4AFE-A1E7-22C24FAEE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blipFill>
                <a:blip r:embed="rId6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4211F99-7FCD-4E55-83AF-F7FD9CAE4266}"/>
                  </a:ext>
                </a:extLst>
              </p:cNvPr>
              <p:cNvSpPr txBox="1"/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4211F99-7FCD-4E55-83AF-F7FD9CAE4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blipFill>
                <a:blip r:embed="rId7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10C9094F-F2C2-4B73-AE40-55E30F8ED783}"/>
              </a:ext>
            </a:extLst>
          </p:cNvPr>
          <p:cNvSpPr/>
          <p:nvPr/>
        </p:nvSpPr>
        <p:spPr>
          <a:xfrm>
            <a:off x="4355450" y="1993446"/>
            <a:ext cx="1567012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8DF6DE-20FB-45D2-A157-F549966A4162}"/>
              </a:ext>
            </a:extLst>
          </p:cNvPr>
          <p:cNvSpPr/>
          <p:nvPr/>
        </p:nvSpPr>
        <p:spPr>
          <a:xfrm>
            <a:off x="6663207" y="4138865"/>
            <a:ext cx="2098721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3C224F-5D1D-469D-8224-21C10F3D6CEE}"/>
              </a:ext>
            </a:extLst>
          </p:cNvPr>
          <p:cNvSpPr/>
          <p:nvPr/>
        </p:nvSpPr>
        <p:spPr>
          <a:xfrm>
            <a:off x="5164141" y="4140645"/>
            <a:ext cx="758321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FE580F-B193-4E32-9045-18F17AADA97A}"/>
              </a:ext>
            </a:extLst>
          </p:cNvPr>
          <p:cNvSpPr/>
          <p:nvPr/>
        </p:nvSpPr>
        <p:spPr>
          <a:xfrm>
            <a:off x="4298823" y="4143022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D1AEDBC-E95C-414E-B39B-6DB708874C76}"/>
              </a:ext>
            </a:extLst>
          </p:cNvPr>
          <p:cNvCxnSpPr/>
          <p:nvPr/>
        </p:nvCxnSpPr>
        <p:spPr>
          <a:xfrm>
            <a:off x="4355450" y="2543680"/>
            <a:ext cx="1567012" cy="1577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45DB319-C454-405B-8020-76692ED74A2E}"/>
              </a:ext>
            </a:extLst>
          </p:cNvPr>
          <p:cNvCxnSpPr/>
          <p:nvPr/>
        </p:nvCxnSpPr>
        <p:spPr>
          <a:xfrm flipH="1">
            <a:off x="4355450" y="2560117"/>
            <a:ext cx="1567012" cy="15743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966F339-1B4C-47EB-B0E3-8143BD8558A0}"/>
                  </a:ext>
                </a:extLst>
              </p:cNvPr>
              <p:cNvSpPr txBox="1"/>
              <p:nvPr/>
            </p:nvSpPr>
            <p:spPr>
              <a:xfrm>
                <a:off x="3955798" y="4940048"/>
                <a:ext cx="242822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𝐼𝐻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𝐼𝑇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966F339-1B4C-47EB-B0E3-8143BD85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798" y="4940048"/>
                <a:ext cx="242822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EB2AA0-7C45-4762-9B5B-C53F44244AA2}"/>
                  </a:ext>
                </a:extLst>
              </p:cNvPr>
              <p:cNvSpPr txBox="1"/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EB2AA0-7C45-4762-9B5B-C53F4424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blipFill>
                <a:blip r:embed="rId9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D37BD51-1F2B-440D-8634-A06EB0A7AF27}"/>
                  </a:ext>
                </a:extLst>
              </p:cNvPr>
              <p:cNvSpPr txBox="1"/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D37BD51-1F2B-440D-8634-A06EB0A7A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blipFill>
                <a:blip r:embed="rId10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23EB9DE-4749-478B-BC84-15DB05F5A2A6}"/>
                  </a:ext>
                </a:extLst>
              </p:cNvPr>
              <p:cNvSpPr txBox="1"/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23EB9DE-4749-478B-BC84-15DB05F5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blipFill>
                <a:blip r:embed="rId11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5E37FD4-0ACD-4415-9475-172B9E45C755}"/>
                  </a:ext>
                </a:extLst>
              </p:cNvPr>
              <p:cNvSpPr txBox="1"/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5E37FD4-0ACD-4415-9475-172B9E45C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blipFill>
                <a:blip r:embed="rId12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32BC55A-C7F0-4F6A-9123-0123D090B2FC}"/>
                  </a:ext>
                </a:extLst>
              </p:cNvPr>
              <p:cNvSpPr txBox="1"/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32BC55A-C7F0-4F6A-9123-0123D090B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blipFill>
                <a:blip r:embed="rId13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BB404E8-A24E-4A0C-92EC-75109E10A0B3}"/>
                  </a:ext>
                </a:extLst>
              </p:cNvPr>
              <p:cNvSpPr txBox="1"/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BB404E8-A24E-4A0C-92EC-75109E10A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blipFill>
                <a:blip r:embed="rId14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8E9D993-78BF-4D85-8733-43FF1B7D7B99}"/>
                  </a:ext>
                </a:extLst>
              </p:cNvPr>
              <p:cNvSpPr txBox="1"/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8E9D993-78BF-4D85-8733-43FF1B7D7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blipFill>
                <a:blip r:embed="rId15"/>
                <a:stretch>
                  <a:fillRect l="-28571" r="-28571" b="-23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CF2AB0-6FA4-47D2-94B0-560BFD57A374}"/>
                  </a:ext>
                </a:extLst>
              </p:cNvPr>
              <p:cNvSpPr txBox="1"/>
              <p:nvPr/>
            </p:nvSpPr>
            <p:spPr>
              <a:xfrm>
                <a:off x="8600070" y="3752480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CF2AB0-6FA4-47D2-94B0-560BFD57A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70" y="3752480"/>
                <a:ext cx="231474" cy="384721"/>
              </a:xfrm>
              <a:prstGeom prst="rect">
                <a:avLst/>
              </a:prstGeom>
              <a:blipFill>
                <a:blip r:embed="rId16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ED2DE739-5346-4CF5-8EC2-BCB28029F0C0}"/>
              </a:ext>
            </a:extLst>
          </p:cNvPr>
          <p:cNvSpPr/>
          <p:nvPr/>
        </p:nvSpPr>
        <p:spPr>
          <a:xfrm>
            <a:off x="6603432" y="1994319"/>
            <a:ext cx="2098721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6D27B44-3EA2-407F-A1B7-0E4C1F43A701}"/>
                  </a:ext>
                </a:extLst>
              </p:cNvPr>
              <p:cNvSpPr txBox="1"/>
              <p:nvPr/>
            </p:nvSpPr>
            <p:spPr>
              <a:xfrm>
                <a:off x="6554070" y="4938426"/>
                <a:ext cx="242822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6D27B44-3EA2-407F-A1B7-0E4C1F43A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4938426"/>
                <a:ext cx="242822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56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175E7-F54C-42EC-AA97-AE958C1E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01D317-FE20-47BD-81C8-1568C0199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F6A91F-1AC8-4991-81B0-9FA01350F279}"/>
              </a:ext>
            </a:extLst>
          </p:cNvPr>
          <p:cNvSpPr/>
          <p:nvPr/>
        </p:nvSpPr>
        <p:spPr>
          <a:xfrm>
            <a:off x="3095224" y="199344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8A4F80-B742-43A4-AC55-9656DA050F33}"/>
                  </a:ext>
                </a:extLst>
              </p:cNvPr>
              <p:cNvSpPr txBox="1"/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8A4F80-B742-43A4-AC55-9656DA050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44D2204-DDE9-4D0A-B913-DB5153D80512}"/>
              </a:ext>
            </a:extLst>
          </p:cNvPr>
          <p:cNvSpPr/>
          <p:nvPr/>
        </p:nvSpPr>
        <p:spPr>
          <a:xfrm>
            <a:off x="3095224" y="413886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8D3C661-ABE5-4E61-A2EE-3591A28838D9}"/>
                  </a:ext>
                </a:extLst>
              </p:cNvPr>
              <p:cNvSpPr txBox="1"/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8D3C661-ABE5-4E61-A2EE-3591A2883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E85C73-76C6-4C2F-A1EA-89B1A210117E}"/>
                  </a:ext>
                </a:extLst>
              </p:cNvPr>
              <p:cNvSpPr txBox="1"/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E85C73-76C6-4C2F-A1EA-89B1A210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blipFill>
                <a:blip r:embed="rId4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135E12A-74C4-457F-8868-143B1B5EF91E}"/>
                  </a:ext>
                </a:extLst>
              </p:cNvPr>
              <p:cNvSpPr txBox="1"/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135E12A-74C4-457F-8868-143B1B5EF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blipFill>
                <a:blip r:embed="rId5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D2A171-524C-483E-B397-9B387AAD29D5}"/>
                  </a:ext>
                </a:extLst>
              </p:cNvPr>
              <p:cNvSpPr txBox="1"/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D2A171-524C-483E-B397-9B387AAD2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blipFill>
                <a:blip r:embed="rId6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156F5E-4806-4371-845C-759FA1C0B4D5}"/>
                  </a:ext>
                </a:extLst>
              </p:cNvPr>
              <p:cNvSpPr txBox="1"/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156F5E-4806-4371-845C-759FA1C0B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blipFill>
                <a:blip r:embed="rId7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F9A26DCE-603F-4ACF-8B4E-61663857B1AA}"/>
              </a:ext>
            </a:extLst>
          </p:cNvPr>
          <p:cNvSpPr/>
          <p:nvPr/>
        </p:nvSpPr>
        <p:spPr>
          <a:xfrm>
            <a:off x="6549059" y="1997149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527601-0172-4D5B-A308-9C2FC14C2706}"/>
              </a:ext>
            </a:extLst>
          </p:cNvPr>
          <p:cNvSpPr/>
          <p:nvPr/>
        </p:nvSpPr>
        <p:spPr>
          <a:xfrm>
            <a:off x="7463462" y="4146580"/>
            <a:ext cx="160503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96576C-F0BE-424F-B4C4-5FB2ACF8E0A3}"/>
              </a:ext>
            </a:extLst>
          </p:cNvPr>
          <p:cNvSpPr/>
          <p:nvPr/>
        </p:nvSpPr>
        <p:spPr>
          <a:xfrm>
            <a:off x="7886164" y="1996190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0F2A76-2668-4130-B6AD-20248F3E56D4}"/>
              </a:ext>
            </a:extLst>
          </p:cNvPr>
          <p:cNvSpPr/>
          <p:nvPr/>
        </p:nvSpPr>
        <p:spPr>
          <a:xfrm>
            <a:off x="6587697" y="4143022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C84A46-2808-4324-B82D-D31F7A079DC0}"/>
                  </a:ext>
                </a:extLst>
              </p:cNvPr>
              <p:cNvSpPr txBox="1"/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C84A46-2808-4324-B82D-D31F7A079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blipFill>
                <a:blip r:embed="rId8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612AF80-3D31-4AAE-A003-286D4B0B2119}"/>
                  </a:ext>
                </a:extLst>
              </p:cNvPr>
              <p:cNvSpPr txBox="1"/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612AF80-3D31-4AAE-A003-286D4B0B2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blipFill>
                <a:blip r:embed="rId9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107E8B8-6606-4AA4-84F0-66101AFB5565}"/>
                  </a:ext>
                </a:extLst>
              </p:cNvPr>
              <p:cNvSpPr txBox="1"/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107E8B8-6606-4AA4-84F0-66101AFB5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blipFill>
                <a:blip r:embed="rId10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330D832-3C61-4317-ABE4-FAB110305989}"/>
                  </a:ext>
                </a:extLst>
              </p:cNvPr>
              <p:cNvSpPr txBox="1"/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330D832-3C61-4317-ABE4-FAB110305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blipFill>
                <a:blip r:embed="rId11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B8E7360-3055-40B6-95A8-95D24795FE20}"/>
                  </a:ext>
                </a:extLst>
              </p:cNvPr>
              <p:cNvSpPr txBox="1"/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B8E7360-3055-40B6-95A8-95D24795F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blipFill>
                <a:blip r:embed="rId12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A482F34-4F0B-41CB-9F53-B9B55F60D779}"/>
                  </a:ext>
                </a:extLst>
              </p:cNvPr>
              <p:cNvSpPr txBox="1"/>
              <p:nvPr/>
            </p:nvSpPr>
            <p:spPr>
              <a:xfrm>
                <a:off x="7882345" y="1616888"/>
                <a:ext cx="2549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A482F34-4F0B-41CB-9F53-B9B55F60D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345" y="1616888"/>
                <a:ext cx="254942" cy="384721"/>
              </a:xfrm>
              <a:prstGeom prst="rect">
                <a:avLst/>
              </a:prstGeom>
              <a:blipFill>
                <a:blip r:embed="rId13"/>
                <a:stretch>
                  <a:fillRect l="-28571" r="-26190" b="-25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CEADA81-BFC4-472A-BC55-FA785A8E06DA}"/>
                  </a:ext>
                </a:extLst>
              </p:cNvPr>
              <p:cNvSpPr txBox="1"/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CEADA81-BFC4-472A-BC55-FA785A8E0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blipFill>
                <a:blip r:embed="rId14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F72144-504B-48F0-941B-05C1EAD56C2A}"/>
                  </a:ext>
                </a:extLst>
              </p:cNvPr>
              <p:cNvSpPr txBox="1"/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F72144-504B-48F0-941B-05C1EAD56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blipFill>
                <a:blip r:embed="rId15"/>
                <a:stretch>
                  <a:fillRect l="-28571" r="-28571" b="-23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1368091-3C40-420A-8113-E64E3D8DA03D}"/>
                  </a:ext>
                </a:extLst>
              </p:cNvPr>
              <p:cNvSpPr txBox="1"/>
              <p:nvPr/>
            </p:nvSpPr>
            <p:spPr>
              <a:xfrm>
                <a:off x="8600070" y="3752480"/>
                <a:ext cx="79072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1368091-3C40-420A-8113-E64E3D8DA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70" y="3752480"/>
                <a:ext cx="790729" cy="384721"/>
              </a:xfrm>
              <a:prstGeom prst="rect">
                <a:avLst/>
              </a:prstGeom>
              <a:blipFill>
                <a:blip r:embed="rId16"/>
                <a:stretch>
                  <a:fillRect l="-5426" r="-9302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DB7A607-98B5-4283-9131-F75C57E055C2}"/>
                  </a:ext>
                </a:extLst>
              </p:cNvPr>
              <p:cNvSpPr txBox="1"/>
              <p:nvPr/>
            </p:nvSpPr>
            <p:spPr>
              <a:xfrm>
                <a:off x="5830972" y="5000067"/>
                <a:ext cx="45338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DB7A607-98B5-4283-9131-F75C57E0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72" y="5000067"/>
                <a:ext cx="4533869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94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FC0CE-B9C3-4D04-88D9-E0B4F206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641C1-2D1C-4881-90A9-96533F9C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   =&gt; II, IQ, QI, QQ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IH   =&gt; IH, IT, QH             (Similar as HI)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 =&gt; QT, IQ, QQ            (Similar as TI)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 =&gt; HH, HT, TH, TT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  =&gt; HT, TT, HQ           (Similar as HT)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  =&gt; TT, QT, TQ, QQ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102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FC0CE-B9C3-4D04-88D9-E0B4F206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641C1-2D1C-4881-90A9-96533F9C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   =&gt; II, IH, IQ, QQ                     (Similar as QI)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=&gt; HI, HH, HQ, TI, TH, TQ    (Similar as QH)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  =&gt; TI, TH, TQ, QQ                  (Similar as QT)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QQ  =&gt; II, IH, IQ, HI, HH, HQ, QI, QH, QQ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595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E88787-785C-415E-9128-4BCC1DB8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9EECD1B-4E47-413B-981B-23ABF9BCF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07095"/>
                <a:ext cx="10515600" cy="4069867"/>
              </a:xfrm>
            </p:spPr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9EECD1B-4E47-413B-981B-23ABF9BCF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07095"/>
                <a:ext cx="10515600" cy="4069867"/>
              </a:xfrm>
              <a:blipFill>
                <a:blip r:embed="rId2"/>
                <a:stretch>
                  <a:fillRect l="-1043" t="-26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76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5647</TotalTime>
  <Words>412</Words>
  <Application>Microsoft Office PowerPoint</Application>
  <PresentationFormat>寬螢幕</PresentationFormat>
  <Paragraphs>84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Two-string consensus problem under non-overlapping inversion and transposition distance</vt:lpstr>
      <vt:lpstr>Abstract</vt:lpstr>
      <vt:lpstr>Two string consensus problem under mutation distance</vt:lpstr>
      <vt:lpstr>Mutation table</vt:lpstr>
      <vt:lpstr>Matched pair</vt:lpstr>
      <vt:lpstr>4 Status</vt:lpstr>
      <vt:lpstr>Algorithm</vt:lpstr>
      <vt:lpstr>Algorithm</vt:lpstr>
      <vt:lpstr>Algorithm</vt:lpstr>
      <vt:lpstr>Algorithm</vt:lpstr>
      <vt:lpstr>Algorithm</vt:lpstr>
      <vt:lpstr>Algorithm</vt:lpstr>
      <vt:lpstr>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pplabeveryone</cp:lastModifiedBy>
  <cp:revision>109</cp:revision>
  <dcterms:created xsi:type="dcterms:W3CDTF">2019-02-17T13:02:40Z</dcterms:created>
  <dcterms:modified xsi:type="dcterms:W3CDTF">2019-04-09T10:10:54Z</dcterms:modified>
</cp:coreProperties>
</file>