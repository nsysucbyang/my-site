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2" r:id="rId2"/>
    <p:sldId id="273" r:id="rId3"/>
    <p:sldId id="333" r:id="rId4"/>
    <p:sldId id="332" r:id="rId5"/>
    <p:sldId id="319" r:id="rId6"/>
    <p:sldId id="330" r:id="rId7"/>
    <p:sldId id="334" r:id="rId8"/>
    <p:sldId id="331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EC917-2184-4946-BB82-84EF861DCF35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844C-1032-416A-8E33-99B56B001B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91E9FB-D310-4BD9-851D-6425E632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CC2D6F-06AF-4931-9709-FCA05DC51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5EB6B2-427A-4CAE-9619-FAB6B597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69ABC4-7C32-44E3-9772-E2B3357F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5D64BD-9081-466C-8D01-FBF7065B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89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11C1B-A165-4738-A98E-CDF82413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B1918-D436-4343-9D7A-DF8FD42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802BB-9E18-4069-B6E3-D70E229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17E016-6221-4C76-A778-1966A7E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950188-5923-4BE5-BBF8-007D2F5A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63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CEA3C-318E-4A4F-A7B9-E2D385E1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63CFCA-1D31-4F2D-A2FA-912CBE68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6391A-F661-4379-94A2-4643E5BF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108C4-69A9-44CA-89F5-763AB52A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FF97E-7194-4B2D-8634-E29DD61D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9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2C97B-1F56-4785-8A30-DA86E60A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9B196-61A8-4EA9-B0FF-4353875D0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9105522-46EF-4155-B59E-FF1C09A54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2E778C-6D5C-4349-B49E-A36748FD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06EA42-D460-4907-9704-D34B3B57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E264FC-4808-4790-BD8F-8211BE53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7751A-93CE-4DE8-B797-C436DD9F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A2ABA1-97A7-4A9B-8822-523C3817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6E0FC9-B7AA-41A0-B866-A41045B3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C33553-8EC2-4658-A3F0-AC45384FB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3BC847-C398-4803-A4DB-B409F0FA9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638424-171A-4453-A77D-F5E415EF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0A086D-9FDA-468B-AAB3-0018938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DC85732-9691-4144-9A38-E61C8463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95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441B06-8711-4961-AEB7-AEE157FB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D84982-DA61-40F8-865E-241B2E63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8FECA4-B1F2-4027-8D2C-8751FB26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751A0D-D313-4013-94A2-D4003C17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23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B4FDBCA-0F26-49FD-AD09-208FE47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FBB2FB-5464-4A73-AE50-DCF81B3A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065D78-C5F8-47FF-AA94-888FCEFD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03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D31BA-37F1-4225-B290-CB3296CD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4D63C7-7D4E-47D8-B09A-DDD52D895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09B261-64A1-45E3-BCCC-4B347BCE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1D7D45-2485-430D-85B6-E0EDD747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B9DB85-5A5B-48DF-A996-3201B8D8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426B7C-FD89-4D9B-887E-55B2A01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54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8B7B3C-2DD9-46E7-A713-12783EFB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9D5A80-7E30-4CE2-9F20-F249813FD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DD48E2E-ABAE-41A2-9298-3BB31EBF9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A1B74B-A084-41FB-850C-9D7955CB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315B08-E79A-42EE-A2FC-F1C68A5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3802BE-840F-4C01-9050-6E70D196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3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C5363-AA72-4929-A8D8-981DE83C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0E5AE7-6730-4E4A-A491-978032D4A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24A45A-6563-4F21-B472-F95E7E93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EF7F7B-52C7-426B-9978-644A1D1D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5A41F3-8A5F-4AA2-BC76-BA2BC354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33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176A2CC-7A46-4F55-85C4-AA9FCEBA2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3CA45E-F614-4C8C-8C28-E5CB2DA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E923DF-42AC-42EC-8C59-8AE2A2D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EF9B0E-8C96-4598-AD8E-7166BFAB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AC7952-2B0D-4AEE-853B-D7C07AA4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1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AC3753-89D0-4CF8-9AD2-2EDC0758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946258-EAA0-48EF-BC94-91018787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B7139B-A4A4-4FF6-8485-DAC90BA5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304E5-8391-4D43-B972-962346D4BFC4}" type="datetimeFigureOut">
              <a:rPr lang="zh-TW" altLang="en-US" smtClean="0"/>
              <a:t>2019/10/29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F0E61B-8D31-44C4-971C-1AE9FB565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CA5F1E-BB32-417E-9E65-5152DAF7A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88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80D9A5-7987-4C31-A5AA-53D6FFA1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321" y="854246"/>
            <a:ext cx="10855355" cy="175473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Pattern Mining with Non-overlapping Inversions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E7FB8B-5E0F-4EA3-A472-0229D27A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322" y="3023004"/>
            <a:ext cx="10855354" cy="3266355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Da-Jung Cho,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-Sub Han,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Hwee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International Conference on Language and Automata Theory and Applications (LATA), Nice, France, March 2-6, 2015,  pp. 121-132</a:t>
            </a:r>
          </a:p>
          <a:p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Oct. 29, 2019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4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D643E-E99E-4F12-92FE-709248FF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B915B7-780A-4747-AA36-2299BB46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pattern mining is widely used in bioinformatics since frequent patterns in bio sequences often correspond to residues conserved during evolution. In bio sequence analysis, non-overlapping inversions are well-studied because of their practical properties for local sequence comparisons. We consider the problem of finding frequent patterns in a bio sequence with respect to non-overlapping inversions, and design efficient algorithms.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6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FB4A8E-7A0A-4A18-833A-86930305A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Inversion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Reversal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C4740D-E151-4005-8989-ED6A3F4F45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6692" y="1359094"/>
                <a:ext cx="9818615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AGCTAGCTAG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reversal(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GATCGATCGA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inversion(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CTAGCTAGCT</a:t>
                </a:r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C4740D-E151-4005-8989-ED6A3F4F4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6692" y="1359094"/>
                <a:ext cx="9818615" cy="4351338"/>
              </a:xfrm>
              <a:blipFill>
                <a:blip r:embed="rId2"/>
                <a:stretch>
                  <a:fillRect l="-13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5297E9AF-3FB3-429B-8675-C8FAF34DD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73" y="4016632"/>
            <a:ext cx="10705008" cy="260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6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0BC3A7-DABF-49FD-9AA8-B3D8A927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Pattern Mining with Non-overlapping Reversal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9B057E8-54AA-46FC-8F63-8F06EFBD36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AGCTAGCTAG       m = 4      r = 3 …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Find all pattern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length m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𝑂𝑐𝑐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)≥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TCGA: 7       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9B057E8-54AA-46FC-8F63-8F06EFBD36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7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FD27228E-4CB5-4DFC-8A29-033BB9CFF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974864"/>
              </p:ext>
            </p:extLst>
          </p:nvPr>
        </p:nvGraphicFramePr>
        <p:xfrm>
          <a:off x="4209176" y="3094774"/>
          <a:ext cx="360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657402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344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78550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25799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306181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38713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119912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119437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54763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2414469"/>
                    </a:ext>
                  </a:extLst>
                </a:gridCol>
              </a:tblGrid>
              <a:tr h="4216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846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17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00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0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360526"/>
                  </a:ext>
                </a:extLst>
              </a:tr>
            </a:tbl>
          </a:graphicData>
        </a:graphic>
      </p:graphicFrame>
      <p:pic>
        <p:nvPicPr>
          <p:cNvPr id="17" name="圖片 16">
            <a:extLst>
              <a:ext uri="{FF2B5EF4-FFF2-40B4-BE49-F238E27FC236}">
                <a16:creationId xmlns:a16="http://schemas.microsoft.com/office/drawing/2014/main" id="{0FBFCAE2-C4F9-47FE-B6EF-AE5987A22D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535467" y="5663349"/>
            <a:ext cx="466725" cy="1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66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7671A-7DDF-4D68-9788-012FA32E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30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Reversal Graph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E67361D-5072-476F-A18F-474522E65E0E}"/>
                  </a:ext>
                </a:extLst>
              </p:cNvPr>
              <p:cNvSpPr/>
              <p:nvPr/>
            </p:nvSpPr>
            <p:spPr>
              <a:xfrm>
                <a:off x="958539" y="1819954"/>
                <a:ext cx="6096000" cy="52322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AGCT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AGCTAG   m = 4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E67361D-5072-476F-A18F-474522E65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39" y="1819954"/>
                <a:ext cx="6096000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BE691FDB-40ED-46E7-B39E-A9C79DF97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72590"/>
            <a:ext cx="5597991" cy="3569472"/>
          </a:xfrm>
          <a:prstGeom prst="rect">
            <a:avLst/>
          </a:prstGeom>
        </p:spPr>
      </p:pic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DF8ECB5F-627B-469D-BB60-64D46B219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494" y="2343174"/>
            <a:ext cx="421197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0D1BFCA-7F3C-4353-99E8-2EA84471B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15" y="3068106"/>
            <a:ext cx="5454550" cy="186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3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232552-3407-42B9-A140-3DC9F651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Fast Reversal Graph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6F1758-EDE2-478F-ADBE-A56EE0E51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124F635-9C87-4064-9773-C8A9BEEA4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1" y="2677867"/>
            <a:ext cx="5158273" cy="206474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26AE5E1-E355-4B33-8968-6FFAD5E43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473" y="2677867"/>
            <a:ext cx="5235089" cy="206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6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9823E-E882-4DAD-8E93-DA6DB232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C7A8DF-4955-450F-BD9C-2B49D2803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261AEF-558B-40EA-BAAB-4AE7F52AC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07" y="365125"/>
            <a:ext cx="5324782" cy="632669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885B1BF-EBB6-4E72-972C-B0C1727E6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916" y="555202"/>
            <a:ext cx="5811342" cy="53054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091980-2E81-4186-86C4-57674470E6D6}"/>
              </a:ext>
            </a:extLst>
          </p:cNvPr>
          <p:cNvSpPr/>
          <p:nvPr/>
        </p:nvSpPr>
        <p:spPr>
          <a:xfrm>
            <a:off x="1006678" y="1979802"/>
            <a:ext cx="1803633" cy="167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215AAD-87D5-4B53-9857-087231246D83}"/>
              </a:ext>
            </a:extLst>
          </p:cNvPr>
          <p:cNvSpPr/>
          <p:nvPr/>
        </p:nvSpPr>
        <p:spPr>
          <a:xfrm>
            <a:off x="1249961" y="2606559"/>
            <a:ext cx="1937856" cy="167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D36B56-E28F-4238-B0F8-9539C56EE9BE}"/>
              </a:ext>
            </a:extLst>
          </p:cNvPr>
          <p:cNvSpPr/>
          <p:nvPr/>
        </p:nvSpPr>
        <p:spPr>
          <a:xfrm>
            <a:off x="1006678" y="4710419"/>
            <a:ext cx="3951216" cy="167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C4CFFA-40C1-4D72-938C-787C677DAF8D}"/>
              </a:ext>
            </a:extLst>
          </p:cNvPr>
          <p:cNvSpPr/>
          <p:nvPr/>
        </p:nvSpPr>
        <p:spPr>
          <a:xfrm>
            <a:off x="6620311" y="2954323"/>
            <a:ext cx="1803633" cy="167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5D7015-4BAE-47DB-9B96-1C926653EE77}"/>
              </a:ext>
            </a:extLst>
          </p:cNvPr>
          <p:cNvSpPr/>
          <p:nvPr/>
        </p:nvSpPr>
        <p:spPr>
          <a:xfrm>
            <a:off x="6906935" y="4410674"/>
            <a:ext cx="1803633" cy="167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8C5F2A-44F5-488B-82FD-EB8CF1A80853}"/>
              </a:ext>
            </a:extLst>
          </p:cNvPr>
          <p:cNvSpPr/>
          <p:nvPr/>
        </p:nvSpPr>
        <p:spPr>
          <a:xfrm>
            <a:off x="6413382" y="4882394"/>
            <a:ext cx="1803633" cy="167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2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62072A-95EC-4E42-8C9F-F27CD75C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Accumulated Reversal Graph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1B1812-FFEA-4B7F-B410-70F68D05D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1E41F9B-4C73-4CEC-819F-ED6BDE130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21" y="1895214"/>
            <a:ext cx="5272911" cy="446337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02FC7DD-F4D8-4994-B4A4-A565F6B80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4" y="2283311"/>
            <a:ext cx="5324435" cy="343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57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16447</TotalTime>
  <Words>171</Words>
  <Application>Microsoft Office PowerPoint</Application>
  <PresentationFormat>寬螢幕</PresentationFormat>
  <Paragraphs>45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佈景主題</vt:lpstr>
      <vt:lpstr>Frequent Pattern Mining with Non-overlapping Inversions</vt:lpstr>
      <vt:lpstr>Abstract </vt:lpstr>
      <vt:lpstr>Inversion v.s. Reversal</vt:lpstr>
      <vt:lpstr>Frequent Pattern Mining with Non-overlapping Reversal</vt:lpstr>
      <vt:lpstr>Construct Reversal Graph</vt:lpstr>
      <vt:lpstr>Construct Fast Reversal Graph</vt:lpstr>
      <vt:lpstr>PowerPoint 簡報</vt:lpstr>
      <vt:lpstr>Reduce Accumulated Reversal Graph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冠霖</dc:creator>
  <cp:lastModifiedBy>pplabeveryone</cp:lastModifiedBy>
  <cp:revision>219</cp:revision>
  <dcterms:created xsi:type="dcterms:W3CDTF">2019-02-17T13:02:40Z</dcterms:created>
  <dcterms:modified xsi:type="dcterms:W3CDTF">2019-10-29T10:05:05Z</dcterms:modified>
</cp:coreProperties>
</file>