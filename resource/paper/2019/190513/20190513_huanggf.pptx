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306" r:id="rId4"/>
    <p:sldId id="385" r:id="rId5"/>
    <p:sldId id="386" r:id="rId6"/>
    <p:sldId id="387" r:id="rId7"/>
    <p:sldId id="388" r:id="rId8"/>
    <p:sldId id="390" r:id="rId9"/>
    <p:sldId id="391" r:id="rId10"/>
    <p:sldId id="392" r:id="rId11"/>
    <p:sldId id="389" r:id="rId12"/>
    <p:sldId id="393" r:id="rId13"/>
    <p:sldId id="39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306"/>
            <p14:sldId id="385"/>
            <p14:sldId id="386"/>
            <p14:sldId id="387"/>
            <p14:sldId id="388"/>
            <p14:sldId id="390"/>
            <p14:sldId id="391"/>
            <p14:sldId id="392"/>
            <p14:sldId id="389"/>
            <p14:sldId id="393"/>
            <p14:sldId id="3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4BF0F4-CF76-4BB5-A3D0-216A502D2CDA}" v="166" dt="2019-05-13T06:50:48.819"/>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3" d="100"/>
          <a:sy n="63" d="100"/>
        </p:scale>
        <p:origin x="13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國峰 黃" userId="07d7d89e1f669cb9" providerId="LiveId" clId="{63381159-AF27-4007-98E4-C86A851EF65F}"/>
  </pc:docChgLst>
  <pc:docChgLst>
    <pc:chgData userId="07d7d89e1f669cb9" providerId="LiveId" clId="{A25C8640-2F66-41E6-A9F0-00AB598344A4}"/>
  </pc:docChgLst>
  <pc:docChgLst>
    <pc:chgData name="國峰 黃" userId="07d7d89e1f669cb9" providerId="LiveId" clId="{B72CCB76-3BE9-48B1-8DF6-A8B37564D1D7}"/>
    <pc:docChg chg="undo custSel addSld delSld modSld sldOrd modSection">
      <pc:chgData name="國峰 黃" userId="07d7d89e1f669cb9" providerId="LiveId" clId="{B72CCB76-3BE9-48B1-8DF6-A8B37564D1D7}" dt="2019-02-13T05:31:48.541" v="2442" actId="20577"/>
      <pc:docMkLst>
        <pc:docMk/>
      </pc:docMkLst>
      <pc:sldChg chg="modSp">
        <pc:chgData name="國峰 黃" userId="07d7d89e1f669cb9" providerId="LiveId" clId="{B72CCB76-3BE9-48B1-8DF6-A8B37564D1D7}" dt="2019-02-13T05:31:48.541" v="2442" actId="20577"/>
        <pc:sldMkLst>
          <pc:docMk/>
          <pc:sldMk cId="3676774769" sldId="256"/>
        </pc:sldMkLst>
        <pc:spChg chg="mod">
          <ac:chgData name="國峰 黃" userId="07d7d89e1f669cb9" providerId="LiveId" clId="{B72CCB76-3BE9-48B1-8DF6-A8B37564D1D7}" dt="2019-02-11T14:58:53.371" v="16" actId="404"/>
          <ac:spMkLst>
            <pc:docMk/>
            <pc:sldMk cId="3676774769" sldId="256"/>
            <ac:spMk id="2" creationId="{55822F15-00D1-4FDE-A019-FC933C4E2549}"/>
          </ac:spMkLst>
        </pc:spChg>
        <pc:spChg chg="mod">
          <ac:chgData name="國峰 黃" userId="07d7d89e1f669cb9" providerId="LiveId" clId="{B72CCB76-3BE9-48B1-8DF6-A8B37564D1D7}" dt="2019-02-13T05:31:48.541" v="2442" actId="20577"/>
          <ac:spMkLst>
            <pc:docMk/>
            <pc:sldMk cId="3676774769" sldId="256"/>
            <ac:spMk id="3" creationId="{7ABD29E4-B887-45D9-9793-DA3B272D07C3}"/>
          </ac:spMkLst>
        </pc:spChg>
        <pc:spChg chg="mod">
          <ac:chgData name="國峰 黃" userId="07d7d89e1f669cb9" providerId="LiveId" clId="{B72CCB76-3BE9-48B1-8DF6-A8B37564D1D7}" dt="2019-02-13T05:31:42.167" v="2438" actId="20577"/>
          <ac:spMkLst>
            <pc:docMk/>
            <pc:sldMk cId="3676774769" sldId="256"/>
            <ac:spMk id="4" creationId="{DBCD3618-401B-49E4-9C85-373848D9AA50}"/>
          </ac:spMkLst>
        </pc:spChg>
      </pc:sldChg>
      <pc:sldChg chg="modSp">
        <pc:chgData name="國峰 黃" userId="07d7d89e1f669cb9" providerId="LiveId" clId="{B72CCB76-3BE9-48B1-8DF6-A8B37564D1D7}" dt="2019-02-12T09:34:18.028" v="2248" actId="14100"/>
        <pc:sldMkLst>
          <pc:docMk/>
          <pc:sldMk cId="2726883200" sldId="276"/>
        </pc:sldMkLst>
        <pc:spChg chg="mod">
          <ac:chgData name="國峰 黃" userId="07d7d89e1f669cb9" providerId="LiveId" clId="{B72CCB76-3BE9-48B1-8DF6-A8B37564D1D7}" dt="2019-02-11T15:01:39.785" v="33" actId="20577"/>
          <ac:spMkLst>
            <pc:docMk/>
            <pc:sldMk cId="2726883200" sldId="276"/>
            <ac:spMk id="2" creationId="{A81FADCC-098F-42B3-A516-7A8E8C1A4646}"/>
          </ac:spMkLst>
        </pc:spChg>
        <pc:spChg chg="mod">
          <ac:chgData name="國峰 黃" userId="07d7d89e1f669cb9" providerId="LiveId" clId="{B72CCB76-3BE9-48B1-8DF6-A8B37564D1D7}" dt="2019-02-12T09:34:18.028" v="2248" actId="14100"/>
          <ac:spMkLst>
            <pc:docMk/>
            <pc:sldMk cId="2726883200" sldId="276"/>
            <ac:spMk id="3" creationId="{7DB8E5E2-9D37-4095-8A46-00A68D1D282E}"/>
          </ac:spMkLst>
        </pc:spChg>
      </pc:sldChg>
      <pc:sldChg chg="addSp delSp modSp">
        <pc:chgData name="國峰 黃" userId="07d7d89e1f669cb9" providerId="LiveId" clId="{B72CCB76-3BE9-48B1-8DF6-A8B37564D1D7}" dt="2019-02-12T09:42:38.613" v="2309" actId="20577"/>
        <pc:sldMkLst>
          <pc:docMk/>
          <pc:sldMk cId="2693855290" sldId="306"/>
        </pc:sldMkLst>
        <pc:spChg chg="mod">
          <ac:chgData name="國峰 黃" userId="07d7d89e1f669cb9" providerId="LiveId" clId="{B72CCB76-3BE9-48B1-8DF6-A8B37564D1D7}" dt="2019-02-12T08:00:19.994" v="1099"/>
          <ac:spMkLst>
            <pc:docMk/>
            <pc:sldMk cId="2693855290" sldId="306"/>
            <ac:spMk id="2" creationId="{E7747DF4-4375-4FEA-AD33-D3E0A18DB5F5}"/>
          </ac:spMkLst>
        </pc:spChg>
        <pc:spChg chg="del">
          <ac:chgData name="國峰 黃" userId="07d7d89e1f669cb9" providerId="LiveId" clId="{B72CCB76-3BE9-48B1-8DF6-A8B37564D1D7}" dt="2019-02-11T15:12:48.892" v="49" actId="478"/>
          <ac:spMkLst>
            <pc:docMk/>
            <pc:sldMk cId="2693855290" sldId="306"/>
            <ac:spMk id="3" creationId="{8F4DC4F3-9F84-484E-B4AD-DB1D749D7E05}"/>
          </ac:spMkLst>
        </pc:spChg>
        <pc:spChg chg="del">
          <ac:chgData name="國峰 黃" userId="07d7d89e1f669cb9" providerId="LiveId" clId="{B72CCB76-3BE9-48B1-8DF6-A8B37564D1D7}" dt="2019-02-11T15:12:48.892" v="49" actId="478"/>
          <ac:spMkLst>
            <pc:docMk/>
            <pc:sldMk cId="2693855290" sldId="306"/>
            <ac:spMk id="6" creationId="{908E8804-D164-432A-8CAB-7AA26B9551FB}"/>
          </ac:spMkLst>
        </pc:spChg>
        <pc:spChg chg="del">
          <ac:chgData name="國峰 黃" userId="07d7d89e1f669cb9" providerId="LiveId" clId="{B72CCB76-3BE9-48B1-8DF6-A8B37564D1D7}" dt="2019-02-11T15:12:48.892" v="49" actId="478"/>
          <ac:spMkLst>
            <pc:docMk/>
            <pc:sldMk cId="2693855290" sldId="306"/>
            <ac:spMk id="7" creationId="{E8C5BBC3-D7C0-4239-AC1F-C2F0F7990D39}"/>
          </ac:spMkLst>
        </pc:spChg>
        <pc:spChg chg="del">
          <ac:chgData name="國峰 黃" userId="07d7d89e1f669cb9" providerId="LiveId" clId="{B72CCB76-3BE9-48B1-8DF6-A8B37564D1D7}" dt="2019-02-11T15:12:48.892" v="49" actId="478"/>
          <ac:spMkLst>
            <pc:docMk/>
            <pc:sldMk cId="2693855290" sldId="306"/>
            <ac:spMk id="8" creationId="{3A71E5ED-E6CB-41ED-8F8D-1378F504B18B}"/>
          </ac:spMkLst>
        </pc:spChg>
        <pc:spChg chg="del">
          <ac:chgData name="國峰 黃" userId="07d7d89e1f669cb9" providerId="LiveId" clId="{B72CCB76-3BE9-48B1-8DF6-A8B37564D1D7}" dt="2019-02-11T15:12:48.892" v="49" actId="478"/>
          <ac:spMkLst>
            <pc:docMk/>
            <pc:sldMk cId="2693855290" sldId="306"/>
            <ac:spMk id="9" creationId="{732D65CE-CE4C-4D81-AEE2-E478C61E5FA1}"/>
          </ac:spMkLst>
        </pc:spChg>
        <pc:spChg chg="del">
          <ac:chgData name="國峰 黃" userId="07d7d89e1f669cb9" providerId="LiveId" clId="{B72CCB76-3BE9-48B1-8DF6-A8B37564D1D7}" dt="2019-02-11T15:12:48.892" v="49" actId="478"/>
          <ac:spMkLst>
            <pc:docMk/>
            <pc:sldMk cId="2693855290" sldId="306"/>
            <ac:spMk id="10" creationId="{47FF09B2-2931-4F60-99D9-904B63311956}"/>
          </ac:spMkLst>
        </pc:spChg>
        <pc:spChg chg="del">
          <ac:chgData name="國峰 黃" userId="07d7d89e1f669cb9" providerId="LiveId" clId="{B72CCB76-3BE9-48B1-8DF6-A8B37564D1D7}" dt="2019-02-11T15:12:48.892" v="49" actId="478"/>
          <ac:spMkLst>
            <pc:docMk/>
            <pc:sldMk cId="2693855290" sldId="306"/>
            <ac:spMk id="11" creationId="{DEA2BD9A-D5B1-4585-AA27-2C009D48C135}"/>
          </ac:spMkLst>
        </pc:spChg>
        <pc:spChg chg="del">
          <ac:chgData name="國峰 黃" userId="07d7d89e1f669cb9" providerId="LiveId" clId="{B72CCB76-3BE9-48B1-8DF6-A8B37564D1D7}" dt="2019-02-11T15:12:48.892" v="49" actId="478"/>
          <ac:spMkLst>
            <pc:docMk/>
            <pc:sldMk cId="2693855290" sldId="306"/>
            <ac:spMk id="12" creationId="{DF5A26AF-EA3B-41AB-819A-BC20D2FCB8F3}"/>
          </ac:spMkLst>
        </pc:spChg>
        <pc:spChg chg="add mod">
          <ac:chgData name="國峰 黃" userId="07d7d89e1f669cb9" providerId="LiveId" clId="{B72CCB76-3BE9-48B1-8DF6-A8B37564D1D7}" dt="2019-02-12T09:42:38.613" v="2309" actId="20577"/>
          <ac:spMkLst>
            <pc:docMk/>
            <pc:sldMk cId="2693855290" sldId="306"/>
            <ac:spMk id="13" creationId="{6556A137-A4DD-4457-B8CB-3CCE5193C925}"/>
          </ac:spMkLst>
        </pc:spChg>
        <pc:picChg chg="del">
          <ac:chgData name="國峰 黃" userId="07d7d89e1f669cb9" providerId="LiveId" clId="{B72CCB76-3BE9-48B1-8DF6-A8B37564D1D7}" dt="2019-02-11T15:12:48.892" v="49" actId="478"/>
          <ac:picMkLst>
            <pc:docMk/>
            <pc:sldMk cId="2693855290" sldId="306"/>
            <ac:picMk id="5" creationId="{7D7F0169-C3E4-4A08-8276-1A6D35A470D6}"/>
          </ac:picMkLst>
        </pc:picChg>
      </pc:sldChg>
    </pc:docChg>
  </pc:docChgLst>
  <pc:docChgLst>
    <pc:chgData name="國峰 黃" userId="07d7d89e1f669cb9" providerId="LiveId" clId="{E05DDE08-E761-4D81-98F0-68B3E676808A}"/>
  </pc:docChgLst>
  <pc:docChgLst>
    <pc:chgData userId="07d7d89e1f669cb9" providerId="LiveId" clId="{30E17E0D-8901-4D2A-98BE-E37AEFA1001D}"/>
  </pc:docChgLst>
  <pc:docChgLst>
    <pc:chgData name="黃國峰" userId="07d7d89e1f669cb9" providerId="LiveId" clId="{D7E13699-1C50-409E-984A-872A6EE95369}"/>
  </pc:docChgLst>
  <pc:docChgLst>
    <pc:chgData name="黃國峰" userId="07d7d89e1f669cb9" providerId="LiveId" clId="{9BB67EFE-CA73-4D31-92CA-DFD98D1BF03B}"/>
  </pc:docChgLst>
  <pc:docChgLst>
    <pc:chgData name="國峰 黃" userId="07d7d89e1f669cb9" providerId="LiveId" clId="{2317824F-B36D-4B63-B144-CA71A6898041}"/>
  </pc:docChgLst>
  <pc:docChgLst>
    <pc:chgData name="國峰 黃" userId="07d7d89e1f669cb9" providerId="LiveId" clId="{7B4BF0F4-CF76-4BB5-A3D0-216A502D2CDA}"/>
    <pc:docChg chg="undo custSel addSld delSld modSld sldOrd modSection">
      <pc:chgData name="國峰 黃" userId="07d7d89e1f669cb9" providerId="LiveId" clId="{7B4BF0F4-CF76-4BB5-A3D0-216A502D2CDA}" dt="2019-05-13T06:57:25.218" v="1932" actId="20577"/>
      <pc:docMkLst>
        <pc:docMk/>
      </pc:docMkLst>
      <pc:sldChg chg="modSp">
        <pc:chgData name="國峰 黃" userId="07d7d89e1f669cb9" providerId="LiveId" clId="{7B4BF0F4-CF76-4BB5-A3D0-216A502D2CDA}" dt="2019-05-13T05:24:30.951" v="46" actId="20577"/>
        <pc:sldMkLst>
          <pc:docMk/>
          <pc:sldMk cId="3676774769" sldId="256"/>
        </pc:sldMkLst>
        <pc:spChg chg="mod">
          <ac:chgData name="國峰 黃" userId="07d7d89e1f669cb9" providerId="LiveId" clId="{7B4BF0F4-CF76-4BB5-A3D0-216A502D2CDA}" dt="2019-05-13T05:14:06.651" v="6"/>
          <ac:spMkLst>
            <pc:docMk/>
            <pc:sldMk cId="3676774769" sldId="256"/>
            <ac:spMk id="2" creationId="{55822F15-00D1-4FDE-A019-FC933C4E2549}"/>
          </ac:spMkLst>
        </pc:spChg>
        <pc:spChg chg="mod">
          <ac:chgData name="國峰 黃" userId="07d7d89e1f669cb9" providerId="LiveId" clId="{7B4BF0F4-CF76-4BB5-A3D0-216A502D2CDA}" dt="2019-05-13T05:23:56.539" v="29"/>
          <ac:spMkLst>
            <pc:docMk/>
            <pc:sldMk cId="3676774769" sldId="256"/>
            <ac:spMk id="3" creationId="{7ABD29E4-B887-45D9-9793-DA3B272D07C3}"/>
          </ac:spMkLst>
        </pc:spChg>
        <pc:spChg chg="mod">
          <ac:chgData name="國峰 黃" userId="07d7d89e1f669cb9" providerId="LiveId" clId="{7B4BF0F4-CF76-4BB5-A3D0-216A502D2CDA}" dt="2019-05-13T05:24:30.951" v="46" actId="20577"/>
          <ac:spMkLst>
            <pc:docMk/>
            <pc:sldMk cId="3676774769" sldId="256"/>
            <ac:spMk id="4" creationId="{DBCD3618-401B-49E4-9C85-373848D9AA50}"/>
          </ac:spMkLst>
        </pc:spChg>
      </pc:sldChg>
      <pc:sldChg chg="modSp">
        <pc:chgData name="國峰 黃" userId="07d7d89e1f669cb9" providerId="LiveId" clId="{7B4BF0F4-CF76-4BB5-A3D0-216A502D2CDA}" dt="2019-05-13T06:57:25.218" v="1932" actId="20577"/>
        <pc:sldMkLst>
          <pc:docMk/>
          <pc:sldMk cId="2726883200" sldId="276"/>
        </pc:sldMkLst>
        <pc:spChg chg="mod">
          <ac:chgData name="國峰 黃" userId="07d7d89e1f669cb9" providerId="LiveId" clId="{7B4BF0F4-CF76-4BB5-A3D0-216A502D2CDA}" dt="2019-05-13T05:25:21.362" v="57" actId="20577"/>
          <ac:spMkLst>
            <pc:docMk/>
            <pc:sldMk cId="2726883200" sldId="276"/>
            <ac:spMk id="2" creationId="{A81FADCC-098F-42B3-A516-7A8E8C1A4646}"/>
          </ac:spMkLst>
        </pc:spChg>
        <pc:spChg chg="mod">
          <ac:chgData name="國峰 黃" userId="07d7d89e1f669cb9" providerId="LiveId" clId="{7B4BF0F4-CF76-4BB5-A3D0-216A502D2CDA}" dt="2019-05-13T06:57:25.218" v="1932" actId="20577"/>
          <ac:spMkLst>
            <pc:docMk/>
            <pc:sldMk cId="2726883200" sldId="276"/>
            <ac:spMk id="3" creationId="{7DB8E5E2-9D37-4095-8A46-00A68D1D282E}"/>
          </ac:spMkLst>
        </pc:spChg>
      </pc:sldChg>
      <pc:sldChg chg="addSp modSp">
        <pc:chgData name="國峰 黃" userId="07d7d89e1f669cb9" providerId="LiveId" clId="{7B4BF0F4-CF76-4BB5-A3D0-216A502D2CDA}" dt="2019-05-13T06:21:48.693" v="563" actId="20577"/>
        <pc:sldMkLst>
          <pc:docMk/>
          <pc:sldMk cId="2693855290" sldId="306"/>
        </pc:sldMkLst>
        <pc:spChg chg="mod">
          <ac:chgData name="國峰 黃" userId="07d7d89e1f669cb9" providerId="LiveId" clId="{7B4BF0F4-CF76-4BB5-A3D0-216A502D2CDA}" dt="2019-05-13T05:38:42.536" v="201" actId="20577"/>
          <ac:spMkLst>
            <pc:docMk/>
            <pc:sldMk cId="2693855290" sldId="306"/>
            <ac:spMk id="2" creationId="{E7747DF4-4375-4FEA-AD33-D3E0A18DB5F5}"/>
          </ac:spMkLst>
        </pc:spChg>
        <pc:spChg chg="mod">
          <ac:chgData name="國峰 黃" userId="07d7d89e1f669cb9" providerId="LiveId" clId="{7B4BF0F4-CF76-4BB5-A3D0-216A502D2CDA}" dt="2019-05-13T06:14:10.202" v="488" actId="20577"/>
          <ac:spMkLst>
            <pc:docMk/>
            <pc:sldMk cId="2693855290" sldId="306"/>
            <ac:spMk id="13" creationId="{6556A137-A4DD-4457-B8CB-3CCE5193C925}"/>
          </ac:spMkLst>
        </pc:spChg>
        <pc:graphicFrameChg chg="add mod modGraphic">
          <ac:chgData name="國峰 黃" userId="07d7d89e1f669cb9" providerId="LiveId" clId="{7B4BF0F4-CF76-4BB5-A3D0-216A502D2CDA}" dt="2019-05-13T06:21:48.693" v="563" actId="20577"/>
          <ac:graphicFrameMkLst>
            <pc:docMk/>
            <pc:sldMk cId="2693855290" sldId="306"/>
            <ac:graphicFrameMk id="4" creationId="{ECFEC126-C146-4125-8CED-1A841BE60797}"/>
          </ac:graphicFrameMkLst>
        </pc:graphicFrameChg>
        <pc:picChg chg="add mod">
          <ac:chgData name="國峰 黃" userId="07d7d89e1f669cb9" providerId="LiveId" clId="{7B4BF0F4-CF76-4BB5-A3D0-216A502D2CDA}" dt="2019-05-13T05:31:38.920" v="127" actId="1076"/>
          <ac:picMkLst>
            <pc:docMk/>
            <pc:sldMk cId="2693855290" sldId="306"/>
            <ac:picMk id="3" creationId="{E0D600A6-1FE5-4AF1-9C2B-D783A9ACBC03}"/>
          </ac:picMkLst>
        </pc:picChg>
      </pc:sldChg>
      <pc:sldChg chg="del">
        <pc:chgData name="國峰 黃" userId="07d7d89e1f669cb9" providerId="LiveId" clId="{7B4BF0F4-CF76-4BB5-A3D0-216A502D2CDA}" dt="2019-05-13T06:24:35.027" v="600" actId="2696"/>
        <pc:sldMkLst>
          <pc:docMk/>
          <pc:sldMk cId="2294589171" sldId="343"/>
        </pc:sldMkLst>
      </pc:sldChg>
      <pc:sldChg chg="del">
        <pc:chgData name="國峰 黃" userId="07d7d89e1f669cb9" providerId="LiveId" clId="{7B4BF0F4-CF76-4BB5-A3D0-216A502D2CDA}" dt="2019-05-13T05:25:22.728" v="58" actId="2696"/>
        <pc:sldMkLst>
          <pc:docMk/>
          <pc:sldMk cId="1301469175" sldId="371"/>
        </pc:sldMkLst>
      </pc:sldChg>
      <pc:sldChg chg="del">
        <pc:chgData name="國峰 黃" userId="07d7d89e1f669cb9" providerId="LiveId" clId="{7B4BF0F4-CF76-4BB5-A3D0-216A502D2CDA}" dt="2019-05-13T06:24:35.160" v="601" actId="2696"/>
        <pc:sldMkLst>
          <pc:docMk/>
          <pc:sldMk cId="800010046" sldId="372"/>
        </pc:sldMkLst>
      </pc:sldChg>
      <pc:sldChg chg="del">
        <pc:chgData name="國峰 黃" userId="07d7d89e1f669cb9" providerId="LiveId" clId="{7B4BF0F4-CF76-4BB5-A3D0-216A502D2CDA}" dt="2019-05-13T06:24:35.350" v="602" actId="2696"/>
        <pc:sldMkLst>
          <pc:docMk/>
          <pc:sldMk cId="1372933601" sldId="373"/>
        </pc:sldMkLst>
      </pc:sldChg>
      <pc:sldChg chg="del">
        <pc:chgData name="國峰 黃" userId="07d7d89e1f669cb9" providerId="LiveId" clId="{7B4BF0F4-CF76-4BB5-A3D0-216A502D2CDA}" dt="2019-05-13T06:24:35.654" v="603" actId="2696"/>
        <pc:sldMkLst>
          <pc:docMk/>
          <pc:sldMk cId="1533348432" sldId="374"/>
        </pc:sldMkLst>
      </pc:sldChg>
      <pc:sldChg chg="del">
        <pc:chgData name="國峰 黃" userId="07d7d89e1f669cb9" providerId="LiveId" clId="{7B4BF0F4-CF76-4BB5-A3D0-216A502D2CDA}" dt="2019-05-13T06:24:35.980" v="604" actId="2696"/>
        <pc:sldMkLst>
          <pc:docMk/>
          <pc:sldMk cId="352157296" sldId="375"/>
        </pc:sldMkLst>
      </pc:sldChg>
      <pc:sldChg chg="del">
        <pc:chgData name="國峰 黃" userId="07d7d89e1f669cb9" providerId="LiveId" clId="{7B4BF0F4-CF76-4BB5-A3D0-216A502D2CDA}" dt="2019-05-13T06:24:36.304" v="605" actId="2696"/>
        <pc:sldMkLst>
          <pc:docMk/>
          <pc:sldMk cId="1491825176" sldId="376"/>
        </pc:sldMkLst>
      </pc:sldChg>
      <pc:sldChg chg="del">
        <pc:chgData name="國峰 黃" userId="07d7d89e1f669cb9" providerId="LiveId" clId="{7B4BF0F4-CF76-4BB5-A3D0-216A502D2CDA}" dt="2019-05-13T06:24:36.628" v="606" actId="2696"/>
        <pc:sldMkLst>
          <pc:docMk/>
          <pc:sldMk cId="1660902529" sldId="377"/>
        </pc:sldMkLst>
      </pc:sldChg>
      <pc:sldChg chg="del">
        <pc:chgData name="國峰 黃" userId="07d7d89e1f669cb9" providerId="LiveId" clId="{7B4BF0F4-CF76-4BB5-A3D0-216A502D2CDA}" dt="2019-05-13T06:24:36.955" v="607" actId="2696"/>
        <pc:sldMkLst>
          <pc:docMk/>
          <pc:sldMk cId="251166123" sldId="378"/>
        </pc:sldMkLst>
      </pc:sldChg>
      <pc:sldChg chg="del">
        <pc:chgData name="國峰 黃" userId="07d7d89e1f669cb9" providerId="LiveId" clId="{7B4BF0F4-CF76-4BB5-A3D0-216A502D2CDA}" dt="2019-05-13T06:24:37.288" v="608" actId="2696"/>
        <pc:sldMkLst>
          <pc:docMk/>
          <pc:sldMk cId="1952142182" sldId="379"/>
        </pc:sldMkLst>
      </pc:sldChg>
      <pc:sldChg chg="del">
        <pc:chgData name="國峰 黃" userId="07d7d89e1f669cb9" providerId="LiveId" clId="{7B4BF0F4-CF76-4BB5-A3D0-216A502D2CDA}" dt="2019-05-13T06:24:37.541" v="609" actId="2696"/>
        <pc:sldMkLst>
          <pc:docMk/>
          <pc:sldMk cId="1089337436" sldId="380"/>
        </pc:sldMkLst>
      </pc:sldChg>
      <pc:sldChg chg="del">
        <pc:chgData name="國峰 黃" userId="07d7d89e1f669cb9" providerId="LiveId" clId="{7B4BF0F4-CF76-4BB5-A3D0-216A502D2CDA}" dt="2019-05-13T06:24:37.706" v="610" actId="2696"/>
        <pc:sldMkLst>
          <pc:docMk/>
          <pc:sldMk cId="478233365" sldId="381"/>
        </pc:sldMkLst>
      </pc:sldChg>
      <pc:sldChg chg="del">
        <pc:chgData name="國峰 黃" userId="07d7d89e1f669cb9" providerId="LiveId" clId="{7B4BF0F4-CF76-4BB5-A3D0-216A502D2CDA}" dt="2019-05-13T06:24:37.875" v="611" actId="2696"/>
        <pc:sldMkLst>
          <pc:docMk/>
          <pc:sldMk cId="2433839314" sldId="382"/>
        </pc:sldMkLst>
      </pc:sldChg>
      <pc:sldChg chg="del">
        <pc:chgData name="國峰 黃" userId="07d7d89e1f669cb9" providerId="LiveId" clId="{7B4BF0F4-CF76-4BB5-A3D0-216A502D2CDA}" dt="2019-05-13T06:24:38.043" v="612" actId="2696"/>
        <pc:sldMkLst>
          <pc:docMk/>
          <pc:sldMk cId="1793089013" sldId="383"/>
        </pc:sldMkLst>
      </pc:sldChg>
      <pc:sldChg chg="del">
        <pc:chgData name="國峰 黃" userId="07d7d89e1f669cb9" providerId="LiveId" clId="{7B4BF0F4-CF76-4BB5-A3D0-216A502D2CDA}" dt="2019-05-13T06:24:38.196" v="613" actId="2696"/>
        <pc:sldMkLst>
          <pc:docMk/>
          <pc:sldMk cId="1041152552" sldId="384"/>
        </pc:sldMkLst>
      </pc:sldChg>
      <pc:sldChg chg="addSp delSp modSp add">
        <pc:chgData name="國峰 黃" userId="07d7d89e1f669cb9" providerId="LiveId" clId="{7B4BF0F4-CF76-4BB5-A3D0-216A502D2CDA}" dt="2019-05-13T06:23:43.115" v="599" actId="20577"/>
        <pc:sldMkLst>
          <pc:docMk/>
          <pc:sldMk cId="2987427840" sldId="385"/>
        </pc:sldMkLst>
        <pc:spChg chg="mod">
          <ac:chgData name="國峰 黃" userId="07d7d89e1f669cb9" providerId="LiveId" clId="{7B4BF0F4-CF76-4BB5-A3D0-216A502D2CDA}" dt="2019-05-13T05:38:46.912" v="207" actId="20577"/>
          <ac:spMkLst>
            <pc:docMk/>
            <pc:sldMk cId="2987427840" sldId="385"/>
            <ac:spMk id="2" creationId="{E7747DF4-4375-4FEA-AD33-D3E0A18DB5F5}"/>
          </ac:spMkLst>
        </pc:spChg>
        <pc:spChg chg="mod">
          <ac:chgData name="國峰 黃" userId="07d7d89e1f669cb9" providerId="LiveId" clId="{7B4BF0F4-CF76-4BB5-A3D0-216A502D2CDA}" dt="2019-05-13T06:23:43.115" v="599" actId="20577"/>
          <ac:spMkLst>
            <pc:docMk/>
            <pc:sldMk cId="2987427840" sldId="385"/>
            <ac:spMk id="13" creationId="{6556A137-A4DD-4457-B8CB-3CCE5193C925}"/>
          </ac:spMkLst>
        </pc:spChg>
        <pc:graphicFrameChg chg="mod modGraphic">
          <ac:chgData name="國峰 黃" userId="07d7d89e1f669cb9" providerId="LiveId" clId="{7B4BF0F4-CF76-4BB5-A3D0-216A502D2CDA}" dt="2019-05-13T06:22:09.413" v="572" actId="20577"/>
          <ac:graphicFrameMkLst>
            <pc:docMk/>
            <pc:sldMk cId="2987427840" sldId="385"/>
            <ac:graphicFrameMk id="4" creationId="{ECFEC126-C146-4125-8CED-1A841BE60797}"/>
          </ac:graphicFrameMkLst>
        </pc:graphicFrameChg>
        <pc:graphicFrameChg chg="add mod modGraphic">
          <ac:chgData name="國峰 黃" userId="07d7d89e1f669cb9" providerId="LiveId" clId="{7B4BF0F4-CF76-4BB5-A3D0-216A502D2CDA}" dt="2019-05-13T06:23:10.375" v="593" actId="20577"/>
          <ac:graphicFrameMkLst>
            <pc:docMk/>
            <pc:sldMk cId="2987427840" sldId="385"/>
            <ac:graphicFrameMk id="9" creationId="{D6E13A1D-17D9-45C1-97F8-FECF43FF9152}"/>
          </ac:graphicFrameMkLst>
        </pc:graphicFrameChg>
        <pc:picChg chg="del">
          <ac:chgData name="國峰 黃" userId="07d7d89e1f669cb9" providerId="LiveId" clId="{7B4BF0F4-CF76-4BB5-A3D0-216A502D2CDA}" dt="2019-05-13T05:39:11.872" v="208" actId="478"/>
          <ac:picMkLst>
            <pc:docMk/>
            <pc:sldMk cId="2987427840" sldId="385"/>
            <ac:picMk id="3" creationId="{E0D600A6-1FE5-4AF1-9C2B-D783A9ACBC03}"/>
          </ac:picMkLst>
        </pc:picChg>
        <pc:picChg chg="add del mod">
          <ac:chgData name="國峰 黃" userId="07d7d89e1f669cb9" providerId="LiveId" clId="{7B4BF0F4-CF76-4BB5-A3D0-216A502D2CDA}" dt="2019-05-13T05:39:40.638" v="213" actId="478"/>
          <ac:picMkLst>
            <pc:docMk/>
            <pc:sldMk cId="2987427840" sldId="385"/>
            <ac:picMk id="5" creationId="{BAF3E2F8-4149-48B8-B1D9-E19B404976F7}"/>
          </ac:picMkLst>
        </pc:picChg>
        <pc:picChg chg="add del">
          <ac:chgData name="國峰 黃" userId="07d7d89e1f669cb9" providerId="LiveId" clId="{7B4BF0F4-CF76-4BB5-A3D0-216A502D2CDA}" dt="2019-05-13T05:39:36.314" v="212"/>
          <ac:picMkLst>
            <pc:docMk/>
            <pc:sldMk cId="2987427840" sldId="385"/>
            <ac:picMk id="6" creationId="{DD5917A2-F99C-49C5-B686-D7D93B0CE47D}"/>
          </ac:picMkLst>
        </pc:picChg>
        <pc:picChg chg="add">
          <ac:chgData name="國峰 黃" userId="07d7d89e1f669cb9" providerId="LiveId" clId="{7B4BF0F4-CF76-4BB5-A3D0-216A502D2CDA}" dt="2019-05-13T05:39:40.921" v="214"/>
          <ac:picMkLst>
            <pc:docMk/>
            <pc:sldMk cId="2987427840" sldId="385"/>
            <ac:picMk id="7" creationId="{B70F0991-A9A0-4482-9F1D-932411A4E1C2}"/>
          </ac:picMkLst>
        </pc:picChg>
      </pc:sldChg>
      <pc:sldChg chg="addSp delSp modSp add">
        <pc:chgData name="國峰 黃" userId="07d7d89e1f669cb9" providerId="LiveId" clId="{7B4BF0F4-CF76-4BB5-A3D0-216A502D2CDA}" dt="2019-05-13T06:30:37.131" v="963"/>
        <pc:sldMkLst>
          <pc:docMk/>
          <pc:sldMk cId="2697767998" sldId="386"/>
        </pc:sldMkLst>
        <pc:spChg chg="mod">
          <ac:chgData name="國峰 黃" userId="07d7d89e1f669cb9" providerId="LiveId" clId="{7B4BF0F4-CF76-4BB5-A3D0-216A502D2CDA}" dt="2019-05-13T06:24:49.238" v="624" actId="20577"/>
          <ac:spMkLst>
            <pc:docMk/>
            <pc:sldMk cId="2697767998" sldId="386"/>
            <ac:spMk id="2" creationId="{E7747DF4-4375-4FEA-AD33-D3E0A18DB5F5}"/>
          </ac:spMkLst>
        </pc:spChg>
        <pc:spChg chg="add del">
          <ac:chgData name="國峰 黃" userId="07d7d89e1f669cb9" providerId="LiveId" clId="{7B4BF0F4-CF76-4BB5-A3D0-216A502D2CDA}" dt="2019-05-13T06:28:31.049" v="819"/>
          <ac:spMkLst>
            <pc:docMk/>
            <pc:sldMk cId="2697767998" sldId="386"/>
            <ac:spMk id="3" creationId="{C4C8C3E5-320B-4FAD-BFF3-5D09867D424D}"/>
          </ac:spMkLst>
        </pc:spChg>
        <pc:spChg chg="mod">
          <ac:chgData name="國峰 黃" userId="07d7d89e1f669cb9" providerId="LiveId" clId="{7B4BF0F4-CF76-4BB5-A3D0-216A502D2CDA}" dt="2019-05-13T06:30:37.131" v="963"/>
          <ac:spMkLst>
            <pc:docMk/>
            <pc:sldMk cId="2697767998" sldId="386"/>
            <ac:spMk id="13" creationId="{6556A137-A4DD-4457-B8CB-3CCE5193C925}"/>
          </ac:spMkLst>
        </pc:spChg>
        <pc:graphicFrameChg chg="del">
          <ac:chgData name="國峰 黃" userId="07d7d89e1f669cb9" providerId="LiveId" clId="{7B4BF0F4-CF76-4BB5-A3D0-216A502D2CDA}" dt="2019-05-13T06:25:38.387" v="626" actId="478"/>
          <ac:graphicFrameMkLst>
            <pc:docMk/>
            <pc:sldMk cId="2697767998" sldId="386"/>
            <ac:graphicFrameMk id="4" creationId="{ECFEC126-C146-4125-8CED-1A841BE60797}"/>
          </ac:graphicFrameMkLst>
        </pc:graphicFrameChg>
        <pc:graphicFrameChg chg="del">
          <ac:chgData name="國峰 黃" userId="07d7d89e1f669cb9" providerId="LiveId" clId="{7B4BF0F4-CF76-4BB5-A3D0-216A502D2CDA}" dt="2019-05-13T06:25:40.074" v="627" actId="478"/>
          <ac:graphicFrameMkLst>
            <pc:docMk/>
            <pc:sldMk cId="2697767998" sldId="386"/>
            <ac:graphicFrameMk id="9" creationId="{D6E13A1D-17D9-45C1-97F8-FECF43FF9152}"/>
          </ac:graphicFrameMkLst>
        </pc:graphicFrameChg>
        <pc:picChg chg="del">
          <ac:chgData name="國峰 黃" userId="07d7d89e1f669cb9" providerId="LiveId" clId="{7B4BF0F4-CF76-4BB5-A3D0-216A502D2CDA}" dt="2019-05-13T06:25:36.918" v="625" actId="478"/>
          <ac:picMkLst>
            <pc:docMk/>
            <pc:sldMk cId="2697767998" sldId="386"/>
            <ac:picMk id="7" creationId="{B70F0991-A9A0-4482-9F1D-932411A4E1C2}"/>
          </ac:picMkLst>
        </pc:picChg>
      </pc:sldChg>
      <pc:sldChg chg="modSp add">
        <pc:chgData name="國峰 黃" userId="07d7d89e1f669cb9" providerId="LiveId" clId="{7B4BF0F4-CF76-4BB5-A3D0-216A502D2CDA}" dt="2019-05-13T06:40:48.706" v="1809" actId="20577"/>
        <pc:sldMkLst>
          <pc:docMk/>
          <pc:sldMk cId="1125951294" sldId="387"/>
        </pc:sldMkLst>
        <pc:spChg chg="mod">
          <ac:chgData name="國峰 黃" userId="07d7d89e1f669cb9" providerId="LiveId" clId="{7B4BF0F4-CF76-4BB5-A3D0-216A502D2CDA}" dt="2019-05-13T06:40:48.706" v="1809" actId="20577"/>
          <ac:spMkLst>
            <pc:docMk/>
            <pc:sldMk cId="1125951294" sldId="387"/>
            <ac:spMk id="13" creationId="{6556A137-A4DD-4457-B8CB-3CCE5193C925}"/>
          </ac:spMkLst>
        </pc:spChg>
      </pc:sldChg>
      <pc:sldChg chg="modSp add">
        <pc:chgData name="國峰 黃" userId="07d7d89e1f669cb9" providerId="LiveId" clId="{7B4BF0F4-CF76-4BB5-A3D0-216A502D2CDA}" dt="2019-05-13T06:40:23.326" v="1801" actId="20577"/>
        <pc:sldMkLst>
          <pc:docMk/>
          <pc:sldMk cId="2240630637" sldId="388"/>
        </pc:sldMkLst>
        <pc:spChg chg="mod">
          <ac:chgData name="國峰 黃" userId="07d7d89e1f669cb9" providerId="LiveId" clId="{7B4BF0F4-CF76-4BB5-A3D0-216A502D2CDA}" dt="2019-05-13T06:40:23.326" v="1801" actId="20577"/>
          <ac:spMkLst>
            <pc:docMk/>
            <pc:sldMk cId="2240630637" sldId="388"/>
            <ac:spMk id="13" creationId="{6556A137-A4DD-4457-B8CB-3CCE5193C925}"/>
          </ac:spMkLst>
        </pc:spChg>
      </pc:sldChg>
      <pc:sldChg chg="addSp delSp modSp add">
        <pc:chgData name="國峰 黃" userId="07d7d89e1f669cb9" providerId="LiveId" clId="{7B4BF0F4-CF76-4BB5-A3D0-216A502D2CDA}" dt="2019-05-13T06:50:44.716" v="1929"/>
        <pc:sldMkLst>
          <pc:docMk/>
          <pc:sldMk cId="407052862" sldId="389"/>
        </pc:sldMkLst>
        <pc:spChg chg="mod">
          <ac:chgData name="國峰 黃" userId="07d7d89e1f669cb9" providerId="LiveId" clId="{7B4BF0F4-CF76-4BB5-A3D0-216A502D2CDA}" dt="2019-05-13T06:50:44.716" v="1929"/>
          <ac:spMkLst>
            <pc:docMk/>
            <pc:sldMk cId="407052862" sldId="389"/>
            <ac:spMk id="2" creationId="{E7747DF4-4375-4FEA-AD33-D3E0A18DB5F5}"/>
          </ac:spMkLst>
        </pc:spChg>
        <pc:spChg chg="del mod">
          <ac:chgData name="國峰 黃" userId="07d7d89e1f669cb9" providerId="LiveId" clId="{7B4BF0F4-CF76-4BB5-A3D0-216A502D2CDA}" dt="2019-05-13T06:42:04.422" v="1813"/>
          <ac:spMkLst>
            <pc:docMk/>
            <pc:sldMk cId="407052862" sldId="389"/>
            <ac:spMk id="13" creationId="{6556A137-A4DD-4457-B8CB-3CCE5193C925}"/>
          </ac:spMkLst>
        </pc:spChg>
        <pc:picChg chg="add mod">
          <ac:chgData name="國峰 黃" userId="07d7d89e1f669cb9" providerId="LiveId" clId="{7B4BF0F4-CF76-4BB5-A3D0-216A502D2CDA}" dt="2019-05-13T06:42:12.724" v="1815" actId="14100"/>
          <ac:picMkLst>
            <pc:docMk/>
            <pc:sldMk cId="407052862" sldId="389"/>
            <ac:picMk id="3" creationId="{0B548247-5866-4B67-8E4F-E46614A5783E}"/>
          </ac:picMkLst>
        </pc:picChg>
      </pc:sldChg>
      <pc:sldChg chg="addSp delSp modSp add ord">
        <pc:chgData name="國峰 黃" userId="07d7d89e1f669cb9" providerId="LiveId" clId="{7B4BF0F4-CF76-4BB5-A3D0-216A502D2CDA}" dt="2019-05-13T06:45:56.517" v="1887" actId="20577"/>
        <pc:sldMkLst>
          <pc:docMk/>
          <pc:sldMk cId="2660364072" sldId="390"/>
        </pc:sldMkLst>
        <pc:spChg chg="mod">
          <ac:chgData name="國峰 黃" userId="07d7d89e1f669cb9" providerId="LiveId" clId="{7B4BF0F4-CF76-4BB5-A3D0-216A502D2CDA}" dt="2019-05-13T06:43:05.300" v="1820"/>
          <ac:spMkLst>
            <pc:docMk/>
            <pc:sldMk cId="2660364072" sldId="390"/>
            <ac:spMk id="2" creationId="{E7747DF4-4375-4FEA-AD33-D3E0A18DB5F5}"/>
          </ac:spMkLst>
        </pc:spChg>
        <pc:spChg chg="add mod">
          <ac:chgData name="國峰 黃" userId="07d7d89e1f669cb9" providerId="LiveId" clId="{7B4BF0F4-CF76-4BB5-A3D0-216A502D2CDA}" dt="2019-05-13T06:45:56.517" v="1887" actId="20577"/>
          <ac:spMkLst>
            <pc:docMk/>
            <pc:sldMk cId="2660364072" sldId="390"/>
            <ac:spMk id="5" creationId="{F177589D-5BB9-45E1-BFA9-86E9690F1530}"/>
          </ac:spMkLst>
        </pc:spChg>
        <pc:picChg chg="del">
          <ac:chgData name="國峰 黃" userId="07d7d89e1f669cb9" providerId="LiveId" clId="{7B4BF0F4-CF76-4BB5-A3D0-216A502D2CDA}" dt="2019-05-13T06:42:41.851" v="1818" actId="478"/>
          <ac:picMkLst>
            <pc:docMk/>
            <pc:sldMk cId="2660364072" sldId="390"/>
            <ac:picMk id="3" creationId="{0B548247-5866-4B67-8E4F-E46614A5783E}"/>
          </ac:picMkLst>
        </pc:picChg>
      </pc:sldChg>
      <pc:sldChg chg="modSp add">
        <pc:chgData name="國峰 黃" userId="07d7d89e1f669cb9" providerId="LiveId" clId="{7B4BF0F4-CF76-4BB5-A3D0-216A502D2CDA}" dt="2019-05-13T06:47:01.332" v="1907" actId="20577"/>
        <pc:sldMkLst>
          <pc:docMk/>
          <pc:sldMk cId="1225447784" sldId="391"/>
        </pc:sldMkLst>
        <pc:spChg chg="mod">
          <ac:chgData name="國峰 黃" userId="07d7d89e1f669cb9" providerId="LiveId" clId="{7B4BF0F4-CF76-4BB5-A3D0-216A502D2CDA}" dt="2019-05-13T06:47:01.332" v="1907" actId="20577"/>
          <ac:spMkLst>
            <pc:docMk/>
            <pc:sldMk cId="1225447784" sldId="391"/>
            <ac:spMk id="5" creationId="{F177589D-5BB9-45E1-BFA9-86E9690F1530}"/>
          </ac:spMkLst>
        </pc:spChg>
      </pc:sldChg>
      <pc:sldChg chg="addSp delSp modSp add">
        <pc:chgData name="國峰 黃" userId="07d7d89e1f669cb9" providerId="LiveId" clId="{7B4BF0F4-CF76-4BB5-A3D0-216A502D2CDA}" dt="2019-05-13T06:47:42.012" v="1916" actId="1076"/>
        <pc:sldMkLst>
          <pc:docMk/>
          <pc:sldMk cId="2078716642" sldId="392"/>
        </pc:sldMkLst>
        <pc:spChg chg="del mod">
          <ac:chgData name="國峰 黃" userId="07d7d89e1f669cb9" providerId="LiveId" clId="{7B4BF0F4-CF76-4BB5-A3D0-216A502D2CDA}" dt="2019-05-13T06:47:38.080" v="1915"/>
          <ac:spMkLst>
            <pc:docMk/>
            <pc:sldMk cId="2078716642" sldId="392"/>
            <ac:spMk id="5" creationId="{F177589D-5BB9-45E1-BFA9-86E9690F1530}"/>
          </ac:spMkLst>
        </pc:spChg>
        <pc:picChg chg="add del">
          <ac:chgData name="國峰 黃" userId="07d7d89e1f669cb9" providerId="LiveId" clId="{7B4BF0F4-CF76-4BB5-A3D0-216A502D2CDA}" dt="2019-05-13T06:47:33.093" v="1912" actId="478"/>
          <ac:picMkLst>
            <pc:docMk/>
            <pc:sldMk cId="2078716642" sldId="392"/>
            <ac:picMk id="3" creationId="{51A7E85A-631A-47CD-8062-6B72C847A38B}"/>
          </ac:picMkLst>
        </pc:picChg>
        <pc:picChg chg="add mod">
          <ac:chgData name="國峰 黃" userId="07d7d89e1f669cb9" providerId="LiveId" clId="{7B4BF0F4-CF76-4BB5-A3D0-216A502D2CDA}" dt="2019-05-13T06:47:42.012" v="1916" actId="1076"/>
          <ac:picMkLst>
            <pc:docMk/>
            <pc:sldMk cId="2078716642" sldId="392"/>
            <ac:picMk id="4" creationId="{DE0E9BC1-E3EB-47AF-B2DE-116F9494E883}"/>
          </ac:picMkLst>
        </pc:picChg>
      </pc:sldChg>
      <pc:sldChg chg="add del">
        <pc:chgData name="國峰 黃" userId="07d7d89e1f669cb9" providerId="LiveId" clId="{7B4BF0F4-CF76-4BB5-A3D0-216A502D2CDA}" dt="2019-05-13T06:47:29.339" v="1910" actId="2696"/>
        <pc:sldMkLst>
          <pc:docMk/>
          <pc:sldMk cId="2428540586" sldId="393"/>
        </pc:sldMkLst>
      </pc:sldChg>
      <pc:sldChg chg="addSp delSp modSp add">
        <pc:chgData name="國峰 黃" userId="07d7d89e1f669cb9" providerId="LiveId" clId="{7B4BF0F4-CF76-4BB5-A3D0-216A502D2CDA}" dt="2019-05-13T06:50:47.044" v="1930"/>
        <pc:sldMkLst>
          <pc:docMk/>
          <pc:sldMk cId="3939449947" sldId="393"/>
        </pc:sldMkLst>
        <pc:spChg chg="mod">
          <ac:chgData name="國峰 黃" userId="07d7d89e1f669cb9" providerId="LiveId" clId="{7B4BF0F4-CF76-4BB5-A3D0-216A502D2CDA}" dt="2019-05-13T06:50:47.044" v="1930"/>
          <ac:spMkLst>
            <pc:docMk/>
            <pc:sldMk cId="3939449947" sldId="393"/>
            <ac:spMk id="2" creationId="{E7747DF4-4375-4FEA-AD33-D3E0A18DB5F5}"/>
          </ac:spMkLst>
        </pc:spChg>
        <pc:spChg chg="add del mod">
          <ac:chgData name="國峰 黃" userId="07d7d89e1f669cb9" providerId="LiveId" clId="{7B4BF0F4-CF76-4BB5-A3D0-216A502D2CDA}" dt="2019-05-13T06:49:26.285" v="1922" actId="478"/>
          <ac:spMkLst>
            <pc:docMk/>
            <pc:sldMk cId="3939449947" sldId="393"/>
            <ac:spMk id="5" creationId="{F5B24619-04DE-4153-83C2-6678296F2C5E}"/>
          </ac:spMkLst>
        </pc:spChg>
        <pc:picChg chg="del">
          <ac:chgData name="國峰 黃" userId="07d7d89e1f669cb9" providerId="LiveId" clId="{7B4BF0F4-CF76-4BB5-A3D0-216A502D2CDA}" dt="2019-05-13T06:49:15.515" v="1918" actId="478"/>
          <ac:picMkLst>
            <pc:docMk/>
            <pc:sldMk cId="3939449947" sldId="393"/>
            <ac:picMk id="3" creationId="{0B548247-5866-4B67-8E4F-E46614A5783E}"/>
          </ac:picMkLst>
        </pc:picChg>
        <pc:picChg chg="add mod">
          <ac:chgData name="國峰 黃" userId="07d7d89e1f669cb9" providerId="LiveId" clId="{7B4BF0F4-CF76-4BB5-A3D0-216A502D2CDA}" dt="2019-05-13T06:49:21.284" v="1921" actId="1076"/>
          <ac:picMkLst>
            <pc:docMk/>
            <pc:sldMk cId="3939449947" sldId="393"/>
            <ac:picMk id="6" creationId="{AF45D727-99BD-43BA-9DE2-599DEE53B2CA}"/>
          </ac:picMkLst>
        </pc:picChg>
      </pc:sldChg>
      <pc:sldChg chg="addSp delSp modSp add">
        <pc:chgData name="國峰 黃" userId="07d7d89e1f669cb9" providerId="LiveId" clId="{7B4BF0F4-CF76-4BB5-A3D0-216A502D2CDA}" dt="2019-05-13T06:50:48.819" v="1931"/>
        <pc:sldMkLst>
          <pc:docMk/>
          <pc:sldMk cId="1518148932" sldId="394"/>
        </pc:sldMkLst>
        <pc:spChg chg="mod">
          <ac:chgData name="國峰 黃" userId="07d7d89e1f669cb9" providerId="LiveId" clId="{7B4BF0F4-CF76-4BB5-A3D0-216A502D2CDA}" dt="2019-05-13T06:50:48.819" v="1931"/>
          <ac:spMkLst>
            <pc:docMk/>
            <pc:sldMk cId="1518148932" sldId="394"/>
            <ac:spMk id="2" creationId="{E7747DF4-4375-4FEA-AD33-D3E0A18DB5F5}"/>
          </ac:spMkLst>
        </pc:spChg>
        <pc:picChg chg="add mod">
          <ac:chgData name="國峰 黃" userId="07d7d89e1f669cb9" providerId="LiveId" clId="{7B4BF0F4-CF76-4BB5-A3D0-216A502D2CDA}" dt="2019-05-13T06:50:04.092" v="1928" actId="1076"/>
          <ac:picMkLst>
            <pc:docMk/>
            <pc:sldMk cId="1518148932" sldId="394"/>
            <ac:picMk id="3" creationId="{5F53DFB0-11F0-41AC-AC20-587FCF6050B7}"/>
          </ac:picMkLst>
        </pc:picChg>
        <pc:picChg chg="del">
          <ac:chgData name="國峰 黃" userId="07d7d89e1f669cb9" providerId="LiveId" clId="{7B4BF0F4-CF76-4BB5-A3D0-216A502D2CDA}" dt="2019-05-13T06:49:58.752" v="1924" actId="478"/>
          <ac:picMkLst>
            <pc:docMk/>
            <pc:sldMk cId="1518148932" sldId="394"/>
            <ac:picMk id="6" creationId="{AF45D727-99BD-43BA-9DE2-599DEE53B2CA}"/>
          </ac:picMkLst>
        </pc:picChg>
      </pc:sldChg>
    </pc:docChg>
  </pc:docChgLst>
  <pc:docChgLst>
    <pc:chgData name="國峰 黃" userId="07d7d89e1f669cb9" providerId="LiveId" clId="{E97F28A7-1CE6-4A2E-BE2A-327E4772F132}"/>
  </pc:docChgLst>
  <pc:docChgLst>
    <pc:chgData name="國峰 黃" userId="07d7d89e1f669cb9" providerId="LiveId" clId="{FF0CAD1B-94C6-4683-96BA-1DF4E703FDD6}"/>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2019/5/13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561048"/>
            <a:ext cx="9144000" cy="2387600"/>
          </a:xfrm>
        </p:spPr>
        <p:txBody>
          <a:bodyPr>
            <a:noAutofit/>
          </a:bodyPr>
          <a:lstStyle/>
          <a:p>
            <a:r>
              <a:rPr lang="en-US" altLang="zh-TW" sz="4400" dirty="0">
                <a:latin typeface="+mj-ea"/>
              </a:rPr>
              <a:t/>
            </a:r>
            <a:br>
              <a:rPr lang="en-US" altLang="zh-TW" sz="4400" dirty="0">
                <a:latin typeface="+mj-ea"/>
              </a:rPr>
            </a:br>
            <a:r>
              <a:rPr lang="en-US" altLang="zh-TW" sz="4400" dirty="0">
                <a:latin typeface="+mj-ea"/>
              </a:rPr>
              <a:t>An OpenMP-based tool </a:t>
            </a:r>
            <a:r>
              <a:rPr lang="en-US" altLang="zh-TW" sz="4400">
                <a:latin typeface="+mj-ea"/>
              </a:rPr>
              <a:t>for </a:t>
            </a:r>
            <a:r>
              <a:rPr lang="en-US" altLang="zh-TW" sz="4400" smtClean="0">
                <a:latin typeface="+mj-ea"/>
              </a:rPr>
              <a:t>finding </a:t>
            </a:r>
            <a:r>
              <a:rPr lang="en-US" altLang="zh-TW" sz="4400" dirty="0">
                <a:latin typeface="+mj-ea"/>
              </a:rPr>
              <a:t/>
            </a:r>
            <a:br>
              <a:rPr lang="en-US" altLang="zh-TW" sz="4400" dirty="0">
                <a:latin typeface="+mj-ea"/>
              </a:rPr>
            </a:br>
            <a:r>
              <a:rPr lang="en-US" altLang="zh-TW" sz="4400" dirty="0">
                <a:latin typeface="+mj-ea"/>
              </a:rPr>
              <a:t>longest common subsequence in</a:t>
            </a:r>
            <a:r>
              <a:rPr lang="zh-TW" altLang="en-US" sz="4400" dirty="0">
                <a:latin typeface="+mj-ea"/>
              </a:rPr>
              <a:t> </a:t>
            </a:r>
            <a:r>
              <a:rPr lang="en-US" altLang="zh-TW" sz="4400" dirty="0">
                <a:latin typeface="+mj-ea"/>
              </a:rPr>
              <a:t>bioinformatics</a:t>
            </a:r>
            <a:endParaRPr lang="zh-TW" altLang="en-US" sz="4400" dirty="0">
              <a:latin typeface="+mj-ea"/>
            </a:endParaRPr>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135802" y="3299357"/>
            <a:ext cx="9415603" cy="1989499"/>
          </a:xfrm>
        </p:spPr>
        <p:txBody>
          <a:bodyPr>
            <a:normAutofit/>
          </a:bodyPr>
          <a:lstStyle/>
          <a:p>
            <a:endParaRPr lang="en-US" altLang="zh-TW" dirty="0">
              <a:latin typeface="+mj-ea"/>
              <a:ea typeface="+mj-ea"/>
            </a:endParaRPr>
          </a:p>
          <a:p>
            <a:r>
              <a:rPr lang="de-DE" altLang="zh-TW" sz="2000" dirty="0">
                <a:latin typeface="+mj-ea"/>
                <a:ea typeface="+mj-ea"/>
              </a:rPr>
              <a:t>Rayhan Shikder, Parimala Thulasiraman, Pourang Irani and Pingzhao Hu</a:t>
            </a:r>
          </a:p>
          <a:p>
            <a:r>
              <a:rPr lang="en-US" altLang="zh-TW" dirty="0">
                <a:latin typeface="+mj-ea"/>
                <a:ea typeface="+mj-ea"/>
              </a:rPr>
              <a:t>BMC Research Notes, 2019.</a:t>
            </a:r>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781803" y="5288856"/>
            <a:ext cx="2028119" cy="715581"/>
          </a:xfrm>
          <a:prstGeom prst="rect">
            <a:avLst/>
          </a:prstGeom>
          <a:noFill/>
        </p:spPr>
        <p:txBody>
          <a:bodyPr wrap="none" rtlCol="0">
            <a:spAutoFit/>
          </a:bodyPr>
          <a:lstStyle/>
          <a:p>
            <a:r>
              <a:rPr lang="en-US" altLang="zh-TW" sz="1350" dirty="0">
                <a:latin typeface="+mj-ea"/>
                <a:ea typeface="+mj-ea"/>
              </a:rPr>
              <a:t>Presenter: Guo-Fong Huang</a:t>
            </a:r>
          </a:p>
          <a:p>
            <a:r>
              <a:rPr lang="en-US" altLang="zh-TW" sz="1350" dirty="0">
                <a:latin typeface="+mj-ea"/>
                <a:ea typeface="+mj-ea"/>
              </a:rPr>
              <a:t>Date:</a:t>
            </a:r>
            <a:r>
              <a:rPr lang="zh-TW" altLang="en-US" sz="1350" dirty="0">
                <a:latin typeface="+mj-ea"/>
                <a:ea typeface="+mj-ea"/>
              </a:rPr>
              <a:t> </a:t>
            </a:r>
            <a:r>
              <a:rPr lang="en-US" altLang="zh-TW" sz="1350" dirty="0">
                <a:latin typeface="+mj-ea"/>
                <a:ea typeface="+mj-ea"/>
              </a:rPr>
              <a:t>May</a:t>
            </a:r>
            <a:r>
              <a:rPr lang="zh-TW" altLang="en-US" sz="1350" dirty="0">
                <a:latin typeface="+mj-ea"/>
                <a:ea typeface="+mj-ea"/>
              </a:rPr>
              <a:t> </a:t>
            </a:r>
            <a:r>
              <a:rPr lang="en-US" altLang="zh-TW" sz="1350" dirty="0">
                <a:latin typeface="+mj-ea"/>
                <a:ea typeface="+mj-ea"/>
              </a:rPr>
              <a:t>13, 2019</a:t>
            </a:r>
          </a:p>
          <a:p>
            <a:endParaRPr lang="en-US" altLang="zh-TW" sz="1350" dirty="0">
              <a:latin typeface="+mj-ea"/>
              <a:ea typeface="+mj-ea"/>
            </a:endParaRPr>
          </a:p>
        </p:txBody>
      </p:sp>
    </p:spTree>
    <p:extLst>
      <p:ext uri="{BB962C8B-B14F-4D97-AF65-F5344CB8AC3E}">
        <p14:creationId xmlns:p14="http://schemas.microsoft.com/office/powerpoint/2010/main" val="367677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latin typeface="+mj-ea"/>
              </a:rPr>
              <a:t>Abstract</a:t>
            </a:r>
            <a:endParaRPr lang="zh-TW" altLang="en-US" dirty="0">
              <a:latin typeface="+mj-ea"/>
            </a:endParaRPr>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461394" y="1825625"/>
            <a:ext cx="8372213" cy="4351338"/>
          </a:xfrm>
        </p:spPr>
        <p:txBody>
          <a:bodyPr>
            <a:noAutofit/>
          </a:bodyPr>
          <a:lstStyle/>
          <a:p>
            <a:pPr marL="0" indent="0">
              <a:buNone/>
            </a:pPr>
            <a:r>
              <a:rPr lang="en-US" altLang="zh-TW" dirty="0">
                <a:latin typeface="+mj-ea"/>
                <a:ea typeface="+mj-ea"/>
              </a:rPr>
              <a:t>Finding the longest common subsequence (LCS) among sequences is NP-hard. This is an important problem in bioinformatics for DNA sequence alignment and pattern discovery. In this research, we propose new CPU-based parallel implementations that can provide significant advantages in terms of execution times, monetary cost, and pervasiveness in finding LCS of DNA sequences in an environment where Graphics Processing Units are not available. For general purpose use, we also make the OpenMP-based tool publicly available to end users.</a:t>
            </a:r>
          </a:p>
        </p:txBody>
      </p:sp>
    </p:spTree>
    <p:extLst>
      <p:ext uri="{BB962C8B-B14F-4D97-AF65-F5344CB8AC3E}">
        <p14:creationId xmlns:p14="http://schemas.microsoft.com/office/powerpoint/2010/main" val="272688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Preliminaries(1/2)</a:t>
            </a: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p:txBody>
          <a:bodyPr>
            <a:normAutofit/>
          </a:bodyPr>
          <a:lstStyle/>
          <a:p>
            <a:pPr marL="0" indent="0">
              <a:buNone/>
            </a:pPr>
            <a:r>
              <a:rPr lang="en-US" altLang="zh-TW" sz="2400" i="1" dirty="0">
                <a:latin typeface="+mn-ea"/>
              </a:rPr>
              <a:t>A</a:t>
            </a:r>
            <a:r>
              <a:rPr lang="en-US" altLang="zh-TW" sz="2400" dirty="0">
                <a:latin typeface="+mn-ea"/>
              </a:rPr>
              <a:t> = </a:t>
            </a:r>
            <a:r>
              <a:rPr lang="en-US" altLang="zh-TW" sz="2400" b="1" dirty="0" err="1">
                <a:latin typeface="+mn-ea"/>
              </a:rPr>
              <a:t>gtac</a:t>
            </a:r>
            <a:r>
              <a:rPr lang="en-US" altLang="zh-TW" sz="2400" dirty="0">
                <a:latin typeface="+mn-ea"/>
              </a:rPr>
              <a:t>	</a:t>
            </a:r>
            <a:r>
              <a:rPr lang="en-US" altLang="zh-TW" sz="2400" i="1" dirty="0">
                <a:latin typeface="+mn-ea"/>
              </a:rPr>
              <a:t>B</a:t>
            </a:r>
            <a:r>
              <a:rPr lang="en-US" altLang="zh-TW" sz="2400" dirty="0">
                <a:latin typeface="+mn-ea"/>
              </a:rPr>
              <a:t> = </a:t>
            </a:r>
            <a:r>
              <a:rPr lang="en-US" altLang="zh-TW" sz="2400" b="1" dirty="0" err="1">
                <a:latin typeface="+mn-ea"/>
              </a:rPr>
              <a:t>cttc</a:t>
            </a:r>
            <a:endParaRPr lang="en-US" altLang="zh-TW" sz="2400" b="1" dirty="0">
              <a:latin typeface="+mn-ea"/>
            </a:endParaRPr>
          </a:p>
          <a:p>
            <a:pPr marL="0" indent="0">
              <a:buNone/>
            </a:pPr>
            <a:r>
              <a:rPr lang="en-US" altLang="zh-TW" sz="2400" i="1" dirty="0">
                <a:latin typeface="+mn-ea"/>
              </a:rPr>
              <a:t>LCS </a:t>
            </a:r>
            <a:r>
              <a:rPr lang="en-US" altLang="zh-TW" sz="2400" dirty="0">
                <a:latin typeface="+mn-ea"/>
              </a:rPr>
              <a:t>(</a:t>
            </a:r>
            <a:r>
              <a:rPr lang="en-US" altLang="zh-TW" sz="2400" i="1" dirty="0">
                <a:latin typeface="+mn-ea"/>
              </a:rPr>
              <a:t>A</a:t>
            </a:r>
            <a:r>
              <a:rPr lang="en-US" altLang="zh-TW" sz="2400" dirty="0">
                <a:latin typeface="+mn-ea"/>
              </a:rPr>
              <a:t>,</a:t>
            </a:r>
            <a:r>
              <a:rPr lang="en-US" altLang="zh-TW" sz="2400" i="1" dirty="0">
                <a:latin typeface="+mn-ea"/>
              </a:rPr>
              <a:t>B </a:t>
            </a:r>
            <a:r>
              <a:rPr lang="en-US" altLang="zh-TW" sz="2400" dirty="0">
                <a:latin typeface="+mn-ea"/>
              </a:rPr>
              <a:t>) = </a:t>
            </a:r>
            <a:r>
              <a:rPr lang="en-US" altLang="zh-TW" sz="2400" b="1" dirty="0" err="1">
                <a:latin typeface="+mn-ea"/>
              </a:rPr>
              <a:t>tc</a:t>
            </a: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r>
              <a:rPr lang="el-GR" altLang="zh-TW" sz="2400" dirty="0">
                <a:latin typeface="Cambria Math" panose="02040503050406030204" pitchFamily="18" charset="0"/>
                <a:ea typeface="Cambria Math" panose="02040503050406030204" pitchFamily="18" charset="0"/>
              </a:rPr>
              <a:t>Σ</a:t>
            </a:r>
            <a:r>
              <a:rPr lang="en-US" altLang="zh-TW" sz="2400" dirty="0">
                <a:latin typeface="Cambria Math" panose="02040503050406030204" pitchFamily="18" charset="0"/>
                <a:ea typeface="Cambria Math" panose="02040503050406030204" pitchFamily="18" charset="0"/>
              </a:rPr>
              <a:t>={</a:t>
            </a:r>
            <a:r>
              <a:rPr lang="en-US" altLang="zh-TW" sz="2400" dirty="0" err="1">
                <a:latin typeface="Cambria Math" panose="02040503050406030204" pitchFamily="18" charset="0"/>
                <a:ea typeface="Cambria Math" panose="02040503050406030204" pitchFamily="18" charset="0"/>
              </a:rPr>
              <a:t>a,c,g,t</a:t>
            </a:r>
            <a:r>
              <a:rPr lang="en-US" altLang="zh-TW" sz="2400" dirty="0">
                <a:latin typeface="Cambria Math" panose="02040503050406030204" pitchFamily="18" charset="0"/>
                <a:ea typeface="Cambria Math" panose="02040503050406030204" pitchFamily="18" charset="0"/>
              </a:rPr>
              <a:t>} </a:t>
            </a:r>
            <a:r>
              <a:rPr lang="en-US" altLang="zh-TW" sz="2400" i="1" dirty="0">
                <a:latin typeface="+mn-ea"/>
              </a:rPr>
              <a:t>C </a:t>
            </a:r>
            <a:r>
              <a:rPr lang="en-US" altLang="zh-TW" sz="2400" dirty="0">
                <a:latin typeface="+mn-ea"/>
              </a:rPr>
              <a:t>={</a:t>
            </a:r>
            <a:r>
              <a:rPr lang="en-US" altLang="zh-TW" sz="2400" b="1" dirty="0">
                <a:latin typeface="+mn-ea"/>
              </a:rPr>
              <a:t>3</a:t>
            </a:r>
            <a:r>
              <a:rPr lang="en-US" altLang="zh-TW" sz="2400" dirty="0">
                <a:latin typeface="+mn-ea"/>
              </a:rPr>
              <a:t>,</a:t>
            </a:r>
            <a:r>
              <a:rPr lang="en-US" altLang="zh-TW" sz="2400" b="1" dirty="0">
                <a:latin typeface="+mn-ea"/>
              </a:rPr>
              <a:t>4</a:t>
            </a:r>
            <a:r>
              <a:rPr lang="en-US" altLang="zh-TW" sz="2400" dirty="0">
                <a:latin typeface="+mn-ea"/>
              </a:rPr>
              <a:t>,</a:t>
            </a:r>
            <a:r>
              <a:rPr lang="en-US" altLang="zh-TW" sz="2400" b="1" dirty="0">
                <a:latin typeface="+mn-ea"/>
              </a:rPr>
              <a:t>1</a:t>
            </a:r>
            <a:r>
              <a:rPr lang="en-US" altLang="zh-TW" sz="2400" dirty="0">
                <a:latin typeface="+mn-ea"/>
              </a:rPr>
              <a:t>,</a:t>
            </a:r>
            <a:r>
              <a:rPr lang="en-US" altLang="zh-TW" sz="2400" b="1" dirty="0">
                <a:latin typeface="+mn-ea"/>
              </a:rPr>
              <a:t>2</a:t>
            </a:r>
            <a:r>
              <a:rPr lang="en-US" altLang="zh-TW" sz="2400" dirty="0">
                <a:latin typeface="+mn-ea"/>
              </a:rPr>
              <a:t>}</a:t>
            </a: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zh-TW" altLang="en-US" sz="2400" dirty="0">
              <a:latin typeface="+mn-ea"/>
            </a:endParaRPr>
          </a:p>
        </p:txBody>
      </p:sp>
      <p:pic>
        <p:nvPicPr>
          <p:cNvPr id="3" name="圖片 2">
            <a:extLst>
              <a:ext uri="{FF2B5EF4-FFF2-40B4-BE49-F238E27FC236}">
                <a16:creationId xmlns:a16="http://schemas.microsoft.com/office/drawing/2014/main" xmlns="" id="{E0D600A6-1FE5-4AF1-9C2B-D783A9ACBC03}"/>
              </a:ext>
            </a:extLst>
          </p:cNvPr>
          <p:cNvPicPr>
            <a:picLocks noChangeAspect="1"/>
          </p:cNvPicPr>
          <p:nvPr/>
        </p:nvPicPr>
        <p:blipFill>
          <a:blip r:embed="rId2"/>
          <a:stretch>
            <a:fillRect/>
          </a:stretch>
        </p:blipFill>
        <p:spPr>
          <a:xfrm>
            <a:off x="552455" y="2734292"/>
            <a:ext cx="6011114" cy="1267002"/>
          </a:xfrm>
          <a:prstGeom prst="rect">
            <a:avLst/>
          </a:prstGeom>
        </p:spPr>
      </p:pic>
      <p:graphicFrame>
        <p:nvGraphicFramePr>
          <p:cNvPr id="4" name="表格 3">
            <a:extLst>
              <a:ext uri="{FF2B5EF4-FFF2-40B4-BE49-F238E27FC236}">
                <a16:creationId xmlns:a16="http://schemas.microsoft.com/office/drawing/2014/main" xmlns="" id="{ECFEC126-C146-4125-8CED-1A841BE60797}"/>
              </a:ext>
            </a:extLst>
          </p:cNvPr>
          <p:cNvGraphicFramePr>
            <a:graphicFrameLocks noGrp="1"/>
          </p:cNvGraphicFramePr>
          <p:nvPr>
            <p:extLst>
              <p:ext uri="{D42A27DB-BD31-4B8C-83A1-F6EECF244321}">
                <p14:modId xmlns:p14="http://schemas.microsoft.com/office/powerpoint/2010/main" val="127584793"/>
              </p:ext>
            </p:extLst>
          </p:nvPr>
        </p:nvGraphicFramePr>
        <p:xfrm>
          <a:off x="628650" y="4724705"/>
          <a:ext cx="6096000" cy="18542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xmlns="" val="1279056279"/>
                    </a:ext>
                  </a:extLst>
                </a:gridCol>
                <a:gridCol w="1016000">
                  <a:extLst>
                    <a:ext uri="{9D8B030D-6E8A-4147-A177-3AD203B41FA5}">
                      <a16:colId xmlns:a16="http://schemas.microsoft.com/office/drawing/2014/main" xmlns="" val="3360285719"/>
                    </a:ext>
                  </a:extLst>
                </a:gridCol>
                <a:gridCol w="1016000">
                  <a:extLst>
                    <a:ext uri="{9D8B030D-6E8A-4147-A177-3AD203B41FA5}">
                      <a16:colId xmlns:a16="http://schemas.microsoft.com/office/drawing/2014/main" xmlns="" val="2011164554"/>
                    </a:ext>
                  </a:extLst>
                </a:gridCol>
                <a:gridCol w="1016000">
                  <a:extLst>
                    <a:ext uri="{9D8B030D-6E8A-4147-A177-3AD203B41FA5}">
                      <a16:colId xmlns:a16="http://schemas.microsoft.com/office/drawing/2014/main" xmlns="" val="18635802"/>
                    </a:ext>
                  </a:extLst>
                </a:gridCol>
                <a:gridCol w="1016000">
                  <a:extLst>
                    <a:ext uri="{9D8B030D-6E8A-4147-A177-3AD203B41FA5}">
                      <a16:colId xmlns:a16="http://schemas.microsoft.com/office/drawing/2014/main" xmlns="" val="2314468095"/>
                    </a:ext>
                  </a:extLst>
                </a:gridCol>
                <a:gridCol w="1016000">
                  <a:extLst>
                    <a:ext uri="{9D8B030D-6E8A-4147-A177-3AD203B41FA5}">
                      <a16:colId xmlns:a16="http://schemas.microsoft.com/office/drawing/2014/main" xmlns="" val="3594590230"/>
                    </a:ext>
                  </a:extLst>
                </a:gridCol>
              </a:tblGrid>
              <a:tr h="370840">
                <a:tc>
                  <a:txBody>
                    <a:bodyPr/>
                    <a:lstStyle/>
                    <a:p>
                      <a:pPr algn="ctr"/>
                      <a:r>
                        <a:rPr lang="en-US" altLang="zh-TW" b="0" i="1" dirty="0">
                          <a:solidFill>
                            <a:schemeClr val="tx1"/>
                          </a:solidFill>
                        </a:rPr>
                        <a:t>P</a:t>
                      </a:r>
                      <a:endParaRPr lang="zh-TW" altLang="en-US" b="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0713436"/>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593103191"/>
                  </a:ext>
                </a:extLst>
              </a:tr>
              <a:tr h="370840">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24515880"/>
                  </a:ext>
                </a:extLst>
              </a:tr>
              <a:tr h="370840">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49850519"/>
                  </a:ext>
                </a:extLst>
              </a:tr>
              <a:tr h="370840">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937958931"/>
                  </a:ext>
                </a:extLst>
              </a:tr>
            </a:tbl>
          </a:graphicData>
        </a:graphic>
      </p:graphicFrame>
    </p:spTree>
    <p:extLst>
      <p:ext uri="{BB962C8B-B14F-4D97-AF65-F5344CB8AC3E}">
        <p14:creationId xmlns:p14="http://schemas.microsoft.com/office/powerpoint/2010/main" val="269385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Preliminaries (2/2)</a:t>
            </a: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5"/>
            <a:ext cx="7886700" cy="5236078"/>
          </a:xfrm>
        </p:spPr>
        <p:txBody>
          <a:bodyPr>
            <a:normAutofit/>
          </a:bodyPr>
          <a:lstStyle/>
          <a:p>
            <a:pPr marL="0" indent="0">
              <a:buNone/>
            </a:pPr>
            <a:r>
              <a:rPr lang="en-US" altLang="zh-TW" sz="2400" i="1" dirty="0">
                <a:latin typeface="+mn-ea"/>
              </a:rPr>
              <a:t>A</a:t>
            </a:r>
            <a:r>
              <a:rPr lang="en-US" altLang="zh-TW" sz="2400" dirty="0">
                <a:latin typeface="+mn-ea"/>
              </a:rPr>
              <a:t> = </a:t>
            </a:r>
            <a:r>
              <a:rPr lang="en-US" altLang="zh-TW" sz="2400" b="1" dirty="0" err="1">
                <a:latin typeface="+mn-ea"/>
              </a:rPr>
              <a:t>gtac</a:t>
            </a:r>
            <a:r>
              <a:rPr lang="en-US" altLang="zh-TW" sz="2400" b="1" dirty="0">
                <a:latin typeface="+mn-ea"/>
              </a:rPr>
              <a:t> </a:t>
            </a:r>
            <a:r>
              <a:rPr lang="en-US" altLang="zh-TW" sz="2400" dirty="0">
                <a:latin typeface="+mn-ea"/>
              </a:rPr>
              <a:t>	</a:t>
            </a:r>
            <a:r>
              <a:rPr lang="en-US" altLang="zh-TW" sz="2400" i="1" dirty="0">
                <a:latin typeface="+mn-ea"/>
              </a:rPr>
              <a:t>B</a:t>
            </a:r>
            <a:r>
              <a:rPr lang="en-US" altLang="zh-TW" sz="2400" dirty="0">
                <a:latin typeface="+mn-ea"/>
              </a:rPr>
              <a:t> = </a:t>
            </a:r>
            <a:r>
              <a:rPr lang="en-US" altLang="zh-TW" sz="2400" b="1" dirty="0" err="1">
                <a:latin typeface="+mn-ea"/>
              </a:rPr>
              <a:t>cttc</a:t>
            </a:r>
            <a:endParaRPr lang="en-US" altLang="zh-TW" sz="2400" b="1" dirty="0">
              <a:latin typeface="+mn-ea"/>
            </a:endParaRPr>
          </a:p>
          <a:p>
            <a:pPr marL="0" indent="0">
              <a:buNone/>
            </a:pPr>
            <a:r>
              <a:rPr lang="en-US" altLang="zh-TW" sz="2400" i="1" dirty="0">
                <a:latin typeface="+mn-ea"/>
              </a:rPr>
              <a:t>LCS </a:t>
            </a:r>
            <a:r>
              <a:rPr lang="en-US" altLang="zh-TW" sz="2400" dirty="0">
                <a:latin typeface="+mn-ea"/>
              </a:rPr>
              <a:t>(</a:t>
            </a:r>
            <a:r>
              <a:rPr lang="en-US" altLang="zh-TW" sz="2400" i="1" dirty="0">
                <a:latin typeface="+mn-ea"/>
              </a:rPr>
              <a:t>A</a:t>
            </a:r>
            <a:r>
              <a:rPr lang="en-US" altLang="zh-TW" sz="2400" dirty="0">
                <a:latin typeface="+mn-ea"/>
              </a:rPr>
              <a:t>,</a:t>
            </a:r>
            <a:r>
              <a:rPr lang="en-US" altLang="zh-TW" sz="2400" i="1" dirty="0">
                <a:latin typeface="+mn-ea"/>
              </a:rPr>
              <a:t>B </a:t>
            </a:r>
            <a:r>
              <a:rPr lang="en-US" altLang="zh-TW" sz="2400" dirty="0">
                <a:latin typeface="+mn-ea"/>
              </a:rPr>
              <a:t>) = </a:t>
            </a:r>
            <a:r>
              <a:rPr lang="en-US" altLang="zh-TW" sz="2400" b="1" dirty="0" err="1">
                <a:latin typeface="+mn-ea"/>
              </a:rPr>
              <a:t>tc</a:t>
            </a:r>
            <a:r>
              <a:rPr lang="en-US" altLang="zh-TW" sz="2400" b="1" dirty="0">
                <a:latin typeface="+mn-ea"/>
              </a:rPr>
              <a:t>	</a:t>
            </a:r>
            <a:r>
              <a:rPr lang="en-US" altLang="zh-TW" sz="2400" i="1" dirty="0">
                <a:latin typeface="+mn-ea"/>
              </a:rPr>
              <a:t>C </a:t>
            </a:r>
            <a:r>
              <a:rPr lang="en-US" altLang="zh-TW" sz="2400" dirty="0">
                <a:latin typeface="+mn-ea"/>
              </a:rPr>
              <a:t>={</a:t>
            </a:r>
            <a:r>
              <a:rPr lang="en-US" altLang="zh-TW" sz="2400" b="1" dirty="0">
                <a:latin typeface="+mn-ea"/>
              </a:rPr>
              <a:t>3</a:t>
            </a:r>
            <a:r>
              <a:rPr lang="en-US" altLang="zh-TW" sz="2400" dirty="0">
                <a:latin typeface="+mn-ea"/>
              </a:rPr>
              <a:t>,</a:t>
            </a:r>
            <a:r>
              <a:rPr lang="en-US" altLang="zh-TW" sz="2400" b="1" dirty="0">
                <a:latin typeface="+mn-ea"/>
              </a:rPr>
              <a:t>4</a:t>
            </a:r>
            <a:r>
              <a:rPr lang="en-US" altLang="zh-TW" sz="2400" dirty="0">
                <a:latin typeface="+mn-ea"/>
              </a:rPr>
              <a:t>,</a:t>
            </a:r>
            <a:r>
              <a:rPr lang="en-US" altLang="zh-TW" sz="2400" b="1" dirty="0">
                <a:latin typeface="+mn-ea"/>
              </a:rPr>
              <a:t>1</a:t>
            </a:r>
            <a:r>
              <a:rPr lang="en-US" altLang="zh-TW" sz="2400" dirty="0">
                <a:latin typeface="+mn-ea"/>
              </a:rPr>
              <a:t>,</a:t>
            </a:r>
            <a:r>
              <a:rPr lang="en-US" altLang="zh-TW" sz="2400" b="1" dirty="0">
                <a:latin typeface="+mn-ea"/>
              </a:rPr>
              <a:t>2</a:t>
            </a:r>
            <a:r>
              <a:rPr lang="en-US" altLang="zh-TW" sz="2400" dirty="0">
                <a:latin typeface="+mn-ea"/>
              </a:rPr>
              <a:t>}</a:t>
            </a: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r>
              <a:rPr lang="en-US" altLang="zh-TW" sz="2400" b="1" dirty="0">
                <a:latin typeface="+mn-ea"/>
              </a:rPr>
              <a:t>R[4,4] = max(R[3,4], R[3,P[2,4]-1]+1)</a:t>
            </a: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zh-TW" altLang="en-US" sz="2400" dirty="0">
              <a:latin typeface="+mn-ea"/>
            </a:endParaRPr>
          </a:p>
        </p:txBody>
      </p:sp>
      <p:graphicFrame>
        <p:nvGraphicFramePr>
          <p:cNvPr id="4" name="表格 3">
            <a:extLst>
              <a:ext uri="{FF2B5EF4-FFF2-40B4-BE49-F238E27FC236}">
                <a16:creationId xmlns:a16="http://schemas.microsoft.com/office/drawing/2014/main" xmlns="" id="{ECFEC126-C146-4125-8CED-1A841BE60797}"/>
              </a:ext>
            </a:extLst>
          </p:cNvPr>
          <p:cNvGraphicFramePr>
            <a:graphicFrameLocks noGrp="1"/>
          </p:cNvGraphicFramePr>
          <p:nvPr>
            <p:extLst>
              <p:ext uri="{D42A27DB-BD31-4B8C-83A1-F6EECF244321}">
                <p14:modId xmlns:p14="http://schemas.microsoft.com/office/powerpoint/2010/main" val="962849481"/>
              </p:ext>
            </p:extLst>
          </p:nvPr>
        </p:nvGraphicFramePr>
        <p:xfrm>
          <a:off x="628650" y="4348163"/>
          <a:ext cx="2802618" cy="1828800"/>
        </p:xfrm>
        <a:graphic>
          <a:graphicData uri="http://schemas.openxmlformats.org/drawingml/2006/table">
            <a:tbl>
              <a:tblPr firstRow="1" bandRow="1">
                <a:tableStyleId>{5C22544A-7EE6-4342-B048-85BDC9FD1C3A}</a:tableStyleId>
              </a:tblPr>
              <a:tblGrid>
                <a:gridCol w="467103">
                  <a:extLst>
                    <a:ext uri="{9D8B030D-6E8A-4147-A177-3AD203B41FA5}">
                      <a16:colId xmlns:a16="http://schemas.microsoft.com/office/drawing/2014/main" xmlns="" val="1279056279"/>
                    </a:ext>
                  </a:extLst>
                </a:gridCol>
                <a:gridCol w="467103">
                  <a:extLst>
                    <a:ext uri="{9D8B030D-6E8A-4147-A177-3AD203B41FA5}">
                      <a16:colId xmlns:a16="http://schemas.microsoft.com/office/drawing/2014/main" xmlns="" val="3360285719"/>
                    </a:ext>
                  </a:extLst>
                </a:gridCol>
                <a:gridCol w="467103">
                  <a:extLst>
                    <a:ext uri="{9D8B030D-6E8A-4147-A177-3AD203B41FA5}">
                      <a16:colId xmlns:a16="http://schemas.microsoft.com/office/drawing/2014/main" xmlns="" val="2011164554"/>
                    </a:ext>
                  </a:extLst>
                </a:gridCol>
                <a:gridCol w="467103">
                  <a:extLst>
                    <a:ext uri="{9D8B030D-6E8A-4147-A177-3AD203B41FA5}">
                      <a16:colId xmlns:a16="http://schemas.microsoft.com/office/drawing/2014/main" xmlns="" val="18635802"/>
                    </a:ext>
                  </a:extLst>
                </a:gridCol>
                <a:gridCol w="467103">
                  <a:extLst>
                    <a:ext uri="{9D8B030D-6E8A-4147-A177-3AD203B41FA5}">
                      <a16:colId xmlns:a16="http://schemas.microsoft.com/office/drawing/2014/main" xmlns="" val="2314468095"/>
                    </a:ext>
                  </a:extLst>
                </a:gridCol>
                <a:gridCol w="467103">
                  <a:extLst>
                    <a:ext uri="{9D8B030D-6E8A-4147-A177-3AD203B41FA5}">
                      <a16:colId xmlns:a16="http://schemas.microsoft.com/office/drawing/2014/main" xmlns="" val="2793779523"/>
                    </a:ext>
                  </a:extLst>
                </a:gridCol>
              </a:tblGrid>
              <a:tr h="3334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i="1" dirty="0">
                          <a:solidFill>
                            <a:schemeClr val="tx1"/>
                          </a:solidFill>
                        </a:rPr>
                        <a:t>P</a:t>
                      </a:r>
                      <a:endParaRPr lang="zh-TW" altLang="en-US" b="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0713436"/>
                  </a:ext>
                </a:extLst>
              </a:tr>
              <a:tr h="333408">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593103191"/>
                  </a:ext>
                </a:extLst>
              </a:tr>
              <a:tr h="333408">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24515880"/>
                  </a:ext>
                </a:extLst>
              </a:tr>
              <a:tr h="333408">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49850519"/>
                  </a:ext>
                </a:extLst>
              </a:tr>
              <a:tr h="333408">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937958931"/>
                  </a:ext>
                </a:extLst>
              </a:tr>
            </a:tbl>
          </a:graphicData>
        </a:graphic>
      </p:graphicFrame>
      <p:pic>
        <p:nvPicPr>
          <p:cNvPr id="7" name="圖片 6">
            <a:extLst>
              <a:ext uri="{FF2B5EF4-FFF2-40B4-BE49-F238E27FC236}">
                <a16:creationId xmlns:a16="http://schemas.microsoft.com/office/drawing/2014/main" xmlns="" id="{B70F0991-A9A0-4482-9F1D-932411A4E1C2}"/>
              </a:ext>
            </a:extLst>
          </p:cNvPr>
          <p:cNvPicPr>
            <a:picLocks noChangeAspect="1"/>
          </p:cNvPicPr>
          <p:nvPr/>
        </p:nvPicPr>
        <p:blipFill>
          <a:blip r:embed="rId2"/>
          <a:stretch>
            <a:fillRect/>
          </a:stretch>
        </p:blipFill>
        <p:spPr>
          <a:xfrm>
            <a:off x="51756" y="2800262"/>
            <a:ext cx="9040487" cy="1257475"/>
          </a:xfrm>
          <a:prstGeom prst="rect">
            <a:avLst/>
          </a:prstGeom>
        </p:spPr>
      </p:pic>
      <p:graphicFrame>
        <p:nvGraphicFramePr>
          <p:cNvPr id="9" name="表格 8">
            <a:extLst>
              <a:ext uri="{FF2B5EF4-FFF2-40B4-BE49-F238E27FC236}">
                <a16:creationId xmlns:a16="http://schemas.microsoft.com/office/drawing/2014/main" xmlns="" id="{D6E13A1D-17D9-45C1-97F8-FECF43FF9152}"/>
              </a:ext>
            </a:extLst>
          </p:cNvPr>
          <p:cNvGraphicFramePr>
            <a:graphicFrameLocks noGrp="1"/>
          </p:cNvGraphicFramePr>
          <p:nvPr>
            <p:extLst>
              <p:ext uri="{D42A27DB-BD31-4B8C-83A1-F6EECF244321}">
                <p14:modId xmlns:p14="http://schemas.microsoft.com/office/powerpoint/2010/main" val="403452461"/>
              </p:ext>
            </p:extLst>
          </p:nvPr>
        </p:nvGraphicFramePr>
        <p:xfrm>
          <a:off x="5357123" y="4110911"/>
          <a:ext cx="3735120" cy="2478557"/>
        </p:xfrm>
        <a:graphic>
          <a:graphicData uri="http://schemas.openxmlformats.org/drawingml/2006/table">
            <a:tbl>
              <a:tblPr firstRow="1" bandRow="1">
                <a:tableStyleId>{5C22544A-7EE6-4342-B048-85BDC9FD1C3A}</a:tableStyleId>
              </a:tblPr>
              <a:tblGrid>
                <a:gridCol w="622520">
                  <a:extLst>
                    <a:ext uri="{9D8B030D-6E8A-4147-A177-3AD203B41FA5}">
                      <a16:colId xmlns:a16="http://schemas.microsoft.com/office/drawing/2014/main" xmlns="" val="1279056279"/>
                    </a:ext>
                  </a:extLst>
                </a:gridCol>
                <a:gridCol w="622520">
                  <a:extLst>
                    <a:ext uri="{9D8B030D-6E8A-4147-A177-3AD203B41FA5}">
                      <a16:colId xmlns:a16="http://schemas.microsoft.com/office/drawing/2014/main" xmlns="" val="3360285719"/>
                    </a:ext>
                  </a:extLst>
                </a:gridCol>
                <a:gridCol w="622520">
                  <a:extLst>
                    <a:ext uri="{9D8B030D-6E8A-4147-A177-3AD203B41FA5}">
                      <a16:colId xmlns:a16="http://schemas.microsoft.com/office/drawing/2014/main" xmlns="" val="2011164554"/>
                    </a:ext>
                  </a:extLst>
                </a:gridCol>
                <a:gridCol w="622520">
                  <a:extLst>
                    <a:ext uri="{9D8B030D-6E8A-4147-A177-3AD203B41FA5}">
                      <a16:colId xmlns:a16="http://schemas.microsoft.com/office/drawing/2014/main" xmlns="" val="18635802"/>
                    </a:ext>
                  </a:extLst>
                </a:gridCol>
                <a:gridCol w="622520">
                  <a:extLst>
                    <a:ext uri="{9D8B030D-6E8A-4147-A177-3AD203B41FA5}">
                      <a16:colId xmlns:a16="http://schemas.microsoft.com/office/drawing/2014/main" xmlns="" val="2314468095"/>
                    </a:ext>
                  </a:extLst>
                </a:gridCol>
                <a:gridCol w="622520">
                  <a:extLst>
                    <a:ext uri="{9D8B030D-6E8A-4147-A177-3AD203B41FA5}">
                      <a16:colId xmlns:a16="http://schemas.microsoft.com/office/drawing/2014/main" xmlns="" val="519223610"/>
                    </a:ext>
                  </a:extLst>
                </a:gridCol>
              </a:tblGrid>
              <a:tr h="5144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i="1" dirty="0">
                          <a:solidFill>
                            <a:schemeClr val="tx1"/>
                          </a:solidFill>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i="1" dirty="0">
                          <a:solidFill>
                            <a:schemeClr val="tx1"/>
                          </a:solidFill>
                        </a:rPr>
                        <a:t>A   </a:t>
                      </a:r>
                      <a:endParaRPr lang="zh-TW" altLang="en-US" b="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0713436"/>
                  </a:ext>
                </a:extLst>
              </a:tr>
              <a:tr h="293969">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31206138"/>
                  </a:ext>
                </a:extLst>
              </a:tr>
              <a:tr h="293969">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593103191"/>
                  </a:ext>
                </a:extLst>
              </a:tr>
              <a:tr h="293969">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24515880"/>
                  </a:ext>
                </a:extLst>
              </a:tr>
              <a:tr h="375437">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49850519"/>
                  </a:ext>
                </a:extLst>
              </a:tr>
              <a:tr h="293969">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937958931"/>
                  </a:ext>
                </a:extLst>
              </a:tr>
            </a:tbl>
          </a:graphicData>
        </a:graphic>
      </p:graphicFrame>
    </p:spTree>
    <p:extLst>
      <p:ext uri="{BB962C8B-B14F-4D97-AF65-F5344CB8AC3E}">
        <p14:creationId xmlns:p14="http://schemas.microsoft.com/office/powerpoint/2010/main" val="2987427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OpenMP</a:t>
            </a: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5"/>
            <a:ext cx="7886700" cy="5236078"/>
          </a:xfrm>
        </p:spPr>
        <p:txBody>
          <a:bodyPr>
            <a:normAutofit/>
          </a:bodyPr>
          <a:lstStyle/>
          <a:p>
            <a:pPr marL="0" indent="0">
              <a:buNone/>
            </a:pPr>
            <a:r>
              <a:rPr lang="zh-TW" altLang="en-US" sz="2400" dirty="0">
                <a:latin typeface="+mn-ea"/>
              </a:rPr>
              <a:t>在 </a:t>
            </a:r>
            <a:r>
              <a:rPr lang="en-US" altLang="zh-TW" sz="2400" dirty="0">
                <a:latin typeface="+mn-ea"/>
              </a:rPr>
              <a:t>for </a:t>
            </a:r>
            <a:r>
              <a:rPr lang="zh-TW" altLang="en-US" sz="2400" dirty="0">
                <a:latin typeface="+mn-ea"/>
              </a:rPr>
              <a:t>迴圈前面加上 </a:t>
            </a:r>
            <a:r>
              <a:rPr lang="en-US" altLang="zh-TW" sz="2400" dirty="0">
                <a:latin typeface="+mn-ea"/>
              </a:rPr>
              <a:t>#pragma </a:t>
            </a:r>
            <a:r>
              <a:rPr lang="en-US" altLang="zh-TW" sz="2400" dirty="0" err="1">
                <a:latin typeface="+mn-ea"/>
              </a:rPr>
              <a:t>omp</a:t>
            </a:r>
            <a:r>
              <a:rPr lang="en-US" altLang="zh-TW" sz="2400" dirty="0">
                <a:latin typeface="+mn-ea"/>
              </a:rPr>
              <a:t> parallel</a:t>
            </a:r>
            <a:r>
              <a:rPr lang="zh-TW" altLang="en-US" sz="2400" dirty="0">
                <a:latin typeface="+mn-ea"/>
              </a:rPr>
              <a:t>，</a:t>
            </a:r>
            <a:endParaRPr lang="en-US" altLang="zh-TW" sz="2400" b="1" dirty="0">
              <a:latin typeface="+mn-ea"/>
            </a:endParaRPr>
          </a:p>
          <a:p>
            <a:pPr marL="0" indent="0">
              <a:buNone/>
            </a:pPr>
            <a:r>
              <a:rPr lang="zh-TW" altLang="en-US" sz="2400" dirty="0">
                <a:latin typeface="+mn-ea"/>
              </a:rPr>
              <a:t>就會將裡面的東西平行化處理。</a:t>
            </a:r>
            <a:endParaRPr lang="en-US" altLang="zh-TW" sz="2400" dirty="0">
              <a:latin typeface="+mn-ea"/>
            </a:endParaRPr>
          </a:p>
          <a:p>
            <a:pPr marL="0" indent="0">
              <a:buNone/>
            </a:pPr>
            <a:r>
              <a:rPr lang="en-US" altLang="zh-TW" sz="2400" dirty="0">
                <a:latin typeface="+mn-ea"/>
              </a:rPr>
              <a:t>#pragma </a:t>
            </a:r>
            <a:r>
              <a:rPr lang="en-US" altLang="zh-TW" sz="2400" dirty="0" err="1">
                <a:latin typeface="+mn-ea"/>
              </a:rPr>
              <a:t>omp</a:t>
            </a:r>
            <a:r>
              <a:rPr lang="en-US" altLang="zh-TW" sz="2400" dirty="0">
                <a:latin typeface="+mn-ea"/>
              </a:rPr>
              <a:t> parallel</a:t>
            </a:r>
          </a:p>
          <a:p>
            <a:pPr marL="0" indent="0">
              <a:buNone/>
            </a:pPr>
            <a:r>
              <a:rPr lang="en-US" altLang="zh-TW" sz="2400" dirty="0">
                <a:latin typeface="+mn-ea"/>
              </a:rPr>
              <a:t>for (int </a:t>
            </a:r>
            <a:r>
              <a:rPr lang="en-US" altLang="zh-TW" sz="2400" dirty="0" err="1">
                <a:latin typeface="+mn-ea"/>
              </a:rPr>
              <a:t>i</a:t>
            </a:r>
            <a:r>
              <a:rPr lang="en-US" altLang="zh-TW" sz="2400" dirty="0">
                <a:latin typeface="+mn-ea"/>
              </a:rPr>
              <a:t> = 0; </a:t>
            </a:r>
            <a:r>
              <a:rPr lang="en-US" altLang="zh-TW" sz="2400" dirty="0" err="1">
                <a:latin typeface="+mn-ea"/>
              </a:rPr>
              <a:t>i</a:t>
            </a:r>
            <a:r>
              <a:rPr lang="en-US" altLang="zh-TW" sz="2400" dirty="0">
                <a:latin typeface="+mn-ea"/>
              </a:rPr>
              <a:t> &lt; 6; </a:t>
            </a:r>
            <a:r>
              <a:rPr lang="en-US" altLang="zh-TW" sz="2400" dirty="0" err="1">
                <a:latin typeface="+mn-ea"/>
              </a:rPr>
              <a:t>i</a:t>
            </a:r>
            <a:r>
              <a:rPr lang="en-US" altLang="zh-TW" sz="2400" dirty="0">
                <a:latin typeface="+mn-ea"/>
              </a:rPr>
              <a:t>++)</a:t>
            </a:r>
          </a:p>
          <a:p>
            <a:pPr marL="0" indent="0">
              <a:buNone/>
            </a:pPr>
            <a:r>
              <a:rPr lang="en-US" altLang="zh-TW" sz="2400" dirty="0">
                <a:latin typeface="+mn-ea"/>
              </a:rPr>
              <a:t>{</a:t>
            </a:r>
          </a:p>
          <a:p>
            <a:pPr marL="0" indent="0">
              <a:buNone/>
            </a:pPr>
            <a:r>
              <a:rPr lang="en-US" altLang="zh-TW" sz="2400" dirty="0" err="1">
                <a:latin typeface="+mn-ea"/>
              </a:rPr>
              <a:t>cout</a:t>
            </a:r>
            <a:r>
              <a:rPr lang="en-US" altLang="zh-TW" sz="2400" dirty="0">
                <a:latin typeface="+mn-ea"/>
              </a:rPr>
              <a:t> &lt;&lt; </a:t>
            </a:r>
            <a:r>
              <a:rPr lang="en-US" altLang="zh-TW" sz="2400" dirty="0" err="1">
                <a:latin typeface="+mn-ea"/>
              </a:rPr>
              <a:t>i</a:t>
            </a:r>
            <a:r>
              <a:rPr lang="en-US" altLang="zh-TW" sz="2400" dirty="0">
                <a:latin typeface="+mn-ea"/>
              </a:rPr>
              <a:t> ;</a:t>
            </a:r>
          </a:p>
          <a:p>
            <a:pPr marL="0" indent="0">
              <a:buNone/>
            </a:pPr>
            <a:r>
              <a:rPr lang="en-US" altLang="zh-TW" sz="2400" dirty="0">
                <a:latin typeface="+mn-ea"/>
              </a:rPr>
              <a:t>}</a:t>
            </a:r>
          </a:p>
          <a:p>
            <a:pPr marL="0" indent="0">
              <a:buNone/>
            </a:pPr>
            <a:r>
              <a:rPr lang="zh-TW" altLang="en-US" sz="2400" dirty="0">
                <a:latin typeface="+mn-ea"/>
              </a:rPr>
              <a:t>會輸出任意順序的</a:t>
            </a:r>
            <a:r>
              <a:rPr lang="en-US" altLang="zh-TW" sz="2400" dirty="0">
                <a:latin typeface="+mn-ea"/>
              </a:rPr>
              <a:t>0~5</a:t>
            </a: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zh-TW" altLang="en-US" sz="2400" dirty="0">
              <a:latin typeface="+mn-ea"/>
            </a:endParaRPr>
          </a:p>
        </p:txBody>
      </p:sp>
    </p:spTree>
    <p:extLst>
      <p:ext uri="{BB962C8B-B14F-4D97-AF65-F5344CB8AC3E}">
        <p14:creationId xmlns:p14="http://schemas.microsoft.com/office/powerpoint/2010/main" val="2697767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OpenMP</a:t>
            </a: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5"/>
            <a:ext cx="7886700" cy="5236078"/>
          </a:xfrm>
        </p:spPr>
        <p:txBody>
          <a:bodyPr>
            <a:normAutofit/>
          </a:bodyPr>
          <a:lstStyle/>
          <a:p>
            <a:pPr marL="0" indent="0">
              <a:buNone/>
            </a:pPr>
            <a:r>
              <a:rPr lang="en-US" altLang="zh-TW" sz="2400" dirty="0">
                <a:latin typeface="+mn-ea"/>
              </a:rPr>
              <a:t>Static:	</a:t>
            </a:r>
          </a:p>
          <a:p>
            <a:pPr marL="0" indent="0">
              <a:buNone/>
            </a:pPr>
            <a:r>
              <a:rPr lang="en-US" altLang="zh-TW" sz="2400" dirty="0">
                <a:latin typeface="+mn-ea"/>
              </a:rPr>
              <a:t>	</a:t>
            </a:r>
            <a:r>
              <a:rPr lang="zh-TW" altLang="en-US" sz="2400" dirty="0">
                <a:latin typeface="+mn-ea"/>
              </a:rPr>
              <a:t>根據指定的</a:t>
            </a:r>
            <a:r>
              <a:rPr lang="en-US" altLang="zh-TW" sz="2400" dirty="0">
                <a:latin typeface="+mn-ea"/>
              </a:rPr>
              <a:t>chunk</a:t>
            </a:r>
            <a:r>
              <a:rPr lang="zh-TW" altLang="en-US" sz="2400" dirty="0">
                <a:latin typeface="+mn-ea"/>
              </a:rPr>
              <a:t> </a:t>
            </a:r>
            <a:r>
              <a:rPr lang="en-US" altLang="zh-TW" sz="2400" dirty="0">
                <a:latin typeface="+mn-ea"/>
              </a:rPr>
              <a:t>size</a:t>
            </a:r>
            <a:r>
              <a:rPr lang="zh-TW" altLang="en-US" sz="2400" dirty="0">
                <a:latin typeface="+mn-ea"/>
              </a:rPr>
              <a:t>，用</a:t>
            </a:r>
            <a:r>
              <a:rPr lang="en-US" altLang="zh-TW" sz="2400" dirty="0">
                <a:latin typeface="+mn-ea"/>
              </a:rPr>
              <a:t>round-robin</a:t>
            </a:r>
            <a:r>
              <a:rPr lang="zh-TW" altLang="en-US" sz="2400" dirty="0">
                <a:latin typeface="+mn-ea"/>
              </a:rPr>
              <a:t>的方法分配</a:t>
            </a:r>
            <a:endParaRPr lang="en-US" altLang="zh-TW" sz="2400" dirty="0">
              <a:latin typeface="+mn-ea"/>
            </a:endParaRPr>
          </a:p>
          <a:p>
            <a:pPr marL="0" indent="0">
              <a:buNone/>
            </a:pPr>
            <a:r>
              <a:rPr lang="en-US" altLang="zh-TW" sz="2400" dirty="0">
                <a:latin typeface="+mn-ea"/>
              </a:rPr>
              <a:t>	for</a:t>
            </a:r>
            <a:r>
              <a:rPr lang="zh-TW" altLang="en-US" sz="2400" dirty="0">
                <a:latin typeface="+mn-ea"/>
              </a:rPr>
              <a:t>迴圈裡面的</a:t>
            </a:r>
            <a:r>
              <a:rPr lang="en-US" altLang="zh-TW" sz="2400" dirty="0">
                <a:latin typeface="+mn-ea"/>
              </a:rPr>
              <a:t>iteration</a:t>
            </a:r>
            <a:r>
              <a:rPr lang="zh-TW" altLang="en-US" sz="2400" dirty="0">
                <a:latin typeface="+mn-ea"/>
              </a:rPr>
              <a:t>給</a:t>
            </a:r>
            <a:r>
              <a:rPr lang="en-US" altLang="zh-TW" sz="2400" dirty="0">
                <a:latin typeface="+mn-ea"/>
              </a:rPr>
              <a:t>thread</a:t>
            </a:r>
            <a:r>
              <a:rPr lang="zh-TW" altLang="en-US" sz="2400" dirty="0">
                <a:latin typeface="+mn-ea"/>
              </a:rPr>
              <a:t>。</a:t>
            </a:r>
            <a:endParaRPr lang="en-US" altLang="zh-TW" sz="2400" dirty="0">
              <a:latin typeface="+mn-ea"/>
            </a:endParaRPr>
          </a:p>
          <a:p>
            <a:pPr marL="0" indent="0">
              <a:buNone/>
            </a:pPr>
            <a:r>
              <a:rPr lang="en-US" altLang="zh-TW" sz="2400" dirty="0">
                <a:latin typeface="+mn-ea"/>
              </a:rPr>
              <a:t>	</a:t>
            </a:r>
            <a:r>
              <a:rPr lang="zh-TW" altLang="en-US" sz="2400" dirty="0">
                <a:latin typeface="+mn-ea"/>
              </a:rPr>
              <a:t>沒指定</a:t>
            </a:r>
            <a:r>
              <a:rPr lang="en-US" altLang="zh-TW" sz="2400" dirty="0">
                <a:latin typeface="+mn-ea"/>
              </a:rPr>
              <a:t>size</a:t>
            </a:r>
            <a:r>
              <a:rPr lang="zh-TW" altLang="en-US" sz="2400" dirty="0">
                <a:latin typeface="+mn-ea"/>
              </a:rPr>
              <a:t>的話會依據</a:t>
            </a:r>
            <a:r>
              <a:rPr lang="en-US" altLang="zh-TW" sz="2400" dirty="0">
                <a:latin typeface="+mn-ea"/>
              </a:rPr>
              <a:t>thread</a:t>
            </a:r>
            <a:r>
              <a:rPr lang="zh-TW" altLang="en-US" sz="2400" dirty="0">
                <a:latin typeface="+mn-ea"/>
              </a:rPr>
              <a:t>數量做平均分配。</a:t>
            </a:r>
            <a:endParaRPr lang="en-US" altLang="zh-TW" sz="2400" dirty="0">
              <a:latin typeface="+mn-ea"/>
            </a:endParaRPr>
          </a:p>
          <a:p>
            <a:pPr marL="0" indent="0">
              <a:buNone/>
            </a:pPr>
            <a:r>
              <a:rPr lang="en-US" altLang="zh-TW" sz="2400" dirty="0">
                <a:latin typeface="+mn-ea"/>
              </a:rPr>
              <a:t>Dynamic:</a:t>
            </a:r>
          </a:p>
          <a:p>
            <a:pPr marL="0" indent="0">
              <a:buNone/>
            </a:pPr>
            <a:r>
              <a:rPr lang="en-US" altLang="zh-TW" sz="2400" dirty="0">
                <a:latin typeface="+mn-ea"/>
              </a:rPr>
              <a:t>	</a:t>
            </a:r>
            <a:r>
              <a:rPr lang="zh-TW" altLang="en-US" sz="2400" dirty="0">
                <a:latin typeface="+mn-ea"/>
              </a:rPr>
              <a:t>跟</a:t>
            </a:r>
            <a:r>
              <a:rPr lang="en-US" altLang="zh-TW" sz="2400" dirty="0">
                <a:latin typeface="+mn-ea"/>
              </a:rPr>
              <a:t>static</a:t>
            </a:r>
            <a:r>
              <a:rPr lang="zh-TW" altLang="en-US" sz="2400" dirty="0">
                <a:latin typeface="+mn-ea"/>
              </a:rPr>
              <a:t>差不多，只是動態分配給各</a:t>
            </a:r>
            <a:r>
              <a:rPr lang="en-US" altLang="zh-TW" sz="2400" dirty="0">
                <a:latin typeface="+mn-ea"/>
              </a:rPr>
              <a:t>thread</a:t>
            </a:r>
            <a:r>
              <a:rPr lang="zh-TW" altLang="en-US" sz="2400" dirty="0">
                <a:latin typeface="+mn-ea"/>
              </a:rPr>
              <a:t>。</a:t>
            </a:r>
            <a:endParaRPr lang="en-US" altLang="zh-TW" sz="2400" dirty="0">
              <a:latin typeface="+mn-ea"/>
            </a:endParaRPr>
          </a:p>
          <a:p>
            <a:pPr marL="0" indent="0">
              <a:buNone/>
            </a:pPr>
            <a:r>
              <a:rPr lang="en-US" altLang="zh-TW" sz="2400" dirty="0">
                <a:latin typeface="+mn-ea"/>
              </a:rPr>
              <a:t>	</a:t>
            </a:r>
            <a:r>
              <a:rPr lang="zh-TW" altLang="en-US" sz="2400" dirty="0">
                <a:latin typeface="+mn-ea"/>
              </a:rPr>
              <a:t>沒指定</a:t>
            </a:r>
            <a:r>
              <a:rPr lang="en-US" altLang="zh-TW" sz="2400" dirty="0">
                <a:latin typeface="+mn-ea"/>
              </a:rPr>
              <a:t>size</a:t>
            </a:r>
            <a:r>
              <a:rPr lang="zh-TW" altLang="en-US" sz="2400" dirty="0">
                <a:latin typeface="+mn-ea"/>
              </a:rPr>
              <a:t>的話</a:t>
            </a:r>
            <a:r>
              <a:rPr lang="en-US" altLang="zh-TW" sz="2400" dirty="0" err="1">
                <a:latin typeface="+mn-ea"/>
              </a:rPr>
              <a:t>chunck</a:t>
            </a:r>
            <a:r>
              <a:rPr lang="en-US" altLang="zh-TW" sz="2400" dirty="0">
                <a:latin typeface="+mn-ea"/>
              </a:rPr>
              <a:t> size</a:t>
            </a:r>
            <a:r>
              <a:rPr lang="zh-TW" altLang="en-US" sz="2400" dirty="0">
                <a:latin typeface="+mn-ea"/>
              </a:rPr>
              <a:t>是</a:t>
            </a:r>
            <a:r>
              <a:rPr lang="en-US" altLang="zh-TW" sz="2400" dirty="0">
                <a:latin typeface="+mn-ea"/>
              </a:rPr>
              <a:t>1</a:t>
            </a:r>
            <a:r>
              <a:rPr lang="zh-TW" altLang="en-US" sz="2400" dirty="0">
                <a:latin typeface="+mn-ea"/>
              </a:rPr>
              <a:t>。</a:t>
            </a:r>
            <a:endParaRPr lang="en-US" altLang="zh-TW" sz="2400" dirty="0">
              <a:latin typeface="+mn-ea"/>
            </a:endParaRPr>
          </a:p>
          <a:p>
            <a:pPr marL="0" indent="0">
              <a:buNone/>
            </a:pPr>
            <a:r>
              <a:rPr lang="en-US" altLang="zh-TW" sz="2400" dirty="0">
                <a:latin typeface="+mn-ea"/>
              </a:rPr>
              <a:t>Guided: </a:t>
            </a:r>
          </a:p>
          <a:p>
            <a:pPr marL="0" indent="0">
              <a:buNone/>
            </a:pPr>
            <a:r>
              <a:rPr lang="en-US" altLang="zh-TW" sz="2400" dirty="0">
                <a:latin typeface="+mn-ea"/>
              </a:rPr>
              <a:t>	</a:t>
            </a:r>
            <a:r>
              <a:rPr lang="zh-TW" altLang="en-US" sz="2400" dirty="0">
                <a:latin typeface="+mn-ea"/>
              </a:rPr>
              <a:t>一開始會分配很大的數量，然後逐漸遞減，</a:t>
            </a:r>
            <a:endParaRPr lang="en-US" altLang="zh-TW" sz="2400" dirty="0">
              <a:latin typeface="+mn-ea"/>
            </a:endParaRPr>
          </a:p>
          <a:p>
            <a:pPr marL="0" indent="0">
              <a:buNone/>
            </a:pPr>
            <a:r>
              <a:rPr lang="en-US" altLang="zh-TW" sz="2400" dirty="0">
                <a:latin typeface="+mn-ea"/>
              </a:rPr>
              <a:t>	</a:t>
            </a:r>
            <a:r>
              <a:rPr lang="zh-TW" altLang="en-US" sz="2400" dirty="0">
                <a:latin typeface="+mn-ea"/>
              </a:rPr>
              <a:t>負載平衡。</a:t>
            </a:r>
            <a:endParaRPr lang="en-US" altLang="zh-TW" sz="2400"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zh-TW" altLang="en-US" sz="2400" dirty="0">
              <a:latin typeface="+mn-ea"/>
            </a:endParaRPr>
          </a:p>
        </p:txBody>
      </p:sp>
    </p:spTree>
    <p:extLst>
      <p:ext uri="{BB962C8B-B14F-4D97-AF65-F5344CB8AC3E}">
        <p14:creationId xmlns:p14="http://schemas.microsoft.com/office/powerpoint/2010/main" val="1125951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OpenMP</a:t>
            </a: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5"/>
            <a:ext cx="7886700" cy="5236078"/>
          </a:xfrm>
        </p:spPr>
        <p:txBody>
          <a:bodyPr>
            <a:normAutofit/>
          </a:bodyPr>
          <a:lstStyle/>
          <a:p>
            <a:pPr marL="0" indent="0">
              <a:buNone/>
            </a:pPr>
            <a:r>
              <a:rPr lang="en-US" altLang="zh-TW" sz="2400" dirty="0">
                <a:latin typeface="+mn-ea"/>
              </a:rPr>
              <a:t>OpenMP: </a:t>
            </a:r>
          </a:p>
          <a:p>
            <a:pPr marL="0" indent="0">
              <a:buNone/>
            </a:pPr>
            <a:r>
              <a:rPr lang="en-US" altLang="zh-TW" sz="2400" dirty="0">
                <a:latin typeface="+mn-ea"/>
              </a:rPr>
              <a:t>	</a:t>
            </a:r>
            <a:r>
              <a:rPr lang="zh-TW" altLang="en-US" sz="2400" dirty="0">
                <a:latin typeface="+mn-ea"/>
              </a:rPr>
              <a:t>單節點，簡單上來說就是用一台電腦中的</a:t>
            </a:r>
            <a:r>
              <a:rPr lang="en-US" altLang="zh-TW" sz="2400" dirty="0" err="1">
                <a:latin typeface="+mn-ea"/>
              </a:rPr>
              <a:t>cpu</a:t>
            </a:r>
            <a:r>
              <a:rPr lang="zh-TW" altLang="en-US" sz="2400" dirty="0">
                <a:latin typeface="+mn-ea"/>
              </a:rPr>
              <a:t>的各</a:t>
            </a:r>
            <a:r>
              <a:rPr lang="en-US" altLang="zh-TW" sz="2400" dirty="0">
                <a:latin typeface="+mn-ea"/>
              </a:rPr>
              <a:t>	</a:t>
            </a:r>
            <a:r>
              <a:rPr lang="zh-TW" altLang="en-US" sz="2400" dirty="0">
                <a:latin typeface="+mn-ea"/>
              </a:rPr>
              <a:t>個</a:t>
            </a:r>
            <a:r>
              <a:rPr lang="en-US" altLang="zh-TW" sz="2400" dirty="0">
                <a:latin typeface="+mn-ea"/>
              </a:rPr>
              <a:t>core</a:t>
            </a:r>
            <a:r>
              <a:rPr lang="zh-TW" altLang="en-US" sz="2400" dirty="0">
                <a:latin typeface="+mn-ea"/>
              </a:rPr>
              <a:t>來跑平行。</a:t>
            </a:r>
            <a:endParaRPr lang="en-US" altLang="zh-TW" sz="2400" dirty="0">
              <a:latin typeface="+mn-ea"/>
            </a:endParaRPr>
          </a:p>
          <a:p>
            <a:pPr marL="0" indent="0">
              <a:buNone/>
            </a:pPr>
            <a:endParaRPr lang="en-US" altLang="zh-TW" sz="2400" dirty="0">
              <a:latin typeface="+mn-ea"/>
            </a:endParaRPr>
          </a:p>
          <a:p>
            <a:pPr marL="0" indent="0">
              <a:buNone/>
            </a:pPr>
            <a:r>
              <a:rPr lang="en-US" altLang="zh-TW" sz="2400" dirty="0">
                <a:latin typeface="+mn-ea"/>
              </a:rPr>
              <a:t>MPI-OpenMP:</a:t>
            </a:r>
            <a:r>
              <a:rPr lang="zh-TW" altLang="en-US" sz="2400" dirty="0">
                <a:latin typeface="+mn-ea"/>
              </a:rPr>
              <a:t> </a:t>
            </a:r>
            <a:endParaRPr lang="en-US" altLang="zh-TW" sz="2400" dirty="0">
              <a:latin typeface="+mn-ea"/>
            </a:endParaRPr>
          </a:p>
          <a:p>
            <a:pPr marL="0" indent="0">
              <a:buNone/>
            </a:pPr>
            <a:r>
              <a:rPr lang="en-US" altLang="zh-TW" sz="2400" dirty="0">
                <a:latin typeface="+mn-ea"/>
              </a:rPr>
              <a:t>	</a:t>
            </a:r>
            <a:r>
              <a:rPr lang="zh-TW" altLang="en-US" sz="2400" dirty="0">
                <a:latin typeface="+mn-ea"/>
              </a:rPr>
              <a:t>使用網路連結不同電腦，用各個電腦跑平行</a:t>
            </a:r>
            <a:r>
              <a:rPr lang="en-US" altLang="zh-TW" sz="2400" dirty="0">
                <a:latin typeface="+mn-ea"/>
              </a:rPr>
              <a:t>	</a:t>
            </a:r>
            <a:r>
              <a:rPr lang="zh-TW" altLang="en-US" sz="2400" dirty="0">
                <a:latin typeface="+mn-ea"/>
              </a:rPr>
              <a:t>處</a:t>
            </a:r>
            <a:r>
              <a:rPr lang="en-US" altLang="zh-TW" sz="2400" dirty="0">
                <a:latin typeface="+mn-ea"/>
              </a:rPr>
              <a:t>	</a:t>
            </a:r>
            <a:r>
              <a:rPr lang="zh-TW" altLang="en-US" sz="2400" dirty="0">
                <a:latin typeface="+mn-ea"/>
              </a:rPr>
              <a:t>理。</a:t>
            </a:r>
            <a:endParaRPr lang="en-US" altLang="zh-TW" sz="2400"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en-US" altLang="zh-TW" sz="2400" b="1" dirty="0">
              <a:latin typeface="+mn-ea"/>
            </a:endParaRPr>
          </a:p>
          <a:p>
            <a:pPr marL="0" indent="0">
              <a:buNone/>
            </a:pPr>
            <a:endParaRPr lang="zh-TW" altLang="en-US" sz="2400" dirty="0">
              <a:latin typeface="+mn-ea"/>
            </a:endParaRPr>
          </a:p>
        </p:txBody>
      </p:sp>
    </p:spTree>
    <p:extLst>
      <p:ext uri="{BB962C8B-B14F-4D97-AF65-F5344CB8AC3E}">
        <p14:creationId xmlns:p14="http://schemas.microsoft.com/office/powerpoint/2010/main" val="2240630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Data sets</a:t>
            </a:r>
          </a:p>
        </p:txBody>
      </p:sp>
      <p:sp>
        <p:nvSpPr>
          <p:cNvPr id="5" name="內容版面配置區 4">
            <a:extLst>
              <a:ext uri="{FF2B5EF4-FFF2-40B4-BE49-F238E27FC236}">
                <a16:creationId xmlns:a16="http://schemas.microsoft.com/office/drawing/2014/main" xmlns="" id="{F177589D-5BB9-45E1-BFA9-86E9690F1530}"/>
              </a:ext>
            </a:extLst>
          </p:cNvPr>
          <p:cNvSpPr>
            <a:spLocks noGrp="1"/>
          </p:cNvSpPr>
          <p:nvPr>
            <p:ph idx="1"/>
          </p:nvPr>
        </p:nvSpPr>
        <p:spPr>
          <a:xfrm>
            <a:off x="628650" y="1825624"/>
            <a:ext cx="7886700" cy="5032375"/>
          </a:xfrm>
        </p:spPr>
        <p:txBody>
          <a:bodyPr/>
          <a:lstStyle/>
          <a:p>
            <a:pPr marL="0" indent="0">
              <a:buNone/>
            </a:pPr>
            <a:r>
              <a:rPr lang="en-US" altLang="zh-TW" dirty="0">
                <a:latin typeface="+mn-ea"/>
              </a:rPr>
              <a:t>1:</a:t>
            </a:r>
            <a:r>
              <a:rPr lang="zh-TW" altLang="en-US" dirty="0">
                <a:latin typeface="+mn-ea"/>
              </a:rPr>
              <a:t> </a:t>
            </a:r>
            <a:r>
              <a:rPr lang="en-US" altLang="zh-TW" dirty="0">
                <a:latin typeface="+mn-ea"/>
              </a:rPr>
              <a:t>	A simulated DNA sequence data, collected 	from University of California Riverside’s (UCR) 	random DNA sequence generator.</a:t>
            </a:r>
          </a:p>
          <a:p>
            <a:pPr marL="0" indent="0">
              <a:buNone/>
            </a:pPr>
            <a:r>
              <a:rPr lang="en-US" altLang="zh-TW" dirty="0">
                <a:latin typeface="+mn-ea"/>
              </a:rPr>
              <a:t>	The lengths of the different pairs of sequences 	are between 128 base pairs to 32,768 base 	pairs</a:t>
            </a:r>
          </a:p>
        </p:txBody>
      </p:sp>
    </p:spTree>
    <p:extLst>
      <p:ext uri="{BB962C8B-B14F-4D97-AF65-F5344CB8AC3E}">
        <p14:creationId xmlns:p14="http://schemas.microsoft.com/office/powerpoint/2010/main" val="2660364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Data sets</a:t>
            </a:r>
          </a:p>
        </p:txBody>
      </p:sp>
      <p:sp>
        <p:nvSpPr>
          <p:cNvPr id="5" name="內容版面配置區 4">
            <a:extLst>
              <a:ext uri="{FF2B5EF4-FFF2-40B4-BE49-F238E27FC236}">
                <a16:creationId xmlns:a16="http://schemas.microsoft.com/office/drawing/2014/main" xmlns="" id="{F177589D-5BB9-45E1-BFA9-86E9690F1530}"/>
              </a:ext>
            </a:extLst>
          </p:cNvPr>
          <p:cNvSpPr>
            <a:spLocks noGrp="1"/>
          </p:cNvSpPr>
          <p:nvPr>
            <p:ph idx="1"/>
          </p:nvPr>
        </p:nvSpPr>
        <p:spPr>
          <a:xfrm>
            <a:off x="628650" y="1825624"/>
            <a:ext cx="7886700" cy="5032375"/>
          </a:xfrm>
        </p:spPr>
        <p:txBody>
          <a:bodyPr/>
          <a:lstStyle/>
          <a:p>
            <a:pPr marL="514350" indent="-514350">
              <a:buAutoNum type="arabicPeriod" startAt="2"/>
            </a:pPr>
            <a:r>
              <a:rPr lang="en-US" altLang="zh-TW" dirty="0">
                <a:latin typeface="+mn-ea"/>
              </a:rPr>
              <a:t>The second data set consists of 8 virus genome sequence pairs and two entire chromosome 	genome sequence pairs of two eukaryotes, collected from the website of National Center for Biotechnology Information (NCBI).</a:t>
            </a:r>
          </a:p>
          <a:p>
            <a:pPr marL="457200" lvl="1" indent="0">
              <a:buNone/>
            </a:pPr>
            <a:r>
              <a:rPr lang="en-US" altLang="zh-TW" sz="2800" dirty="0">
                <a:latin typeface="+mn-ea"/>
              </a:rPr>
              <a:t>The selected sequence lengths vary from 359 base pairs to 32,276 base pairs for the viruses, and from 15,05,371 base pairs to 1,61,99,981 base pairs for the eukaryotes.</a:t>
            </a:r>
            <a:endParaRPr lang="zh-TW" altLang="en-US" sz="2800" dirty="0">
              <a:latin typeface="+mn-ea"/>
            </a:endParaRPr>
          </a:p>
        </p:txBody>
      </p:sp>
    </p:spTree>
    <p:extLst>
      <p:ext uri="{BB962C8B-B14F-4D97-AF65-F5344CB8AC3E}">
        <p14:creationId xmlns:p14="http://schemas.microsoft.com/office/powerpoint/2010/main" val="1225447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Data sets</a:t>
            </a:r>
          </a:p>
        </p:txBody>
      </p:sp>
      <p:pic>
        <p:nvPicPr>
          <p:cNvPr id="4" name="內容版面配置區 3">
            <a:extLst>
              <a:ext uri="{FF2B5EF4-FFF2-40B4-BE49-F238E27FC236}">
                <a16:creationId xmlns:a16="http://schemas.microsoft.com/office/drawing/2014/main" xmlns="" id="{DE0E9BC1-E3EB-47AF-B2DE-116F9494E883}"/>
              </a:ext>
            </a:extLst>
          </p:cNvPr>
          <p:cNvPicPr>
            <a:picLocks noGrp="1" noChangeAspect="1"/>
          </p:cNvPicPr>
          <p:nvPr>
            <p:ph idx="1"/>
          </p:nvPr>
        </p:nvPicPr>
        <p:blipFill>
          <a:blip r:embed="rId2"/>
          <a:stretch>
            <a:fillRect/>
          </a:stretch>
        </p:blipFill>
        <p:spPr>
          <a:xfrm>
            <a:off x="628650" y="1568221"/>
            <a:ext cx="7886700" cy="2537764"/>
          </a:xfrm>
          <a:prstGeom prst="rect">
            <a:avLst/>
          </a:prstGeom>
        </p:spPr>
      </p:pic>
    </p:spTree>
    <p:extLst>
      <p:ext uri="{BB962C8B-B14F-4D97-AF65-F5344CB8AC3E}">
        <p14:creationId xmlns:p14="http://schemas.microsoft.com/office/powerpoint/2010/main" val="2078716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Experience result</a:t>
            </a:r>
          </a:p>
        </p:txBody>
      </p:sp>
      <p:pic>
        <p:nvPicPr>
          <p:cNvPr id="3" name="內容版面配置區 2">
            <a:extLst>
              <a:ext uri="{FF2B5EF4-FFF2-40B4-BE49-F238E27FC236}">
                <a16:creationId xmlns:a16="http://schemas.microsoft.com/office/drawing/2014/main" xmlns="" id="{0B548247-5866-4B67-8E4F-E46614A5783E}"/>
              </a:ext>
            </a:extLst>
          </p:cNvPr>
          <p:cNvPicPr>
            <a:picLocks noGrp="1" noChangeAspect="1"/>
          </p:cNvPicPr>
          <p:nvPr>
            <p:ph idx="1"/>
          </p:nvPr>
        </p:nvPicPr>
        <p:blipFill>
          <a:blip r:embed="rId2"/>
          <a:stretch>
            <a:fillRect/>
          </a:stretch>
        </p:blipFill>
        <p:spPr>
          <a:xfrm>
            <a:off x="628650" y="1472637"/>
            <a:ext cx="7886700" cy="4575078"/>
          </a:xfrm>
          <a:prstGeom prst="rect">
            <a:avLst/>
          </a:prstGeom>
        </p:spPr>
      </p:pic>
    </p:spTree>
    <p:extLst>
      <p:ext uri="{BB962C8B-B14F-4D97-AF65-F5344CB8AC3E}">
        <p14:creationId xmlns:p14="http://schemas.microsoft.com/office/powerpoint/2010/main" val="407052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Experience result</a:t>
            </a:r>
          </a:p>
        </p:txBody>
      </p:sp>
      <p:pic>
        <p:nvPicPr>
          <p:cNvPr id="6" name="圖片 5">
            <a:extLst>
              <a:ext uri="{FF2B5EF4-FFF2-40B4-BE49-F238E27FC236}">
                <a16:creationId xmlns:a16="http://schemas.microsoft.com/office/drawing/2014/main" xmlns="" id="{AF45D727-99BD-43BA-9DE2-599DEE53B2CA}"/>
              </a:ext>
            </a:extLst>
          </p:cNvPr>
          <p:cNvPicPr>
            <a:picLocks noChangeAspect="1"/>
          </p:cNvPicPr>
          <p:nvPr/>
        </p:nvPicPr>
        <p:blipFill>
          <a:blip r:embed="rId2"/>
          <a:stretch>
            <a:fillRect/>
          </a:stretch>
        </p:blipFill>
        <p:spPr>
          <a:xfrm>
            <a:off x="628650" y="1825625"/>
            <a:ext cx="5096586" cy="3210373"/>
          </a:xfrm>
          <a:prstGeom prst="rect">
            <a:avLst/>
          </a:prstGeom>
        </p:spPr>
      </p:pic>
    </p:spTree>
    <p:extLst>
      <p:ext uri="{BB962C8B-B14F-4D97-AF65-F5344CB8AC3E}">
        <p14:creationId xmlns:p14="http://schemas.microsoft.com/office/powerpoint/2010/main" val="3939449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Experience result</a:t>
            </a:r>
          </a:p>
        </p:txBody>
      </p:sp>
      <p:pic>
        <p:nvPicPr>
          <p:cNvPr id="3" name="圖片 2">
            <a:extLst>
              <a:ext uri="{FF2B5EF4-FFF2-40B4-BE49-F238E27FC236}">
                <a16:creationId xmlns:a16="http://schemas.microsoft.com/office/drawing/2014/main" xmlns="" id="{5F53DFB0-11F0-41AC-AC20-587FCF6050B7}"/>
              </a:ext>
            </a:extLst>
          </p:cNvPr>
          <p:cNvPicPr>
            <a:picLocks noChangeAspect="1"/>
          </p:cNvPicPr>
          <p:nvPr/>
        </p:nvPicPr>
        <p:blipFill>
          <a:blip r:embed="rId2"/>
          <a:stretch>
            <a:fillRect/>
          </a:stretch>
        </p:blipFill>
        <p:spPr>
          <a:xfrm>
            <a:off x="628650" y="1690689"/>
            <a:ext cx="5087060" cy="3210373"/>
          </a:xfrm>
          <a:prstGeom prst="rect">
            <a:avLst/>
          </a:prstGeom>
        </p:spPr>
      </p:pic>
    </p:spTree>
    <p:extLst>
      <p:ext uri="{BB962C8B-B14F-4D97-AF65-F5344CB8AC3E}">
        <p14:creationId xmlns:p14="http://schemas.microsoft.com/office/powerpoint/2010/main" val="151814893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6166</TotalTime>
  <Words>309</Words>
  <Application>Microsoft Office PowerPoint</Application>
  <PresentationFormat>如螢幕大小 (4:3)</PresentationFormat>
  <Paragraphs>175</Paragraphs>
  <Slides>13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新細明體</vt:lpstr>
      <vt:lpstr>Arial</vt:lpstr>
      <vt:lpstr>Calibri</vt:lpstr>
      <vt:lpstr>Calibri Light</vt:lpstr>
      <vt:lpstr>Cambria Math</vt:lpstr>
      <vt:lpstr>Office 佈景主題</vt:lpstr>
      <vt:lpstr> An OpenMP-based tool for finding  longest common subsequence in bioinformatics</vt:lpstr>
      <vt:lpstr>Abstract</vt:lpstr>
      <vt:lpstr>Preliminaries(1/2)</vt:lpstr>
      <vt:lpstr>Preliminaries (2/2)</vt:lpstr>
      <vt:lpstr>OpenMP</vt:lpstr>
      <vt:lpstr>OpenMP</vt:lpstr>
      <vt:lpstr>OpenMP</vt:lpstr>
      <vt:lpstr>Data sets</vt:lpstr>
      <vt:lpstr>Data sets</vt:lpstr>
      <vt:lpstr>Data sets</vt:lpstr>
      <vt:lpstr>Experience result</vt:lpstr>
      <vt:lpstr>Experience result</vt:lpstr>
      <vt:lpstr>Experience result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68</cp:revision>
  <dcterms:created xsi:type="dcterms:W3CDTF">2017-10-02T04:56:24Z</dcterms:created>
  <dcterms:modified xsi:type="dcterms:W3CDTF">2019-05-13T07:08:11Z</dcterms:modified>
</cp:coreProperties>
</file>