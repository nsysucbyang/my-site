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sldIdLst>
    <p:sldId id="256" r:id="rId2"/>
    <p:sldId id="273" r:id="rId3"/>
    <p:sldId id="257" r:id="rId4"/>
    <p:sldId id="283" r:id="rId5"/>
    <p:sldId id="303" r:id="rId6"/>
    <p:sldId id="304" r:id="rId7"/>
    <p:sldId id="306" r:id="rId8"/>
    <p:sldId id="305" r:id="rId9"/>
    <p:sldId id="295" r:id="rId10"/>
    <p:sldId id="296" r:id="rId11"/>
    <p:sldId id="290" r:id="rId12"/>
    <p:sldId id="297" r:id="rId13"/>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lu" initials="l" lastIdx="1" clrIdx="0">
    <p:extLst>
      <p:ext uri="{19B8F6BF-5375-455C-9EA6-DF929625EA0E}">
        <p15:presenceInfo xmlns:p15="http://schemas.microsoft.com/office/powerpoint/2012/main" userId="lu"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015" autoAdjust="0"/>
    <p:restoredTop sz="94660"/>
  </p:normalViewPr>
  <p:slideViewPr>
    <p:cSldViewPr snapToGrid="0">
      <p:cViewPr varScale="1">
        <p:scale>
          <a:sx n="89" d="100"/>
          <a:sy n="89" d="100"/>
        </p:scale>
        <p:origin x="120"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commentAuthors" Target="commentAuthors.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26F1585-2514-4ABD-9D02-307B86E5C09C}" type="datetimeFigureOut">
              <a:rPr lang="zh-TW" altLang="en-US" smtClean="0"/>
              <a:t>2019/5/13</a:t>
            </a:fld>
            <a:endParaRPr lang="zh-TW" altLang="en-US"/>
          </a:p>
        </p:txBody>
      </p:sp>
      <p:sp>
        <p:nvSpPr>
          <p:cNvPr id="4" name="投影片影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E677D1C-3D7C-420B-BCA3-33BEDD3D5A80}" type="slidenum">
              <a:rPr lang="zh-TW" altLang="en-US" smtClean="0"/>
              <a:t>‹#›</a:t>
            </a:fld>
            <a:endParaRPr lang="zh-TW" altLang="en-US"/>
          </a:p>
        </p:txBody>
      </p:sp>
    </p:spTree>
    <p:extLst>
      <p:ext uri="{BB962C8B-B14F-4D97-AF65-F5344CB8AC3E}">
        <p14:creationId xmlns:p14="http://schemas.microsoft.com/office/powerpoint/2010/main" val="28389453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685800" y="1143000"/>
            <a:ext cx="5486400" cy="3086100"/>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2</a:t>
            </a:fld>
            <a:endParaRPr lang="zh-TW" altLang="en-US"/>
          </a:p>
        </p:txBody>
      </p:sp>
    </p:spTree>
    <p:extLst>
      <p:ext uri="{BB962C8B-B14F-4D97-AF65-F5344CB8AC3E}">
        <p14:creationId xmlns:p14="http://schemas.microsoft.com/office/powerpoint/2010/main" val="272092154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685800" y="1143000"/>
            <a:ext cx="5486400" cy="3086100"/>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3</a:t>
            </a:fld>
            <a:endParaRPr lang="zh-TW" altLang="en-US"/>
          </a:p>
        </p:txBody>
      </p:sp>
    </p:spTree>
    <p:extLst>
      <p:ext uri="{BB962C8B-B14F-4D97-AF65-F5344CB8AC3E}">
        <p14:creationId xmlns:p14="http://schemas.microsoft.com/office/powerpoint/2010/main" val="357488046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685800" y="1143000"/>
            <a:ext cx="5486400" cy="3086100"/>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4</a:t>
            </a:fld>
            <a:endParaRPr lang="zh-TW" altLang="en-US"/>
          </a:p>
        </p:txBody>
      </p:sp>
    </p:spTree>
    <p:extLst>
      <p:ext uri="{BB962C8B-B14F-4D97-AF65-F5344CB8AC3E}">
        <p14:creationId xmlns:p14="http://schemas.microsoft.com/office/powerpoint/2010/main" val="251528311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685800" y="1143000"/>
            <a:ext cx="5486400" cy="3086100"/>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5</a:t>
            </a:fld>
            <a:endParaRPr lang="zh-TW" altLang="en-US"/>
          </a:p>
        </p:txBody>
      </p:sp>
    </p:spTree>
    <p:extLst>
      <p:ext uri="{BB962C8B-B14F-4D97-AF65-F5344CB8AC3E}">
        <p14:creationId xmlns:p14="http://schemas.microsoft.com/office/powerpoint/2010/main" val="46712497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685800" y="1143000"/>
            <a:ext cx="5486400" cy="3086100"/>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6</a:t>
            </a:fld>
            <a:endParaRPr lang="zh-TW" altLang="en-US"/>
          </a:p>
        </p:txBody>
      </p:sp>
    </p:spTree>
    <p:extLst>
      <p:ext uri="{BB962C8B-B14F-4D97-AF65-F5344CB8AC3E}">
        <p14:creationId xmlns:p14="http://schemas.microsoft.com/office/powerpoint/2010/main" val="265598653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685800" y="1143000"/>
            <a:ext cx="5486400" cy="3086100"/>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7</a:t>
            </a:fld>
            <a:endParaRPr lang="zh-TW" altLang="en-US"/>
          </a:p>
        </p:txBody>
      </p:sp>
    </p:spTree>
    <p:extLst>
      <p:ext uri="{BB962C8B-B14F-4D97-AF65-F5344CB8AC3E}">
        <p14:creationId xmlns:p14="http://schemas.microsoft.com/office/powerpoint/2010/main" val="320480485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685800" y="1143000"/>
            <a:ext cx="5486400" cy="3086100"/>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8</a:t>
            </a:fld>
            <a:endParaRPr lang="zh-TW" altLang="en-US"/>
          </a:p>
        </p:txBody>
      </p:sp>
    </p:spTree>
    <p:extLst>
      <p:ext uri="{BB962C8B-B14F-4D97-AF65-F5344CB8AC3E}">
        <p14:creationId xmlns:p14="http://schemas.microsoft.com/office/powerpoint/2010/main" val="247430909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685800" y="1143000"/>
            <a:ext cx="5486400" cy="3086100"/>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9</a:t>
            </a:fld>
            <a:endParaRPr lang="zh-TW" altLang="en-US"/>
          </a:p>
        </p:txBody>
      </p:sp>
    </p:spTree>
    <p:extLst>
      <p:ext uri="{BB962C8B-B14F-4D97-AF65-F5344CB8AC3E}">
        <p14:creationId xmlns:p14="http://schemas.microsoft.com/office/powerpoint/2010/main" val="265098167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685800" y="1143000"/>
            <a:ext cx="5486400" cy="3086100"/>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10</a:t>
            </a:fld>
            <a:endParaRPr lang="zh-TW" altLang="en-US"/>
          </a:p>
        </p:txBody>
      </p:sp>
    </p:spTree>
    <p:extLst>
      <p:ext uri="{BB962C8B-B14F-4D97-AF65-F5344CB8AC3E}">
        <p14:creationId xmlns:p14="http://schemas.microsoft.com/office/powerpoint/2010/main" val="313442213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685800" y="1143000"/>
            <a:ext cx="5486400" cy="3086100"/>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11</a:t>
            </a:fld>
            <a:endParaRPr lang="zh-TW" altLang="en-US"/>
          </a:p>
        </p:txBody>
      </p:sp>
    </p:spTree>
    <p:extLst>
      <p:ext uri="{BB962C8B-B14F-4D97-AF65-F5344CB8AC3E}">
        <p14:creationId xmlns:p14="http://schemas.microsoft.com/office/powerpoint/2010/main" val="8453290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685800" y="1143000"/>
            <a:ext cx="5486400" cy="3086100"/>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12</a:t>
            </a:fld>
            <a:endParaRPr lang="zh-TW" altLang="en-US"/>
          </a:p>
        </p:txBody>
      </p:sp>
    </p:spTree>
    <p:extLst>
      <p:ext uri="{BB962C8B-B14F-4D97-AF65-F5344CB8AC3E}">
        <p14:creationId xmlns:p14="http://schemas.microsoft.com/office/powerpoint/2010/main" val="75625607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CFD9DDC-1562-41E3-9F1A-6464E55FA6CC}"/>
              </a:ext>
            </a:extLst>
          </p:cNvPr>
          <p:cNvSpPr>
            <a:spLocks noGrp="1"/>
          </p:cNvSpPr>
          <p:nvPr>
            <p:ph type="ctrTitle"/>
          </p:nvPr>
        </p:nvSpPr>
        <p:spPr>
          <a:xfrm>
            <a:off x="1524000" y="1122363"/>
            <a:ext cx="9144000" cy="2387600"/>
          </a:xfrm>
        </p:spPr>
        <p:txBody>
          <a:bodyPr anchor="b"/>
          <a:lstStyle>
            <a:lvl1pPr algn="ctr">
              <a:defRPr sz="6000"/>
            </a:lvl1pPr>
          </a:lstStyle>
          <a:p>
            <a:r>
              <a:rPr lang="zh-TW" altLang="en-US"/>
              <a:t>按一下以編輯母片標題樣式</a:t>
            </a:r>
          </a:p>
        </p:txBody>
      </p:sp>
      <p:sp>
        <p:nvSpPr>
          <p:cNvPr id="3" name="副標題 2">
            <a:extLst>
              <a:ext uri="{FF2B5EF4-FFF2-40B4-BE49-F238E27FC236}">
                <a16:creationId xmlns:a16="http://schemas.microsoft.com/office/drawing/2014/main" id="{78DFE20D-93A5-46C2-A49A-F0C15C370E1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按一下以編輯母片子標題樣式</a:t>
            </a:r>
          </a:p>
        </p:txBody>
      </p:sp>
      <p:sp>
        <p:nvSpPr>
          <p:cNvPr id="4" name="日期版面配置區 3">
            <a:extLst>
              <a:ext uri="{FF2B5EF4-FFF2-40B4-BE49-F238E27FC236}">
                <a16:creationId xmlns:a16="http://schemas.microsoft.com/office/drawing/2014/main" id="{2E469C4C-F457-4167-B363-FB6DD59DC296}"/>
              </a:ext>
            </a:extLst>
          </p:cNvPr>
          <p:cNvSpPr>
            <a:spLocks noGrp="1"/>
          </p:cNvSpPr>
          <p:nvPr>
            <p:ph type="dt" sz="half" idx="10"/>
          </p:nvPr>
        </p:nvSpPr>
        <p:spPr/>
        <p:txBody>
          <a:bodyPr/>
          <a:lstStyle/>
          <a:p>
            <a:fld id="{289B6366-6E92-4855-9B33-10136FFB9F55}" type="datetimeFigureOut">
              <a:rPr lang="zh-TW" altLang="en-US" smtClean="0"/>
              <a:t>2019/5/13</a:t>
            </a:fld>
            <a:endParaRPr lang="zh-TW" altLang="en-US"/>
          </a:p>
        </p:txBody>
      </p:sp>
      <p:sp>
        <p:nvSpPr>
          <p:cNvPr id="5" name="頁尾版面配置區 4">
            <a:extLst>
              <a:ext uri="{FF2B5EF4-FFF2-40B4-BE49-F238E27FC236}">
                <a16:creationId xmlns:a16="http://schemas.microsoft.com/office/drawing/2014/main" id="{DFFC6E50-6AB9-4105-98EF-724B3C0041C4}"/>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0950C054-D98D-4C90-938F-17BEFCE88E95}"/>
              </a:ext>
            </a:extLst>
          </p:cNvPr>
          <p:cNvSpPr>
            <a:spLocks noGrp="1"/>
          </p:cNvSpPr>
          <p:nvPr>
            <p:ph type="sldNum" sz="quarter" idx="12"/>
          </p:nvPr>
        </p:nvSpPr>
        <p:spPr/>
        <p:txBody>
          <a:bodyPr/>
          <a:lstStyle/>
          <a:p>
            <a:fld id="{9DE51D2F-49B7-459E-9DAE-281F9066C62D}" type="slidenum">
              <a:rPr lang="zh-TW" altLang="en-US" smtClean="0"/>
              <a:t>‹#›</a:t>
            </a:fld>
            <a:endParaRPr lang="zh-TW" altLang="en-US"/>
          </a:p>
        </p:txBody>
      </p:sp>
    </p:spTree>
    <p:extLst>
      <p:ext uri="{BB962C8B-B14F-4D97-AF65-F5344CB8AC3E}">
        <p14:creationId xmlns:p14="http://schemas.microsoft.com/office/powerpoint/2010/main" val="13118731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7533DA1-7165-4DF5-971F-78735A9CE427}"/>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A9257B16-48F3-4742-8243-9C7ED79E7ABC}"/>
              </a:ext>
            </a:extLst>
          </p:cNvPr>
          <p:cNvSpPr>
            <a:spLocks noGrp="1"/>
          </p:cNvSpPr>
          <p:nvPr>
            <p:ph idx="1"/>
          </p:nvPr>
        </p:nvSpPr>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088E6861-BAD9-4B1E-B7CC-ED4F8B71DB22}"/>
              </a:ext>
            </a:extLst>
          </p:cNvPr>
          <p:cNvSpPr>
            <a:spLocks noGrp="1"/>
          </p:cNvSpPr>
          <p:nvPr>
            <p:ph type="dt" sz="half" idx="10"/>
          </p:nvPr>
        </p:nvSpPr>
        <p:spPr/>
        <p:txBody>
          <a:bodyPr/>
          <a:lstStyle/>
          <a:p>
            <a:fld id="{289B6366-6E92-4855-9B33-10136FFB9F55}" type="datetimeFigureOut">
              <a:rPr lang="zh-TW" altLang="en-US" smtClean="0"/>
              <a:t>2019/5/13</a:t>
            </a:fld>
            <a:endParaRPr lang="zh-TW" altLang="en-US"/>
          </a:p>
        </p:txBody>
      </p:sp>
      <p:sp>
        <p:nvSpPr>
          <p:cNvPr id="5" name="頁尾版面配置區 4">
            <a:extLst>
              <a:ext uri="{FF2B5EF4-FFF2-40B4-BE49-F238E27FC236}">
                <a16:creationId xmlns:a16="http://schemas.microsoft.com/office/drawing/2014/main" id="{F706F4B5-A649-474C-8BFE-57517ED0EAD6}"/>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228F86C2-A14C-422A-8FC6-1D63EF61726C}"/>
              </a:ext>
            </a:extLst>
          </p:cNvPr>
          <p:cNvSpPr>
            <a:spLocks noGrp="1"/>
          </p:cNvSpPr>
          <p:nvPr>
            <p:ph type="sldNum" sz="quarter" idx="12"/>
          </p:nvPr>
        </p:nvSpPr>
        <p:spPr/>
        <p:txBody>
          <a:bodyPr/>
          <a:lstStyle/>
          <a:p>
            <a:fld id="{9DE51D2F-49B7-459E-9DAE-281F9066C62D}" type="slidenum">
              <a:rPr lang="zh-TW" altLang="en-US" smtClean="0"/>
              <a:t>‹#›</a:t>
            </a:fld>
            <a:endParaRPr lang="zh-TW" altLang="en-US"/>
          </a:p>
        </p:txBody>
      </p:sp>
    </p:spTree>
    <p:extLst>
      <p:ext uri="{BB962C8B-B14F-4D97-AF65-F5344CB8AC3E}">
        <p14:creationId xmlns:p14="http://schemas.microsoft.com/office/powerpoint/2010/main" val="16366149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B4346D0-9FE7-4F7E-985A-585F1F59E5C2}"/>
              </a:ext>
            </a:extLst>
          </p:cNvPr>
          <p:cNvSpPr>
            <a:spLocks noGrp="1"/>
          </p:cNvSpPr>
          <p:nvPr>
            <p:ph type="title"/>
          </p:nvPr>
        </p:nvSpPr>
        <p:spPr>
          <a:xfrm>
            <a:off x="831850" y="1709738"/>
            <a:ext cx="10515600" cy="2852737"/>
          </a:xfrm>
        </p:spPr>
        <p:txBody>
          <a:bodyPr anchor="b"/>
          <a:lstStyle>
            <a:lvl1pPr>
              <a:defRPr sz="6000"/>
            </a:lvl1pPr>
          </a:lstStyle>
          <a:p>
            <a:r>
              <a:rPr lang="zh-TW" altLang="en-US"/>
              <a:t>按一下以編輯母片標題樣式</a:t>
            </a:r>
          </a:p>
        </p:txBody>
      </p:sp>
      <p:sp>
        <p:nvSpPr>
          <p:cNvPr id="3" name="文字版面配置區 2">
            <a:extLst>
              <a:ext uri="{FF2B5EF4-FFF2-40B4-BE49-F238E27FC236}">
                <a16:creationId xmlns:a16="http://schemas.microsoft.com/office/drawing/2014/main" id="{A6063CD7-FE57-450D-939C-29084736AE3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a:t>編輯母片文字樣式</a:t>
            </a:r>
          </a:p>
        </p:txBody>
      </p:sp>
      <p:sp>
        <p:nvSpPr>
          <p:cNvPr id="4" name="日期版面配置區 3">
            <a:extLst>
              <a:ext uri="{FF2B5EF4-FFF2-40B4-BE49-F238E27FC236}">
                <a16:creationId xmlns:a16="http://schemas.microsoft.com/office/drawing/2014/main" id="{DBCE3ACB-7971-48F1-9875-489AE8943338}"/>
              </a:ext>
            </a:extLst>
          </p:cNvPr>
          <p:cNvSpPr>
            <a:spLocks noGrp="1"/>
          </p:cNvSpPr>
          <p:nvPr>
            <p:ph type="dt" sz="half" idx="10"/>
          </p:nvPr>
        </p:nvSpPr>
        <p:spPr/>
        <p:txBody>
          <a:bodyPr/>
          <a:lstStyle/>
          <a:p>
            <a:fld id="{289B6366-6E92-4855-9B33-10136FFB9F55}" type="datetimeFigureOut">
              <a:rPr lang="zh-TW" altLang="en-US" smtClean="0"/>
              <a:t>2019/5/13</a:t>
            </a:fld>
            <a:endParaRPr lang="zh-TW" altLang="en-US"/>
          </a:p>
        </p:txBody>
      </p:sp>
      <p:sp>
        <p:nvSpPr>
          <p:cNvPr id="5" name="頁尾版面配置區 4">
            <a:extLst>
              <a:ext uri="{FF2B5EF4-FFF2-40B4-BE49-F238E27FC236}">
                <a16:creationId xmlns:a16="http://schemas.microsoft.com/office/drawing/2014/main" id="{35413690-EB95-4432-8BFC-09F929C3BB3D}"/>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934FA246-600E-4025-B715-2485B36E1332}"/>
              </a:ext>
            </a:extLst>
          </p:cNvPr>
          <p:cNvSpPr>
            <a:spLocks noGrp="1"/>
          </p:cNvSpPr>
          <p:nvPr>
            <p:ph type="sldNum" sz="quarter" idx="12"/>
          </p:nvPr>
        </p:nvSpPr>
        <p:spPr/>
        <p:txBody>
          <a:bodyPr/>
          <a:lstStyle/>
          <a:p>
            <a:fld id="{9DE51D2F-49B7-459E-9DAE-281F9066C62D}" type="slidenum">
              <a:rPr lang="zh-TW" altLang="en-US" smtClean="0"/>
              <a:t>‹#›</a:t>
            </a:fld>
            <a:endParaRPr lang="zh-TW" altLang="en-US"/>
          </a:p>
        </p:txBody>
      </p:sp>
    </p:spTree>
    <p:extLst>
      <p:ext uri="{BB962C8B-B14F-4D97-AF65-F5344CB8AC3E}">
        <p14:creationId xmlns:p14="http://schemas.microsoft.com/office/powerpoint/2010/main" val="3288196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CC1659F-69D8-4B85-B7A6-F42E1F3A37EE}"/>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ABEBF960-4F47-46F0-89DB-C64F0F1E1283}"/>
              </a:ext>
            </a:extLst>
          </p:cNvPr>
          <p:cNvSpPr>
            <a:spLocks noGrp="1"/>
          </p:cNvSpPr>
          <p:nvPr>
            <p:ph sz="half" idx="1"/>
          </p:nvPr>
        </p:nvSpPr>
        <p:spPr>
          <a:xfrm>
            <a:off x="838200" y="1825625"/>
            <a:ext cx="51816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a:extLst>
              <a:ext uri="{FF2B5EF4-FFF2-40B4-BE49-F238E27FC236}">
                <a16:creationId xmlns:a16="http://schemas.microsoft.com/office/drawing/2014/main" id="{F16245D3-5283-415A-84E2-E6274B6E00A2}"/>
              </a:ext>
            </a:extLst>
          </p:cNvPr>
          <p:cNvSpPr>
            <a:spLocks noGrp="1"/>
          </p:cNvSpPr>
          <p:nvPr>
            <p:ph sz="half" idx="2"/>
          </p:nvPr>
        </p:nvSpPr>
        <p:spPr>
          <a:xfrm>
            <a:off x="6172200" y="1825625"/>
            <a:ext cx="51816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a:extLst>
              <a:ext uri="{FF2B5EF4-FFF2-40B4-BE49-F238E27FC236}">
                <a16:creationId xmlns:a16="http://schemas.microsoft.com/office/drawing/2014/main" id="{62DDA930-81B0-4724-B815-F2EBD1DC4556}"/>
              </a:ext>
            </a:extLst>
          </p:cNvPr>
          <p:cNvSpPr>
            <a:spLocks noGrp="1"/>
          </p:cNvSpPr>
          <p:nvPr>
            <p:ph type="dt" sz="half" idx="10"/>
          </p:nvPr>
        </p:nvSpPr>
        <p:spPr/>
        <p:txBody>
          <a:bodyPr/>
          <a:lstStyle/>
          <a:p>
            <a:fld id="{289B6366-6E92-4855-9B33-10136FFB9F55}" type="datetimeFigureOut">
              <a:rPr lang="zh-TW" altLang="en-US" smtClean="0"/>
              <a:t>2019/5/13</a:t>
            </a:fld>
            <a:endParaRPr lang="zh-TW" altLang="en-US"/>
          </a:p>
        </p:txBody>
      </p:sp>
      <p:sp>
        <p:nvSpPr>
          <p:cNvPr id="6" name="頁尾版面配置區 5">
            <a:extLst>
              <a:ext uri="{FF2B5EF4-FFF2-40B4-BE49-F238E27FC236}">
                <a16:creationId xmlns:a16="http://schemas.microsoft.com/office/drawing/2014/main" id="{F39B2AB0-21DB-4DB7-82C3-46F676AEB0E8}"/>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B797DCFC-9953-4E19-A454-CA08295F589E}"/>
              </a:ext>
            </a:extLst>
          </p:cNvPr>
          <p:cNvSpPr>
            <a:spLocks noGrp="1"/>
          </p:cNvSpPr>
          <p:nvPr>
            <p:ph type="sldNum" sz="quarter" idx="12"/>
          </p:nvPr>
        </p:nvSpPr>
        <p:spPr/>
        <p:txBody>
          <a:bodyPr/>
          <a:lstStyle/>
          <a:p>
            <a:fld id="{9DE51D2F-49B7-459E-9DAE-281F9066C62D}" type="slidenum">
              <a:rPr lang="zh-TW" altLang="en-US" smtClean="0"/>
              <a:t>‹#›</a:t>
            </a:fld>
            <a:endParaRPr lang="zh-TW" altLang="en-US"/>
          </a:p>
        </p:txBody>
      </p:sp>
    </p:spTree>
    <p:extLst>
      <p:ext uri="{BB962C8B-B14F-4D97-AF65-F5344CB8AC3E}">
        <p14:creationId xmlns:p14="http://schemas.microsoft.com/office/powerpoint/2010/main" val="22286691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F60DB38-9964-45C8-A1EF-D1F8C2A33AEB}"/>
              </a:ext>
            </a:extLst>
          </p:cNvPr>
          <p:cNvSpPr>
            <a:spLocks noGrp="1"/>
          </p:cNvSpPr>
          <p:nvPr>
            <p:ph type="title"/>
          </p:nvPr>
        </p:nvSpPr>
        <p:spPr>
          <a:xfrm>
            <a:off x="839788" y="365125"/>
            <a:ext cx="10515600" cy="1325563"/>
          </a:xfrm>
        </p:spPr>
        <p:txBody>
          <a:bodyPr/>
          <a:lstStyle/>
          <a:p>
            <a:r>
              <a:rPr lang="zh-TW" altLang="en-US"/>
              <a:t>按一下以編輯母片標題樣式</a:t>
            </a:r>
          </a:p>
        </p:txBody>
      </p:sp>
      <p:sp>
        <p:nvSpPr>
          <p:cNvPr id="3" name="文字版面配置區 2">
            <a:extLst>
              <a:ext uri="{FF2B5EF4-FFF2-40B4-BE49-F238E27FC236}">
                <a16:creationId xmlns:a16="http://schemas.microsoft.com/office/drawing/2014/main" id="{A59A4D11-828E-4CB5-A6AE-5F8FA90F4AD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4" name="內容版面配置區 3">
            <a:extLst>
              <a:ext uri="{FF2B5EF4-FFF2-40B4-BE49-F238E27FC236}">
                <a16:creationId xmlns:a16="http://schemas.microsoft.com/office/drawing/2014/main" id="{5DEDA618-7B28-4B92-955D-D9F57DA002F3}"/>
              </a:ext>
            </a:extLst>
          </p:cNvPr>
          <p:cNvSpPr>
            <a:spLocks noGrp="1"/>
          </p:cNvSpPr>
          <p:nvPr>
            <p:ph sz="half" idx="2"/>
          </p:nvPr>
        </p:nvSpPr>
        <p:spPr>
          <a:xfrm>
            <a:off x="839788" y="2505075"/>
            <a:ext cx="5157787"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a:extLst>
              <a:ext uri="{FF2B5EF4-FFF2-40B4-BE49-F238E27FC236}">
                <a16:creationId xmlns:a16="http://schemas.microsoft.com/office/drawing/2014/main" id="{1B7155B0-41F4-4173-8A9E-AC97385B04B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6" name="內容版面配置區 5">
            <a:extLst>
              <a:ext uri="{FF2B5EF4-FFF2-40B4-BE49-F238E27FC236}">
                <a16:creationId xmlns:a16="http://schemas.microsoft.com/office/drawing/2014/main" id="{AE9D421D-015E-480B-A473-59B674316675}"/>
              </a:ext>
            </a:extLst>
          </p:cNvPr>
          <p:cNvSpPr>
            <a:spLocks noGrp="1"/>
          </p:cNvSpPr>
          <p:nvPr>
            <p:ph sz="quarter" idx="4"/>
          </p:nvPr>
        </p:nvSpPr>
        <p:spPr>
          <a:xfrm>
            <a:off x="6172200" y="2505075"/>
            <a:ext cx="5183188"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a:extLst>
              <a:ext uri="{FF2B5EF4-FFF2-40B4-BE49-F238E27FC236}">
                <a16:creationId xmlns:a16="http://schemas.microsoft.com/office/drawing/2014/main" id="{B161ED9B-DFA5-480A-AD88-6DFF046FCB53}"/>
              </a:ext>
            </a:extLst>
          </p:cNvPr>
          <p:cNvSpPr>
            <a:spLocks noGrp="1"/>
          </p:cNvSpPr>
          <p:nvPr>
            <p:ph type="dt" sz="half" idx="10"/>
          </p:nvPr>
        </p:nvSpPr>
        <p:spPr/>
        <p:txBody>
          <a:bodyPr/>
          <a:lstStyle/>
          <a:p>
            <a:fld id="{289B6366-6E92-4855-9B33-10136FFB9F55}" type="datetimeFigureOut">
              <a:rPr lang="zh-TW" altLang="en-US" smtClean="0"/>
              <a:t>2019/5/13</a:t>
            </a:fld>
            <a:endParaRPr lang="zh-TW" altLang="en-US"/>
          </a:p>
        </p:txBody>
      </p:sp>
      <p:sp>
        <p:nvSpPr>
          <p:cNvPr id="8" name="頁尾版面配置區 7">
            <a:extLst>
              <a:ext uri="{FF2B5EF4-FFF2-40B4-BE49-F238E27FC236}">
                <a16:creationId xmlns:a16="http://schemas.microsoft.com/office/drawing/2014/main" id="{F3B77038-7B39-4853-9220-09E92BEB16F8}"/>
              </a:ext>
            </a:extLst>
          </p:cNvPr>
          <p:cNvSpPr>
            <a:spLocks noGrp="1"/>
          </p:cNvSpPr>
          <p:nvPr>
            <p:ph type="ftr" sz="quarter" idx="11"/>
          </p:nvPr>
        </p:nvSpPr>
        <p:spPr/>
        <p:txBody>
          <a:bodyPr/>
          <a:lstStyle/>
          <a:p>
            <a:endParaRPr lang="zh-TW" altLang="en-US"/>
          </a:p>
        </p:txBody>
      </p:sp>
      <p:sp>
        <p:nvSpPr>
          <p:cNvPr id="9" name="投影片編號版面配置區 8">
            <a:extLst>
              <a:ext uri="{FF2B5EF4-FFF2-40B4-BE49-F238E27FC236}">
                <a16:creationId xmlns:a16="http://schemas.microsoft.com/office/drawing/2014/main" id="{127B11AF-87CE-457B-9D69-58137A50985B}"/>
              </a:ext>
            </a:extLst>
          </p:cNvPr>
          <p:cNvSpPr>
            <a:spLocks noGrp="1"/>
          </p:cNvSpPr>
          <p:nvPr>
            <p:ph type="sldNum" sz="quarter" idx="12"/>
          </p:nvPr>
        </p:nvSpPr>
        <p:spPr/>
        <p:txBody>
          <a:bodyPr/>
          <a:lstStyle/>
          <a:p>
            <a:fld id="{9DE51D2F-49B7-459E-9DAE-281F9066C62D}" type="slidenum">
              <a:rPr lang="zh-TW" altLang="en-US" smtClean="0"/>
              <a:t>‹#›</a:t>
            </a:fld>
            <a:endParaRPr lang="zh-TW" altLang="en-US"/>
          </a:p>
        </p:txBody>
      </p:sp>
    </p:spTree>
    <p:extLst>
      <p:ext uri="{BB962C8B-B14F-4D97-AF65-F5344CB8AC3E}">
        <p14:creationId xmlns:p14="http://schemas.microsoft.com/office/powerpoint/2010/main" val="12151805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83FC20B-A168-4787-91C9-454E6B2BC8C5}"/>
              </a:ext>
            </a:extLst>
          </p:cNvPr>
          <p:cNvSpPr>
            <a:spLocks noGrp="1"/>
          </p:cNvSpPr>
          <p:nvPr>
            <p:ph type="title"/>
          </p:nvPr>
        </p:nvSpPr>
        <p:spPr/>
        <p:txBody>
          <a:bodyPr/>
          <a:lstStyle/>
          <a:p>
            <a:r>
              <a:rPr lang="zh-TW" altLang="en-US"/>
              <a:t>按一下以編輯母片標題樣式</a:t>
            </a:r>
          </a:p>
        </p:txBody>
      </p:sp>
      <p:sp>
        <p:nvSpPr>
          <p:cNvPr id="3" name="日期版面配置區 2">
            <a:extLst>
              <a:ext uri="{FF2B5EF4-FFF2-40B4-BE49-F238E27FC236}">
                <a16:creationId xmlns:a16="http://schemas.microsoft.com/office/drawing/2014/main" id="{D2DA7D75-DCEA-4D5F-817A-1F76017002B1}"/>
              </a:ext>
            </a:extLst>
          </p:cNvPr>
          <p:cNvSpPr>
            <a:spLocks noGrp="1"/>
          </p:cNvSpPr>
          <p:nvPr>
            <p:ph type="dt" sz="half" idx="10"/>
          </p:nvPr>
        </p:nvSpPr>
        <p:spPr/>
        <p:txBody>
          <a:bodyPr/>
          <a:lstStyle/>
          <a:p>
            <a:fld id="{289B6366-6E92-4855-9B33-10136FFB9F55}" type="datetimeFigureOut">
              <a:rPr lang="zh-TW" altLang="en-US" smtClean="0"/>
              <a:t>2019/5/13</a:t>
            </a:fld>
            <a:endParaRPr lang="zh-TW" altLang="en-US"/>
          </a:p>
        </p:txBody>
      </p:sp>
      <p:sp>
        <p:nvSpPr>
          <p:cNvPr id="4" name="頁尾版面配置區 3">
            <a:extLst>
              <a:ext uri="{FF2B5EF4-FFF2-40B4-BE49-F238E27FC236}">
                <a16:creationId xmlns:a16="http://schemas.microsoft.com/office/drawing/2014/main" id="{6E420462-1E6B-4811-A101-C24EE185E4F6}"/>
              </a:ext>
            </a:extLst>
          </p:cNvPr>
          <p:cNvSpPr>
            <a:spLocks noGrp="1"/>
          </p:cNvSpPr>
          <p:nvPr>
            <p:ph type="ftr" sz="quarter" idx="11"/>
          </p:nvPr>
        </p:nvSpPr>
        <p:spPr/>
        <p:txBody>
          <a:bodyPr/>
          <a:lstStyle/>
          <a:p>
            <a:endParaRPr lang="zh-TW" altLang="en-US"/>
          </a:p>
        </p:txBody>
      </p:sp>
      <p:sp>
        <p:nvSpPr>
          <p:cNvPr id="5" name="投影片編號版面配置區 4">
            <a:extLst>
              <a:ext uri="{FF2B5EF4-FFF2-40B4-BE49-F238E27FC236}">
                <a16:creationId xmlns:a16="http://schemas.microsoft.com/office/drawing/2014/main" id="{EF5204FD-F249-467A-809E-2B53F765C671}"/>
              </a:ext>
            </a:extLst>
          </p:cNvPr>
          <p:cNvSpPr>
            <a:spLocks noGrp="1"/>
          </p:cNvSpPr>
          <p:nvPr>
            <p:ph type="sldNum" sz="quarter" idx="12"/>
          </p:nvPr>
        </p:nvSpPr>
        <p:spPr/>
        <p:txBody>
          <a:bodyPr/>
          <a:lstStyle/>
          <a:p>
            <a:fld id="{9DE51D2F-49B7-459E-9DAE-281F9066C62D}" type="slidenum">
              <a:rPr lang="zh-TW" altLang="en-US" smtClean="0"/>
              <a:t>‹#›</a:t>
            </a:fld>
            <a:endParaRPr lang="zh-TW" altLang="en-US"/>
          </a:p>
        </p:txBody>
      </p:sp>
    </p:spTree>
    <p:extLst>
      <p:ext uri="{BB962C8B-B14F-4D97-AF65-F5344CB8AC3E}">
        <p14:creationId xmlns:p14="http://schemas.microsoft.com/office/powerpoint/2010/main" val="31798190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a:extLst>
              <a:ext uri="{FF2B5EF4-FFF2-40B4-BE49-F238E27FC236}">
                <a16:creationId xmlns:a16="http://schemas.microsoft.com/office/drawing/2014/main" id="{00AA5AFE-F983-4BD0-A86F-D18589BB081B}"/>
              </a:ext>
            </a:extLst>
          </p:cNvPr>
          <p:cNvSpPr>
            <a:spLocks noGrp="1"/>
          </p:cNvSpPr>
          <p:nvPr>
            <p:ph type="dt" sz="half" idx="10"/>
          </p:nvPr>
        </p:nvSpPr>
        <p:spPr/>
        <p:txBody>
          <a:bodyPr/>
          <a:lstStyle/>
          <a:p>
            <a:fld id="{289B6366-6E92-4855-9B33-10136FFB9F55}" type="datetimeFigureOut">
              <a:rPr lang="zh-TW" altLang="en-US" smtClean="0"/>
              <a:t>2019/5/13</a:t>
            </a:fld>
            <a:endParaRPr lang="zh-TW" altLang="en-US"/>
          </a:p>
        </p:txBody>
      </p:sp>
      <p:sp>
        <p:nvSpPr>
          <p:cNvPr id="3" name="頁尾版面配置區 2">
            <a:extLst>
              <a:ext uri="{FF2B5EF4-FFF2-40B4-BE49-F238E27FC236}">
                <a16:creationId xmlns:a16="http://schemas.microsoft.com/office/drawing/2014/main" id="{8AE15BC6-0BDC-4D5E-B093-968EA5FDED06}"/>
              </a:ext>
            </a:extLst>
          </p:cNvPr>
          <p:cNvSpPr>
            <a:spLocks noGrp="1"/>
          </p:cNvSpPr>
          <p:nvPr>
            <p:ph type="ftr" sz="quarter" idx="11"/>
          </p:nvPr>
        </p:nvSpPr>
        <p:spPr/>
        <p:txBody>
          <a:bodyPr/>
          <a:lstStyle/>
          <a:p>
            <a:endParaRPr lang="zh-TW" altLang="en-US"/>
          </a:p>
        </p:txBody>
      </p:sp>
      <p:sp>
        <p:nvSpPr>
          <p:cNvPr id="4" name="投影片編號版面配置區 3">
            <a:extLst>
              <a:ext uri="{FF2B5EF4-FFF2-40B4-BE49-F238E27FC236}">
                <a16:creationId xmlns:a16="http://schemas.microsoft.com/office/drawing/2014/main" id="{571BFC94-F3F4-4DC3-AAE4-BC932631BD05}"/>
              </a:ext>
            </a:extLst>
          </p:cNvPr>
          <p:cNvSpPr>
            <a:spLocks noGrp="1"/>
          </p:cNvSpPr>
          <p:nvPr>
            <p:ph type="sldNum" sz="quarter" idx="12"/>
          </p:nvPr>
        </p:nvSpPr>
        <p:spPr/>
        <p:txBody>
          <a:bodyPr/>
          <a:lstStyle/>
          <a:p>
            <a:fld id="{9DE51D2F-49B7-459E-9DAE-281F9066C62D}" type="slidenum">
              <a:rPr lang="zh-TW" altLang="en-US" smtClean="0"/>
              <a:t>‹#›</a:t>
            </a:fld>
            <a:endParaRPr lang="zh-TW" altLang="en-US"/>
          </a:p>
        </p:txBody>
      </p:sp>
    </p:spTree>
    <p:extLst>
      <p:ext uri="{BB962C8B-B14F-4D97-AF65-F5344CB8AC3E}">
        <p14:creationId xmlns:p14="http://schemas.microsoft.com/office/powerpoint/2010/main" val="7247210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A77FD33-544D-451E-8F35-6516C626BEC6}"/>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內容版面配置區 2">
            <a:extLst>
              <a:ext uri="{FF2B5EF4-FFF2-40B4-BE49-F238E27FC236}">
                <a16:creationId xmlns:a16="http://schemas.microsoft.com/office/drawing/2014/main" id="{3A37D552-228A-402E-AE3D-2AEAE23C9DD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a:extLst>
              <a:ext uri="{FF2B5EF4-FFF2-40B4-BE49-F238E27FC236}">
                <a16:creationId xmlns:a16="http://schemas.microsoft.com/office/drawing/2014/main" id="{25E0435F-1CA3-499B-A972-EE4FA12CA1D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日期版面配置區 4">
            <a:extLst>
              <a:ext uri="{FF2B5EF4-FFF2-40B4-BE49-F238E27FC236}">
                <a16:creationId xmlns:a16="http://schemas.microsoft.com/office/drawing/2014/main" id="{C189A80C-0898-442B-A9DB-6CE747D9C7F0}"/>
              </a:ext>
            </a:extLst>
          </p:cNvPr>
          <p:cNvSpPr>
            <a:spLocks noGrp="1"/>
          </p:cNvSpPr>
          <p:nvPr>
            <p:ph type="dt" sz="half" idx="10"/>
          </p:nvPr>
        </p:nvSpPr>
        <p:spPr/>
        <p:txBody>
          <a:bodyPr/>
          <a:lstStyle/>
          <a:p>
            <a:fld id="{289B6366-6E92-4855-9B33-10136FFB9F55}" type="datetimeFigureOut">
              <a:rPr lang="zh-TW" altLang="en-US" smtClean="0"/>
              <a:t>2019/5/13</a:t>
            </a:fld>
            <a:endParaRPr lang="zh-TW" altLang="en-US"/>
          </a:p>
        </p:txBody>
      </p:sp>
      <p:sp>
        <p:nvSpPr>
          <p:cNvPr id="6" name="頁尾版面配置區 5">
            <a:extLst>
              <a:ext uri="{FF2B5EF4-FFF2-40B4-BE49-F238E27FC236}">
                <a16:creationId xmlns:a16="http://schemas.microsoft.com/office/drawing/2014/main" id="{DF1EF31A-4A67-484F-8573-1D1F63C18EB1}"/>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48DADBDA-C04D-4B1F-9E13-784372684EE0}"/>
              </a:ext>
            </a:extLst>
          </p:cNvPr>
          <p:cNvSpPr>
            <a:spLocks noGrp="1"/>
          </p:cNvSpPr>
          <p:nvPr>
            <p:ph type="sldNum" sz="quarter" idx="12"/>
          </p:nvPr>
        </p:nvSpPr>
        <p:spPr/>
        <p:txBody>
          <a:bodyPr/>
          <a:lstStyle/>
          <a:p>
            <a:fld id="{9DE51D2F-49B7-459E-9DAE-281F9066C62D}" type="slidenum">
              <a:rPr lang="zh-TW" altLang="en-US" smtClean="0"/>
              <a:t>‹#›</a:t>
            </a:fld>
            <a:endParaRPr lang="zh-TW" altLang="en-US"/>
          </a:p>
        </p:txBody>
      </p:sp>
    </p:spTree>
    <p:extLst>
      <p:ext uri="{BB962C8B-B14F-4D97-AF65-F5344CB8AC3E}">
        <p14:creationId xmlns:p14="http://schemas.microsoft.com/office/powerpoint/2010/main" val="19457642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619C6B2-1FC1-4D82-AE09-83971387173B}"/>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圖片版面配置區 2">
            <a:extLst>
              <a:ext uri="{FF2B5EF4-FFF2-40B4-BE49-F238E27FC236}">
                <a16:creationId xmlns:a16="http://schemas.microsoft.com/office/drawing/2014/main" id="{053A6602-82D6-4233-AD5A-DC49828316B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a:extLst>
              <a:ext uri="{FF2B5EF4-FFF2-40B4-BE49-F238E27FC236}">
                <a16:creationId xmlns:a16="http://schemas.microsoft.com/office/drawing/2014/main" id="{AF7135F2-2932-4070-9CCA-6213EFE682E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日期版面配置區 4">
            <a:extLst>
              <a:ext uri="{FF2B5EF4-FFF2-40B4-BE49-F238E27FC236}">
                <a16:creationId xmlns:a16="http://schemas.microsoft.com/office/drawing/2014/main" id="{14D3864F-50D1-4DBD-A5B6-1645AA45EA59}"/>
              </a:ext>
            </a:extLst>
          </p:cNvPr>
          <p:cNvSpPr>
            <a:spLocks noGrp="1"/>
          </p:cNvSpPr>
          <p:nvPr>
            <p:ph type="dt" sz="half" idx="10"/>
          </p:nvPr>
        </p:nvSpPr>
        <p:spPr/>
        <p:txBody>
          <a:bodyPr/>
          <a:lstStyle/>
          <a:p>
            <a:fld id="{289B6366-6E92-4855-9B33-10136FFB9F55}" type="datetimeFigureOut">
              <a:rPr lang="zh-TW" altLang="en-US" smtClean="0"/>
              <a:t>2019/5/13</a:t>
            </a:fld>
            <a:endParaRPr lang="zh-TW" altLang="en-US"/>
          </a:p>
        </p:txBody>
      </p:sp>
      <p:sp>
        <p:nvSpPr>
          <p:cNvPr id="6" name="頁尾版面配置區 5">
            <a:extLst>
              <a:ext uri="{FF2B5EF4-FFF2-40B4-BE49-F238E27FC236}">
                <a16:creationId xmlns:a16="http://schemas.microsoft.com/office/drawing/2014/main" id="{D59F5A93-207A-45A5-9BEC-53C28FF8F1E0}"/>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54103368-FB4E-41AE-811C-7BC7ADAFC7D3}"/>
              </a:ext>
            </a:extLst>
          </p:cNvPr>
          <p:cNvSpPr>
            <a:spLocks noGrp="1"/>
          </p:cNvSpPr>
          <p:nvPr>
            <p:ph type="sldNum" sz="quarter" idx="12"/>
          </p:nvPr>
        </p:nvSpPr>
        <p:spPr/>
        <p:txBody>
          <a:bodyPr/>
          <a:lstStyle/>
          <a:p>
            <a:fld id="{9DE51D2F-49B7-459E-9DAE-281F9066C62D}" type="slidenum">
              <a:rPr lang="zh-TW" altLang="en-US" smtClean="0"/>
              <a:t>‹#›</a:t>
            </a:fld>
            <a:endParaRPr lang="zh-TW" altLang="en-US"/>
          </a:p>
        </p:txBody>
      </p:sp>
    </p:spTree>
    <p:extLst>
      <p:ext uri="{BB962C8B-B14F-4D97-AF65-F5344CB8AC3E}">
        <p14:creationId xmlns:p14="http://schemas.microsoft.com/office/powerpoint/2010/main" val="25521693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29C4861-2A8C-4410-8E4A-4441FC1320E8}"/>
              </a:ext>
            </a:extLst>
          </p:cNvPr>
          <p:cNvSpPr>
            <a:spLocks noGrp="1"/>
          </p:cNvSpPr>
          <p:nvPr>
            <p:ph type="title"/>
          </p:nvPr>
        </p:nvSpPr>
        <p:spPr/>
        <p:txBody>
          <a:bodyPr/>
          <a:lstStyle/>
          <a:p>
            <a:r>
              <a:rPr lang="zh-TW" altLang="en-US"/>
              <a:t>按一下以編輯母片標題樣式</a:t>
            </a:r>
          </a:p>
        </p:txBody>
      </p:sp>
      <p:sp>
        <p:nvSpPr>
          <p:cNvPr id="3" name="直排文字版面配置區 2">
            <a:extLst>
              <a:ext uri="{FF2B5EF4-FFF2-40B4-BE49-F238E27FC236}">
                <a16:creationId xmlns:a16="http://schemas.microsoft.com/office/drawing/2014/main" id="{91ED451D-7435-47B8-AA6C-87B8EEA207EC}"/>
              </a:ext>
            </a:extLst>
          </p:cNvPr>
          <p:cNvSpPr>
            <a:spLocks noGrp="1"/>
          </p:cNvSpPr>
          <p:nvPr>
            <p:ph type="body" orient="vert" idx="1"/>
          </p:nvPr>
        </p:nvSpPr>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91A2253F-98FC-4AD8-AB1E-608801808E4B}"/>
              </a:ext>
            </a:extLst>
          </p:cNvPr>
          <p:cNvSpPr>
            <a:spLocks noGrp="1"/>
          </p:cNvSpPr>
          <p:nvPr>
            <p:ph type="dt" sz="half" idx="10"/>
          </p:nvPr>
        </p:nvSpPr>
        <p:spPr/>
        <p:txBody>
          <a:bodyPr/>
          <a:lstStyle/>
          <a:p>
            <a:fld id="{289B6366-6E92-4855-9B33-10136FFB9F55}" type="datetimeFigureOut">
              <a:rPr lang="zh-TW" altLang="en-US" smtClean="0"/>
              <a:t>2019/5/13</a:t>
            </a:fld>
            <a:endParaRPr lang="zh-TW" altLang="en-US"/>
          </a:p>
        </p:txBody>
      </p:sp>
      <p:sp>
        <p:nvSpPr>
          <p:cNvPr id="5" name="頁尾版面配置區 4">
            <a:extLst>
              <a:ext uri="{FF2B5EF4-FFF2-40B4-BE49-F238E27FC236}">
                <a16:creationId xmlns:a16="http://schemas.microsoft.com/office/drawing/2014/main" id="{A12D5CBA-DDC5-46C6-9551-77D0E481A030}"/>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0021B7B3-C52D-4681-8005-1EC96B7EE50D}"/>
              </a:ext>
            </a:extLst>
          </p:cNvPr>
          <p:cNvSpPr>
            <a:spLocks noGrp="1"/>
          </p:cNvSpPr>
          <p:nvPr>
            <p:ph type="sldNum" sz="quarter" idx="12"/>
          </p:nvPr>
        </p:nvSpPr>
        <p:spPr/>
        <p:txBody>
          <a:bodyPr/>
          <a:lstStyle/>
          <a:p>
            <a:fld id="{9DE51D2F-49B7-459E-9DAE-281F9066C62D}" type="slidenum">
              <a:rPr lang="zh-TW" altLang="en-US" smtClean="0"/>
              <a:t>‹#›</a:t>
            </a:fld>
            <a:endParaRPr lang="zh-TW" altLang="en-US"/>
          </a:p>
        </p:txBody>
      </p:sp>
    </p:spTree>
    <p:extLst>
      <p:ext uri="{BB962C8B-B14F-4D97-AF65-F5344CB8AC3E}">
        <p14:creationId xmlns:p14="http://schemas.microsoft.com/office/powerpoint/2010/main" val="35553865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a:extLst>
              <a:ext uri="{FF2B5EF4-FFF2-40B4-BE49-F238E27FC236}">
                <a16:creationId xmlns:a16="http://schemas.microsoft.com/office/drawing/2014/main" id="{C702BAFC-3D18-4325-B382-BF414846856F}"/>
              </a:ext>
            </a:extLst>
          </p:cNvPr>
          <p:cNvSpPr>
            <a:spLocks noGrp="1"/>
          </p:cNvSpPr>
          <p:nvPr>
            <p:ph type="title" orient="vert"/>
          </p:nvPr>
        </p:nvSpPr>
        <p:spPr>
          <a:xfrm>
            <a:off x="8724900" y="365125"/>
            <a:ext cx="2628900" cy="5811838"/>
          </a:xfrm>
        </p:spPr>
        <p:txBody>
          <a:bodyPr vert="eaVert"/>
          <a:lstStyle/>
          <a:p>
            <a:r>
              <a:rPr lang="zh-TW" altLang="en-US"/>
              <a:t>按一下以編輯母片標題樣式</a:t>
            </a:r>
          </a:p>
        </p:txBody>
      </p:sp>
      <p:sp>
        <p:nvSpPr>
          <p:cNvPr id="3" name="直排文字版面配置區 2">
            <a:extLst>
              <a:ext uri="{FF2B5EF4-FFF2-40B4-BE49-F238E27FC236}">
                <a16:creationId xmlns:a16="http://schemas.microsoft.com/office/drawing/2014/main" id="{2D2FEE02-A709-4FB0-9DDE-940FDB4B61FF}"/>
              </a:ext>
            </a:extLst>
          </p:cNvPr>
          <p:cNvSpPr>
            <a:spLocks noGrp="1"/>
          </p:cNvSpPr>
          <p:nvPr>
            <p:ph type="body" orient="vert" idx="1"/>
          </p:nvPr>
        </p:nvSpPr>
        <p:spPr>
          <a:xfrm>
            <a:off x="838200" y="365125"/>
            <a:ext cx="7734300" cy="5811838"/>
          </a:xfrm>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01DB4D53-3EC7-453D-BD90-F21F29EA365F}"/>
              </a:ext>
            </a:extLst>
          </p:cNvPr>
          <p:cNvSpPr>
            <a:spLocks noGrp="1"/>
          </p:cNvSpPr>
          <p:nvPr>
            <p:ph type="dt" sz="half" idx="10"/>
          </p:nvPr>
        </p:nvSpPr>
        <p:spPr/>
        <p:txBody>
          <a:bodyPr/>
          <a:lstStyle/>
          <a:p>
            <a:fld id="{289B6366-6E92-4855-9B33-10136FFB9F55}" type="datetimeFigureOut">
              <a:rPr lang="zh-TW" altLang="en-US" smtClean="0"/>
              <a:t>2019/5/13</a:t>
            </a:fld>
            <a:endParaRPr lang="zh-TW" altLang="en-US"/>
          </a:p>
        </p:txBody>
      </p:sp>
      <p:sp>
        <p:nvSpPr>
          <p:cNvPr id="5" name="頁尾版面配置區 4">
            <a:extLst>
              <a:ext uri="{FF2B5EF4-FFF2-40B4-BE49-F238E27FC236}">
                <a16:creationId xmlns:a16="http://schemas.microsoft.com/office/drawing/2014/main" id="{324CA5CE-17CD-419F-8C13-16D273AFBF2E}"/>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C3B6B85C-8189-47A7-8D84-0B8FD90A869B}"/>
              </a:ext>
            </a:extLst>
          </p:cNvPr>
          <p:cNvSpPr>
            <a:spLocks noGrp="1"/>
          </p:cNvSpPr>
          <p:nvPr>
            <p:ph type="sldNum" sz="quarter" idx="12"/>
          </p:nvPr>
        </p:nvSpPr>
        <p:spPr/>
        <p:txBody>
          <a:bodyPr/>
          <a:lstStyle/>
          <a:p>
            <a:fld id="{9DE51D2F-49B7-459E-9DAE-281F9066C62D}" type="slidenum">
              <a:rPr lang="zh-TW" altLang="en-US" smtClean="0"/>
              <a:t>‹#›</a:t>
            </a:fld>
            <a:endParaRPr lang="zh-TW" altLang="en-US"/>
          </a:p>
        </p:txBody>
      </p:sp>
    </p:spTree>
    <p:extLst>
      <p:ext uri="{BB962C8B-B14F-4D97-AF65-F5344CB8AC3E}">
        <p14:creationId xmlns:p14="http://schemas.microsoft.com/office/powerpoint/2010/main" val="6589745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a:extLst>
              <a:ext uri="{FF2B5EF4-FFF2-40B4-BE49-F238E27FC236}">
                <a16:creationId xmlns:a16="http://schemas.microsoft.com/office/drawing/2014/main" id="{8C2E46CB-D80A-4DE1-9C2C-DBEB59D1D11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TW" altLang="en-US"/>
              <a:t>按一下以編輯母片標題樣式</a:t>
            </a:r>
          </a:p>
        </p:txBody>
      </p:sp>
      <p:sp>
        <p:nvSpPr>
          <p:cNvPr id="3" name="文字版面配置區 2">
            <a:extLst>
              <a:ext uri="{FF2B5EF4-FFF2-40B4-BE49-F238E27FC236}">
                <a16:creationId xmlns:a16="http://schemas.microsoft.com/office/drawing/2014/main" id="{3A01FB3C-2F61-41E2-A419-5D2378D7B77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AC1DBDDA-1C0E-4B2A-A31E-1956DBF2688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89B6366-6E92-4855-9B33-10136FFB9F55}" type="datetimeFigureOut">
              <a:rPr lang="zh-TW" altLang="en-US" smtClean="0"/>
              <a:t>2019/5/13</a:t>
            </a:fld>
            <a:endParaRPr lang="zh-TW" altLang="en-US"/>
          </a:p>
        </p:txBody>
      </p:sp>
      <p:sp>
        <p:nvSpPr>
          <p:cNvPr id="5" name="頁尾版面配置區 4">
            <a:extLst>
              <a:ext uri="{FF2B5EF4-FFF2-40B4-BE49-F238E27FC236}">
                <a16:creationId xmlns:a16="http://schemas.microsoft.com/office/drawing/2014/main" id="{5420D0D2-BA69-4AB7-97C4-062135932B2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a:extLst>
              <a:ext uri="{FF2B5EF4-FFF2-40B4-BE49-F238E27FC236}">
                <a16:creationId xmlns:a16="http://schemas.microsoft.com/office/drawing/2014/main" id="{534B1C00-4FD7-4FEA-B3B1-0FC20958196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DE51D2F-49B7-459E-9DAE-281F9066C62D}" type="slidenum">
              <a:rPr lang="zh-TW" altLang="en-US" smtClean="0"/>
              <a:t>‹#›</a:t>
            </a:fld>
            <a:endParaRPr lang="zh-TW" altLang="en-US"/>
          </a:p>
        </p:txBody>
      </p:sp>
    </p:spTree>
    <p:extLst>
      <p:ext uri="{BB962C8B-B14F-4D97-AF65-F5344CB8AC3E}">
        <p14:creationId xmlns:p14="http://schemas.microsoft.com/office/powerpoint/2010/main" val="184729385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1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1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DABD277-3DCF-4084-9E03-BF06B086F7E6}"/>
              </a:ext>
            </a:extLst>
          </p:cNvPr>
          <p:cNvSpPr>
            <a:spLocks noGrp="1"/>
          </p:cNvSpPr>
          <p:nvPr>
            <p:ph type="ctrTitle"/>
          </p:nvPr>
        </p:nvSpPr>
        <p:spPr>
          <a:xfrm>
            <a:off x="1054248" y="500281"/>
            <a:ext cx="10832952" cy="1683521"/>
          </a:xfrm>
        </p:spPr>
        <p:txBody>
          <a:bodyPr>
            <a:normAutofit/>
          </a:bodyPr>
          <a:lstStyle/>
          <a:p>
            <a:r>
              <a:rPr lang="en-US" altLang="zh-TW" sz="4000" b="1" dirty="0">
                <a:latin typeface="Times New Roman" panose="02020603050405020304" pitchFamily="18" charset="0"/>
                <a:cs typeface="Times New Roman" panose="02020603050405020304" pitchFamily="18" charset="0"/>
              </a:rPr>
              <a:t>Antibody-based molecular communication for targeted drug delivery systems</a:t>
            </a:r>
            <a:endParaRPr lang="zh-TW" altLang="en-US" sz="4000" b="1" dirty="0">
              <a:latin typeface="Times New Roman" panose="02020603050405020304" pitchFamily="18" charset="0"/>
              <a:cs typeface="Times New Roman" panose="02020603050405020304" pitchFamily="18" charset="0"/>
            </a:endParaRPr>
          </a:p>
        </p:txBody>
      </p:sp>
      <p:sp>
        <p:nvSpPr>
          <p:cNvPr id="3" name="副標題 2">
            <a:extLst>
              <a:ext uri="{FF2B5EF4-FFF2-40B4-BE49-F238E27FC236}">
                <a16:creationId xmlns:a16="http://schemas.microsoft.com/office/drawing/2014/main" id="{2FF96485-B26C-4B59-B13D-880AA0BD68EA}"/>
              </a:ext>
            </a:extLst>
          </p:cNvPr>
          <p:cNvSpPr>
            <a:spLocks noGrp="1"/>
          </p:cNvSpPr>
          <p:nvPr>
            <p:ph type="subTitle" idx="1"/>
          </p:nvPr>
        </p:nvSpPr>
        <p:spPr>
          <a:xfrm>
            <a:off x="1317324" y="2290880"/>
            <a:ext cx="10193358" cy="1590037"/>
          </a:xfrm>
        </p:spPr>
        <p:txBody>
          <a:bodyPr>
            <a:normAutofit/>
          </a:bodyPr>
          <a:lstStyle/>
          <a:p>
            <a:endParaRPr lang="en-US" altLang="zh-TW" dirty="0"/>
          </a:p>
          <a:p>
            <a:r>
              <a:rPr lang="en-US" altLang="zh-TW" sz="2800" dirty="0">
                <a:latin typeface="Times New Roman" panose="02020603050405020304" pitchFamily="18" charset="0"/>
                <a:cs typeface="Times New Roman" panose="02020603050405020304" pitchFamily="18" charset="0"/>
              </a:rPr>
              <a:t>Youssef </a:t>
            </a:r>
            <a:r>
              <a:rPr lang="en-US" altLang="zh-TW" sz="2800" dirty="0" err="1">
                <a:latin typeface="Times New Roman" panose="02020603050405020304" pitchFamily="18" charset="0"/>
                <a:cs typeface="Times New Roman" panose="02020603050405020304" pitchFamily="18" charset="0"/>
              </a:rPr>
              <a:t>Chahibi</a:t>
            </a:r>
            <a:r>
              <a:rPr lang="en-US" altLang="zh-TW" sz="2800" dirty="0">
                <a:latin typeface="Times New Roman" panose="02020603050405020304" pitchFamily="18" charset="0"/>
                <a:cs typeface="Times New Roman" panose="02020603050405020304" pitchFamily="18" charset="0"/>
              </a:rPr>
              <a:t>, Ian F. </a:t>
            </a:r>
            <a:r>
              <a:rPr lang="en-US" altLang="zh-TW" sz="2800" dirty="0" err="1">
                <a:latin typeface="Times New Roman" panose="02020603050405020304" pitchFamily="18" charset="0"/>
                <a:cs typeface="Times New Roman" panose="02020603050405020304" pitchFamily="18" charset="0"/>
              </a:rPr>
              <a:t>Akyildiz</a:t>
            </a:r>
            <a:r>
              <a:rPr lang="en-US" altLang="zh-TW" sz="2800" dirty="0">
                <a:latin typeface="Times New Roman" panose="02020603050405020304" pitchFamily="18" charset="0"/>
                <a:cs typeface="Times New Roman" panose="02020603050405020304" pitchFamily="18" charset="0"/>
              </a:rPr>
              <a:t>, Sang Ok Song</a:t>
            </a:r>
            <a:endParaRPr lang="zh-TW" altLang="en-US" sz="2800" dirty="0">
              <a:latin typeface="Times New Roman" panose="02020603050405020304" pitchFamily="18" charset="0"/>
              <a:cs typeface="Times New Roman" panose="02020603050405020304" pitchFamily="18" charset="0"/>
            </a:endParaRPr>
          </a:p>
        </p:txBody>
      </p:sp>
      <p:sp>
        <p:nvSpPr>
          <p:cNvPr id="4" name="副標題 2">
            <a:extLst>
              <a:ext uri="{FF2B5EF4-FFF2-40B4-BE49-F238E27FC236}">
                <a16:creationId xmlns:a16="http://schemas.microsoft.com/office/drawing/2014/main" id="{64AE8193-1DE0-47D4-9DBB-4734B89CA666}"/>
              </a:ext>
            </a:extLst>
          </p:cNvPr>
          <p:cNvSpPr txBox="1">
            <a:spLocks/>
          </p:cNvSpPr>
          <p:nvPr/>
        </p:nvSpPr>
        <p:spPr>
          <a:xfrm>
            <a:off x="1398494" y="3987995"/>
            <a:ext cx="8552329" cy="110037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altLang="zh-TW" dirty="0">
                <a:latin typeface="Times New Roman" panose="02020603050405020304" pitchFamily="18" charset="0"/>
                <a:cs typeface="Times New Roman" panose="02020603050405020304" pitchFamily="18" charset="0"/>
              </a:rPr>
              <a:t>36th Annual International Conference of the IEEE Engineering in Medicine and Biology Society,</a:t>
            </a:r>
            <a:r>
              <a:rPr lang="zh-TW" altLang="en-US" dirty="0">
                <a:latin typeface="Times New Roman" panose="02020603050405020304" pitchFamily="18" charset="0"/>
                <a:cs typeface="Times New Roman" panose="02020603050405020304" pitchFamily="18" charset="0"/>
              </a:rPr>
              <a:t> </a:t>
            </a:r>
            <a:r>
              <a:rPr lang="en-US" altLang="zh-TW" dirty="0">
                <a:latin typeface="Times New Roman" panose="02020603050405020304" pitchFamily="18" charset="0"/>
                <a:cs typeface="Times New Roman" panose="02020603050405020304" pitchFamily="18" charset="0"/>
              </a:rPr>
              <a:t>2014, Pages </a:t>
            </a:r>
            <a:r>
              <a:rPr lang="en-US" altLang="zh-TW" dirty="0"/>
              <a:t>5707 - 5710</a:t>
            </a:r>
            <a:r>
              <a:rPr lang="en-US" altLang="zh-TW" dirty="0">
                <a:latin typeface="Times New Roman" panose="02020603050405020304" pitchFamily="18" charset="0"/>
                <a:cs typeface="Times New Roman" panose="02020603050405020304" pitchFamily="18" charset="0"/>
              </a:rPr>
              <a:t>, Chicago, IL, USA</a:t>
            </a:r>
          </a:p>
        </p:txBody>
      </p:sp>
      <p:sp>
        <p:nvSpPr>
          <p:cNvPr id="5" name="副標題 2">
            <a:extLst>
              <a:ext uri="{FF2B5EF4-FFF2-40B4-BE49-F238E27FC236}">
                <a16:creationId xmlns:a16="http://schemas.microsoft.com/office/drawing/2014/main" id="{83311FB5-1C7C-4049-9C63-3A86A28231CF}"/>
              </a:ext>
            </a:extLst>
          </p:cNvPr>
          <p:cNvSpPr txBox="1">
            <a:spLocks/>
          </p:cNvSpPr>
          <p:nvPr/>
        </p:nvSpPr>
        <p:spPr>
          <a:xfrm>
            <a:off x="8616875" y="5526721"/>
            <a:ext cx="2893807" cy="830998"/>
          </a:xfrm>
          <a:prstGeom prst="rect">
            <a:avLst/>
          </a:prstGeom>
        </p:spPr>
        <p:txBody>
          <a:bodyPr vert="horz" lIns="68580" tIns="34290" rIns="68580" bIns="3429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r"/>
            <a:r>
              <a:rPr lang="en-US" altLang="zh-TW" sz="2000" dirty="0">
                <a:latin typeface="Times New Roman" panose="02020603050405020304" pitchFamily="18" charset="0"/>
                <a:ea typeface="標楷體" panose="03000509000000000000" pitchFamily="65" charset="-120"/>
                <a:cs typeface="Times New Roman" panose="02020603050405020304" pitchFamily="18" charset="0"/>
              </a:rPr>
              <a:t>Speaker: </a:t>
            </a:r>
            <a:r>
              <a:rPr lang="en-US" altLang="zh-TW" sz="2000" dirty="0" err="1">
                <a:latin typeface="Times New Roman" panose="02020603050405020304" pitchFamily="18" charset="0"/>
                <a:ea typeface="標楷體" panose="03000509000000000000" pitchFamily="65" charset="-120"/>
                <a:cs typeface="Times New Roman" panose="02020603050405020304" pitchFamily="18" charset="0"/>
              </a:rPr>
              <a:t>Jheng</a:t>
            </a:r>
            <a:r>
              <a:rPr lang="en-US" altLang="zh-TW" sz="2000" dirty="0">
                <a:latin typeface="Times New Roman" panose="02020603050405020304" pitchFamily="18" charset="0"/>
                <a:ea typeface="標楷體" panose="03000509000000000000" pitchFamily="65" charset="-120"/>
                <a:cs typeface="Times New Roman" panose="02020603050405020304" pitchFamily="18" charset="0"/>
              </a:rPr>
              <a:t>-Yan </a:t>
            </a:r>
            <a:r>
              <a:rPr lang="en-US" altLang="zh-TW" sz="2000" dirty="0" err="1">
                <a:latin typeface="Times New Roman" panose="02020603050405020304" pitchFamily="18" charset="0"/>
                <a:ea typeface="標楷體" panose="03000509000000000000" pitchFamily="65" charset="-120"/>
                <a:cs typeface="Times New Roman" panose="02020603050405020304" pitchFamily="18" charset="0"/>
              </a:rPr>
              <a:t>Lyu</a:t>
            </a:r>
            <a:endParaRPr lang="en-US" altLang="zh-TW" sz="2000" dirty="0">
              <a:latin typeface="Times New Roman" panose="02020603050405020304" pitchFamily="18" charset="0"/>
              <a:ea typeface="標楷體" panose="03000509000000000000" pitchFamily="65" charset="-120"/>
              <a:cs typeface="Times New Roman" panose="02020603050405020304" pitchFamily="18" charset="0"/>
            </a:endParaRPr>
          </a:p>
          <a:p>
            <a:pPr algn="r"/>
            <a:r>
              <a:rPr lang="en-US" altLang="zh-TW" sz="2000" dirty="0">
                <a:latin typeface="Times New Roman" panose="02020603050405020304" pitchFamily="18" charset="0"/>
                <a:ea typeface="標楷體" panose="03000509000000000000" pitchFamily="65" charset="-120"/>
                <a:cs typeface="Times New Roman" panose="02020603050405020304" pitchFamily="18" charset="0"/>
              </a:rPr>
              <a:t>Date: May 13, 2019</a:t>
            </a:r>
          </a:p>
        </p:txBody>
      </p:sp>
    </p:spTree>
    <p:extLst>
      <p:ext uri="{BB962C8B-B14F-4D97-AF65-F5344CB8AC3E}">
        <p14:creationId xmlns:p14="http://schemas.microsoft.com/office/powerpoint/2010/main" val="30149461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B01AB9-0651-4F6D-A93A-D571F0BAE9A7}"/>
              </a:ext>
            </a:extLst>
          </p:cNvPr>
          <p:cNvSpPr>
            <a:spLocks noGrp="1"/>
          </p:cNvSpPr>
          <p:nvPr>
            <p:ph type="title"/>
          </p:nvPr>
        </p:nvSpPr>
        <p:spPr>
          <a:xfrm>
            <a:off x="1775916" y="136524"/>
            <a:ext cx="7886700" cy="742817"/>
          </a:xfrm>
        </p:spPr>
        <p:txBody>
          <a:bodyPr>
            <a:normAutofit/>
          </a:bodyPr>
          <a:lstStyle/>
          <a:p>
            <a:r>
              <a:rPr lang="en-US" altLang="zh-TW" sz="3600" dirty="0">
                <a:latin typeface="Times New Roman" panose="02020603050405020304" pitchFamily="18" charset="0"/>
                <a:cs typeface="Times New Roman" panose="02020603050405020304" pitchFamily="18" charset="0"/>
              </a:rPr>
              <a:t>Abstract</a:t>
            </a:r>
            <a:r>
              <a:rPr lang="zh-TW" altLang="en-US" sz="3600" dirty="0">
                <a:latin typeface="Times New Roman" panose="02020603050405020304" pitchFamily="18" charset="0"/>
                <a:cs typeface="Times New Roman" panose="02020603050405020304" pitchFamily="18" charset="0"/>
              </a:rPr>
              <a:t> </a:t>
            </a:r>
            <a:r>
              <a:rPr lang="en-US" altLang="zh-TW" sz="3600" dirty="0">
                <a:latin typeface="Times New Roman" panose="02020603050405020304" pitchFamily="18" charset="0"/>
                <a:cs typeface="Times New Roman" panose="02020603050405020304" pitchFamily="18" charset="0"/>
              </a:rPr>
              <a:t>(1/2)</a:t>
            </a:r>
            <a:endParaRPr lang="zh-TW" altLang="en-US" sz="3600"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EC242670-B200-4340-9830-52717E351455}"/>
              </a:ext>
            </a:extLst>
          </p:cNvPr>
          <p:cNvSpPr>
            <a:spLocks noGrp="1"/>
          </p:cNvSpPr>
          <p:nvPr>
            <p:ph type="sldNum" sz="quarter" idx="12"/>
          </p:nvPr>
        </p:nvSpPr>
        <p:spPr/>
        <p:txBody>
          <a:bodyPr/>
          <a:lstStyle/>
          <a:p>
            <a:fld id="{872633CA-77E0-4863-94F8-E28139DFB2B4}" type="slidenum">
              <a:rPr lang="zh-TW" altLang="en-US" smtClean="0"/>
              <a:t>2</a:t>
            </a:fld>
            <a:endParaRPr lang="zh-TW" altLang="en-US"/>
          </a:p>
        </p:txBody>
      </p:sp>
      <p:sp>
        <p:nvSpPr>
          <p:cNvPr id="7" name="內容版面配置區 6">
            <a:extLst>
              <a:ext uri="{FF2B5EF4-FFF2-40B4-BE49-F238E27FC236}">
                <a16:creationId xmlns:a16="http://schemas.microsoft.com/office/drawing/2014/main" id="{878CA31B-C758-4215-B281-353CA02EC37A}"/>
              </a:ext>
            </a:extLst>
          </p:cNvPr>
          <p:cNvSpPr>
            <a:spLocks noGrp="1"/>
          </p:cNvSpPr>
          <p:nvPr>
            <p:ph idx="1"/>
          </p:nvPr>
        </p:nvSpPr>
        <p:spPr>
          <a:xfrm>
            <a:off x="1775916" y="713148"/>
            <a:ext cx="8155484" cy="5825764"/>
          </a:xfrm>
        </p:spPr>
        <p:txBody>
          <a:bodyPr>
            <a:noAutofit/>
          </a:bodyPr>
          <a:lstStyle/>
          <a:p>
            <a:pPr marL="0" indent="0" algn="just">
              <a:lnSpc>
                <a:spcPct val="150000"/>
              </a:lnSpc>
              <a:buNone/>
            </a:pPr>
            <a:r>
              <a:rPr lang="en-US" altLang="zh-TW" sz="2300" dirty="0">
                <a:latin typeface="Times New Roman" panose="02020603050405020304" pitchFamily="18" charset="0"/>
                <a:cs typeface="Times New Roman" panose="02020603050405020304" pitchFamily="18" charset="0"/>
              </a:rPr>
              <a:t>Antibody-based drug delivery systems (ADDS) are established as the most promising therapeutic methods for the treatment of human cancers and other diseases. ADDS are composed of small molecules (antibodies) that selectively bind to receptors (antigens) expressed by the diseased cells. In this paper, the Molecular Communication (MC) paradigm, where the delivery of molecules is abstracted as the delivery of information, is extended to be applied to the design and engineering of ADDS. The authors have previously developed a straightforward framework for the modeling of Particulate Drug Delivery Systems (PDDS) using </a:t>
            </a:r>
            <a:r>
              <a:rPr lang="en-US" altLang="zh-TW" sz="2300" dirty="0" err="1">
                <a:latin typeface="Times New Roman" panose="02020603050405020304" pitchFamily="18" charset="0"/>
                <a:cs typeface="Times New Roman" panose="02020603050405020304" pitchFamily="18" charset="0"/>
              </a:rPr>
              <a:t>nano</a:t>
            </a:r>
            <a:r>
              <a:rPr lang="en-US" altLang="zh-TW" sz="2300" dirty="0">
                <a:latin typeface="Times New Roman" panose="02020603050405020304" pitchFamily="18" charset="0"/>
                <a:cs typeface="Times New Roman" panose="02020603050405020304" pitchFamily="18" charset="0"/>
              </a:rPr>
              <a:t>-sized molecules. </a:t>
            </a:r>
          </a:p>
        </p:txBody>
      </p:sp>
    </p:spTree>
    <p:extLst>
      <p:ext uri="{BB962C8B-B14F-4D97-AF65-F5344CB8AC3E}">
        <p14:creationId xmlns:p14="http://schemas.microsoft.com/office/powerpoint/2010/main" val="159506782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B01AB9-0651-4F6D-A93A-D571F0BAE9A7}"/>
              </a:ext>
            </a:extLst>
          </p:cNvPr>
          <p:cNvSpPr>
            <a:spLocks noGrp="1"/>
          </p:cNvSpPr>
          <p:nvPr>
            <p:ph type="title"/>
          </p:nvPr>
        </p:nvSpPr>
        <p:spPr>
          <a:xfrm>
            <a:off x="1775916" y="402175"/>
            <a:ext cx="7886700" cy="742817"/>
          </a:xfrm>
        </p:spPr>
        <p:txBody>
          <a:bodyPr>
            <a:normAutofit/>
          </a:bodyPr>
          <a:lstStyle/>
          <a:p>
            <a:r>
              <a:rPr lang="en-US" altLang="zh-TW" sz="3600" dirty="0">
                <a:latin typeface="Times New Roman" panose="02020603050405020304" pitchFamily="18" charset="0"/>
                <a:cs typeface="Times New Roman" panose="02020603050405020304" pitchFamily="18" charset="0"/>
              </a:rPr>
              <a:t>Abstract (2/2)</a:t>
            </a:r>
            <a:endParaRPr lang="zh-TW" altLang="en-US" sz="3600"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EC242670-B200-4340-9830-52717E351455}"/>
              </a:ext>
            </a:extLst>
          </p:cNvPr>
          <p:cNvSpPr>
            <a:spLocks noGrp="1"/>
          </p:cNvSpPr>
          <p:nvPr>
            <p:ph type="sldNum" sz="quarter" idx="12"/>
          </p:nvPr>
        </p:nvSpPr>
        <p:spPr/>
        <p:txBody>
          <a:bodyPr/>
          <a:lstStyle/>
          <a:p>
            <a:fld id="{872633CA-77E0-4863-94F8-E28139DFB2B4}" type="slidenum">
              <a:rPr lang="zh-TW" altLang="en-US" smtClean="0"/>
              <a:t>3</a:t>
            </a:fld>
            <a:endParaRPr lang="zh-TW" altLang="en-US"/>
          </a:p>
        </p:txBody>
      </p:sp>
      <p:sp>
        <p:nvSpPr>
          <p:cNvPr id="7" name="內容版面配置區 6">
            <a:extLst>
              <a:ext uri="{FF2B5EF4-FFF2-40B4-BE49-F238E27FC236}">
                <a16:creationId xmlns:a16="http://schemas.microsoft.com/office/drawing/2014/main" id="{878CA31B-C758-4215-B281-353CA02EC37A}"/>
              </a:ext>
            </a:extLst>
          </p:cNvPr>
          <p:cNvSpPr>
            <a:spLocks noGrp="1"/>
          </p:cNvSpPr>
          <p:nvPr>
            <p:ph idx="1"/>
          </p:nvPr>
        </p:nvSpPr>
        <p:spPr>
          <a:xfrm>
            <a:off x="1775916" y="895713"/>
            <a:ext cx="8489852" cy="5445183"/>
          </a:xfrm>
        </p:spPr>
        <p:txBody>
          <a:bodyPr vert="horz" lIns="91440" tIns="45720" rIns="91440" bIns="45720" rtlCol="0">
            <a:noAutofit/>
          </a:bodyPr>
          <a:lstStyle/>
          <a:p>
            <a:pPr marL="0" indent="0" algn="just">
              <a:lnSpc>
                <a:spcPct val="150000"/>
              </a:lnSpc>
              <a:spcBef>
                <a:spcPts val="0"/>
              </a:spcBef>
              <a:buNone/>
            </a:pPr>
            <a:r>
              <a:rPr lang="en-US" altLang="zh-TW" sz="2300" dirty="0">
                <a:latin typeface="Times New Roman" panose="02020603050405020304" pitchFamily="18" charset="0"/>
                <a:cs typeface="Times New Roman" panose="02020603050405020304" pitchFamily="18" charset="0"/>
              </a:rPr>
              <a:t>Here, the specificities of antibody molecules are taken into account to provide an analytical model of ADDS transport. The inputs of the MC model of PDDS are the geometric properties of the antibodies and the topology of the blood vessels where they are propagated. Numerical results show that the analytical MC model is in good agreement with finite-element simulations, and that the anisotropy is an important factor influencing ADDS.</a:t>
            </a:r>
            <a:endParaRPr lang="en-US" altLang="zh-TW" sz="2300" dirty="0">
              <a:latin typeface="Times New Roman" panose="02020603050405020304" pitchFamily="18" charset="0"/>
            </a:endParaRPr>
          </a:p>
        </p:txBody>
      </p:sp>
    </p:spTree>
    <p:extLst>
      <p:ext uri="{BB962C8B-B14F-4D97-AF65-F5344CB8AC3E}">
        <p14:creationId xmlns:p14="http://schemas.microsoft.com/office/powerpoint/2010/main" val="3204781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B01AB9-0651-4F6D-A93A-D571F0BAE9A7}"/>
              </a:ext>
            </a:extLst>
          </p:cNvPr>
          <p:cNvSpPr>
            <a:spLocks noGrp="1"/>
          </p:cNvSpPr>
          <p:nvPr>
            <p:ph type="title"/>
          </p:nvPr>
        </p:nvSpPr>
        <p:spPr>
          <a:xfrm>
            <a:off x="838200" y="432552"/>
            <a:ext cx="9188988" cy="833020"/>
          </a:xfrm>
        </p:spPr>
        <p:txBody>
          <a:bodyPr>
            <a:normAutofit/>
          </a:bodyPr>
          <a:lstStyle/>
          <a:p>
            <a:r>
              <a:rPr lang="en-US" altLang="zh-TW" sz="3600" dirty="0">
                <a:latin typeface="Times New Roman" panose="02020603050405020304" pitchFamily="18" charset="0"/>
                <a:cs typeface="Times New Roman" panose="02020603050405020304" pitchFamily="18" charset="0"/>
              </a:rPr>
              <a:t>MC ADDS MODEL</a:t>
            </a:r>
            <a:endParaRPr lang="zh-TW" altLang="en-US" sz="3600"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EC242670-B200-4340-9830-52717E351455}"/>
              </a:ext>
            </a:extLst>
          </p:cNvPr>
          <p:cNvSpPr>
            <a:spLocks noGrp="1"/>
          </p:cNvSpPr>
          <p:nvPr>
            <p:ph type="sldNum" sz="quarter" idx="12"/>
          </p:nvPr>
        </p:nvSpPr>
        <p:spPr>
          <a:xfrm>
            <a:off x="8610600" y="6356350"/>
            <a:ext cx="2743200" cy="365125"/>
          </a:xfrm>
        </p:spPr>
        <p:txBody>
          <a:bodyPr/>
          <a:lstStyle/>
          <a:p>
            <a:fld id="{872633CA-77E0-4863-94F8-E28139DFB2B4}" type="slidenum">
              <a:rPr lang="zh-TW" altLang="en-US" smtClean="0"/>
              <a:t>4</a:t>
            </a:fld>
            <a:endParaRPr lang="zh-TW" altLang="en-US"/>
          </a:p>
        </p:txBody>
      </p:sp>
      <p:pic>
        <p:nvPicPr>
          <p:cNvPr id="5" name="圖片 4" descr="一張含有 文字, 地圖 的圖片&#10;&#10;自動產生的描述">
            <a:extLst>
              <a:ext uri="{FF2B5EF4-FFF2-40B4-BE49-F238E27FC236}">
                <a16:creationId xmlns:a16="http://schemas.microsoft.com/office/drawing/2014/main" id="{8691406F-60F9-4209-9EF3-DE82C766145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5999" y="1171792"/>
            <a:ext cx="5505485" cy="4917036"/>
          </a:xfrm>
          <a:prstGeom prst="rect">
            <a:avLst/>
          </a:prstGeom>
        </p:spPr>
      </p:pic>
      <p:sp>
        <p:nvSpPr>
          <p:cNvPr id="11" name="內容版面配置區 10">
            <a:extLst>
              <a:ext uri="{FF2B5EF4-FFF2-40B4-BE49-F238E27FC236}">
                <a16:creationId xmlns:a16="http://schemas.microsoft.com/office/drawing/2014/main" id="{C2C833C2-C5C2-4AEB-B3FF-A7027832BC21}"/>
              </a:ext>
            </a:extLst>
          </p:cNvPr>
          <p:cNvSpPr>
            <a:spLocks noGrp="1"/>
          </p:cNvSpPr>
          <p:nvPr>
            <p:ph idx="1"/>
          </p:nvPr>
        </p:nvSpPr>
        <p:spPr>
          <a:xfrm>
            <a:off x="838200" y="1265573"/>
            <a:ext cx="10844605" cy="4694163"/>
          </a:xfrm>
        </p:spPr>
        <p:txBody>
          <a:bodyPr>
            <a:normAutofit/>
          </a:bodyPr>
          <a:lstStyle/>
          <a:p>
            <a:r>
              <a:rPr lang="en-US" altLang="zh-TW" sz="2700" dirty="0"/>
              <a:t>MC ADDS transport model</a:t>
            </a:r>
          </a:p>
          <a:p>
            <a:r>
              <a:rPr lang="en-US" altLang="zh-TW" sz="2700" dirty="0"/>
              <a:t>MC ADDS diffusion parameters</a:t>
            </a:r>
          </a:p>
          <a:p>
            <a:pPr lvl="1"/>
            <a:r>
              <a:rPr lang="en-US" altLang="zh-TW" sz="2300" dirty="0"/>
              <a:t>translational diffusion coefficient Dt</a:t>
            </a:r>
          </a:p>
          <a:p>
            <a:pPr lvl="1"/>
            <a:r>
              <a:rPr lang="en-US" altLang="zh-TW" sz="2300" dirty="0"/>
              <a:t>radial diffusion coefficient Dr</a:t>
            </a:r>
          </a:p>
        </p:txBody>
      </p:sp>
    </p:spTree>
    <p:extLst>
      <p:ext uri="{BB962C8B-B14F-4D97-AF65-F5344CB8AC3E}">
        <p14:creationId xmlns:p14="http://schemas.microsoft.com/office/powerpoint/2010/main" val="8154466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B01AB9-0651-4F6D-A93A-D571F0BAE9A7}"/>
              </a:ext>
            </a:extLst>
          </p:cNvPr>
          <p:cNvSpPr>
            <a:spLocks noGrp="1"/>
          </p:cNvSpPr>
          <p:nvPr>
            <p:ph type="title"/>
          </p:nvPr>
        </p:nvSpPr>
        <p:spPr>
          <a:xfrm>
            <a:off x="838200" y="432552"/>
            <a:ext cx="9188988" cy="833020"/>
          </a:xfrm>
        </p:spPr>
        <p:txBody>
          <a:bodyPr>
            <a:normAutofit/>
          </a:bodyPr>
          <a:lstStyle/>
          <a:p>
            <a:r>
              <a:rPr lang="en-US" altLang="zh-TW" sz="3600" dirty="0">
                <a:latin typeface="Times New Roman" panose="02020603050405020304" pitchFamily="18" charset="0"/>
                <a:cs typeface="Times New Roman" panose="02020603050405020304" pitchFamily="18" charset="0"/>
              </a:rPr>
              <a:t>MC ADDS transport model</a:t>
            </a:r>
            <a:endParaRPr lang="zh-TW" altLang="en-US" sz="3600"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EC242670-B200-4340-9830-52717E351455}"/>
              </a:ext>
            </a:extLst>
          </p:cNvPr>
          <p:cNvSpPr>
            <a:spLocks noGrp="1"/>
          </p:cNvSpPr>
          <p:nvPr>
            <p:ph type="sldNum" sz="quarter" idx="12"/>
          </p:nvPr>
        </p:nvSpPr>
        <p:spPr>
          <a:xfrm>
            <a:off x="8610600" y="6356350"/>
            <a:ext cx="2743200" cy="365125"/>
          </a:xfrm>
        </p:spPr>
        <p:txBody>
          <a:bodyPr/>
          <a:lstStyle/>
          <a:p>
            <a:fld id="{872633CA-77E0-4863-94F8-E28139DFB2B4}" type="slidenum">
              <a:rPr lang="zh-TW" altLang="en-US" smtClean="0"/>
              <a:t>5</a:t>
            </a:fld>
            <a:endParaRPr lang="zh-TW" altLang="en-US"/>
          </a:p>
        </p:txBody>
      </p:sp>
      <p:sp>
        <p:nvSpPr>
          <p:cNvPr id="11" name="內容版面配置區 10">
            <a:extLst>
              <a:ext uri="{FF2B5EF4-FFF2-40B4-BE49-F238E27FC236}">
                <a16:creationId xmlns:a16="http://schemas.microsoft.com/office/drawing/2014/main" id="{C2C833C2-C5C2-4AEB-B3FF-A7027832BC21}"/>
              </a:ext>
            </a:extLst>
          </p:cNvPr>
          <p:cNvSpPr>
            <a:spLocks noGrp="1"/>
          </p:cNvSpPr>
          <p:nvPr>
            <p:ph idx="1"/>
          </p:nvPr>
        </p:nvSpPr>
        <p:spPr>
          <a:xfrm>
            <a:off x="838200" y="1265573"/>
            <a:ext cx="10844605" cy="4694163"/>
          </a:xfrm>
        </p:spPr>
        <p:txBody>
          <a:bodyPr>
            <a:normAutofit/>
          </a:bodyPr>
          <a:lstStyle/>
          <a:p>
            <a:endParaRPr lang="en-US" altLang="zh-TW" sz="2700" dirty="0"/>
          </a:p>
        </p:txBody>
      </p:sp>
      <p:pic>
        <p:nvPicPr>
          <p:cNvPr id="21" name="圖片 20">
            <a:extLst>
              <a:ext uri="{FF2B5EF4-FFF2-40B4-BE49-F238E27FC236}">
                <a16:creationId xmlns:a16="http://schemas.microsoft.com/office/drawing/2014/main" id="{8C22DD49-AE1F-443B-97EA-FE80A120709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42831" y="1619100"/>
            <a:ext cx="8220618" cy="1160225"/>
          </a:xfrm>
          <a:prstGeom prst="rect">
            <a:avLst/>
          </a:prstGeom>
        </p:spPr>
      </p:pic>
      <p:pic>
        <p:nvPicPr>
          <p:cNvPr id="23" name="圖片 22" descr="一張含有 天空 的圖片&#10;&#10;自動產生的描述">
            <a:extLst>
              <a:ext uri="{FF2B5EF4-FFF2-40B4-BE49-F238E27FC236}">
                <a16:creationId xmlns:a16="http://schemas.microsoft.com/office/drawing/2014/main" id="{CA7475F5-8F2C-4B4F-8967-DFF6E522F6F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542831" y="3175939"/>
            <a:ext cx="8706907" cy="2062961"/>
          </a:xfrm>
          <a:prstGeom prst="rect">
            <a:avLst/>
          </a:prstGeom>
        </p:spPr>
      </p:pic>
    </p:spTree>
    <p:extLst>
      <p:ext uri="{BB962C8B-B14F-4D97-AF65-F5344CB8AC3E}">
        <p14:creationId xmlns:p14="http://schemas.microsoft.com/office/powerpoint/2010/main" val="40614555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B01AB9-0651-4F6D-A93A-D571F0BAE9A7}"/>
              </a:ext>
            </a:extLst>
          </p:cNvPr>
          <p:cNvSpPr>
            <a:spLocks noGrp="1"/>
          </p:cNvSpPr>
          <p:nvPr>
            <p:ph type="title"/>
          </p:nvPr>
        </p:nvSpPr>
        <p:spPr>
          <a:xfrm>
            <a:off x="838200" y="432552"/>
            <a:ext cx="9188988" cy="833020"/>
          </a:xfrm>
        </p:spPr>
        <p:txBody>
          <a:bodyPr>
            <a:normAutofit/>
          </a:bodyPr>
          <a:lstStyle/>
          <a:p>
            <a:r>
              <a:rPr lang="en-US" altLang="zh-TW" sz="3600" dirty="0">
                <a:latin typeface="Times New Roman" panose="02020603050405020304" pitchFamily="18" charset="0"/>
                <a:cs typeface="Times New Roman" panose="02020603050405020304" pitchFamily="18" charset="0"/>
              </a:rPr>
              <a:t>MC ADDS transport model</a:t>
            </a:r>
            <a:endParaRPr lang="zh-TW" altLang="en-US" sz="3600"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EC242670-B200-4340-9830-52717E351455}"/>
              </a:ext>
            </a:extLst>
          </p:cNvPr>
          <p:cNvSpPr>
            <a:spLocks noGrp="1"/>
          </p:cNvSpPr>
          <p:nvPr>
            <p:ph type="sldNum" sz="quarter" idx="12"/>
          </p:nvPr>
        </p:nvSpPr>
        <p:spPr>
          <a:xfrm>
            <a:off x="8610600" y="6356350"/>
            <a:ext cx="2743200" cy="365125"/>
          </a:xfrm>
        </p:spPr>
        <p:txBody>
          <a:bodyPr/>
          <a:lstStyle/>
          <a:p>
            <a:fld id="{872633CA-77E0-4863-94F8-E28139DFB2B4}" type="slidenum">
              <a:rPr lang="zh-TW" altLang="en-US" smtClean="0"/>
              <a:t>6</a:t>
            </a:fld>
            <a:endParaRPr lang="zh-TW" altLang="en-US"/>
          </a:p>
        </p:txBody>
      </p:sp>
      <p:sp>
        <p:nvSpPr>
          <p:cNvPr id="21" name="內容版面配置區 20">
            <a:extLst>
              <a:ext uri="{FF2B5EF4-FFF2-40B4-BE49-F238E27FC236}">
                <a16:creationId xmlns:a16="http://schemas.microsoft.com/office/drawing/2014/main" id="{04845162-3AB7-4E02-9259-E859F2A57D80}"/>
              </a:ext>
            </a:extLst>
          </p:cNvPr>
          <p:cNvSpPr>
            <a:spLocks noGrp="1"/>
          </p:cNvSpPr>
          <p:nvPr>
            <p:ph idx="1"/>
          </p:nvPr>
        </p:nvSpPr>
        <p:spPr/>
        <p:txBody>
          <a:bodyPr/>
          <a:lstStyle/>
          <a:p>
            <a:endParaRPr lang="zh-TW" altLang="en-US" dirty="0"/>
          </a:p>
        </p:txBody>
      </p:sp>
      <p:pic>
        <p:nvPicPr>
          <p:cNvPr id="33" name="圖片 32" descr="一張含有 物件 的圖片&#10;&#10;自動產生的描述">
            <a:extLst>
              <a:ext uri="{FF2B5EF4-FFF2-40B4-BE49-F238E27FC236}">
                <a16:creationId xmlns:a16="http://schemas.microsoft.com/office/drawing/2014/main" id="{9CBA77F5-DA5A-45CD-A2CD-8C9E9E7A9F5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198812" y="2561207"/>
            <a:ext cx="5806529" cy="1014394"/>
          </a:xfrm>
          <a:prstGeom prst="rect">
            <a:avLst/>
          </a:prstGeom>
        </p:spPr>
      </p:pic>
      <p:pic>
        <p:nvPicPr>
          <p:cNvPr id="35" name="圖片 34" descr="一張含有 物件 的圖片&#10;&#10;自動產生的描述">
            <a:extLst>
              <a:ext uri="{FF2B5EF4-FFF2-40B4-BE49-F238E27FC236}">
                <a16:creationId xmlns:a16="http://schemas.microsoft.com/office/drawing/2014/main" id="{06CFFE20-19A6-44B6-BCAA-5A6F84EE7C1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371427" y="3494097"/>
            <a:ext cx="5239173" cy="1014393"/>
          </a:xfrm>
          <a:prstGeom prst="rect">
            <a:avLst/>
          </a:prstGeom>
        </p:spPr>
      </p:pic>
      <p:pic>
        <p:nvPicPr>
          <p:cNvPr id="37" name="圖片 36" descr="一張含有 物件 的圖片&#10;&#10;自動產生的描述">
            <a:extLst>
              <a:ext uri="{FF2B5EF4-FFF2-40B4-BE49-F238E27FC236}">
                <a16:creationId xmlns:a16="http://schemas.microsoft.com/office/drawing/2014/main" id="{02604C42-EEEF-4847-811E-BED52417AF7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382544" y="4602098"/>
            <a:ext cx="7216937" cy="932890"/>
          </a:xfrm>
          <a:prstGeom prst="rect">
            <a:avLst/>
          </a:prstGeom>
        </p:spPr>
      </p:pic>
      <p:pic>
        <p:nvPicPr>
          <p:cNvPr id="39" name="圖片 38">
            <a:extLst>
              <a:ext uri="{FF2B5EF4-FFF2-40B4-BE49-F238E27FC236}">
                <a16:creationId xmlns:a16="http://schemas.microsoft.com/office/drawing/2014/main" id="{BFD7DBF0-DED0-48BA-879E-986FFB7B3F32}"/>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124574" y="1919018"/>
            <a:ext cx="4499921" cy="373051"/>
          </a:xfrm>
          <a:prstGeom prst="rect">
            <a:avLst/>
          </a:prstGeom>
        </p:spPr>
      </p:pic>
      <p:pic>
        <p:nvPicPr>
          <p:cNvPr id="41" name="圖片 40" descr="一張含有 物件, 時鐘 的圖片&#10;&#10;自動產生的描述">
            <a:extLst>
              <a:ext uri="{FF2B5EF4-FFF2-40B4-BE49-F238E27FC236}">
                <a16:creationId xmlns:a16="http://schemas.microsoft.com/office/drawing/2014/main" id="{DD3B6C2D-06B8-4E6E-88B5-B85896E0B9A5}"/>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041732" y="1846760"/>
            <a:ext cx="4939635" cy="409142"/>
          </a:xfrm>
          <a:prstGeom prst="rect">
            <a:avLst/>
          </a:prstGeom>
        </p:spPr>
      </p:pic>
    </p:spTree>
    <p:extLst>
      <p:ext uri="{BB962C8B-B14F-4D97-AF65-F5344CB8AC3E}">
        <p14:creationId xmlns:p14="http://schemas.microsoft.com/office/powerpoint/2010/main" val="115670822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B01AB9-0651-4F6D-A93A-D571F0BAE9A7}"/>
              </a:ext>
            </a:extLst>
          </p:cNvPr>
          <p:cNvSpPr>
            <a:spLocks noGrp="1"/>
          </p:cNvSpPr>
          <p:nvPr>
            <p:ph type="title"/>
          </p:nvPr>
        </p:nvSpPr>
        <p:spPr>
          <a:xfrm>
            <a:off x="838200" y="432552"/>
            <a:ext cx="9188988" cy="833020"/>
          </a:xfrm>
        </p:spPr>
        <p:txBody>
          <a:bodyPr>
            <a:normAutofit/>
          </a:bodyPr>
          <a:lstStyle/>
          <a:p>
            <a:r>
              <a:rPr lang="en-US" altLang="zh-TW" sz="3600" dirty="0">
                <a:latin typeface="Times New Roman" panose="02020603050405020304" pitchFamily="18" charset="0"/>
                <a:cs typeface="Times New Roman" panose="02020603050405020304" pitchFamily="18" charset="0"/>
              </a:rPr>
              <a:t>MC ADDS transport model</a:t>
            </a:r>
            <a:endParaRPr lang="zh-TW" altLang="en-US" sz="3600"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EC242670-B200-4340-9830-52717E351455}"/>
              </a:ext>
            </a:extLst>
          </p:cNvPr>
          <p:cNvSpPr>
            <a:spLocks noGrp="1"/>
          </p:cNvSpPr>
          <p:nvPr>
            <p:ph type="sldNum" sz="quarter" idx="12"/>
          </p:nvPr>
        </p:nvSpPr>
        <p:spPr>
          <a:xfrm>
            <a:off x="8610600" y="6356350"/>
            <a:ext cx="2743200" cy="365125"/>
          </a:xfrm>
        </p:spPr>
        <p:txBody>
          <a:bodyPr/>
          <a:lstStyle/>
          <a:p>
            <a:fld id="{872633CA-77E0-4863-94F8-E28139DFB2B4}" type="slidenum">
              <a:rPr lang="zh-TW" altLang="en-US" smtClean="0"/>
              <a:t>7</a:t>
            </a:fld>
            <a:endParaRPr lang="zh-TW" altLang="en-US"/>
          </a:p>
        </p:txBody>
      </p:sp>
      <p:sp>
        <p:nvSpPr>
          <p:cNvPr id="11" name="內容版面配置區 10">
            <a:extLst>
              <a:ext uri="{FF2B5EF4-FFF2-40B4-BE49-F238E27FC236}">
                <a16:creationId xmlns:a16="http://schemas.microsoft.com/office/drawing/2014/main" id="{C2C833C2-C5C2-4AEB-B3FF-A7027832BC21}"/>
              </a:ext>
            </a:extLst>
          </p:cNvPr>
          <p:cNvSpPr>
            <a:spLocks noGrp="1"/>
          </p:cNvSpPr>
          <p:nvPr>
            <p:ph idx="1"/>
          </p:nvPr>
        </p:nvSpPr>
        <p:spPr>
          <a:xfrm>
            <a:off x="838200" y="1265573"/>
            <a:ext cx="10844605" cy="4694163"/>
          </a:xfrm>
        </p:spPr>
        <p:txBody>
          <a:bodyPr>
            <a:normAutofit/>
          </a:bodyPr>
          <a:lstStyle/>
          <a:p>
            <a:endParaRPr lang="en-US" altLang="zh-TW" sz="2700" dirty="0"/>
          </a:p>
        </p:txBody>
      </p:sp>
      <p:pic>
        <p:nvPicPr>
          <p:cNvPr id="12" name="圖片 11">
            <a:extLst>
              <a:ext uri="{FF2B5EF4-FFF2-40B4-BE49-F238E27FC236}">
                <a16:creationId xmlns:a16="http://schemas.microsoft.com/office/drawing/2014/main" id="{213D158A-FD45-44AA-82A9-5126A14DD15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43021" y="1662186"/>
            <a:ext cx="7067579" cy="747179"/>
          </a:xfrm>
          <a:prstGeom prst="rect">
            <a:avLst/>
          </a:prstGeom>
        </p:spPr>
      </p:pic>
      <p:pic>
        <p:nvPicPr>
          <p:cNvPr id="15" name="圖片 14">
            <a:extLst>
              <a:ext uri="{FF2B5EF4-FFF2-40B4-BE49-F238E27FC236}">
                <a16:creationId xmlns:a16="http://schemas.microsoft.com/office/drawing/2014/main" id="{FFF1EC61-9B6F-44BA-BA5F-47C47EDCDB1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916809" y="2533525"/>
            <a:ext cx="6859403" cy="2178324"/>
          </a:xfrm>
          <a:prstGeom prst="rect">
            <a:avLst/>
          </a:prstGeom>
        </p:spPr>
      </p:pic>
    </p:spTree>
    <p:extLst>
      <p:ext uri="{BB962C8B-B14F-4D97-AF65-F5344CB8AC3E}">
        <p14:creationId xmlns:p14="http://schemas.microsoft.com/office/powerpoint/2010/main" val="30489154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B01AB9-0651-4F6D-A93A-D571F0BAE9A7}"/>
              </a:ext>
            </a:extLst>
          </p:cNvPr>
          <p:cNvSpPr>
            <a:spLocks noGrp="1"/>
          </p:cNvSpPr>
          <p:nvPr>
            <p:ph type="title"/>
          </p:nvPr>
        </p:nvSpPr>
        <p:spPr>
          <a:xfrm>
            <a:off x="838200" y="432552"/>
            <a:ext cx="9188988" cy="833020"/>
          </a:xfrm>
        </p:spPr>
        <p:txBody>
          <a:bodyPr>
            <a:normAutofit/>
          </a:bodyPr>
          <a:lstStyle/>
          <a:p>
            <a:r>
              <a:rPr lang="en-US" altLang="zh-TW" sz="3600" dirty="0">
                <a:latin typeface="Times New Roman" panose="02020603050405020304" pitchFamily="18" charset="0"/>
                <a:cs typeface="Times New Roman" panose="02020603050405020304" pitchFamily="18" charset="0"/>
              </a:rPr>
              <a:t>MC ADDS diffusion parameters</a:t>
            </a:r>
            <a:endParaRPr lang="zh-TW" altLang="en-US" sz="3600"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EC242670-B200-4340-9830-52717E351455}"/>
              </a:ext>
            </a:extLst>
          </p:cNvPr>
          <p:cNvSpPr>
            <a:spLocks noGrp="1"/>
          </p:cNvSpPr>
          <p:nvPr>
            <p:ph type="sldNum" sz="quarter" idx="12"/>
          </p:nvPr>
        </p:nvSpPr>
        <p:spPr>
          <a:xfrm>
            <a:off x="8610600" y="6356350"/>
            <a:ext cx="2743200" cy="365125"/>
          </a:xfrm>
        </p:spPr>
        <p:txBody>
          <a:bodyPr/>
          <a:lstStyle/>
          <a:p>
            <a:fld id="{872633CA-77E0-4863-94F8-E28139DFB2B4}" type="slidenum">
              <a:rPr lang="zh-TW" altLang="en-US" smtClean="0"/>
              <a:t>8</a:t>
            </a:fld>
            <a:endParaRPr lang="zh-TW" altLang="en-US"/>
          </a:p>
        </p:txBody>
      </p:sp>
      <p:sp>
        <p:nvSpPr>
          <p:cNvPr id="11" name="內容版面配置區 10">
            <a:extLst>
              <a:ext uri="{FF2B5EF4-FFF2-40B4-BE49-F238E27FC236}">
                <a16:creationId xmlns:a16="http://schemas.microsoft.com/office/drawing/2014/main" id="{C2C833C2-C5C2-4AEB-B3FF-A7027832BC21}"/>
              </a:ext>
            </a:extLst>
          </p:cNvPr>
          <p:cNvSpPr>
            <a:spLocks noGrp="1"/>
          </p:cNvSpPr>
          <p:nvPr>
            <p:ph idx="1"/>
          </p:nvPr>
        </p:nvSpPr>
        <p:spPr>
          <a:xfrm>
            <a:off x="838200" y="1265573"/>
            <a:ext cx="10844605" cy="4694163"/>
          </a:xfrm>
        </p:spPr>
        <p:txBody>
          <a:bodyPr>
            <a:normAutofit/>
          </a:bodyPr>
          <a:lstStyle/>
          <a:p>
            <a:r>
              <a:rPr lang="en-US" altLang="zh-TW" sz="2700" dirty="0"/>
              <a:t>translational diffusion coefficient Dt</a:t>
            </a:r>
          </a:p>
          <a:p>
            <a:r>
              <a:rPr lang="en-US" altLang="zh-TW" sz="2700" dirty="0"/>
              <a:t>radial diffusion coefficient Dr</a:t>
            </a:r>
          </a:p>
          <a:p>
            <a:endParaRPr lang="en-US" altLang="zh-TW" sz="2700" dirty="0"/>
          </a:p>
          <a:p>
            <a:endParaRPr lang="en-US" altLang="zh-TW" sz="2700" dirty="0"/>
          </a:p>
          <a:p>
            <a:pPr marL="0" indent="0">
              <a:buNone/>
            </a:pPr>
            <a:r>
              <a:rPr lang="en-US" altLang="zh-TW" sz="2700" dirty="0"/>
              <a:t>k</a:t>
            </a:r>
            <a:r>
              <a:rPr lang="en-US" altLang="zh-TW" sz="2700" baseline="-25000" dirty="0"/>
              <a:t>B </a:t>
            </a:r>
            <a:r>
              <a:rPr lang="en-US" altLang="zh-TW" sz="2700" dirty="0"/>
              <a:t>is Boltzmann coefficient</a:t>
            </a:r>
          </a:p>
          <a:p>
            <a:endParaRPr lang="en-US" altLang="zh-TW" sz="2700" dirty="0"/>
          </a:p>
        </p:txBody>
      </p:sp>
      <p:pic>
        <p:nvPicPr>
          <p:cNvPr id="5" name="圖片 4" descr="一張含有 天空 的圖片&#10;&#10;自動產生的描述">
            <a:extLst>
              <a:ext uri="{FF2B5EF4-FFF2-40B4-BE49-F238E27FC236}">
                <a16:creationId xmlns:a16="http://schemas.microsoft.com/office/drawing/2014/main" id="{50CAADE5-1395-4A97-AF68-3E2A1E6D0D7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21641" y="1518971"/>
            <a:ext cx="4632159" cy="4073456"/>
          </a:xfrm>
          <a:prstGeom prst="rect">
            <a:avLst/>
          </a:prstGeom>
        </p:spPr>
      </p:pic>
      <p:pic>
        <p:nvPicPr>
          <p:cNvPr id="7" name="圖片 6">
            <a:extLst>
              <a:ext uri="{FF2B5EF4-FFF2-40B4-BE49-F238E27FC236}">
                <a16:creationId xmlns:a16="http://schemas.microsoft.com/office/drawing/2014/main" id="{6533B440-18B6-4A20-9B13-C2CF05FB5CA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47003" y="2259925"/>
            <a:ext cx="5545633" cy="1078318"/>
          </a:xfrm>
          <a:prstGeom prst="rect">
            <a:avLst/>
          </a:prstGeom>
        </p:spPr>
      </p:pic>
      <p:pic>
        <p:nvPicPr>
          <p:cNvPr id="9" name="圖片 8">
            <a:extLst>
              <a:ext uri="{FF2B5EF4-FFF2-40B4-BE49-F238E27FC236}">
                <a16:creationId xmlns:a16="http://schemas.microsoft.com/office/drawing/2014/main" id="{AEB72600-2C38-4A98-90E4-587FD3063D4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270568" y="4058916"/>
            <a:ext cx="5381918" cy="982200"/>
          </a:xfrm>
          <a:prstGeom prst="rect">
            <a:avLst/>
          </a:prstGeom>
        </p:spPr>
      </p:pic>
    </p:spTree>
    <p:extLst>
      <p:ext uri="{BB962C8B-B14F-4D97-AF65-F5344CB8AC3E}">
        <p14:creationId xmlns:p14="http://schemas.microsoft.com/office/powerpoint/2010/main" val="235900618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B01AB9-0651-4F6D-A93A-D571F0BAE9A7}"/>
              </a:ext>
            </a:extLst>
          </p:cNvPr>
          <p:cNvSpPr>
            <a:spLocks noGrp="1"/>
          </p:cNvSpPr>
          <p:nvPr>
            <p:ph type="title"/>
          </p:nvPr>
        </p:nvSpPr>
        <p:spPr>
          <a:xfrm>
            <a:off x="838200" y="432552"/>
            <a:ext cx="9188988" cy="833020"/>
          </a:xfrm>
        </p:spPr>
        <p:txBody>
          <a:bodyPr>
            <a:normAutofit/>
          </a:bodyPr>
          <a:lstStyle/>
          <a:p>
            <a:r>
              <a:rPr lang="en-US" altLang="zh-TW" sz="3600" dirty="0">
                <a:latin typeface="Times New Roman" panose="02020603050405020304" pitchFamily="18" charset="0"/>
                <a:cs typeface="Times New Roman" panose="02020603050405020304" pitchFamily="18" charset="0"/>
              </a:rPr>
              <a:t>MC ADDS diffusion parameters</a:t>
            </a:r>
            <a:endParaRPr lang="zh-TW" altLang="en-US" sz="3600"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EC242670-B200-4340-9830-52717E351455}"/>
              </a:ext>
            </a:extLst>
          </p:cNvPr>
          <p:cNvSpPr>
            <a:spLocks noGrp="1"/>
          </p:cNvSpPr>
          <p:nvPr>
            <p:ph type="sldNum" sz="quarter" idx="12"/>
          </p:nvPr>
        </p:nvSpPr>
        <p:spPr>
          <a:xfrm>
            <a:off x="8610600" y="6356350"/>
            <a:ext cx="2743200" cy="365125"/>
          </a:xfrm>
        </p:spPr>
        <p:txBody>
          <a:bodyPr/>
          <a:lstStyle/>
          <a:p>
            <a:fld id="{872633CA-77E0-4863-94F8-E28139DFB2B4}" type="slidenum">
              <a:rPr lang="zh-TW" altLang="en-US" smtClean="0"/>
              <a:t>9</a:t>
            </a:fld>
            <a:endParaRPr lang="zh-TW" altLang="en-US"/>
          </a:p>
        </p:txBody>
      </p:sp>
      <p:sp>
        <p:nvSpPr>
          <p:cNvPr id="11" name="內容版面配置區 10">
            <a:extLst>
              <a:ext uri="{FF2B5EF4-FFF2-40B4-BE49-F238E27FC236}">
                <a16:creationId xmlns:a16="http://schemas.microsoft.com/office/drawing/2014/main" id="{C2C833C2-C5C2-4AEB-B3FF-A7027832BC21}"/>
              </a:ext>
            </a:extLst>
          </p:cNvPr>
          <p:cNvSpPr>
            <a:spLocks noGrp="1"/>
          </p:cNvSpPr>
          <p:nvPr>
            <p:ph idx="1"/>
          </p:nvPr>
        </p:nvSpPr>
        <p:spPr>
          <a:xfrm>
            <a:off x="838199" y="1825624"/>
            <a:ext cx="11250051" cy="4599824"/>
          </a:xfrm>
        </p:spPr>
        <p:txBody>
          <a:bodyPr>
            <a:normAutofit/>
          </a:bodyPr>
          <a:lstStyle/>
          <a:p>
            <a:endParaRPr lang="en-US" altLang="zh-TW" sz="2700" dirty="0"/>
          </a:p>
        </p:txBody>
      </p:sp>
      <p:pic>
        <p:nvPicPr>
          <p:cNvPr id="6" name="圖片 5" descr="一張含有 物件 的圖片&#10;&#10;自動產生的描述">
            <a:extLst>
              <a:ext uri="{FF2B5EF4-FFF2-40B4-BE49-F238E27FC236}">
                <a16:creationId xmlns:a16="http://schemas.microsoft.com/office/drawing/2014/main" id="{A93ABD3C-9C84-4E8D-80AB-FCE66453AF5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35538" y="1946064"/>
            <a:ext cx="7554024" cy="1192741"/>
          </a:xfrm>
          <a:prstGeom prst="rect">
            <a:avLst/>
          </a:prstGeom>
        </p:spPr>
      </p:pic>
      <p:pic>
        <p:nvPicPr>
          <p:cNvPr id="9" name="圖片 8">
            <a:extLst>
              <a:ext uri="{FF2B5EF4-FFF2-40B4-BE49-F238E27FC236}">
                <a16:creationId xmlns:a16="http://schemas.microsoft.com/office/drawing/2014/main" id="{884EE25A-3333-436B-9259-544C83D67D7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630749" y="3320447"/>
            <a:ext cx="7699801" cy="2133680"/>
          </a:xfrm>
          <a:prstGeom prst="rect">
            <a:avLst/>
          </a:prstGeom>
        </p:spPr>
      </p:pic>
    </p:spTree>
    <p:extLst>
      <p:ext uri="{BB962C8B-B14F-4D97-AF65-F5344CB8AC3E}">
        <p14:creationId xmlns:p14="http://schemas.microsoft.com/office/powerpoint/2010/main" val="22168304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B01AB9-0651-4F6D-A93A-D571F0BAE9A7}"/>
              </a:ext>
            </a:extLst>
          </p:cNvPr>
          <p:cNvSpPr>
            <a:spLocks noGrp="1"/>
          </p:cNvSpPr>
          <p:nvPr>
            <p:ph type="title"/>
          </p:nvPr>
        </p:nvSpPr>
        <p:spPr>
          <a:xfrm>
            <a:off x="838200" y="432552"/>
            <a:ext cx="9188988" cy="833020"/>
          </a:xfrm>
        </p:spPr>
        <p:txBody>
          <a:bodyPr>
            <a:normAutofit/>
          </a:bodyPr>
          <a:lstStyle/>
          <a:p>
            <a:r>
              <a:rPr lang="en-US" altLang="zh-TW" sz="3600" dirty="0">
                <a:latin typeface="Times New Roman" panose="02020603050405020304" pitchFamily="18" charset="0"/>
                <a:cs typeface="Times New Roman" panose="02020603050405020304" pitchFamily="18" charset="0"/>
              </a:rPr>
              <a:t>MC ADDS diffusion parameters</a:t>
            </a:r>
            <a:endParaRPr lang="zh-TW" altLang="en-US" sz="3600"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EC242670-B200-4340-9830-52717E351455}"/>
              </a:ext>
            </a:extLst>
          </p:cNvPr>
          <p:cNvSpPr>
            <a:spLocks noGrp="1"/>
          </p:cNvSpPr>
          <p:nvPr>
            <p:ph type="sldNum" sz="quarter" idx="12"/>
          </p:nvPr>
        </p:nvSpPr>
        <p:spPr>
          <a:xfrm>
            <a:off x="8610600" y="6356350"/>
            <a:ext cx="2743200" cy="365125"/>
          </a:xfrm>
        </p:spPr>
        <p:txBody>
          <a:bodyPr/>
          <a:lstStyle/>
          <a:p>
            <a:fld id="{872633CA-77E0-4863-94F8-E28139DFB2B4}" type="slidenum">
              <a:rPr lang="zh-TW" altLang="en-US" smtClean="0"/>
              <a:t>10</a:t>
            </a:fld>
            <a:endParaRPr lang="zh-TW" altLang="en-US"/>
          </a:p>
        </p:txBody>
      </p:sp>
      <p:sp>
        <p:nvSpPr>
          <p:cNvPr id="11" name="內容版面配置區 10">
            <a:extLst>
              <a:ext uri="{FF2B5EF4-FFF2-40B4-BE49-F238E27FC236}">
                <a16:creationId xmlns:a16="http://schemas.microsoft.com/office/drawing/2014/main" id="{C2C833C2-C5C2-4AEB-B3FF-A7027832BC21}"/>
              </a:ext>
            </a:extLst>
          </p:cNvPr>
          <p:cNvSpPr>
            <a:spLocks noGrp="1"/>
          </p:cNvSpPr>
          <p:nvPr>
            <p:ph idx="1"/>
          </p:nvPr>
        </p:nvSpPr>
        <p:spPr>
          <a:xfrm>
            <a:off x="838199" y="1376979"/>
            <a:ext cx="11070515" cy="5048469"/>
          </a:xfrm>
        </p:spPr>
        <p:txBody>
          <a:bodyPr>
            <a:normAutofit/>
          </a:bodyPr>
          <a:lstStyle/>
          <a:p>
            <a:pPr marL="457200" lvl="1" indent="0">
              <a:buNone/>
            </a:pPr>
            <a:endParaRPr lang="en-US" altLang="zh-TW" sz="2300" dirty="0"/>
          </a:p>
        </p:txBody>
      </p:sp>
      <p:pic>
        <p:nvPicPr>
          <p:cNvPr id="5" name="圖片 4" descr="一張含有 天空 的圖片&#10;&#10;自動產生的描述">
            <a:extLst>
              <a:ext uri="{FF2B5EF4-FFF2-40B4-BE49-F238E27FC236}">
                <a16:creationId xmlns:a16="http://schemas.microsoft.com/office/drawing/2014/main" id="{53A0987A-CFC7-4ABD-BD10-EF818AD698B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49419" y="2057135"/>
            <a:ext cx="6977769" cy="2099976"/>
          </a:xfrm>
          <a:prstGeom prst="rect">
            <a:avLst/>
          </a:prstGeom>
        </p:spPr>
      </p:pic>
      <p:pic>
        <p:nvPicPr>
          <p:cNvPr id="8" name="圖片 7" descr="一張含有 天空, 物件 的圖片&#10;&#10;自動產生的描述">
            <a:extLst>
              <a:ext uri="{FF2B5EF4-FFF2-40B4-BE49-F238E27FC236}">
                <a16:creationId xmlns:a16="http://schemas.microsoft.com/office/drawing/2014/main" id="{A09DF114-6EB7-48AE-B48B-7CCCBA82296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317916" y="4309282"/>
            <a:ext cx="6563810" cy="1661212"/>
          </a:xfrm>
          <a:prstGeom prst="rect">
            <a:avLst/>
          </a:prstGeom>
        </p:spPr>
      </p:pic>
    </p:spTree>
    <p:extLst>
      <p:ext uri="{BB962C8B-B14F-4D97-AF65-F5344CB8AC3E}">
        <p14:creationId xmlns:p14="http://schemas.microsoft.com/office/powerpoint/2010/main" val="179920331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B01AB9-0651-4F6D-A93A-D571F0BAE9A7}"/>
              </a:ext>
            </a:extLst>
          </p:cNvPr>
          <p:cNvSpPr>
            <a:spLocks noGrp="1"/>
          </p:cNvSpPr>
          <p:nvPr>
            <p:ph type="title"/>
          </p:nvPr>
        </p:nvSpPr>
        <p:spPr>
          <a:xfrm>
            <a:off x="838200" y="432552"/>
            <a:ext cx="9188988" cy="833020"/>
          </a:xfrm>
        </p:spPr>
        <p:txBody>
          <a:bodyPr>
            <a:normAutofit/>
          </a:bodyPr>
          <a:lstStyle/>
          <a:p>
            <a:r>
              <a:rPr lang="en-US" altLang="zh-TW" sz="3600" dirty="0">
                <a:latin typeface="Times New Roman" panose="02020603050405020304" pitchFamily="18" charset="0"/>
                <a:cs typeface="Times New Roman" panose="02020603050405020304" pitchFamily="18" charset="0"/>
              </a:rPr>
              <a:t>Results</a:t>
            </a:r>
            <a:endParaRPr lang="zh-TW" altLang="en-US" sz="3600"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EC242670-B200-4340-9830-52717E351455}"/>
              </a:ext>
            </a:extLst>
          </p:cNvPr>
          <p:cNvSpPr>
            <a:spLocks noGrp="1"/>
          </p:cNvSpPr>
          <p:nvPr>
            <p:ph type="sldNum" sz="quarter" idx="12"/>
          </p:nvPr>
        </p:nvSpPr>
        <p:spPr>
          <a:xfrm>
            <a:off x="8610600" y="6356350"/>
            <a:ext cx="2743200" cy="365125"/>
          </a:xfrm>
        </p:spPr>
        <p:txBody>
          <a:bodyPr/>
          <a:lstStyle/>
          <a:p>
            <a:fld id="{872633CA-77E0-4863-94F8-E28139DFB2B4}" type="slidenum">
              <a:rPr lang="zh-TW" altLang="en-US" smtClean="0"/>
              <a:t>11</a:t>
            </a:fld>
            <a:endParaRPr lang="zh-TW" altLang="en-US"/>
          </a:p>
        </p:txBody>
      </p:sp>
      <p:pic>
        <p:nvPicPr>
          <p:cNvPr id="5" name="內容版面配置區 4" descr="一張含有 地圖, 文字 的圖片&#10;&#10;自動產生的描述">
            <a:extLst>
              <a:ext uri="{FF2B5EF4-FFF2-40B4-BE49-F238E27FC236}">
                <a16:creationId xmlns:a16="http://schemas.microsoft.com/office/drawing/2014/main" id="{24F76C35-564C-4720-BB30-8D89B3C91E56}"/>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597458" y="1538473"/>
            <a:ext cx="5500392" cy="4351338"/>
          </a:xfrm>
        </p:spPr>
      </p:pic>
      <p:pic>
        <p:nvPicPr>
          <p:cNvPr id="8" name="圖片 7" descr="一張含有 地圖, 文字 的圖片&#10;&#10;自動產生的描述">
            <a:extLst>
              <a:ext uri="{FF2B5EF4-FFF2-40B4-BE49-F238E27FC236}">
                <a16:creationId xmlns:a16="http://schemas.microsoft.com/office/drawing/2014/main" id="{A6BB1F23-73E2-46CC-8709-1A37338624E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209188" y="1648484"/>
            <a:ext cx="5496692" cy="4324954"/>
          </a:xfrm>
          <a:prstGeom prst="rect">
            <a:avLst/>
          </a:prstGeom>
        </p:spPr>
      </p:pic>
    </p:spTree>
    <p:extLst>
      <p:ext uri="{BB962C8B-B14F-4D97-AF65-F5344CB8AC3E}">
        <p14:creationId xmlns:p14="http://schemas.microsoft.com/office/powerpoint/2010/main" val="416890905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B01AB9-0651-4F6D-A93A-D571F0BAE9A7}"/>
              </a:ext>
            </a:extLst>
          </p:cNvPr>
          <p:cNvSpPr>
            <a:spLocks noGrp="1"/>
          </p:cNvSpPr>
          <p:nvPr>
            <p:ph type="title"/>
          </p:nvPr>
        </p:nvSpPr>
        <p:spPr>
          <a:xfrm>
            <a:off x="838200" y="432552"/>
            <a:ext cx="9188988" cy="833020"/>
          </a:xfrm>
        </p:spPr>
        <p:txBody>
          <a:bodyPr>
            <a:normAutofit/>
          </a:bodyPr>
          <a:lstStyle/>
          <a:p>
            <a:r>
              <a:rPr lang="en-US" altLang="zh-TW" sz="3600" dirty="0">
                <a:latin typeface="Times New Roman" panose="02020603050405020304" pitchFamily="18" charset="0"/>
                <a:cs typeface="Times New Roman" panose="02020603050405020304" pitchFamily="18" charset="0"/>
              </a:rPr>
              <a:t>Results</a:t>
            </a:r>
            <a:endParaRPr lang="zh-TW" altLang="en-US" sz="3600"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EC242670-B200-4340-9830-52717E351455}"/>
              </a:ext>
            </a:extLst>
          </p:cNvPr>
          <p:cNvSpPr>
            <a:spLocks noGrp="1"/>
          </p:cNvSpPr>
          <p:nvPr>
            <p:ph type="sldNum" sz="quarter" idx="12"/>
          </p:nvPr>
        </p:nvSpPr>
        <p:spPr>
          <a:xfrm>
            <a:off x="8610600" y="6356350"/>
            <a:ext cx="2743200" cy="365125"/>
          </a:xfrm>
        </p:spPr>
        <p:txBody>
          <a:bodyPr/>
          <a:lstStyle/>
          <a:p>
            <a:fld id="{872633CA-77E0-4863-94F8-E28139DFB2B4}" type="slidenum">
              <a:rPr lang="zh-TW" altLang="en-US" smtClean="0"/>
              <a:t>12</a:t>
            </a:fld>
            <a:endParaRPr lang="zh-TW" altLang="en-US"/>
          </a:p>
        </p:txBody>
      </p:sp>
      <p:pic>
        <p:nvPicPr>
          <p:cNvPr id="6" name="內容版面配置區 5" descr="一張含有 地圖, 文字 的圖片&#10;&#10;自動產生的描述">
            <a:extLst>
              <a:ext uri="{FF2B5EF4-FFF2-40B4-BE49-F238E27FC236}">
                <a16:creationId xmlns:a16="http://schemas.microsoft.com/office/drawing/2014/main" id="{8E6927CC-A5BE-4F95-BAB5-8990713A5B2F}"/>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2340639" y="1430767"/>
            <a:ext cx="6479891" cy="4905233"/>
          </a:xfrm>
        </p:spPr>
      </p:pic>
    </p:spTree>
    <p:extLst>
      <p:ext uri="{BB962C8B-B14F-4D97-AF65-F5344CB8AC3E}">
        <p14:creationId xmlns:p14="http://schemas.microsoft.com/office/powerpoint/2010/main" val="3367461316"/>
      </p:ext>
    </p:extLst>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1678</TotalTime>
  <Words>317</Words>
  <Application>Microsoft Office PowerPoint</Application>
  <PresentationFormat>寬螢幕</PresentationFormat>
  <Paragraphs>50</Paragraphs>
  <Slides>12</Slides>
  <Notes>11</Notes>
  <HiddenSlides>0</HiddenSlides>
  <MMClips>0</MMClips>
  <ScaleCrop>false</ScaleCrop>
  <HeadingPairs>
    <vt:vector size="6" baseType="variant">
      <vt:variant>
        <vt:lpstr>使用字型</vt:lpstr>
      </vt:variant>
      <vt:variant>
        <vt:i4>4</vt:i4>
      </vt:variant>
      <vt:variant>
        <vt:lpstr>佈景主題</vt:lpstr>
      </vt:variant>
      <vt:variant>
        <vt:i4>1</vt:i4>
      </vt:variant>
      <vt:variant>
        <vt:lpstr>投影片標題</vt:lpstr>
      </vt:variant>
      <vt:variant>
        <vt:i4>12</vt:i4>
      </vt:variant>
    </vt:vector>
  </HeadingPairs>
  <TitlesOfParts>
    <vt:vector size="17" baseType="lpstr">
      <vt:lpstr>Arial</vt:lpstr>
      <vt:lpstr>Calibri</vt:lpstr>
      <vt:lpstr>Calibri Light</vt:lpstr>
      <vt:lpstr>Times New Roman</vt:lpstr>
      <vt:lpstr>Office 佈景主題</vt:lpstr>
      <vt:lpstr>Antibody-based molecular communication for targeted drug delivery systems</vt:lpstr>
      <vt:lpstr>Abstract (1/2)</vt:lpstr>
      <vt:lpstr>Abstract (2/2)</vt:lpstr>
      <vt:lpstr>MC ADDS MODEL</vt:lpstr>
      <vt:lpstr>MC ADDS transport model</vt:lpstr>
      <vt:lpstr>MC ADDS transport model</vt:lpstr>
      <vt:lpstr>MC ADDS transport model</vt:lpstr>
      <vt:lpstr>MC ADDS diffusion parameters</vt:lpstr>
      <vt:lpstr>MC ADDS diffusion parameters</vt:lpstr>
      <vt:lpstr>MC ADDS diffusion parameters</vt:lpstr>
      <vt:lpstr>Results</vt:lpstr>
      <vt:lpstr>Results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Fast and Accurate Template Averaging for Time Series Classification</dc:title>
  <dc:creator>lu</dc:creator>
  <cp:lastModifiedBy>lu</cp:lastModifiedBy>
  <cp:revision>666</cp:revision>
  <dcterms:created xsi:type="dcterms:W3CDTF">2018-10-30T09:09:31Z</dcterms:created>
  <dcterms:modified xsi:type="dcterms:W3CDTF">2019-05-13T06:58:19Z</dcterms:modified>
</cp:coreProperties>
</file>