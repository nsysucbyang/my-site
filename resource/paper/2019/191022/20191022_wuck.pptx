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21" r:id="rId2"/>
    <p:sldId id="311" r:id="rId3"/>
    <p:sldId id="325" r:id="rId4"/>
    <p:sldId id="331" r:id="rId5"/>
    <p:sldId id="330" r:id="rId6"/>
    <p:sldId id="328" r:id="rId7"/>
    <p:sldId id="329" r:id="rId8"/>
    <p:sldId id="332" r:id="rId9"/>
    <p:sldId id="333" r:id="rId10"/>
    <p:sldId id="335" r:id="rId11"/>
    <p:sldId id="334" r:id="rId12"/>
    <p:sldId id="33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3971" autoAdjust="0"/>
  </p:normalViewPr>
  <p:slideViewPr>
    <p:cSldViewPr snapToGrid="0">
      <p:cViewPr varScale="1">
        <p:scale>
          <a:sx n="68" d="100"/>
          <a:sy n="68" d="100"/>
        </p:scale>
        <p:origin x="146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99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326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4984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610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2019/10/22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48" y="964972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Algorithms for the Longest Filled Common Subsequence Problem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115" y="2567384"/>
            <a:ext cx="8536249" cy="717223"/>
          </a:xfrm>
        </p:spPr>
        <p:txBody>
          <a:bodyPr>
            <a:noAutofit/>
          </a:bodyPr>
          <a:lstStyle/>
          <a:p>
            <a:r>
              <a:rPr lang="fr-F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Radu Stefan Mincu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fr-F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Alexandru Popa 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Oct. 22, 2019.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2826" y="3443585"/>
            <a:ext cx="75152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20th International Symposium on Symbolic and Numeric Algorithms for Scientific Computing (SYNASC) at the West University of Timisoara, Romania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748817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CPM 2017,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Castelli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define and study 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variant of the Longest Common Subsequence Problem,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termed the Longest Filled Common Subsequence Problem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(LFCS). For the LFCS problem, the input consists of two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 and B and a multiset of characters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The goal is to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characters from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string B, thus obtaining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string B∗, such that the Longest Common Subsequence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(LCS) between A and B∗ is maximized.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Casteli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show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problem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NP-hard and provide a 3/5-approximation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the problem.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study the problem from the experimental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of view. We introduce, implement and test new heuristic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compare them with the approximation algorithm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Casteli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Moreover, we introduce an Integer Linear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(ILP) model for the problem and we use the state of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ILP solver,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Gurobi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obtain exact solution for moderate sized instances.</a:t>
            </a:r>
            <a:endParaRPr lang="fr-F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335" y="1100491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be two strings A and B over alphabet Σ and a multiset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of symbols in Σ.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filling B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string B is defined as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obtained from B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inserting a subset of the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symbols from M into B.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filling B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maximizes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of strings A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335" y="242651"/>
            <a:ext cx="22608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6" b="3191"/>
          <a:stretch/>
        </p:blipFill>
        <p:spPr>
          <a:xfrm>
            <a:off x="4459319" y="5154554"/>
            <a:ext cx="4569272" cy="1077570"/>
          </a:xfrm>
          <a:prstGeom prst="rect">
            <a:avLst/>
          </a:prstGeom>
        </p:spPr>
      </p:pic>
      <p:pic>
        <p:nvPicPr>
          <p:cNvPr id="7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72" y="5030057"/>
            <a:ext cx="439102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51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366822"/>
            <a:ext cx="9004993" cy="513163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wish to reason about the solution space of the LFCS problem to offer some insights into its nature. To begin with, we may consider the extreme where M = ∅. Then, the solution for LFCS is the same as the LCS value of inputs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B. Conversely, if M contains A entirely, then we can just pick as a filling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B∗ = AB, and the solution for LFCS is of size |A|. Clearly, the difficult cases to solve are when M is in the middle-ground. If M is very small, then there are few insertions to consider. Moreover, if M is too extensive, then the same situation occurs. To better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solution space, let us consider an alternative formulation of LFCS:</a:t>
            </a:r>
          </a:p>
        </p:txBody>
      </p:sp>
      <p:sp>
        <p:nvSpPr>
          <p:cNvPr id="2" name="矩形 1"/>
          <p:cNvSpPr/>
          <p:nvPr/>
        </p:nvSpPr>
        <p:spPr>
          <a:xfrm>
            <a:off x="240945" y="376846"/>
            <a:ext cx="37401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LFCS Solution Space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1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9335" y="1357944"/>
                <a:ext cx="9004993" cy="513163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there be two strings A and B over alphabet Σ and a multiset M of symbols in Σ.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string A from which we have removed a subset of symbols, no more than the amount contained in M.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maximizes the sum between |A| − |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and the length of the longest common subsequence of strings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B.</a:t>
                </a:r>
                <a:endParaRPr lang="fr-FR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335" y="1357944"/>
                <a:ext cx="9004993" cy="5131633"/>
              </a:xfrm>
              <a:blipFill>
                <a:blip r:embed="rId3"/>
                <a:stretch>
                  <a:fillRect l="-677" r="-4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69335" y="207140"/>
            <a:ext cx="42385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LFCS (alt.)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37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10" y="68476"/>
            <a:ext cx="4125593" cy="1893332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799" y="1961808"/>
            <a:ext cx="4551722" cy="226406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6" y="4356497"/>
            <a:ext cx="4613619" cy="205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9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92711" y="4715730"/>
                <a:ext cx="6754658" cy="1799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m:rPr>
                        <m:nor/>
                      </m:rP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TW" sz="2000" b="0" i="1" dirty="0">
                  <a:latin typeface="Cambria Math" panose="02040503050406030204" pitchFamily="18" charset="0"/>
                </a:endParaRPr>
              </a:p>
              <a:p>
                <a:endParaRPr lang="en-US" altLang="zh-TW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0" dirty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US" altLang="zh-TW" sz="2000" b="0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sub>
                        <m:sup/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n-US" altLang="zh-TW" sz="2000" b="0" i="0" dirty="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1" y="4715730"/>
                <a:ext cx="6754658" cy="1799210"/>
              </a:xfrm>
              <a:prstGeom prst="rect">
                <a:avLst/>
              </a:prstGeom>
              <a:blipFill>
                <a:blip r:embed="rId3"/>
                <a:stretch>
                  <a:fillRect l="-993" t="-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68424" y="257778"/>
            <a:ext cx="8313938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back to last Figure, we wish to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size of the search space S(A,M). We see that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match d, a and b each in two places in A , yielding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8 combinations. </a:t>
            </a:r>
          </a:p>
          <a:p>
            <a:pPr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general case, we go though M and for each distinct symbol we calculate all the possible ways to match the occurrences in A with exactly the amount available in M. If we do this for each symbol, we get a product of combinations.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3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6809" y="89919"/>
            <a:ext cx="7886700" cy="1325563"/>
          </a:xfrm>
        </p:spPr>
        <p:txBody>
          <a:bodyPr>
            <a:noAutofit/>
          </a:bodyPr>
          <a:lstStyle/>
          <a:p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for the LFCS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8751" y="1548647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 Sampled Solutions</a:t>
            </a:r>
          </a:p>
          <a:p>
            <a:pPr marL="514350" indent="-514350">
              <a:buAutoNum type="alphaUcPeriod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eriod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Search Algorithm</a:t>
            </a:r>
          </a:p>
          <a:p>
            <a:pPr marL="514350" indent="-514350">
              <a:buAutoNum type="alphaUcPeriod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dub our algorithm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parameter k is the length of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window.</a:t>
            </a:r>
          </a:p>
        </p:txBody>
      </p:sp>
    </p:spTree>
    <p:extLst>
      <p:ext uri="{BB962C8B-B14F-4D97-AF65-F5344CB8AC3E}">
        <p14:creationId xmlns:p14="http://schemas.microsoft.com/office/powerpoint/2010/main" val="65552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687" y="8104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24464" y="1495380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obtain each (A,B,M) instance we first generate a uniform string for A. To make B, we first copy A and iterate through it, changing symbols with a probability of 50%.</a:t>
                </a: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change applied is uniformly chosen among 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duplication,deletion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substitution with a different symbol. We then randomly split B into segments no longer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discard &gt;30% of them. The remainder is the final B string, while the discarded symbols are put into M.</a:t>
                </a: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our tests we select n = |A| to be 16, 32, 48, 64, 80,</a:t>
                </a: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the alphabet size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combination of n and |Σ|, we generate 100 instances.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464" y="1495380"/>
                <a:ext cx="7886700" cy="4351338"/>
              </a:xfrm>
              <a:blipFill>
                <a:blip r:embed="rId2"/>
                <a:stretch>
                  <a:fillRect l="-851" t="-1401" r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82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67" y="551557"/>
            <a:ext cx="67818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780" y="783245"/>
            <a:ext cx="6740439" cy="5411474"/>
          </a:xfrm>
        </p:spPr>
      </p:pic>
    </p:spTree>
    <p:extLst>
      <p:ext uri="{BB962C8B-B14F-4D97-AF65-F5344CB8AC3E}">
        <p14:creationId xmlns:p14="http://schemas.microsoft.com/office/powerpoint/2010/main" val="528223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742950"/>
            <a:ext cx="6629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3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87910</TotalTime>
  <Words>812</Words>
  <Application>Microsoft Office PowerPoint</Application>
  <PresentationFormat>如螢幕大小 (4:3)</PresentationFormat>
  <Paragraphs>55</Paragraphs>
  <Slides>12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佈景主題</vt:lpstr>
      <vt:lpstr>Heuristic Algorithms for the Longest Filled Common Subsequence Problem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Euristic algorithms for the LFCS problem</vt:lpstr>
      <vt:lpstr>Experimental results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User</dc:creator>
  <cp:lastModifiedBy>pplab</cp:lastModifiedBy>
  <cp:revision>759</cp:revision>
  <dcterms:created xsi:type="dcterms:W3CDTF">2017-09-25T08:45:50Z</dcterms:created>
  <dcterms:modified xsi:type="dcterms:W3CDTF">2019-10-22T13:05:52Z</dcterms:modified>
</cp:coreProperties>
</file>