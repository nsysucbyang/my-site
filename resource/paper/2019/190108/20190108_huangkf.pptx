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63" r:id="rId3"/>
    <p:sldId id="364" r:id="rId4"/>
    <p:sldId id="276" r:id="rId5"/>
    <p:sldId id="306" r:id="rId6"/>
    <p:sldId id="343" r:id="rId7"/>
    <p:sldId id="366" r:id="rId8"/>
    <p:sldId id="367" r:id="rId9"/>
    <p:sldId id="368" r:id="rId10"/>
    <p:sldId id="369" r:id="rId11"/>
    <p:sldId id="37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AD7078E-7038-4986-B0ED-CBFCB84320F6}">
          <p14:sldIdLst>
            <p14:sldId id="256"/>
            <p14:sldId id="363"/>
            <p14:sldId id="364"/>
            <p14:sldId id="276"/>
            <p14:sldId id="306"/>
            <p14:sldId id="343"/>
            <p14:sldId id="366"/>
            <p14:sldId id="367"/>
            <p14:sldId id="368"/>
            <p14:sldId id="369"/>
            <p14:sldId id="3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5DDE08-E761-4D81-98F0-68B3E676808A}" v="57" dt="2019-01-08T10:29:16.6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國峰 黃" userId="07d7d89e1f669cb9" providerId="LiveId" clId="{E97F28A7-1CE6-4A2E-BE2A-327E4772F132}"/>
    <pc:docChg chg="undo custSel mod addSld delSld modSld sldOrd modSection">
      <pc:chgData name="國峰 黃" userId="07d7d89e1f669cb9" providerId="LiveId" clId="{E97F28A7-1CE6-4A2E-BE2A-327E4772F132}" dt="2018-11-13T10:14:52.203" v="343" actId="27636"/>
      <pc:docMkLst>
        <pc:docMk/>
      </pc:docMkLst>
      <pc:sldChg chg="modSp">
        <pc:chgData name="國峰 黃" userId="07d7d89e1f669cb9" providerId="LiveId" clId="{E97F28A7-1CE6-4A2E-BE2A-327E4772F132}" dt="2018-11-13T08:56:03.246" v="263"/>
        <pc:sldMkLst>
          <pc:docMk/>
          <pc:sldMk cId="3676774769" sldId="256"/>
        </pc:sldMkLst>
        <pc:spChg chg="mod">
          <ac:chgData name="國峰 黃" userId="07d7d89e1f669cb9" providerId="LiveId" clId="{E97F28A7-1CE6-4A2E-BE2A-327E4772F132}" dt="2018-11-05T13:57:36.504" v="0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國峰 黃" userId="07d7d89e1f669cb9" providerId="LiveId" clId="{E97F28A7-1CE6-4A2E-BE2A-327E4772F132}" dt="2018-11-05T14:02:18.976" v="15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國峰 黃" userId="07d7d89e1f669cb9" providerId="LiveId" clId="{E97F28A7-1CE6-4A2E-BE2A-327E4772F132}" dt="2018-11-13T08:56:03.246" v="263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國峰 黃" userId="07d7d89e1f669cb9" providerId="LiveId" clId="{E97F28A7-1CE6-4A2E-BE2A-327E4772F132}" dt="2018-11-05T14:22:44.019" v="53"/>
        <pc:sldMkLst>
          <pc:docMk/>
          <pc:sldMk cId="2726883200" sldId="276"/>
        </pc:sldMkLst>
        <pc:spChg chg="mod">
          <ac:chgData name="國峰 黃" userId="07d7d89e1f669cb9" providerId="LiveId" clId="{E97F28A7-1CE6-4A2E-BE2A-327E4772F132}" dt="2018-11-05T14:02:37.603" v="22" actId="20577"/>
          <ac:spMkLst>
            <pc:docMk/>
            <pc:sldMk cId="2726883200" sldId="276"/>
            <ac:spMk id="2" creationId="{A81FADCC-098F-42B3-A516-7A8E8C1A4646}"/>
          </ac:spMkLst>
        </pc:spChg>
        <pc:spChg chg="mod">
          <ac:chgData name="國峰 黃" userId="07d7d89e1f669cb9" providerId="LiveId" clId="{E97F28A7-1CE6-4A2E-BE2A-327E4772F132}" dt="2018-11-05T14:22:44.019" v="53"/>
          <ac:spMkLst>
            <pc:docMk/>
            <pc:sldMk cId="2726883200" sldId="276"/>
            <ac:spMk id="3" creationId="{7DB8E5E2-9D37-4095-8A46-00A68D1D282E}"/>
          </ac:spMkLst>
        </pc:spChg>
      </pc:sldChg>
      <pc:sldChg chg="addSp delSp modSp">
        <pc:chgData name="國峰 黃" userId="07d7d89e1f669cb9" providerId="LiveId" clId="{E97F28A7-1CE6-4A2E-BE2A-327E4772F132}" dt="2018-11-06T10:15:18.296" v="257" actId="20577"/>
        <pc:sldMkLst>
          <pc:docMk/>
          <pc:sldMk cId="2693855290" sldId="306"/>
        </pc:sldMkLst>
        <pc:spChg chg="mod">
          <ac:chgData name="國峰 黃" userId="07d7d89e1f669cb9" providerId="LiveId" clId="{E97F28A7-1CE6-4A2E-BE2A-327E4772F132}" dt="2018-11-06T09:16:28.888" v="247" actId="20577"/>
          <ac:spMkLst>
            <pc:docMk/>
            <pc:sldMk cId="2693855290" sldId="306"/>
            <ac:spMk id="2" creationId="{E7747DF4-4375-4FEA-AD33-D3E0A18DB5F5}"/>
          </ac:spMkLst>
        </pc:spChg>
        <pc:spChg chg="add mod">
          <ac:chgData name="國峰 黃" userId="07d7d89e1f669cb9" providerId="LiveId" clId="{E97F28A7-1CE6-4A2E-BE2A-327E4772F132}" dt="2018-11-06T10:15:18.296" v="257" actId="20577"/>
          <ac:spMkLst>
            <pc:docMk/>
            <pc:sldMk cId="2693855290" sldId="306"/>
            <ac:spMk id="4" creationId="{9E708711-49F6-4FF0-A488-26964698170B}"/>
          </ac:spMkLst>
        </pc:spChg>
        <pc:spChg chg="del">
          <ac:chgData name="國峰 黃" userId="07d7d89e1f669cb9" providerId="LiveId" clId="{E97F28A7-1CE6-4A2E-BE2A-327E4772F132}" dt="2018-11-05T14:13:50.140" v="28" actId="478"/>
          <ac:spMkLst>
            <pc:docMk/>
            <pc:sldMk cId="2693855290" sldId="306"/>
            <ac:spMk id="7" creationId="{99086DC2-F8C8-4EA5-B068-5864D10D2125}"/>
          </ac:spMkLst>
        </pc:spChg>
        <pc:spChg chg="del">
          <ac:chgData name="國峰 黃" userId="07d7d89e1f669cb9" providerId="LiveId" clId="{E97F28A7-1CE6-4A2E-BE2A-327E4772F132}" dt="2018-11-05T14:13:50.920" v="29" actId="478"/>
          <ac:spMkLst>
            <pc:docMk/>
            <pc:sldMk cId="2693855290" sldId="306"/>
            <ac:spMk id="10" creationId="{2926D08C-BA85-41E6-B116-353ACFCCED33}"/>
          </ac:spMkLst>
        </pc:spChg>
        <pc:picChg chg="del">
          <ac:chgData name="國峰 黃" userId="07d7d89e1f669cb9" providerId="LiveId" clId="{E97F28A7-1CE6-4A2E-BE2A-327E4772F132}" dt="2018-11-05T14:04:51.262" v="24" actId="478"/>
          <ac:picMkLst>
            <pc:docMk/>
            <pc:sldMk cId="2693855290" sldId="306"/>
            <ac:picMk id="5" creationId="{9A88F7FA-EE34-4AD8-92B7-F465D22AC41C}"/>
          </ac:picMkLst>
        </pc:picChg>
        <pc:picChg chg="add mod">
          <ac:chgData name="國峰 黃" userId="07d7d89e1f669cb9" providerId="LiveId" clId="{E97F28A7-1CE6-4A2E-BE2A-327E4772F132}" dt="2018-11-05T14:16:09.376" v="51" actId="1076"/>
          <ac:picMkLst>
            <pc:docMk/>
            <pc:sldMk cId="2693855290" sldId="306"/>
            <ac:picMk id="8" creationId="{E78C0173-69F7-4203-8330-0C3EC20918F0}"/>
          </ac:picMkLst>
        </pc:picChg>
      </pc:sldChg>
      <pc:sldChg chg="delSp modSp">
        <pc:chgData name="國峰 黃" userId="07d7d89e1f669cb9" providerId="LiveId" clId="{E97F28A7-1CE6-4A2E-BE2A-327E4772F132}" dt="2018-11-13T10:14:52.203" v="343" actId="27636"/>
        <pc:sldMkLst>
          <pc:docMk/>
          <pc:sldMk cId="2294589171" sldId="343"/>
        </pc:sldMkLst>
        <pc:spChg chg="mod">
          <ac:chgData name="國峰 黃" userId="07d7d89e1f669cb9" providerId="LiveId" clId="{E97F28A7-1CE6-4A2E-BE2A-327E4772F132}" dt="2018-11-05T14:27:23.023" v="62" actId="20577"/>
          <ac:spMkLst>
            <pc:docMk/>
            <pc:sldMk cId="2294589171" sldId="343"/>
            <ac:spMk id="2" creationId="{E7747DF4-4375-4FEA-AD33-D3E0A18DB5F5}"/>
          </ac:spMkLst>
        </pc:spChg>
        <pc:spChg chg="mod">
          <ac:chgData name="國峰 黃" userId="07d7d89e1f669cb9" providerId="LiveId" clId="{E97F28A7-1CE6-4A2E-BE2A-327E4772F132}" dt="2018-11-13T10:14:52.203" v="343" actId="27636"/>
          <ac:spMkLst>
            <pc:docMk/>
            <pc:sldMk cId="2294589171" sldId="343"/>
            <ac:spMk id="4" creationId="{0627CD87-F003-4658-806F-C0DB9B7E1520}"/>
          </ac:spMkLst>
        </pc:spChg>
        <pc:spChg chg="del">
          <ac:chgData name="國峰 黃" userId="07d7d89e1f669cb9" providerId="LiveId" clId="{E97F28A7-1CE6-4A2E-BE2A-327E4772F132}" dt="2018-11-05T14:27:10.450" v="56" actId="478"/>
          <ac:spMkLst>
            <pc:docMk/>
            <pc:sldMk cId="2294589171" sldId="343"/>
            <ac:spMk id="12" creationId="{81269035-5DAD-4DE5-8E44-871A03901DE5}"/>
          </ac:spMkLst>
        </pc:spChg>
        <pc:spChg chg="del">
          <ac:chgData name="國峰 黃" userId="07d7d89e1f669cb9" providerId="LiveId" clId="{E97F28A7-1CE6-4A2E-BE2A-327E4772F132}" dt="2018-11-05T14:27:11.140" v="57" actId="478"/>
          <ac:spMkLst>
            <pc:docMk/>
            <pc:sldMk cId="2294589171" sldId="343"/>
            <ac:spMk id="14" creationId="{EDDD686F-5C03-4BC6-AA6C-7513C0CC6E40}"/>
          </ac:spMkLst>
        </pc:spChg>
        <pc:picChg chg="del">
          <ac:chgData name="國峰 黃" userId="07d7d89e1f669cb9" providerId="LiveId" clId="{E97F28A7-1CE6-4A2E-BE2A-327E4772F132}" dt="2018-11-05T14:27:08.300" v="55" actId="478"/>
          <ac:picMkLst>
            <pc:docMk/>
            <pc:sldMk cId="2294589171" sldId="343"/>
            <ac:picMk id="15" creationId="{77C83F64-B1FD-4640-9F88-7815B8B63E80}"/>
          </ac:picMkLst>
        </pc:picChg>
      </pc:sldChg>
      <pc:sldChg chg="addSp delSp modSp add">
        <pc:chgData name="國峰 黃" userId="07d7d89e1f669cb9" providerId="LiveId" clId="{E97F28A7-1CE6-4A2E-BE2A-327E4772F132}" dt="2018-11-13T09:48:17.559" v="341"/>
        <pc:sldMkLst>
          <pc:docMk/>
          <pc:sldMk cId="1008352898" sldId="363"/>
        </pc:sldMkLst>
        <pc:spChg chg="mod">
          <ac:chgData name="國峰 黃" userId="07d7d89e1f669cb9" providerId="LiveId" clId="{E97F28A7-1CE6-4A2E-BE2A-327E4772F132}" dt="2018-11-13T09:48:17.559" v="341"/>
          <ac:spMkLst>
            <pc:docMk/>
            <pc:sldMk cId="1008352898" sldId="363"/>
            <ac:spMk id="2" creationId="{12F05902-5919-470C-8063-8C8BA1F98A77}"/>
          </ac:spMkLst>
        </pc:spChg>
        <pc:spChg chg="del">
          <ac:chgData name="國峰 黃" userId="07d7d89e1f669cb9" providerId="LiveId" clId="{E97F28A7-1CE6-4A2E-BE2A-327E4772F132}" dt="2018-11-13T09:47:47.239" v="331" actId="931"/>
          <ac:spMkLst>
            <pc:docMk/>
            <pc:sldMk cId="1008352898" sldId="363"/>
            <ac:spMk id="3" creationId="{3820327E-5BD8-40BC-A30C-865F68D66CF9}"/>
          </ac:spMkLst>
        </pc:spChg>
        <pc:picChg chg="add del">
          <ac:chgData name="國峰 黃" userId="07d7d89e1f669cb9" providerId="LiveId" clId="{E97F28A7-1CE6-4A2E-BE2A-327E4772F132}" dt="2018-11-13T09:47:40.780" v="330"/>
          <ac:picMkLst>
            <pc:docMk/>
            <pc:sldMk cId="1008352898" sldId="363"/>
            <ac:picMk id="4" creationId="{B6B9BDA6-3D15-4E2A-BDC3-3FAEC2197B0D}"/>
          </ac:picMkLst>
        </pc:picChg>
        <pc:picChg chg="add mod">
          <ac:chgData name="國峰 黃" userId="07d7d89e1f669cb9" providerId="LiveId" clId="{E97F28A7-1CE6-4A2E-BE2A-327E4772F132}" dt="2018-11-13T09:47:58.550" v="336" actId="1076"/>
          <ac:picMkLst>
            <pc:docMk/>
            <pc:sldMk cId="1008352898" sldId="363"/>
            <ac:picMk id="6" creationId="{C476E7C2-3CC3-4333-93D0-3120397F5069}"/>
          </ac:picMkLst>
        </pc:picChg>
      </pc:sldChg>
    </pc:docChg>
  </pc:docChgLst>
  <pc:docChgLst>
    <pc:chgData name="國峰 黃" userId="07d7d89e1f669cb9" providerId="LiveId" clId="{FF0CAD1B-94C6-4683-96BA-1DF4E703FDD6}"/>
    <pc:docChg chg="undo custSel addSld delSld modSld modSection">
      <pc:chgData name="國峰 黃" userId="07d7d89e1f669cb9" providerId="LiveId" clId="{FF0CAD1B-94C6-4683-96BA-1DF4E703FDD6}" dt="2018-12-10T09:41:59.896" v="470"/>
      <pc:docMkLst>
        <pc:docMk/>
      </pc:docMkLst>
      <pc:sldChg chg="modSp">
        <pc:chgData name="國峰 黃" userId="07d7d89e1f669cb9" providerId="LiveId" clId="{FF0CAD1B-94C6-4683-96BA-1DF4E703FDD6}" dt="2018-12-10T09:41:59.896" v="470"/>
        <pc:sldMkLst>
          <pc:docMk/>
          <pc:sldMk cId="3676774769" sldId="256"/>
        </pc:sldMkLst>
        <pc:spChg chg="mod">
          <ac:chgData name="國峰 黃" userId="07d7d89e1f669cb9" providerId="LiveId" clId="{FF0CAD1B-94C6-4683-96BA-1DF4E703FDD6}" dt="2018-11-27T07:50:11.764" v="164" actId="2711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國峰 黃" userId="07d7d89e1f669cb9" providerId="LiveId" clId="{FF0CAD1B-94C6-4683-96BA-1DF4E703FDD6}" dt="2018-11-27T07:50:17.205" v="165" actId="2711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國峰 黃" userId="07d7d89e1f669cb9" providerId="LiveId" clId="{FF0CAD1B-94C6-4683-96BA-1DF4E703FDD6}" dt="2018-12-10T09:41:59.896" v="470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國峰 黃" userId="07d7d89e1f669cb9" providerId="LiveId" clId="{FF0CAD1B-94C6-4683-96BA-1DF4E703FDD6}" dt="2018-11-27T07:50:43.126" v="170" actId="2711"/>
        <pc:sldMkLst>
          <pc:docMk/>
          <pc:sldMk cId="2726883200" sldId="276"/>
        </pc:sldMkLst>
        <pc:spChg chg="mod">
          <ac:chgData name="國峰 黃" userId="07d7d89e1f669cb9" providerId="LiveId" clId="{FF0CAD1B-94C6-4683-96BA-1DF4E703FDD6}" dt="2018-11-27T07:50:43.126" v="170" actId="2711"/>
          <ac:spMkLst>
            <pc:docMk/>
            <pc:sldMk cId="2726883200" sldId="276"/>
            <ac:spMk id="2" creationId="{A81FADCC-098F-42B3-A516-7A8E8C1A4646}"/>
          </ac:spMkLst>
        </pc:spChg>
        <pc:spChg chg="mod">
          <ac:chgData name="國峰 黃" userId="07d7d89e1f669cb9" providerId="LiveId" clId="{FF0CAD1B-94C6-4683-96BA-1DF4E703FDD6}" dt="2018-11-27T07:50:40.142" v="169" actId="2711"/>
          <ac:spMkLst>
            <pc:docMk/>
            <pc:sldMk cId="2726883200" sldId="276"/>
            <ac:spMk id="3" creationId="{7DB8E5E2-9D37-4095-8A46-00A68D1D282E}"/>
          </ac:spMkLst>
        </pc:spChg>
      </pc:sldChg>
      <pc:sldChg chg="addSp delSp modSp">
        <pc:chgData name="國峰 黃" userId="07d7d89e1f669cb9" providerId="LiveId" clId="{FF0CAD1B-94C6-4683-96BA-1DF4E703FDD6}" dt="2018-11-27T07:50:53.407" v="173" actId="2711"/>
        <pc:sldMkLst>
          <pc:docMk/>
          <pc:sldMk cId="2693855290" sldId="306"/>
        </pc:sldMkLst>
        <pc:spChg chg="mod">
          <ac:chgData name="國峰 黃" userId="07d7d89e1f669cb9" providerId="LiveId" clId="{FF0CAD1B-94C6-4683-96BA-1DF4E703FDD6}" dt="2018-11-27T07:50:53.407" v="173" actId="2711"/>
          <ac:spMkLst>
            <pc:docMk/>
            <pc:sldMk cId="2693855290" sldId="306"/>
            <ac:spMk id="2" creationId="{E7747DF4-4375-4FEA-AD33-D3E0A18DB5F5}"/>
          </ac:spMkLst>
        </pc:spChg>
        <pc:spChg chg="del mod">
          <ac:chgData name="國峰 黃" userId="07d7d89e1f669cb9" providerId="LiveId" clId="{FF0CAD1B-94C6-4683-96BA-1DF4E703FDD6}" dt="2018-11-27T07:38:00.001" v="57" actId="931"/>
          <ac:spMkLst>
            <pc:docMk/>
            <pc:sldMk cId="2693855290" sldId="306"/>
            <ac:spMk id="4" creationId="{9E708711-49F6-4FF0-A488-26964698170B}"/>
          </ac:spMkLst>
        </pc:spChg>
        <pc:spChg chg="add del">
          <ac:chgData name="國峰 黃" userId="07d7d89e1f669cb9" providerId="LiveId" clId="{FF0CAD1B-94C6-4683-96BA-1DF4E703FDD6}" dt="2018-11-27T07:38:20.042" v="59"/>
          <ac:spMkLst>
            <pc:docMk/>
            <pc:sldMk cId="2693855290" sldId="306"/>
            <ac:spMk id="6" creationId="{8FD84472-92A0-4471-A5B9-774C17C21C07}"/>
          </ac:spMkLst>
        </pc:spChg>
        <pc:picChg chg="add mod">
          <ac:chgData name="國峰 黃" userId="07d7d89e1f669cb9" providerId="LiveId" clId="{FF0CAD1B-94C6-4683-96BA-1DF4E703FDD6}" dt="2018-11-27T07:38:00.001" v="57" actId="931"/>
          <ac:picMkLst>
            <pc:docMk/>
            <pc:sldMk cId="2693855290" sldId="306"/>
            <ac:picMk id="5" creationId="{7D7F0169-C3E4-4A08-8276-1A6D35A470D6}"/>
          </ac:picMkLst>
        </pc:picChg>
        <pc:picChg chg="del">
          <ac:chgData name="國峰 黃" userId="07d7d89e1f669cb9" providerId="LiveId" clId="{FF0CAD1B-94C6-4683-96BA-1DF4E703FDD6}" dt="2018-11-27T07:37:53.267" v="55" actId="478"/>
          <ac:picMkLst>
            <pc:docMk/>
            <pc:sldMk cId="2693855290" sldId="306"/>
            <ac:picMk id="8" creationId="{E78C0173-69F7-4203-8330-0C3EC20918F0}"/>
          </ac:picMkLst>
        </pc:picChg>
      </pc:sldChg>
      <pc:sldChg chg="addSp delSp modSp">
        <pc:chgData name="國峰 黃" userId="07d7d89e1f669cb9" providerId="LiveId" clId="{FF0CAD1B-94C6-4683-96BA-1DF4E703FDD6}" dt="2018-12-04T07:33:35.441" v="464" actId="1076"/>
        <pc:sldMkLst>
          <pc:docMk/>
          <pc:sldMk cId="2294589171" sldId="343"/>
        </pc:sldMkLst>
        <pc:spChg chg="mod">
          <ac:chgData name="國峰 黃" userId="07d7d89e1f669cb9" providerId="LiveId" clId="{FF0CAD1B-94C6-4683-96BA-1DF4E703FDD6}" dt="2018-11-27T07:52:08.057" v="183"/>
          <ac:spMkLst>
            <pc:docMk/>
            <pc:sldMk cId="2294589171" sldId="343"/>
            <ac:spMk id="2" creationId="{E7747DF4-4375-4FEA-AD33-D3E0A18DB5F5}"/>
          </ac:spMkLst>
        </pc:spChg>
        <pc:spChg chg="del mod">
          <ac:chgData name="國峰 黃" userId="07d7d89e1f669cb9" providerId="LiveId" clId="{FF0CAD1B-94C6-4683-96BA-1DF4E703FDD6}" dt="2018-11-27T07:40:25.469" v="76" actId="931"/>
          <ac:spMkLst>
            <pc:docMk/>
            <pc:sldMk cId="2294589171" sldId="343"/>
            <ac:spMk id="4" creationId="{0627CD87-F003-4658-806F-C0DB9B7E1520}"/>
          </ac:spMkLst>
        </pc:spChg>
        <pc:spChg chg="add mod">
          <ac:chgData name="國峰 黃" userId="07d7d89e1f669cb9" providerId="LiveId" clId="{FF0CAD1B-94C6-4683-96BA-1DF4E703FDD6}" dt="2018-12-04T07:33:35.441" v="464" actId="1076"/>
          <ac:spMkLst>
            <pc:docMk/>
            <pc:sldMk cId="2294589171" sldId="343"/>
            <ac:spMk id="6" creationId="{557132B1-9379-4387-ABC5-E77EB136BF1B}"/>
          </ac:spMkLst>
        </pc:spChg>
        <pc:spChg chg="del">
          <ac:chgData name="國峰 黃" userId="07d7d89e1f669cb9" providerId="LiveId" clId="{FF0CAD1B-94C6-4683-96BA-1DF4E703FDD6}" dt="2018-11-27T07:42:28.205" v="99" actId="478"/>
          <ac:spMkLst>
            <pc:docMk/>
            <pc:sldMk cId="2294589171" sldId="343"/>
            <ac:spMk id="8" creationId="{F6FB5659-D818-4D67-BFFE-5E5309CB65FB}"/>
          </ac:spMkLst>
        </pc:spChg>
        <pc:spChg chg="del">
          <ac:chgData name="國峰 黃" userId="07d7d89e1f669cb9" providerId="LiveId" clId="{FF0CAD1B-94C6-4683-96BA-1DF4E703FDD6}" dt="2018-11-27T07:42:27.346" v="98" actId="478"/>
          <ac:spMkLst>
            <pc:docMk/>
            <pc:sldMk cId="2294589171" sldId="343"/>
            <ac:spMk id="11" creationId="{5168AB9F-F403-4697-9944-3CAE1499F539}"/>
          </ac:spMkLst>
        </pc:spChg>
        <pc:picChg chg="add mod">
          <ac:chgData name="國峰 黃" userId="07d7d89e1f669cb9" providerId="LiveId" clId="{FF0CAD1B-94C6-4683-96BA-1DF4E703FDD6}" dt="2018-11-27T07:42:52.454" v="103" actId="1076"/>
          <ac:picMkLst>
            <pc:docMk/>
            <pc:sldMk cId="2294589171" sldId="343"/>
            <ac:picMk id="5" creationId="{6F19EF68-75FC-424A-8C36-A10BB19F955C}"/>
          </ac:picMkLst>
        </pc:picChg>
      </pc:sldChg>
      <pc:sldChg chg="addSp delSp modSp">
        <pc:chgData name="國峰 黃" userId="07d7d89e1f669cb9" providerId="LiveId" clId="{FF0CAD1B-94C6-4683-96BA-1DF4E703FDD6}" dt="2018-11-27T07:50:27.486" v="167" actId="2711"/>
        <pc:sldMkLst>
          <pc:docMk/>
          <pc:sldMk cId="1008352898" sldId="363"/>
        </pc:sldMkLst>
        <pc:spChg chg="mod">
          <ac:chgData name="國峰 黃" userId="07d7d89e1f669cb9" providerId="LiveId" clId="{FF0CAD1B-94C6-4683-96BA-1DF4E703FDD6}" dt="2018-11-27T07:50:27.486" v="167" actId="2711"/>
          <ac:spMkLst>
            <pc:docMk/>
            <pc:sldMk cId="1008352898" sldId="363"/>
            <ac:spMk id="2" creationId="{12F05902-5919-470C-8063-8C8BA1F98A77}"/>
          </ac:spMkLst>
        </pc:spChg>
        <pc:spChg chg="add del mod">
          <ac:chgData name="國峰 黃" userId="07d7d89e1f669cb9" providerId="LiveId" clId="{FF0CAD1B-94C6-4683-96BA-1DF4E703FDD6}" dt="2018-11-27T07:31:32.137" v="27" actId="931"/>
          <ac:spMkLst>
            <pc:docMk/>
            <pc:sldMk cId="1008352898" sldId="363"/>
            <ac:spMk id="4" creationId="{E33CFF70-9A5A-4CAE-95B4-D341996379D9}"/>
          </ac:spMkLst>
        </pc:spChg>
        <pc:picChg chg="del">
          <ac:chgData name="國峰 黃" userId="07d7d89e1f669cb9" providerId="LiveId" clId="{FF0CAD1B-94C6-4683-96BA-1DF4E703FDD6}" dt="2018-11-27T07:31:27.071" v="26" actId="478"/>
          <ac:picMkLst>
            <pc:docMk/>
            <pc:sldMk cId="1008352898" sldId="363"/>
            <ac:picMk id="6" creationId="{C476E7C2-3CC3-4333-93D0-3120397F5069}"/>
          </ac:picMkLst>
        </pc:picChg>
        <pc:picChg chg="add mod">
          <ac:chgData name="國峰 黃" userId="07d7d89e1f669cb9" providerId="LiveId" clId="{FF0CAD1B-94C6-4683-96BA-1DF4E703FDD6}" dt="2018-11-27T07:31:32.137" v="27" actId="931"/>
          <ac:picMkLst>
            <pc:docMk/>
            <pc:sldMk cId="1008352898" sldId="363"/>
            <ac:picMk id="7" creationId="{06F07229-5A86-43AB-8B22-DA947E2ED600}"/>
          </ac:picMkLst>
        </pc:picChg>
      </pc:sldChg>
      <pc:sldChg chg="addSp delSp modSp add">
        <pc:chgData name="國峰 黃" userId="07d7d89e1f669cb9" providerId="LiveId" clId="{FF0CAD1B-94C6-4683-96BA-1DF4E703FDD6}" dt="2018-11-27T07:50:36.767" v="168" actId="2711"/>
        <pc:sldMkLst>
          <pc:docMk/>
          <pc:sldMk cId="3534587461" sldId="364"/>
        </pc:sldMkLst>
        <pc:spChg chg="mod">
          <ac:chgData name="國峰 黃" userId="07d7d89e1f669cb9" providerId="LiveId" clId="{FF0CAD1B-94C6-4683-96BA-1DF4E703FDD6}" dt="2018-11-27T07:50:36.767" v="168" actId="2711"/>
          <ac:spMkLst>
            <pc:docMk/>
            <pc:sldMk cId="3534587461" sldId="364"/>
            <ac:spMk id="2" creationId="{12F05902-5919-470C-8063-8C8BA1F98A77}"/>
          </ac:spMkLst>
        </pc:spChg>
        <pc:spChg chg="add del mod">
          <ac:chgData name="國峰 黃" userId="07d7d89e1f669cb9" providerId="LiveId" clId="{FF0CAD1B-94C6-4683-96BA-1DF4E703FDD6}" dt="2018-11-27T07:33:35.599" v="33" actId="931"/>
          <ac:spMkLst>
            <pc:docMk/>
            <pc:sldMk cId="3534587461" sldId="364"/>
            <ac:spMk id="5" creationId="{A77B1652-3C70-41C2-8325-FF39685D5924}"/>
          </ac:spMkLst>
        </pc:spChg>
        <pc:picChg chg="add del">
          <ac:chgData name="國峰 黃" userId="07d7d89e1f669cb9" providerId="LiveId" clId="{FF0CAD1B-94C6-4683-96BA-1DF4E703FDD6}" dt="2018-11-27T07:32:37.628" v="30"/>
          <ac:picMkLst>
            <pc:docMk/>
            <pc:sldMk cId="3534587461" sldId="364"/>
            <ac:picMk id="3" creationId="{8802A5D2-1128-4F9D-B24C-5C2A40B447DA}"/>
          </ac:picMkLst>
        </pc:picChg>
        <pc:picChg chg="del">
          <ac:chgData name="國峰 黃" userId="07d7d89e1f669cb9" providerId="LiveId" clId="{FF0CAD1B-94C6-4683-96BA-1DF4E703FDD6}" dt="2018-11-27T07:33:01.398" v="32" actId="478"/>
          <ac:picMkLst>
            <pc:docMk/>
            <pc:sldMk cId="3534587461" sldId="364"/>
            <ac:picMk id="7" creationId="{06F07229-5A86-43AB-8B22-DA947E2ED600}"/>
          </ac:picMkLst>
        </pc:picChg>
        <pc:picChg chg="add mod">
          <ac:chgData name="國峰 黃" userId="07d7d89e1f669cb9" providerId="LiveId" clId="{FF0CAD1B-94C6-4683-96BA-1DF4E703FDD6}" dt="2018-11-27T07:33:35.599" v="33" actId="931"/>
          <ac:picMkLst>
            <pc:docMk/>
            <pc:sldMk cId="3534587461" sldId="364"/>
            <ac:picMk id="8" creationId="{698C2CC7-A0E6-42CE-B305-DE811F28DF4D}"/>
          </ac:picMkLst>
        </pc:picChg>
      </pc:sldChg>
      <pc:sldChg chg="addSp delSp modSp add">
        <pc:chgData name="國峰 黃" userId="07d7d89e1f669cb9" providerId="LiveId" clId="{FF0CAD1B-94C6-4683-96BA-1DF4E703FDD6}" dt="2018-11-27T10:09:05.244" v="438" actId="20577"/>
        <pc:sldMkLst>
          <pc:docMk/>
          <pc:sldMk cId="1473708507" sldId="366"/>
        </pc:sldMkLst>
        <pc:spChg chg="mod">
          <ac:chgData name="國峰 黃" userId="07d7d89e1f669cb9" providerId="LiveId" clId="{FF0CAD1B-94C6-4683-96BA-1DF4E703FDD6}" dt="2018-11-27T07:51:53.205" v="179" actId="2711"/>
          <ac:spMkLst>
            <pc:docMk/>
            <pc:sldMk cId="1473708507" sldId="366"/>
            <ac:spMk id="2" creationId="{E7747DF4-4375-4FEA-AD33-D3E0A18DB5F5}"/>
          </ac:spMkLst>
        </pc:spChg>
        <pc:spChg chg="add del mod">
          <ac:chgData name="國峰 黃" userId="07d7d89e1f669cb9" providerId="LiveId" clId="{FF0CAD1B-94C6-4683-96BA-1DF4E703FDD6}" dt="2018-11-27T07:45:16.548" v="121" actId="47"/>
          <ac:spMkLst>
            <pc:docMk/>
            <pc:sldMk cId="1473708507" sldId="366"/>
            <ac:spMk id="6" creationId="{557132B1-9379-4387-ABC5-E77EB136BF1B}"/>
          </ac:spMkLst>
        </pc:spChg>
        <pc:spChg chg="add del mod">
          <ac:chgData name="國峰 黃" userId="07d7d89e1f669cb9" providerId="LiveId" clId="{FF0CAD1B-94C6-4683-96BA-1DF4E703FDD6}" dt="2018-11-27T07:45:21.579" v="123" actId="478"/>
          <ac:spMkLst>
            <pc:docMk/>
            <pc:sldMk cId="1473708507" sldId="366"/>
            <ac:spMk id="9" creationId="{E33E4CFA-93DE-45DF-96EC-049A3BABDE5C}"/>
          </ac:spMkLst>
        </pc:spChg>
        <pc:spChg chg="add mod">
          <ac:chgData name="國峰 黃" userId="07d7d89e1f669cb9" providerId="LiveId" clId="{FF0CAD1B-94C6-4683-96BA-1DF4E703FDD6}" dt="2018-11-27T10:08:42.369" v="426" actId="20577"/>
          <ac:spMkLst>
            <pc:docMk/>
            <pc:sldMk cId="1473708507" sldId="366"/>
            <ac:spMk id="10" creationId="{EEC538C9-C43F-45D1-B372-CC560EC08A53}"/>
          </ac:spMkLst>
        </pc:spChg>
        <pc:spChg chg="add mod">
          <ac:chgData name="國峰 黃" userId="07d7d89e1f669cb9" providerId="LiveId" clId="{FF0CAD1B-94C6-4683-96BA-1DF4E703FDD6}" dt="2018-11-27T10:08:49.401" v="430" actId="20577"/>
          <ac:spMkLst>
            <pc:docMk/>
            <pc:sldMk cId="1473708507" sldId="366"/>
            <ac:spMk id="11" creationId="{F744364A-3E62-423F-AC60-3A0EC58F2368}"/>
          </ac:spMkLst>
        </pc:spChg>
        <pc:spChg chg="add mod">
          <ac:chgData name="國峰 黃" userId="07d7d89e1f669cb9" providerId="LiveId" clId="{FF0CAD1B-94C6-4683-96BA-1DF4E703FDD6}" dt="2018-11-27T10:08:58.041" v="434" actId="20577"/>
          <ac:spMkLst>
            <pc:docMk/>
            <pc:sldMk cId="1473708507" sldId="366"/>
            <ac:spMk id="12" creationId="{5E4BF0CA-73C5-44CC-8162-AE293CABA5E0}"/>
          </ac:spMkLst>
        </pc:spChg>
        <pc:spChg chg="add mod">
          <ac:chgData name="國峰 黃" userId="07d7d89e1f669cb9" providerId="LiveId" clId="{FF0CAD1B-94C6-4683-96BA-1DF4E703FDD6}" dt="2018-11-27T10:09:05.244" v="438" actId="20577"/>
          <ac:spMkLst>
            <pc:docMk/>
            <pc:sldMk cId="1473708507" sldId="366"/>
            <ac:spMk id="13" creationId="{44E25BA8-F5AE-44CA-9AC0-11BE3A9A2E63}"/>
          </ac:spMkLst>
        </pc:spChg>
        <pc:picChg chg="add del mod">
          <ac:chgData name="國峰 黃" userId="07d7d89e1f669cb9" providerId="LiveId" clId="{FF0CAD1B-94C6-4683-96BA-1DF4E703FDD6}" dt="2018-11-27T07:44:40.046" v="110"/>
          <ac:picMkLst>
            <pc:docMk/>
            <pc:sldMk cId="1473708507" sldId="366"/>
            <ac:picMk id="3" creationId="{F226FDB6-6D3D-4122-A8E9-95DDE76DC513}"/>
          </ac:picMkLst>
        </pc:picChg>
        <pc:picChg chg="del mod">
          <ac:chgData name="國峰 黃" userId="07d7d89e1f669cb9" providerId="LiveId" clId="{FF0CAD1B-94C6-4683-96BA-1DF4E703FDD6}" dt="2018-11-27T07:44:57.438" v="114" actId="478"/>
          <ac:picMkLst>
            <pc:docMk/>
            <pc:sldMk cId="1473708507" sldId="366"/>
            <ac:picMk id="5" creationId="{6F19EF68-75FC-424A-8C36-A10BB19F955C}"/>
          </ac:picMkLst>
        </pc:picChg>
        <pc:picChg chg="add del mod">
          <ac:chgData name="國峰 黃" userId="07d7d89e1f669cb9" providerId="LiveId" clId="{FF0CAD1B-94C6-4683-96BA-1DF4E703FDD6}" dt="2018-11-27T08:07:38.832" v="289" actId="1076"/>
          <ac:picMkLst>
            <pc:docMk/>
            <pc:sldMk cId="1473708507" sldId="366"/>
            <ac:picMk id="7" creationId="{ED8739CF-FB3D-4371-B506-E5D47653907B}"/>
          </ac:picMkLst>
        </pc:picChg>
      </pc:sldChg>
      <pc:sldChg chg="addSp delSp modSp add">
        <pc:chgData name="國峰 黃" userId="07d7d89e1f669cb9" providerId="LiveId" clId="{FF0CAD1B-94C6-4683-96BA-1DF4E703FDD6}" dt="2018-11-27T08:13:52.491" v="357" actId="1076"/>
        <pc:sldMkLst>
          <pc:docMk/>
          <pc:sldMk cId="471094479" sldId="367"/>
        </pc:sldMkLst>
        <pc:spChg chg="mod">
          <ac:chgData name="國峰 黃" userId="07d7d89e1f669cb9" providerId="LiveId" clId="{FF0CAD1B-94C6-4683-96BA-1DF4E703FDD6}" dt="2018-11-27T08:12:10.254" v="338" actId="2711"/>
          <ac:spMkLst>
            <pc:docMk/>
            <pc:sldMk cId="471094479" sldId="367"/>
            <ac:spMk id="2" creationId="{9B003F61-DD93-4036-9318-A5621607A6E3}"/>
          </ac:spMkLst>
        </pc:spChg>
        <pc:spChg chg="add del">
          <ac:chgData name="國峰 黃" userId="07d7d89e1f669cb9" providerId="LiveId" clId="{FF0CAD1B-94C6-4683-96BA-1DF4E703FDD6}" dt="2018-11-27T08:10:38.317" v="320" actId="931"/>
          <ac:spMkLst>
            <pc:docMk/>
            <pc:sldMk cId="471094479" sldId="367"/>
            <ac:spMk id="3" creationId="{C63DD07F-1E06-41E1-9941-C579311FD29F}"/>
          </ac:spMkLst>
        </pc:spChg>
        <pc:spChg chg="add del mod">
          <ac:chgData name="國峰 黃" userId="07d7d89e1f669cb9" providerId="LiveId" clId="{FF0CAD1B-94C6-4683-96BA-1DF4E703FDD6}" dt="2018-11-27T08:12:22.427" v="343"/>
          <ac:spMkLst>
            <pc:docMk/>
            <pc:sldMk cId="471094479" sldId="367"/>
            <ac:spMk id="7" creationId="{2D8AA049-2D72-44D2-9C57-EB1A21B00AED}"/>
          </ac:spMkLst>
        </pc:spChg>
        <pc:spChg chg="add mod">
          <ac:chgData name="國峰 黃" userId="07d7d89e1f669cb9" providerId="LiveId" clId="{FF0CAD1B-94C6-4683-96BA-1DF4E703FDD6}" dt="2018-11-27T08:13:52.491" v="357" actId="1076"/>
          <ac:spMkLst>
            <pc:docMk/>
            <pc:sldMk cId="471094479" sldId="367"/>
            <ac:spMk id="8" creationId="{2D6BAACC-7FC3-4AF2-A7A6-C89F1D90E159}"/>
          </ac:spMkLst>
        </pc:spChg>
        <pc:picChg chg="add del mod">
          <ac:chgData name="國峰 黃" userId="07d7d89e1f669cb9" providerId="LiveId" clId="{FF0CAD1B-94C6-4683-96BA-1DF4E703FDD6}" dt="2018-11-27T08:10:32.306" v="319"/>
          <ac:picMkLst>
            <pc:docMk/>
            <pc:sldMk cId="471094479" sldId="367"/>
            <ac:picMk id="4" creationId="{12897729-5277-4357-9713-E5512A857871}"/>
          </ac:picMkLst>
        </pc:picChg>
        <pc:picChg chg="add mod">
          <ac:chgData name="國峰 黃" userId="07d7d89e1f669cb9" providerId="LiveId" clId="{FF0CAD1B-94C6-4683-96BA-1DF4E703FDD6}" dt="2018-11-27T08:12:21.817" v="341" actId="1076"/>
          <ac:picMkLst>
            <pc:docMk/>
            <pc:sldMk cId="471094479" sldId="367"/>
            <ac:picMk id="6" creationId="{75FF52B7-0DFA-4024-9E54-1556547BC002}"/>
          </ac:picMkLst>
        </pc:picChg>
      </pc:sldChg>
      <pc:sldChg chg="addSp delSp modSp add">
        <pc:chgData name="國峰 黃" userId="07d7d89e1f669cb9" providerId="LiveId" clId="{FF0CAD1B-94C6-4683-96BA-1DF4E703FDD6}" dt="2018-11-27T09:26:17.127" v="413" actId="1076"/>
        <pc:sldMkLst>
          <pc:docMk/>
          <pc:sldMk cId="664800468" sldId="368"/>
        </pc:sldMkLst>
        <pc:spChg chg="mod">
          <ac:chgData name="國峰 黃" userId="07d7d89e1f669cb9" providerId="LiveId" clId="{FF0CAD1B-94C6-4683-96BA-1DF4E703FDD6}" dt="2018-11-27T09:25:42.284" v="378"/>
          <ac:spMkLst>
            <pc:docMk/>
            <pc:sldMk cId="664800468" sldId="368"/>
            <ac:spMk id="2" creationId="{9B003F61-DD93-4036-9318-A5621607A6E3}"/>
          </ac:spMkLst>
        </pc:spChg>
        <pc:spChg chg="add del mod">
          <ac:chgData name="國峰 黃" userId="07d7d89e1f669cb9" providerId="LiveId" clId="{FF0CAD1B-94C6-4683-96BA-1DF4E703FDD6}" dt="2018-11-27T09:25:05.351" v="372" actId="478"/>
          <ac:spMkLst>
            <pc:docMk/>
            <pc:sldMk cId="664800468" sldId="368"/>
            <ac:spMk id="4" creationId="{43C0D13D-B447-4D21-B94E-637FB0FFE511}"/>
          </ac:spMkLst>
        </pc:spChg>
        <pc:spChg chg="del">
          <ac:chgData name="國峰 黃" userId="07d7d89e1f669cb9" providerId="LiveId" clId="{FF0CAD1B-94C6-4683-96BA-1DF4E703FDD6}" dt="2018-11-27T09:25:06.257" v="373" actId="478"/>
          <ac:spMkLst>
            <pc:docMk/>
            <pc:sldMk cId="664800468" sldId="368"/>
            <ac:spMk id="8" creationId="{2D6BAACC-7FC3-4AF2-A7A6-C89F1D90E159}"/>
          </ac:spMkLst>
        </pc:spChg>
        <pc:spChg chg="add mod">
          <ac:chgData name="國峰 黃" userId="07d7d89e1f669cb9" providerId="LiveId" clId="{FF0CAD1B-94C6-4683-96BA-1DF4E703FDD6}" dt="2018-11-27T09:26:17.127" v="413" actId="1076"/>
          <ac:spMkLst>
            <pc:docMk/>
            <pc:sldMk cId="664800468" sldId="368"/>
            <ac:spMk id="9" creationId="{A1B92D98-3B62-499F-985F-DDB91A297BE2}"/>
          </ac:spMkLst>
        </pc:spChg>
        <pc:picChg chg="del">
          <ac:chgData name="國峰 黃" userId="07d7d89e1f669cb9" providerId="LiveId" clId="{FF0CAD1B-94C6-4683-96BA-1DF4E703FDD6}" dt="2018-11-27T09:25:01.679" v="371" actId="478"/>
          <ac:picMkLst>
            <pc:docMk/>
            <pc:sldMk cId="664800468" sldId="368"/>
            <ac:picMk id="6" creationId="{75FF52B7-0DFA-4024-9E54-1556547BC002}"/>
          </ac:picMkLst>
        </pc:picChg>
        <pc:picChg chg="add mod">
          <ac:chgData name="國峰 黃" userId="07d7d89e1f669cb9" providerId="LiveId" clId="{FF0CAD1B-94C6-4683-96BA-1DF4E703FDD6}" dt="2018-11-27T09:25:11.299" v="375" actId="1076"/>
          <ac:picMkLst>
            <pc:docMk/>
            <pc:sldMk cId="664800468" sldId="368"/>
            <ac:picMk id="7" creationId="{D36C2DC8-A5FE-47FF-ACA2-C928D04E8C7A}"/>
          </ac:picMkLst>
        </pc:picChg>
      </pc:sldChg>
      <pc:sldChg chg="addSp delSp modSp add">
        <pc:chgData name="國峰 黃" userId="07d7d89e1f669cb9" providerId="LiveId" clId="{FF0CAD1B-94C6-4683-96BA-1DF4E703FDD6}" dt="2018-11-27T10:06:53.589" v="423" actId="1076"/>
        <pc:sldMkLst>
          <pc:docMk/>
          <pc:sldMk cId="3973228373" sldId="369"/>
        </pc:sldMkLst>
        <pc:spChg chg="mod">
          <ac:chgData name="國峰 黃" userId="07d7d89e1f669cb9" providerId="LiveId" clId="{FF0CAD1B-94C6-4683-96BA-1DF4E703FDD6}" dt="2018-11-27T10:06:51.168" v="422" actId="2711"/>
          <ac:spMkLst>
            <pc:docMk/>
            <pc:sldMk cId="3973228373" sldId="369"/>
            <ac:spMk id="2" creationId="{9B003F61-DD93-4036-9318-A5621607A6E3}"/>
          </ac:spMkLst>
        </pc:spChg>
        <pc:spChg chg="del mod">
          <ac:chgData name="國峰 黃" userId="07d7d89e1f669cb9" providerId="LiveId" clId="{FF0CAD1B-94C6-4683-96BA-1DF4E703FDD6}" dt="2018-11-27T10:06:05.025" v="417" actId="478"/>
          <ac:spMkLst>
            <pc:docMk/>
            <pc:sldMk cId="3973228373" sldId="369"/>
            <ac:spMk id="9" creationId="{A1B92D98-3B62-499F-985F-DDB91A297BE2}"/>
          </ac:spMkLst>
        </pc:spChg>
        <pc:picChg chg="add mod">
          <ac:chgData name="國峰 黃" userId="07d7d89e1f669cb9" providerId="LiveId" clId="{FF0CAD1B-94C6-4683-96BA-1DF4E703FDD6}" dt="2018-11-27T10:06:53.589" v="423" actId="1076"/>
          <ac:picMkLst>
            <pc:docMk/>
            <pc:sldMk cId="3973228373" sldId="369"/>
            <ac:picMk id="4" creationId="{493BDB45-2C0F-46A3-9509-A48F382DEEFE}"/>
          </ac:picMkLst>
        </pc:picChg>
        <pc:picChg chg="del">
          <ac:chgData name="國峰 黃" userId="07d7d89e1f669cb9" providerId="LiveId" clId="{FF0CAD1B-94C6-4683-96BA-1DF4E703FDD6}" dt="2018-11-27T10:06:02.136" v="415" actId="478"/>
          <ac:picMkLst>
            <pc:docMk/>
            <pc:sldMk cId="3973228373" sldId="369"/>
            <ac:picMk id="7" creationId="{D36C2DC8-A5FE-47FF-ACA2-C928D04E8C7A}"/>
          </ac:picMkLst>
        </pc:picChg>
      </pc:sldChg>
      <pc:sldChg chg="addSp delSp modSp add">
        <pc:chgData name="國峰 黃" userId="07d7d89e1f669cb9" providerId="LiveId" clId="{FF0CAD1B-94C6-4683-96BA-1DF4E703FDD6}" dt="2018-11-27T10:19:25.254" v="453" actId="1076"/>
        <pc:sldMkLst>
          <pc:docMk/>
          <pc:sldMk cId="2049306390" sldId="370"/>
        </pc:sldMkLst>
        <pc:picChg chg="del">
          <ac:chgData name="國峰 黃" userId="07d7d89e1f669cb9" providerId="LiveId" clId="{FF0CAD1B-94C6-4683-96BA-1DF4E703FDD6}" dt="2018-11-27T10:17:11.939" v="440" actId="478"/>
          <ac:picMkLst>
            <pc:docMk/>
            <pc:sldMk cId="2049306390" sldId="370"/>
            <ac:picMk id="4" creationId="{493BDB45-2C0F-46A3-9509-A48F382DEEFE}"/>
          </ac:picMkLst>
        </pc:picChg>
        <pc:picChg chg="add mod">
          <ac:chgData name="國峰 黃" userId="07d7d89e1f669cb9" providerId="LiveId" clId="{FF0CAD1B-94C6-4683-96BA-1DF4E703FDD6}" dt="2018-11-27T10:19:25.254" v="453" actId="1076"/>
          <ac:picMkLst>
            <pc:docMk/>
            <pc:sldMk cId="2049306390" sldId="370"/>
            <ac:picMk id="5" creationId="{09925872-9BDE-46EF-8889-75326EEEF552}"/>
          </ac:picMkLst>
        </pc:picChg>
      </pc:sldChg>
    </pc:docChg>
  </pc:docChgLst>
  <pc:docChgLst>
    <pc:chgData name="黃國峰" userId="07d7d89e1f669cb9" providerId="LiveId" clId="{D7E13699-1C50-409E-984A-872A6EE95369}"/>
  </pc:docChgLst>
  <pc:docChgLst>
    <pc:chgData userId="07d7d89e1f669cb9" providerId="LiveId" clId="{A25C8640-2F66-41E6-A9F0-00AB598344A4}"/>
  </pc:docChgLst>
  <pc:docChgLst>
    <pc:chgData name="國峰 黃" userId="07d7d89e1f669cb9" providerId="LiveId" clId="{2317824F-B36D-4B63-B144-CA71A6898041}"/>
  </pc:docChgLst>
  <pc:docChgLst>
    <pc:chgData name="國峰 黃" userId="07d7d89e1f669cb9" providerId="LiveId" clId="{63381159-AF27-4007-98E4-C86A851EF65F}"/>
  </pc:docChgLst>
  <pc:docChgLst>
    <pc:chgData name="國峰 黃" userId="07d7d89e1f669cb9" providerId="LiveId" clId="{E05DDE08-E761-4D81-98F0-68B3E676808A}"/>
    <pc:docChg chg="undo custSel addSld delSld modSld modSection">
      <pc:chgData name="國峰 黃" userId="07d7d89e1f669cb9" providerId="LiveId" clId="{E05DDE08-E761-4D81-98F0-68B3E676808A}" dt="2019-01-08T10:32:59.199" v="276" actId="1076"/>
      <pc:docMkLst>
        <pc:docMk/>
      </pc:docMkLst>
      <pc:sldChg chg="modSp">
        <pc:chgData name="國峰 黃" userId="07d7d89e1f669cb9" providerId="LiveId" clId="{E05DDE08-E761-4D81-98F0-68B3E676808A}" dt="2019-01-08T09:49:44.940" v="55"/>
        <pc:sldMkLst>
          <pc:docMk/>
          <pc:sldMk cId="3676774769" sldId="256"/>
        </pc:sldMkLst>
        <pc:spChg chg="mod">
          <ac:chgData name="國峰 黃" userId="07d7d89e1f669cb9" providerId="LiveId" clId="{E05DDE08-E761-4D81-98F0-68B3E676808A}" dt="2019-01-08T09:49:44.940" v="55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國峰 黃" userId="07d7d89e1f669cb9" providerId="LiveId" clId="{E05DDE08-E761-4D81-98F0-68B3E676808A}" dt="2019-01-08T09:49:19.459" v="42" actId="108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國峰 黃" userId="07d7d89e1f669cb9" providerId="LiveId" clId="{E05DDE08-E761-4D81-98F0-68B3E676808A}" dt="2019-01-08T09:49:25.521" v="54" actId="20577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國峰 黃" userId="07d7d89e1f669cb9" providerId="LiveId" clId="{E05DDE08-E761-4D81-98F0-68B3E676808A}" dt="2019-01-08T10:31:22.746" v="273" actId="20577"/>
        <pc:sldMkLst>
          <pc:docMk/>
          <pc:sldMk cId="2726883200" sldId="276"/>
        </pc:sldMkLst>
        <pc:spChg chg="mod">
          <ac:chgData name="國峰 黃" userId="07d7d89e1f669cb9" providerId="LiveId" clId="{E05DDE08-E761-4D81-98F0-68B3E676808A}" dt="2019-01-08T10:31:22.746" v="273" actId="20577"/>
          <ac:spMkLst>
            <pc:docMk/>
            <pc:sldMk cId="2726883200" sldId="276"/>
            <ac:spMk id="2" creationId="{A81FADCC-098F-42B3-A516-7A8E8C1A4646}"/>
          </ac:spMkLst>
        </pc:spChg>
        <pc:spChg chg="mod">
          <ac:chgData name="國峰 黃" userId="07d7d89e1f669cb9" providerId="LiveId" clId="{E05DDE08-E761-4D81-98F0-68B3E676808A}" dt="2019-01-08T09:51:42.914" v="64" actId="20577"/>
          <ac:spMkLst>
            <pc:docMk/>
            <pc:sldMk cId="2726883200" sldId="276"/>
            <ac:spMk id="3" creationId="{7DB8E5E2-9D37-4095-8A46-00A68D1D282E}"/>
          </ac:spMkLst>
        </pc:spChg>
      </pc:sldChg>
      <pc:sldChg chg="addSp delSp modSp">
        <pc:chgData name="國峰 黃" userId="07d7d89e1f669cb9" providerId="LiveId" clId="{E05DDE08-E761-4D81-98F0-68B3E676808A}" dt="2019-01-08T09:53:57.320" v="108" actId="20577"/>
        <pc:sldMkLst>
          <pc:docMk/>
          <pc:sldMk cId="2693855290" sldId="306"/>
        </pc:sldMkLst>
        <pc:spChg chg="add mod">
          <ac:chgData name="國峰 黃" userId="07d7d89e1f669cb9" providerId="LiveId" clId="{E05DDE08-E761-4D81-98F0-68B3E676808A}" dt="2019-01-08T09:53:07.220" v="82"/>
          <ac:spMkLst>
            <pc:docMk/>
            <pc:sldMk cId="2693855290" sldId="306"/>
            <ac:spMk id="3" creationId="{8F4DC4F3-9F84-484E-B4AD-DB1D749D7E05}"/>
          </ac:spMkLst>
        </pc:spChg>
        <pc:spChg chg="add mod">
          <ac:chgData name="國峰 黃" userId="07d7d89e1f669cb9" providerId="LiveId" clId="{E05DDE08-E761-4D81-98F0-68B3E676808A}" dt="2019-01-08T09:53:37.549" v="98" actId="20577"/>
          <ac:spMkLst>
            <pc:docMk/>
            <pc:sldMk cId="2693855290" sldId="306"/>
            <ac:spMk id="6" creationId="{908E8804-D164-432A-8CAB-7AA26B9551FB}"/>
          </ac:spMkLst>
        </pc:spChg>
        <pc:spChg chg="add mod">
          <ac:chgData name="國峰 黃" userId="07d7d89e1f669cb9" providerId="LiveId" clId="{E05DDE08-E761-4D81-98F0-68B3E676808A}" dt="2019-01-08T09:53:39.990" v="99" actId="20577"/>
          <ac:spMkLst>
            <pc:docMk/>
            <pc:sldMk cId="2693855290" sldId="306"/>
            <ac:spMk id="7" creationId="{E8C5BBC3-D7C0-4239-AC1F-C2F0F7990D39}"/>
          </ac:spMkLst>
        </pc:spChg>
        <pc:spChg chg="add del mod">
          <ac:chgData name="國峰 黃" userId="07d7d89e1f669cb9" providerId="LiveId" clId="{E05DDE08-E761-4D81-98F0-68B3E676808A}" dt="2019-01-08T09:53:45.990" v="103" actId="20577"/>
          <ac:spMkLst>
            <pc:docMk/>
            <pc:sldMk cId="2693855290" sldId="306"/>
            <ac:spMk id="8" creationId="{3A71E5ED-E6CB-41ED-8F8D-1378F504B18B}"/>
          </ac:spMkLst>
        </pc:spChg>
        <pc:spChg chg="add mod">
          <ac:chgData name="國峰 黃" userId="07d7d89e1f669cb9" providerId="LiveId" clId="{E05DDE08-E761-4D81-98F0-68B3E676808A}" dt="2019-01-08T09:53:22.779" v="90" actId="1076"/>
          <ac:spMkLst>
            <pc:docMk/>
            <pc:sldMk cId="2693855290" sldId="306"/>
            <ac:spMk id="9" creationId="{732D65CE-CE4C-4D81-AEE2-E478C61E5FA1}"/>
          </ac:spMkLst>
        </pc:spChg>
        <pc:spChg chg="add mod">
          <ac:chgData name="國峰 黃" userId="07d7d89e1f669cb9" providerId="LiveId" clId="{E05DDE08-E761-4D81-98F0-68B3E676808A}" dt="2019-01-08T09:53:50.279" v="105" actId="20577"/>
          <ac:spMkLst>
            <pc:docMk/>
            <pc:sldMk cId="2693855290" sldId="306"/>
            <ac:spMk id="10" creationId="{47FF09B2-2931-4F60-99D9-904B63311956}"/>
          </ac:spMkLst>
        </pc:spChg>
        <pc:spChg chg="add mod">
          <ac:chgData name="國峰 黃" userId="07d7d89e1f669cb9" providerId="LiveId" clId="{E05DDE08-E761-4D81-98F0-68B3E676808A}" dt="2019-01-08T09:53:52.979" v="106" actId="20577"/>
          <ac:spMkLst>
            <pc:docMk/>
            <pc:sldMk cId="2693855290" sldId="306"/>
            <ac:spMk id="11" creationId="{DEA2BD9A-D5B1-4585-AA27-2C009D48C135}"/>
          </ac:spMkLst>
        </pc:spChg>
        <pc:spChg chg="add mod">
          <ac:chgData name="國峰 黃" userId="07d7d89e1f669cb9" providerId="LiveId" clId="{E05DDE08-E761-4D81-98F0-68B3E676808A}" dt="2019-01-08T09:53:57.320" v="108" actId="20577"/>
          <ac:spMkLst>
            <pc:docMk/>
            <pc:sldMk cId="2693855290" sldId="306"/>
            <ac:spMk id="12" creationId="{DF5A26AF-EA3B-41AB-819A-BC20D2FCB8F3}"/>
          </ac:spMkLst>
        </pc:spChg>
      </pc:sldChg>
      <pc:sldChg chg="modSp">
        <pc:chgData name="國峰 黃" userId="07d7d89e1f669cb9" providerId="LiveId" clId="{E05DDE08-E761-4D81-98F0-68B3E676808A}" dt="2019-01-08T09:54:26.620" v="109" actId="14100"/>
        <pc:sldMkLst>
          <pc:docMk/>
          <pc:sldMk cId="2294589171" sldId="343"/>
        </pc:sldMkLst>
        <pc:picChg chg="mod">
          <ac:chgData name="國峰 黃" userId="07d7d89e1f669cb9" providerId="LiveId" clId="{E05DDE08-E761-4D81-98F0-68B3E676808A}" dt="2019-01-08T09:54:26.620" v="109" actId="14100"/>
          <ac:picMkLst>
            <pc:docMk/>
            <pc:sldMk cId="2294589171" sldId="343"/>
            <ac:picMk id="5" creationId="{6F19EF68-75FC-424A-8C36-A10BB19F955C}"/>
          </ac:picMkLst>
        </pc:picChg>
      </pc:sldChg>
      <pc:sldChg chg="del">
        <pc:chgData name="國峰 黃" userId="07d7d89e1f669cb9" providerId="LiveId" clId="{E05DDE08-E761-4D81-98F0-68B3E676808A}" dt="2019-01-08T09:51:11.860" v="57" actId="2696"/>
        <pc:sldMkLst>
          <pc:docMk/>
          <pc:sldMk cId="3140755891" sldId="365"/>
        </pc:sldMkLst>
      </pc:sldChg>
      <pc:sldChg chg="addSp delSp modSp">
        <pc:chgData name="國峰 黃" userId="07d7d89e1f669cb9" providerId="LiveId" clId="{E05DDE08-E761-4D81-98F0-68B3E676808A}" dt="2019-01-08T10:25:05.392" v="223" actId="1076"/>
        <pc:sldMkLst>
          <pc:docMk/>
          <pc:sldMk cId="1473708507" sldId="366"/>
        </pc:sldMkLst>
        <pc:spChg chg="add del">
          <ac:chgData name="國峰 黃" userId="07d7d89e1f669cb9" providerId="LiveId" clId="{E05DDE08-E761-4D81-98F0-68B3E676808A}" dt="2019-01-08T10:00:06.778" v="119"/>
          <ac:spMkLst>
            <pc:docMk/>
            <pc:sldMk cId="1473708507" sldId="366"/>
            <ac:spMk id="3" creationId="{544061E5-B92C-4CF8-B570-23C908216302}"/>
          </ac:spMkLst>
        </pc:spChg>
        <pc:spChg chg="add mod">
          <ac:chgData name="國峰 黃" userId="07d7d89e1f669cb9" providerId="LiveId" clId="{E05DDE08-E761-4D81-98F0-68B3E676808A}" dt="2019-01-08T10:00:21.029" v="121" actId="1076"/>
          <ac:spMkLst>
            <pc:docMk/>
            <pc:sldMk cId="1473708507" sldId="366"/>
            <ac:spMk id="4" creationId="{F29218EA-3937-4884-AB57-E7109EFFBB66}"/>
          </ac:spMkLst>
        </pc:spChg>
        <pc:spChg chg="add mod">
          <ac:chgData name="國峰 黃" userId="07d7d89e1f669cb9" providerId="LiveId" clId="{E05DDE08-E761-4D81-98F0-68B3E676808A}" dt="2019-01-08T10:00:34.181" v="123" actId="1076"/>
          <ac:spMkLst>
            <pc:docMk/>
            <pc:sldMk cId="1473708507" sldId="366"/>
            <ac:spMk id="5" creationId="{F8C8732E-E0B3-444F-A7D8-03C957BB9151}"/>
          </ac:spMkLst>
        </pc:spChg>
        <pc:spChg chg="add mod">
          <ac:chgData name="國峰 黃" userId="07d7d89e1f669cb9" providerId="LiveId" clId="{E05DDE08-E761-4D81-98F0-68B3E676808A}" dt="2019-01-08T10:00:48.911" v="125" actId="1076"/>
          <ac:spMkLst>
            <pc:docMk/>
            <pc:sldMk cId="1473708507" sldId="366"/>
            <ac:spMk id="8" creationId="{EA839AF4-158B-440E-957F-5013E1DE5166}"/>
          </ac:spMkLst>
        </pc:spChg>
        <pc:spChg chg="add mod">
          <ac:chgData name="國峰 黃" userId="07d7d89e1f669cb9" providerId="LiveId" clId="{E05DDE08-E761-4D81-98F0-68B3E676808A}" dt="2019-01-08T10:01:03" v="127" actId="1076"/>
          <ac:spMkLst>
            <pc:docMk/>
            <pc:sldMk cId="1473708507" sldId="366"/>
            <ac:spMk id="14" creationId="{3985BCE4-7545-4730-8965-1E67C3A91AEB}"/>
          </ac:spMkLst>
        </pc:spChg>
        <pc:spChg chg="add mod">
          <ac:chgData name="國峰 黃" userId="07d7d89e1f669cb9" providerId="LiveId" clId="{E05DDE08-E761-4D81-98F0-68B3E676808A}" dt="2019-01-08T10:01:23.910" v="129" actId="1076"/>
          <ac:spMkLst>
            <pc:docMk/>
            <pc:sldMk cId="1473708507" sldId="366"/>
            <ac:spMk id="15" creationId="{5C2A8CAD-0E52-4A08-ABA2-8DA2B6EAEF6D}"/>
          </ac:spMkLst>
        </pc:spChg>
        <pc:spChg chg="add mod">
          <ac:chgData name="國峰 黃" userId="07d7d89e1f669cb9" providerId="LiveId" clId="{E05DDE08-E761-4D81-98F0-68B3E676808A}" dt="2019-01-08T10:01:46.390" v="136" actId="1076"/>
          <ac:spMkLst>
            <pc:docMk/>
            <pc:sldMk cId="1473708507" sldId="366"/>
            <ac:spMk id="16" creationId="{CD4D5828-7AC6-41C5-B16F-2B72FB17320A}"/>
          </ac:spMkLst>
        </pc:spChg>
        <pc:spChg chg="add mod">
          <ac:chgData name="國峰 黃" userId="07d7d89e1f669cb9" providerId="LiveId" clId="{E05DDE08-E761-4D81-98F0-68B3E676808A}" dt="2019-01-08T10:02:10.600" v="142"/>
          <ac:spMkLst>
            <pc:docMk/>
            <pc:sldMk cId="1473708507" sldId="366"/>
            <ac:spMk id="17" creationId="{69F07E1C-5842-4547-9AA6-55CEAD248443}"/>
          </ac:spMkLst>
        </pc:spChg>
        <pc:spChg chg="add mod">
          <ac:chgData name="國峰 黃" userId="07d7d89e1f669cb9" providerId="LiveId" clId="{E05DDE08-E761-4D81-98F0-68B3E676808A}" dt="2019-01-08T10:02:17.440" v="144" actId="1076"/>
          <ac:spMkLst>
            <pc:docMk/>
            <pc:sldMk cId="1473708507" sldId="366"/>
            <ac:spMk id="18" creationId="{E8AEACFD-18AD-45DC-9D6E-1B06CD930BF0}"/>
          </ac:spMkLst>
        </pc:spChg>
        <pc:spChg chg="add mod">
          <ac:chgData name="國峰 黃" userId="07d7d89e1f669cb9" providerId="LiveId" clId="{E05DDE08-E761-4D81-98F0-68B3E676808A}" dt="2019-01-08T10:02:37.950" v="146" actId="1076"/>
          <ac:spMkLst>
            <pc:docMk/>
            <pc:sldMk cId="1473708507" sldId="366"/>
            <ac:spMk id="19" creationId="{28A7FC56-653B-4D9D-9F9D-C111BBF33FDA}"/>
          </ac:spMkLst>
        </pc:spChg>
        <pc:spChg chg="add mod">
          <ac:chgData name="國峰 黃" userId="07d7d89e1f669cb9" providerId="LiveId" clId="{E05DDE08-E761-4D81-98F0-68B3E676808A}" dt="2019-01-08T10:02:55.187" v="148" actId="1076"/>
          <ac:spMkLst>
            <pc:docMk/>
            <pc:sldMk cId="1473708507" sldId="366"/>
            <ac:spMk id="20" creationId="{792F4752-57A3-493D-8ACA-A852EF09B3C1}"/>
          </ac:spMkLst>
        </pc:spChg>
        <pc:spChg chg="add mod">
          <ac:chgData name="國峰 黃" userId="07d7d89e1f669cb9" providerId="LiveId" clId="{E05DDE08-E761-4D81-98F0-68B3E676808A}" dt="2019-01-08T10:03:09.710" v="150" actId="1076"/>
          <ac:spMkLst>
            <pc:docMk/>
            <pc:sldMk cId="1473708507" sldId="366"/>
            <ac:spMk id="21" creationId="{7310B4E6-603E-4619-BD3D-467227B6ED61}"/>
          </ac:spMkLst>
        </pc:spChg>
        <pc:spChg chg="add mod">
          <ac:chgData name="國峰 黃" userId="07d7d89e1f669cb9" providerId="LiveId" clId="{E05DDE08-E761-4D81-98F0-68B3E676808A}" dt="2019-01-08T10:03:21.140" v="152" actId="1076"/>
          <ac:spMkLst>
            <pc:docMk/>
            <pc:sldMk cId="1473708507" sldId="366"/>
            <ac:spMk id="22" creationId="{FF77ADDF-5AED-4F67-809F-FC88BA91693E}"/>
          </ac:spMkLst>
        </pc:spChg>
        <pc:spChg chg="add mod">
          <ac:chgData name="國峰 黃" userId="07d7d89e1f669cb9" providerId="LiveId" clId="{E05DDE08-E761-4D81-98F0-68B3E676808A}" dt="2019-01-08T10:03:30.746" v="154" actId="1076"/>
          <ac:spMkLst>
            <pc:docMk/>
            <pc:sldMk cId="1473708507" sldId="366"/>
            <ac:spMk id="23" creationId="{D58F549F-91C1-432D-BAE2-812AC926DAFB}"/>
          </ac:spMkLst>
        </pc:spChg>
        <pc:spChg chg="add mod">
          <ac:chgData name="國峰 黃" userId="07d7d89e1f669cb9" providerId="LiveId" clId="{E05DDE08-E761-4D81-98F0-68B3E676808A}" dt="2019-01-08T10:03:40.498" v="156" actId="1076"/>
          <ac:spMkLst>
            <pc:docMk/>
            <pc:sldMk cId="1473708507" sldId="366"/>
            <ac:spMk id="24" creationId="{EEA0C8A9-2FE4-436F-99E8-FC1B0E48F49F}"/>
          </ac:spMkLst>
        </pc:spChg>
        <pc:picChg chg="mod">
          <ac:chgData name="國峰 黃" userId="07d7d89e1f669cb9" providerId="LiveId" clId="{E05DDE08-E761-4D81-98F0-68B3E676808A}" dt="2019-01-08T10:25:05.392" v="223" actId="1076"/>
          <ac:picMkLst>
            <pc:docMk/>
            <pc:sldMk cId="1473708507" sldId="366"/>
            <ac:picMk id="7" creationId="{ED8739CF-FB3D-4371-B506-E5D47653907B}"/>
          </ac:picMkLst>
        </pc:picChg>
        <pc:picChg chg="add del mod">
          <ac:chgData name="國峰 黃" userId="07d7d89e1f669cb9" providerId="LiveId" clId="{E05DDE08-E761-4D81-98F0-68B3E676808A}" dt="2019-01-08T09:57:19.221" v="117"/>
          <ac:picMkLst>
            <pc:docMk/>
            <pc:sldMk cId="1473708507" sldId="366"/>
            <ac:picMk id="9" creationId="{9A6C865E-530D-4D9E-B767-41901C8578F0}"/>
          </ac:picMkLst>
        </pc:picChg>
      </pc:sldChg>
      <pc:sldChg chg="addSp delSp modSp">
        <pc:chgData name="國峰 黃" userId="07d7d89e1f669cb9" providerId="LiveId" clId="{E05DDE08-E761-4D81-98F0-68B3E676808A}" dt="2019-01-08T10:29:16.610" v="268" actId="12385"/>
        <pc:sldMkLst>
          <pc:docMk/>
          <pc:sldMk cId="471094479" sldId="367"/>
        </pc:sldMkLst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5" creationId="{7413C324-F549-48CB-8692-4A6A3A39DF46}"/>
          </ac:spMkLst>
        </pc:spChg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7" creationId="{775939D0-12A6-4B6B-B05D-1825037C63B0}"/>
          </ac:spMkLst>
        </pc:spChg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9" creationId="{8C69DC0F-AB86-4654-9394-522C56E746B0}"/>
          </ac:spMkLst>
        </pc:spChg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10" creationId="{51EBA29B-723A-43D9-A994-456D7C8391A7}"/>
          </ac:spMkLst>
        </pc:spChg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11" creationId="{E13FAE06-0290-4230-A5B9-17993E245ADA}"/>
          </ac:spMkLst>
        </pc:spChg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12" creationId="{2AA6549A-BEE7-4D4B-923F-764D259C5C89}"/>
          </ac:spMkLst>
        </pc:spChg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13" creationId="{FF606D43-BDEE-499F-ADB3-B65E67534D6E}"/>
          </ac:spMkLst>
        </pc:spChg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14" creationId="{9BFEC949-9565-4327-8909-01D2A7F9B152}"/>
          </ac:spMkLst>
        </pc:spChg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15" creationId="{E47961FA-8A72-49C0-AD3F-69A7AC6DDBA6}"/>
          </ac:spMkLst>
        </pc:spChg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16" creationId="{C938DEDF-FACD-4A49-81E4-DC510381C3DE}"/>
          </ac:spMkLst>
        </pc:spChg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17" creationId="{95123EB3-E845-4DF6-8A72-B4383317FCE8}"/>
          </ac:spMkLst>
        </pc:spChg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18" creationId="{04247F49-B281-4E3E-8D0E-D5AD8D187DBA}"/>
          </ac:spMkLst>
        </pc:spChg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19" creationId="{4FC54D83-3AF9-41DF-8D73-94E69E819A09}"/>
          </ac:spMkLst>
        </pc:spChg>
        <pc:spChg chg="add del">
          <ac:chgData name="國峰 黃" userId="07d7d89e1f669cb9" providerId="LiveId" clId="{E05DDE08-E761-4D81-98F0-68B3E676808A}" dt="2019-01-08T10:25:19.033" v="225"/>
          <ac:spMkLst>
            <pc:docMk/>
            <pc:sldMk cId="471094479" sldId="367"/>
            <ac:spMk id="20" creationId="{DA944F50-BB16-49DC-BF4C-B3874AF659F1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21" creationId="{17283096-6E80-4F89-85BB-EE5CB17075E3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22" creationId="{A997BA4D-6991-409B-8B2A-5FD0A816B959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23" creationId="{AEB8FB81-2D21-4585-9E71-E3B2D25D8C4A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24" creationId="{2ADC6F3D-A597-4052-A2DA-4D08A3C2BED8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25" creationId="{A0302673-D198-4A73-90F9-420496744F1D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26" creationId="{6659110E-0246-4E8F-9469-565566F483A2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27" creationId="{648CA4BC-6912-4BAE-B0F6-214883C6BC2D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28" creationId="{4B53A904-144B-4264-B170-524643EC0E11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29" creationId="{99881A2F-A4F3-4D88-8E6B-89C771C1EE2C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30" creationId="{D346B4BC-8CFB-4F91-A9AA-DE1D9044D31C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31" creationId="{C40D453B-8469-4438-8B02-AE0C5C08FB7B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32" creationId="{1C8A97B4-4DC2-4D33-BB82-04A5EAA5E5B7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33" creationId="{9BCA1184-E08F-4686-888A-E59BB0F10901}"/>
          </ac:spMkLst>
        </pc:spChg>
        <pc:spChg chg="add del mod">
          <ac:chgData name="國峰 黃" userId="07d7d89e1f669cb9" providerId="LiveId" clId="{E05DDE08-E761-4D81-98F0-68B3E676808A}" dt="2019-01-08T10:25:39.199" v="229"/>
          <ac:spMkLst>
            <pc:docMk/>
            <pc:sldMk cId="471094479" sldId="367"/>
            <ac:spMk id="34" creationId="{906D91CB-9D86-436D-B619-B7F424A7B72D}"/>
          </ac:spMkLst>
        </pc:spChg>
        <pc:graphicFrameChg chg="add mod modGraphic">
          <ac:chgData name="國峰 黃" userId="07d7d89e1f669cb9" providerId="LiveId" clId="{E05DDE08-E761-4D81-98F0-68B3E676808A}" dt="2019-01-08T10:29:16.610" v="268" actId="12385"/>
          <ac:graphicFrameMkLst>
            <pc:docMk/>
            <pc:sldMk cId="471094479" sldId="367"/>
            <ac:graphicFrameMk id="3" creationId="{7E084899-F8C1-4041-A92A-ADA0FF0EFE6D}"/>
          </ac:graphicFrameMkLst>
        </pc:graphicFrameChg>
        <pc:picChg chg="mod">
          <ac:chgData name="國峰 黃" userId="07d7d89e1f669cb9" providerId="LiveId" clId="{E05DDE08-E761-4D81-98F0-68B3E676808A}" dt="2019-01-08T10:27:42.844" v="250" actId="1076"/>
          <ac:picMkLst>
            <pc:docMk/>
            <pc:sldMk cId="471094479" sldId="367"/>
            <ac:picMk id="6" creationId="{75FF52B7-0DFA-4024-9E54-1556547BC002}"/>
          </ac:picMkLst>
        </pc:picChg>
        <pc:picChg chg="add mod">
          <ac:chgData name="國峰 黃" userId="07d7d89e1f669cb9" providerId="LiveId" clId="{E05DDE08-E761-4D81-98F0-68B3E676808A}" dt="2019-01-08T10:27:41.859" v="249" actId="1076"/>
          <ac:picMkLst>
            <pc:docMk/>
            <pc:sldMk cId="471094479" sldId="367"/>
            <ac:picMk id="35" creationId="{1D680E8E-D076-4DD6-8255-AC518D67F01B}"/>
          </ac:picMkLst>
        </pc:picChg>
      </pc:sldChg>
      <pc:sldChg chg="addSp delSp modSp">
        <pc:chgData name="國峰 黃" userId="07d7d89e1f669cb9" providerId="LiveId" clId="{E05DDE08-E761-4D81-98F0-68B3E676808A}" dt="2019-01-08T10:32:59.199" v="276" actId="1076"/>
        <pc:sldMkLst>
          <pc:docMk/>
          <pc:sldMk cId="664800468" sldId="368"/>
        </pc:sldMkLst>
        <pc:spChg chg="add mod">
          <ac:chgData name="國峰 黃" userId="07d7d89e1f669cb9" providerId="LiveId" clId="{E05DDE08-E761-4D81-98F0-68B3E676808A}" dt="2019-01-08T10:08:37.731" v="188" actId="1076"/>
          <ac:spMkLst>
            <pc:docMk/>
            <pc:sldMk cId="664800468" sldId="368"/>
            <ac:spMk id="12" creationId="{50CA3030-7F14-42A8-94AE-BA7957DFC4B0}"/>
          </ac:spMkLst>
        </pc:spChg>
        <pc:spChg chg="add mod">
          <ac:chgData name="國峰 黃" userId="07d7d89e1f669cb9" providerId="LiveId" clId="{E05DDE08-E761-4D81-98F0-68B3E676808A}" dt="2019-01-08T10:32:59.199" v="276" actId="1076"/>
          <ac:spMkLst>
            <pc:docMk/>
            <pc:sldMk cId="664800468" sldId="368"/>
            <ac:spMk id="13" creationId="{9F9CAC2A-247C-40DC-A62D-278E4248E706}"/>
          </ac:spMkLst>
        </pc:spChg>
        <pc:picChg chg="add del mod">
          <ac:chgData name="國峰 黃" userId="07d7d89e1f669cb9" providerId="LiveId" clId="{E05DDE08-E761-4D81-98F0-68B3E676808A}" dt="2019-01-08T10:07:14.629" v="159" actId="931"/>
          <ac:picMkLst>
            <pc:docMk/>
            <pc:sldMk cId="664800468" sldId="368"/>
            <ac:picMk id="4" creationId="{2C4A6BF4-56B5-4292-830D-6AC0785EAD16}"/>
          </ac:picMkLst>
        </pc:picChg>
        <pc:picChg chg="add mod">
          <ac:chgData name="國峰 黃" userId="07d7d89e1f669cb9" providerId="LiveId" clId="{E05DDE08-E761-4D81-98F0-68B3E676808A}" dt="2019-01-08T10:32:51.844" v="275" actId="14100"/>
          <ac:picMkLst>
            <pc:docMk/>
            <pc:sldMk cId="664800468" sldId="368"/>
            <ac:picMk id="6" creationId="{778C6E7A-8C49-4551-9969-1E2A127FCC25}"/>
          </ac:picMkLst>
        </pc:picChg>
        <pc:picChg chg="add del">
          <ac:chgData name="國峰 黃" userId="07d7d89e1f669cb9" providerId="LiveId" clId="{E05DDE08-E761-4D81-98F0-68B3E676808A}" dt="2019-01-08T10:07:24.560" v="161" actId="478"/>
          <ac:picMkLst>
            <pc:docMk/>
            <pc:sldMk cId="664800468" sldId="368"/>
            <ac:picMk id="7" creationId="{D36C2DC8-A5FE-47FF-ACA2-C928D04E8C7A}"/>
          </ac:picMkLst>
        </pc:picChg>
        <pc:cxnChg chg="add del mod">
          <ac:chgData name="國峰 黃" userId="07d7d89e1f669cb9" providerId="LiveId" clId="{E05DDE08-E761-4D81-98F0-68B3E676808A}" dt="2019-01-08T10:08:26.499" v="185" actId="11529"/>
          <ac:cxnSpMkLst>
            <pc:docMk/>
            <pc:sldMk cId="664800468" sldId="368"/>
            <ac:cxnSpMk id="10" creationId="{43E552F9-044D-4A7B-9D04-D8D366A75C7B}"/>
          </ac:cxnSpMkLst>
        </pc:cxnChg>
      </pc:sldChg>
      <pc:sldChg chg="addSp delSp modSp add del">
        <pc:chgData name="國峰 黃" userId="07d7d89e1f669cb9" providerId="LiveId" clId="{E05DDE08-E761-4D81-98F0-68B3E676808A}" dt="2019-01-08T10:18:36.874" v="214" actId="14100"/>
        <pc:sldMkLst>
          <pc:docMk/>
          <pc:sldMk cId="3973228373" sldId="369"/>
        </pc:sldMkLst>
        <pc:spChg chg="add del">
          <ac:chgData name="國峰 黃" userId="07d7d89e1f669cb9" providerId="LiveId" clId="{E05DDE08-E761-4D81-98F0-68B3E676808A}" dt="2019-01-08T10:17:34.391" v="211"/>
          <ac:spMkLst>
            <pc:docMk/>
            <pc:sldMk cId="3973228373" sldId="369"/>
            <ac:spMk id="3" creationId="{78AB6B87-9DC2-4913-9053-2EE4D52D5568}"/>
          </ac:spMkLst>
        </pc:spChg>
        <pc:picChg chg="del">
          <ac:chgData name="國峰 黃" userId="07d7d89e1f669cb9" providerId="LiveId" clId="{E05DDE08-E761-4D81-98F0-68B3E676808A}" dt="2019-01-08T10:18:29.391" v="212" actId="478"/>
          <ac:picMkLst>
            <pc:docMk/>
            <pc:sldMk cId="3973228373" sldId="369"/>
            <ac:picMk id="4" creationId="{493BDB45-2C0F-46A3-9509-A48F382DEEFE}"/>
          </ac:picMkLst>
        </pc:picChg>
        <pc:picChg chg="add mod">
          <ac:chgData name="國峰 黃" userId="07d7d89e1f669cb9" providerId="LiveId" clId="{E05DDE08-E761-4D81-98F0-68B3E676808A}" dt="2019-01-08T10:18:36.874" v="214" actId="14100"/>
          <ac:picMkLst>
            <pc:docMk/>
            <pc:sldMk cId="3973228373" sldId="369"/>
            <ac:picMk id="6" creationId="{1A15E998-FDF7-48FD-AFA0-B993B37E8EA4}"/>
          </ac:picMkLst>
        </pc:picChg>
      </pc:sldChg>
      <pc:sldChg chg="addSp delSp modSp add del">
        <pc:chgData name="國峰 黃" userId="07d7d89e1f669cb9" providerId="LiveId" clId="{E05DDE08-E761-4D81-98F0-68B3E676808A}" dt="2019-01-08T10:19:54.689" v="219" actId="14100"/>
        <pc:sldMkLst>
          <pc:docMk/>
          <pc:sldMk cId="2049306390" sldId="370"/>
        </pc:sldMkLst>
        <pc:picChg chg="add mod">
          <ac:chgData name="國峰 黃" userId="07d7d89e1f669cb9" providerId="LiveId" clId="{E05DDE08-E761-4D81-98F0-68B3E676808A}" dt="2019-01-08T10:19:54.689" v="219" actId="14100"/>
          <ac:picMkLst>
            <pc:docMk/>
            <pc:sldMk cId="2049306390" sldId="370"/>
            <ac:picMk id="4" creationId="{D0F5FD1A-BF5C-4E6B-B611-7B8BA619CF28}"/>
          </ac:picMkLst>
        </pc:picChg>
        <pc:picChg chg="del">
          <ac:chgData name="國峰 黃" userId="07d7d89e1f669cb9" providerId="LiveId" clId="{E05DDE08-E761-4D81-98F0-68B3E676808A}" dt="2019-01-08T10:18:43.609" v="215" actId="478"/>
          <ac:picMkLst>
            <pc:docMk/>
            <pc:sldMk cId="2049306390" sldId="370"/>
            <ac:picMk id="5" creationId="{09925872-9BDE-46EF-8889-75326EEEF552}"/>
          </ac:picMkLst>
        </pc:picChg>
      </pc:sldChg>
      <pc:sldChg chg="delSp add del">
        <pc:chgData name="國峰 黃" userId="07d7d89e1f669cb9" providerId="LiveId" clId="{E05DDE08-E761-4D81-98F0-68B3E676808A}" dt="2019-01-08T10:19:59.673" v="221" actId="2696"/>
        <pc:sldMkLst>
          <pc:docMk/>
          <pc:sldMk cId="2122565305" sldId="371"/>
        </pc:sldMkLst>
        <pc:picChg chg="del">
          <ac:chgData name="國峰 黃" userId="07d7d89e1f669cb9" providerId="LiveId" clId="{E05DDE08-E761-4D81-98F0-68B3E676808A}" dt="2019-01-08T10:18:46.465" v="216" actId="478"/>
          <ac:picMkLst>
            <pc:docMk/>
            <pc:sldMk cId="2122565305" sldId="371"/>
            <ac:picMk id="4" creationId="{D6EB4CBA-9710-41F1-8786-A9440E6F683D}"/>
          </ac:picMkLst>
        </pc:picChg>
      </pc:sldChg>
      <pc:sldChg chg="delSp add del">
        <pc:chgData name="國峰 黃" userId="07d7d89e1f669cb9" providerId="LiveId" clId="{E05DDE08-E761-4D81-98F0-68B3E676808A}" dt="2019-01-08T10:19:59.156" v="220" actId="2696"/>
        <pc:sldMkLst>
          <pc:docMk/>
          <pc:sldMk cId="3629085157" sldId="372"/>
        </pc:sldMkLst>
        <pc:picChg chg="del">
          <ac:chgData name="國峰 黃" userId="07d7d89e1f669cb9" providerId="LiveId" clId="{E05DDE08-E761-4D81-98F0-68B3E676808A}" dt="2019-01-08T10:18:50.828" v="217" actId="478"/>
          <ac:picMkLst>
            <pc:docMk/>
            <pc:sldMk cId="3629085157" sldId="372"/>
            <ac:picMk id="5" creationId="{67BA7B51-9E59-4C87-ACB1-A25941C84909}"/>
          </ac:picMkLst>
        </pc:picChg>
      </pc:sldChg>
    </pc:docChg>
  </pc:docChgLst>
  <pc:docChgLst>
    <pc:chgData name="黃國峰" userId="07d7d89e1f669cb9" providerId="LiveId" clId="{9BB67EFE-CA73-4D31-92CA-DFD98D1BF03B}"/>
  </pc:docChgLst>
  <pc:docChgLst>
    <pc:chgData userId="07d7d89e1f669cb9" providerId="LiveId" clId="{30E17E0D-8901-4D2A-98BE-E37AEFA1001D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2019/1/8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17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2019/1/8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01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2019/1/8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44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2019/1/8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76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2019/1/8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64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2019/1/8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3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2019/1/8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12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2019/1/8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30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2019/1/8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00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2019/1/8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81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2019/1/8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51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12AB2-5A3A-4BEC-B8CF-6ED0EDD219CF}" type="datetimeFigureOut">
              <a:rPr lang="zh-TW" altLang="en-US" smtClean="0"/>
              <a:t>2019/1/8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90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55822F15-00D1-4FDE-A019-FC933C4E2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6104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+mj-ea"/>
              </a:rPr>
              <a:t>Parallel Computation for the All-Pairs Suffix-Prefix Problem</a:t>
            </a:r>
            <a:endParaRPr lang="zh-TW" altLang="en-US" sz="5400" dirty="0">
              <a:latin typeface="+mj-ea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xmlns="" id="{7ABD29E4-B887-45D9-9793-DA3B272D0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35802" y="3299357"/>
            <a:ext cx="9415603" cy="1989499"/>
          </a:xfrm>
        </p:spPr>
        <p:txBody>
          <a:bodyPr>
            <a:normAutofit lnSpcReduction="10000"/>
          </a:bodyPr>
          <a:lstStyle/>
          <a:p>
            <a:endParaRPr lang="en-US" altLang="zh-TW" dirty="0">
              <a:latin typeface="+mj-ea"/>
              <a:ea typeface="+mj-ea"/>
            </a:endParaRPr>
          </a:p>
          <a:p>
            <a:r>
              <a:rPr lang="en-US" altLang="zh-TW" dirty="0">
                <a:latin typeface="+mj-ea"/>
                <a:ea typeface="+mj-ea"/>
              </a:rPr>
              <a:t>Felipe A. </a:t>
            </a:r>
            <a:r>
              <a:rPr lang="en-US" altLang="zh-TW" dirty="0" err="1">
                <a:latin typeface="+mj-ea"/>
                <a:ea typeface="+mj-ea"/>
              </a:rPr>
              <a:t>Louza</a:t>
            </a:r>
            <a:r>
              <a:rPr lang="en-US" altLang="zh-TW" dirty="0">
                <a:latin typeface="+mj-ea"/>
                <a:ea typeface="+mj-ea"/>
              </a:rPr>
              <a:t>, Simon Gog, Leandro </a:t>
            </a:r>
            <a:r>
              <a:rPr lang="en-US" altLang="zh-TW" dirty="0" err="1">
                <a:latin typeface="+mj-ea"/>
                <a:ea typeface="+mj-ea"/>
              </a:rPr>
              <a:t>Zanotto</a:t>
            </a:r>
            <a:r>
              <a:rPr lang="en-US" altLang="zh-TW" dirty="0">
                <a:latin typeface="+mj-ea"/>
                <a:ea typeface="+mj-ea"/>
              </a:rPr>
              <a:t>, Guido Araujo, </a:t>
            </a:r>
          </a:p>
          <a:p>
            <a:r>
              <a:rPr lang="en-US" altLang="zh-TW" dirty="0">
                <a:latin typeface="+mj-ea"/>
                <a:ea typeface="+mj-ea"/>
              </a:rPr>
              <a:t>and Guilherme P. </a:t>
            </a:r>
            <a:r>
              <a:rPr lang="en-US" altLang="zh-TW" dirty="0" err="1">
                <a:latin typeface="+mj-ea"/>
                <a:ea typeface="+mj-ea"/>
              </a:rPr>
              <a:t>Telles</a:t>
            </a:r>
            <a:endParaRPr lang="en-US" altLang="zh-TW" dirty="0">
              <a:latin typeface="+mj-ea"/>
              <a:ea typeface="+mj-ea"/>
            </a:endParaRPr>
          </a:p>
          <a:p>
            <a:r>
              <a:rPr lang="en-US" altLang="zh-TW" dirty="0">
                <a:latin typeface="+mj-ea"/>
                <a:ea typeface="+mj-ea"/>
              </a:rPr>
              <a:t>23rd International Symposium, SPIRE 2016, </a:t>
            </a:r>
            <a:r>
              <a:rPr lang="en-US" altLang="zh-TW" dirty="0" err="1">
                <a:latin typeface="+mj-ea"/>
                <a:ea typeface="+mj-ea"/>
              </a:rPr>
              <a:t>Beppu</a:t>
            </a:r>
            <a:r>
              <a:rPr lang="en-US" altLang="zh-TW" dirty="0">
                <a:latin typeface="+mj-ea"/>
                <a:ea typeface="+mj-ea"/>
              </a:rPr>
              <a:t>, Japan, October </a:t>
            </a:r>
            <a:r>
              <a:rPr lang="en-US" altLang="zh-TW" dirty="0" smtClean="0">
                <a:latin typeface="+mj-ea"/>
                <a:ea typeface="+mj-ea"/>
              </a:rPr>
              <a:t>18-20, </a:t>
            </a:r>
            <a:r>
              <a:rPr lang="fr-FR" altLang="zh-TW" dirty="0" smtClean="0">
                <a:latin typeface="+mj-ea"/>
                <a:ea typeface="+mj-ea"/>
              </a:rPr>
              <a:t>pp.</a:t>
            </a:r>
            <a:r>
              <a:rPr lang="zh-TW" altLang="en-US" dirty="0" smtClean="0">
                <a:latin typeface="+mj-ea"/>
                <a:ea typeface="+mj-ea"/>
              </a:rPr>
              <a:t> </a:t>
            </a:r>
            <a:r>
              <a:rPr lang="en-US" altLang="zh-TW" dirty="0" smtClean="0">
                <a:latin typeface="+mj-ea"/>
                <a:ea typeface="+mj-ea"/>
              </a:rPr>
              <a:t>122-132, 2016.</a:t>
            </a: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xmlns="" id="{DBCD3618-401B-49E4-9C85-373848D9AA50}"/>
              </a:ext>
            </a:extLst>
          </p:cNvPr>
          <p:cNvSpPr txBox="1"/>
          <p:nvPr/>
        </p:nvSpPr>
        <p:spPr>
          <a:xfrm>
            <a:off x="6781803" y="5288856"/>
            <a:ext cx="2018501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>
                <a:latin typeface="+mj-ea"/>
                <a:ea typeface="+mj-ea"/>
              </a:rPr>
              <a:t>Presenter: Kuo-Feng Huang</a:t>
            </a:r>
          </a:p>
          <a:p>
            <a:r>
              <a:rPr lang="en-US" altLang="zh-TW" sz="1350" dirty="0">
                <a:latin typeface="+mj-ea"/>
                <a:ea typeface="+mj-ea"/>
              </a:rPr>
              <a:t>Date:</a:t>
            </a:r>
            <a:r>
              <a:rPr lang="zh-TW" altLang="en-US" sz="1350" dirty="0">
                <a:latin typeface="+mj-ea"/>
                <a:ea typeface="+mj-ea"/>
              </a:rPr>
              <a:t> </a:t>
            </a:r>
            <a:r>
              <a:rPr lang="en-US" altLang="zh-TW" sz="1350" dirty="0">
                <a:latin typeface="+mj-ea"/>
                <a:ea typeface="+mj-ea"/>
              </a:rPr>
              <a:t>2019/01/08</a:t>
            </a:r>
          </a:p>
          <a:p>
            <a:endParaRPr lang="en-US" altLang="zh-TW" sz="13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76774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2F05902-5919-470C-8063-8C8BA1F98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+mj-ea"/>
              </a:rPr>
              <a:t>Institute of Computing, University of Campinas, Campinas, SP, Brazil</a:t>
            </a:r>
            <a:endParaRPr lang="zh-TW" altLang="en-US" sz="3200" dirty="0">
              <a:latin typeface="+mj-ea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xmlns="" id="{06F07229-5A86-43AB-8B22-DA947E2ED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477" y="1825625"/>
            <a:ext cx="6355046" cy="4351338"/>
          </a:xfrm>
        </p:spPr>
      </p:pic>
    </p:spTree>
    <p:extLst>
      <p:ext uri="{BB962C8B-B14F-4D97-AF65-F5344CB8AC3E}">
        <p14:creationId xmlns:p14="http://schemas.microsoft.com/office/powerpoint/2010/main" val="100835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12F05902-5919-470C-8063-8C8BA1F98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>
                <a:latin typeface="+mj-ea"/>
              </a:rPr>
              <a:t>Institute of Theoretical Informatics, Karlsruhe Institute of Technology, Germany</a:t>
            </a:r>
            <a:endParaRPr lang="zh-TW" altLang="en-US" sz="3200" dirty="0">
              <a:latin typeface="+mj-ea"/>
            </a:endParaRPr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xmlns="" id="{698C2CC7-A0E6-42CE-B305-DE811F28D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44" y="1825625"/>
            <a:ext cx="6362711" cy="4351338"/>
          </a:xfrm>
        </p:spPr>
      </p:pic>
    </p:spTree>
    <p:extLst>
      <p:ext uri="{BB962C8B-B14F-4D97-AF65-F5344CB8AC3E}">
        <p14:creationId xmlns:p14="http://schemas.microsoft.com/office/powerpoint/2010/main" val="353458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A81FADCC-098F-42B3-A516-7A8E8C1A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Abstract </a:t>
            </a:r>
            <a:endParaRPr lang="zh-TW" altLang="en-US" dirty="0">
              <a:latin typeface="+mj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xmlns="" id="{7DB8E5E2-9D37-4095-8A46-00A68D1D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>
                <a:latin typeface="+mj-ea"/>
                <a:ea typeface="+mj-ea"/>
              </a:rPr>
              <a:t>We show how to parallelize the optimal algorithm proposed by </a:t>
            </a:r>
            <a:r>
              <a:rPr lang="en-US" altLang="zh-TW" dirty="0" err="1">
                <a:latin typeface="+mj-ea"/>
                <a:ea typeface="+mj-ea"/>
              </a:rPr>
              <a:t>Tustumi</a:t>
            </a:r>
            <a:r>
              <a:rPr lang="en-US" altLang="zh-TW" dirty="0">
                <a:latin typeface="+mj-ea"/>
                <a:ea typeface="+mj-ea"/>
              </a:rPr>
              <a:t> et al. [19] to solve the all-pairs suffix-prefix matching problem for general alphabets. We compared our parallel algorithm with SOF [17], a practical solution for DNA sequences that exhibits good time and space performance in multithreading environments. The experimental results showed that our parallel algorithm achieves a consistent speedup when compared with the sequential algorithm, and it is competitive with SOF when the minimum overlap length is small.</a:t>
            </a:r>
          </a:p>
        </p:txBody>
      </p:sp>
    </p:spTree>
    <p:extLst>
      <p:ext uri="{BB962C8B-B14F-4D97-AF65-F5344CB8AC3E}">
        <p14:creationId xmlns:p14="http://schemas.microsoft.com/office/powerpoint/2010/main" val="2726883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+mj-ea"/>
              </a:rPr>
              <a:t>All longest suffix–prefix matches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xmlns="" id="{7D7F0169-C3E4-4A08-8276-1A6D35A47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43" y="2710476"/>
            <a:ext cx="6373114" cy="2581635"/>
          </a:xfr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xmlns="" id="{8F4DC4F3-9F84-484E-B4AD-DB1D749D7E05}"/>
              </a:ext>
            </a:extLst>
          </p:cNvPr>
          <p:cNvSpPr txBox="1"/>
          <p:nvPr/>
        </p:nvSpPr>
        <p:spPr>
          <a:xfrm>
            <a:off x="2627699" y="3157396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/>
              <a:t>aac</a:t>
            </a:r>
            <a:endParaRPr lang="zh-TW" altLang="en-US" i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908E8804-D164-432A-8CAB-7AA26B9551FB}"/>
              </a:ext>
            </a:extLst>
          </p:cNvPr>
          <p:cNvSpPr txBox="1"/>
          <p:nvPr/>
        </p:nvSpPr>
        <p:spPr>
          <a:xfrm>
            <a:off x="2627699" y="3526728"/>
            <a:ext cx="516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/>
              <a:t>aca</a:t>
            </a:r>
            <a:endParaRPr lang="zh-TW" altLang="en-US" i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xmlns="" id="{E8C5BBC3-D7C0-4239-AC1F-C2F0F7990D39}"/>
              </a:ext>
            </a:extLst>
          </p:cNvPr>
          <p:cNvSpPr txBox="1"/>
          <p:nvPr/>
        </p:nvSpPr>
        <p:spPr>
          <a:xfrm>
            <a:off x="2631937" y="3896060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/>
              <a:t>aa</a:t>
            </a:r>
            <a:endParaRPr lang="zh-TW" altLang="en-US" i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3A71E5ED-E6CB-41ED-8F8D-1378F504B18B}"/>
              </a:ext>
            </a:extLst>
          </p:cNvPr>
          <p:cNvSpPr txBox="1"/>
          <p:nvPr/>
        </p:nvSpPr>
        <p:spPr>
          <a:xfrm>
            <a:off x="2658519" y="4224753"/>
            <a:ext cx="516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err="1"/>
              <a:t>caa</a:t>
            </a:r>
            <a:endParaRPr lang="zh-TW" altLang="en-US" i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732D65CE-CE4C-4D81-AEE2-E478C61E5FA1}"/>
              </a:ext>
            </a:extLst>
          </p:cNvPr>
          <p:cNvSpPr txBox="1"/>
          <p:nvPr/>
        </p:nvSpPr>
        <p:spPr>
          <a:xfrm>
            <a:off x="3712606" y="2525810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err="1"/>
              <a:t>aac</a:t>
            </a:r>
            <a:endParaRPr lang="zh-TW" altLang="en-US" i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47FF09B2-2931-4F60-99D9-904B63311956}"/>
              </a:ext>
            </a:extLst>
          </p:cNvPr>
          <p:cNvSpPr txBox="1"/>
          <p:nvPr/>
        </p:nvSpPr>
        <p:spPr>
          <a:xfrm>
            <a:off x="4312954" y="2513298"/>
            <a:ext cx="516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/>
              <a:t>aca</a:t>
            </a:r>
            <a:endParaRPr lang="zh-TW" altLang="en-US" i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xmlns="" id="{DEA2BD9A-D5B1-4585-AA27-2C009D48C135}"/>
              </a:ext>
            </a:extLst>
          </p:cNvPr>
          <p:cNvSpPr txBox="1"/>
          <p:nvPr/>
        </p:nvSpPr>
        <p:spPr>
          <a:xfrm>
            <a:off x="4888999" y="2513298"/>
            <a:ext cx="4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/>
              <a:t>aa</a:t>
            </a:r>
            <a:endParaRPr lang="zh-TW" altLang="en-US" i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xmlns="" id="{DF5A26AF-EA3B-41AB-819A-BC20D2FCB8F3}"/>
              </a:ext>
            </a:extLst>
          </p:cNvPr>
          <p:cNvSpPr txBox="1"/>
          <p:nvPr/>
        </p:nvSpPr>
        <p:spPr>
          <a:xfrm>
            <a:off x="5476535" y="2525810"/>
            <a:ext cx="516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 err="1"/>
              <a:t>caa</a:t>
            </a:r>
            <a:endParaRPr lang="zh-TW" altLang="en-US" i="1" dirty="0"/>
          </a:p>
        </p:txBody>
      </p:sp>
    </p:spTree>
    <p:extLst>
      <p:ext uri="{BB962C8B-B14F-4D97-AF65-F5344CB8AC3E}">
        <p14:creationId xmlns:p14="http://schemas.microsoft.com/office/powerpoint/2010/main" val="2693855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+mj-ea"/>
              </a:rPr>
              <a:t>The generalized enhanced suffix array (GESA)</a:t>
            </a:r>
            <a:endParaRPr lang="zh-TW" altLang="en-US" dirty="0">
              <a:latin typeface="+mj-ea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xmlns="" id="{6F19EF68-75FC-424A-8C36-A10BB19F9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88" y="1979532"/>
            <a:ext cx="5859515" cy="4858859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557132B1-9379-4387-ABC5-E77EB136BF1B}"/>
              </a:ext>
            </a:extLst>
          </p:cNvPr>
          <p:cNvSpPr txBox="1"/>
          <p:nvPr/>
        </p:nvSpPr>
        <p:spPr>
          <a:xfrm>
            <a:off x="5364279" y="2951946"/>
            <a:ext cx="34179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+mj-ea"/>
                <a:ea typeface="+mj-ea"/>
              </a:rPr>
              <a:t>S= aac$</a:t>
            </a:r>
            <a:r>
              <a:rPr lang="en-US" altLang="zh-TW" sz="2800" baseline="-25000" dirty="0">
                <a:latin typeface="+mj-ea"/>
                <a:ea typeface="+mj-ea"/>
              </a:rPr>
              <a:t>1</a:t>
            </a:r>
            <a:r>
              <a:rPr lang="en-US" altLang="zh-TW" sz="2800" dirty="0">
                <a:latin typeface="+mj-ea"/>
                <a:ea typeface="+mj-ea"/>
              </a:rPr>
              <a:t>aca$</a:t>
            </a:r>
            <a:r>
              <a:rPr lang="en-US" altLang="zh-TW" sz="2800" baseline="-25000" dirty="0">
                <a:latin typeface="+mj-ea"/>
                <a:ea typeface="+mj-ea"/>
              </a:rPr>
              <a:t>2</a:t>
            </a:r>
            <a:r>
              <a:rPr lang="en-US" altLang="zh-TW" sz="2800" dirty="0">
                <a:latin typeface="+mj-ea"/>
                <a:ea typeface="+mj-ea"/>
              </a:rPr>
              <a:t>aa$</a:t>
            </a:r>
            <a:r>
              <a:rPr lang="en-US" altLang="zh-TW" sz="2800" baseline="-25000" dirty="0">
                <a:latin typeface="+mj-ea"/>
                <a:ea typeface="+mj-ea"/>
              </a:rPr>
              <a:t>3</a:t>
            </a:r>
            <a:r>
              <a:rPr lang="en-US" altLang="zh-TW" sz="2800" dirty="0">
                <a:latin typeface="+mj-ea"/>
                <a:ea typeface="+mj-ea"/>
              </a:rPr>
              <a:t>caa$</a:t>
            </a:r>
            <a:r>
              <a:rPr lang="en-US" altLang="zh-TW" sz="2800" baseline="-25000" dirty="0">
                <a:latin typeface="+mj-ea"/>
                <a:ea typeface="+mj-ea"/>
              </a:rPr>
              <a:t>4</a:t>
            </a:r>
          </a:p>
          <a:p>
            <a:r>
              <a:rPr lang="en-US" altLang="zh-TW" sz="2800" dirty="0">
                <a:latin typeface="+mj-ea"/>
                <a:ea typeface="+mj-ea"/>
              </a:rPr>
              <a:t>P={8,10,12,15}</a:t>
            </a:r>
            <a:endParaRPr lang="zh-TW" alt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94589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E7747DF4-4375-4FEA-AD33-D3E0A18D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+mj-ea"/>
              </a:rPr>
              <a:t>GESA and local lists</a:t>
            </a:r>
            <a:endParaRPr lang="zh-TW" altLang="en-US" dirty="0">
              <a:latin typeface="+mj-ea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xmlns="" id="{557132B1-9379-4387-ABC5-E77EB136BF1B}"/>
              </a:ext>
            </a:extLst>
          </p:cNvPr>
          <p:cNvSpPr txBox="1"/>
          <p:nvPr/>
        </p:nvSpPr>
        <p:spPr>
          <a:xfrm>
            <a:off x="2593919" y="1285640"/>
            <a:ext cx="1847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baseline="-25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ED8739CF-FB3D-4371-B506-E5D476539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9" y="1562639"/>
            <a:ext cx="8792802" cy="5182323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EEC538C9-C43F-45D1-B372-CC560EC08A53}"/>
              </a:ext>
            </a:extLst>
          </p:cNvPr>
          <p:cNvSpPr txBox="1"/>
          <p:nvPr/>
        </p:nvSpPr>
        <p:spPr>
          <a:xfrm>
            <a:off x="7623289" y="2218686"/>
            <a:ext cx="9941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latin typeface="+mn-ea"/>
              </a:rPr>
              <a:t>L= ∞ aa</a:t>
            </a:r>
          </a:p>
          <a:p>
            <a:r>
              <a:rPr lang="en-US" altLang="zh-TW" sz="1600" dirty="0">
                <a:latin typeface="+mn-ea"/>
              </a:rPr>
              <a:t>L=1  |a|=1</a:t>
            </a:r>
          </a:p>
          <a:p>
            <a:r>
              <a:rPr lang="en-US" altLang="zh-TW" sz="1600" dirty="0">
                <a:latin typeface="+mn-ea"/>
              </a:rPr>
              <a:t>L=1  |a|=1</a:t>
            </a:r>
          </a:p>
          <a:p>
            <a:r>
              <a:rPr lang="en-US" altLang="zh-TW" sz="1600" dirty="0">
                <a:latin typeface="+mn-ea"/>
              </a:rPr>
              <a:t>L=1  |a|=1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F744364A-3E62-423F-AC60-3A0EC58F2368}"/>
              </a:ext>
            </a:extLst>
          </p:cNvPr>
          <p:cNvSpPr/>
          <p:nvPr/>
        </p:nvSpPr>
        <p:spPr>
          <a:xfrm>
            <a:off x="7623289" y="3386828"/>
            <a:ext cx="106631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dirty="0">
                <a:latin typeface="+mn-ea"/>
              </a:rPr>
              <a:t>L= ∞ </a:t>
            </a:r>
            <a:r>
              <a:rPr lang="en-US" altLang="zh-TW" sz="1600" dirty="0" err="1">
                <a:latin typeface="+mn-ea"/>
              </a:rPr>
              <a:t>aac</a:t>
            </a:r>
            <a:endParaRPr lang="en-US" altLang="zh-TW" sz="1600" dirty="0">
              <a:latin typeface="+mn-ea"/>
            </a:endParaRPr>
          </a:p>
          <a:p>
            <a:r>
              <a:rPr lang="en-US" altLang="zh-TW" sz="1600" dirty="0">
                <a:latin typeface="+mn-ea"/>
              </a:rPr>
              <a:t>L=2  |aa|=2</a:t>
            </a:r>
          </a:p>
          <a:p>
            <a:r>
              <a:rPr lang="en-US" altLang="zh-TW" sz="1600" dirty="0">
                <a:latin typeface="+mn-ea"/>
              </a:rPr>
              <a:t>L=2  |aa|=2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5E4BF0CA-73C5-44CC-8162-AE293CABA5E0}"/>
              </a:ext>
            </a:extLst>
          </p:cNvPr>
          <p:cNvSpPr/>
          <p:nvPr/>
        </p:nvSpPr>
        <p:spPr>
          <a:xfrm>
            <a:off x="7630915" y="4333807"/>
            <a:ext cx="1597937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+mn-ea"/>
              </a:rPr>
              <a:t>L= ∞ aca</a:t>
            </a:r>
          </a:p>
          <a:p>
            <a:r>
              <a:rPr lang="en-US" altLang="zh-TW" sz="1600" dirty="0">
                <a:latin typeface="+mn-ea"/>
              </a:rPr>
              <a:t>L=2  |ac|=2</a:t>
            </a:r>
          </a:p>
          <a:p>
            <a:r>
              <a:rPr lang="en-US" altLang="zh-TW" sz="1600" dirty="0">
                <a:latin typeface="+mn-ea"/>
              </a:rPr>
              <a:t>L=1  |</a:t>
            </a:r>
            <a:r>
              <a:rPr lang="en-US" altLang="zh-TW" sz="1600" dirty="0" err="1">
                <a:latin typeface="+mn-ea"/>
              </a:rPr>
              <a:t>aac</a:t>
            </a:r>
            <a:r>
              <a:rPr lang="en-US" altLang="zh-TW" sz="1600" dirty="0">
                <a:latin typeface="+mn-ea"/>
              </a:rPr>
              <a:t>|=3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44E25BA8-F5AE-44CA-9AC0-11BE3A9A2E63}"/>
              </a:ext>
            </a:extLst>
          </p:cNvPr>
          <p:cNvSpPr/>
          <p:nvPr/>
        </p:nvSpPr>
        <p:spPr>
          <a:xfrm>
            <a:off x="7639427" y="5323887"/>
            <a:ext cx="175184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600" dirty="0">
                <a:latin typeface="+mn-ea"/>
              </a:rPr>
              <a:t>L= ∞ </a:t>
            </a:r>
            <a:r>
              <a:rPr lang="en-US" altLang="zh-TW" sz="1600" dirty="0" err="1">
                <a:latin typeface="+mn-ea"/>
              </a:rPr>
              <a:t>caa</a:t>
            </a:r>
            <a:endParaRPr lang="en-US" altLang="zh-TW" sz="1600" dirty="0">
              <a:latin typeface="+mn-ea"/>
            </a:endParaRPr>
          </a:p>
          <a:p>
            <a:r>
              <a:rPr lang="en-US" altLang="zh-TW" sz="1600" dirty="0">
                <a:latin typeface="+mn-ea"/>
              </a:rPr>
              <a:t>L=2  |ca|=2</a:t>
            </a:r>
          </a:p>
          <a:p>
            <a:r>
              <a:rPr lang="en-US" altLang="zh-TW" sz="1600" dirty="0">
                <a:latin typeface="+mn-ea"/>
              </a:rPr>
              <a:t>L=1  |c|=1</a:t>
            </a:r>
          </a:p>
          <a:p>
            <a:r>
              <a:rPr lang="en-US" altLang="zh-TW" sz="1600" dirty="0">
                <a:latin typeface="+mn-ea"/>
              </a:rPr>
              <a:t>L=0  |aca|=3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F29218EA-3937-4884-AB57-E7109EFFBB66}"/>
              </a:ext>
            </a:extLst>
          </p:cNvPr>
          <p:cNvSpPr/>
          <p:nvPr/>
        </p:nvSpPr>
        <p:spPr>
          <a:xfrm>
            <a:off x="870707" y="2169426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aa$</a:t>
            </a:r>
            <a:r>
              <a:rPr lang="en-US" altLang="zh-TW" baseline="-25000" dirty="0">
                <a:latin typeface="+mj-ea"/>
              </a:rPr>
              <a:t>3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F8C8732E-E0B3-444F-A7D8-03C957BB9151}"/>
              </a:ext>
            </a:extLst>
          </p:cNvPr>
          <p:cNvSpPr/>
          <p:nvPr/>
        </p:nvSpPr>
        <p:spPr>
          <a:xfrm>
            <a:off x="918797" y="2387963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a$</a:t>
            </a:r>
            <a:r>
              <a:rPr lang="en-US" altLang="zh-TW" baseline="-25000" dirty="0">
                <a:latin typeface="+mj-ea"/>
              </a:rPr>
              <a:t>4</a:t>
            </a:r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EA839AF4-158B-440E-957F-5013E1DE5166}"/>
              </a:ext>
            </a:extLst>
          </p:cNvPr>
          <p:cNvSpPr/>
          <p:nvPr/>
        </p:nvSpPr>
        <p:spPr>
          <a:xfrm>
            <a:off x="918797" y="2631091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a$</a:t>
            </a:r>
            <a:r>
              <a:rPr lang="en-US" altLang="zh-TW" baseline="-25000" dirty="0">
                <a:latin typeface="+mj-ea"/>
              </a:rPr>
              <a:t>3</a:t>
            </a:r>
            <a:endParaRPr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3985BCE4-7545-4730-8965-1E67C3A91AEB}"/>
              </a:ext>
            </a:extLst>
          </p:cNvPr>
          <p:cNvSpPr/>
          <p:nvPr/>
        </p:nvSpPr>
        <p:spPr>
          <a:xfrm>
            <a:off x="918797" y="2849628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a$</a:t>
            </a:r>
            <a:r>
              <a:rPr lang="en-US" altLang="zh-TW" baseline="-25000" dirty="0">
                <a:latin typeface="+mj-ea"/>
              </a:rPr>
              <a:t>2</a:t>
            </a:r>
            <a:endParaRPr lang="zh-TW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5C2A8CAD-0E52-4A08-ABA2-8DA2B6EAEF6D}"/>
              </a:ext>
            </a:extLst>
          </p:cNvPr>
          <p:cNvSpPr/>
          <p:nvPr/>
        </p:nvSpPr>
        <p:spPr>
          <a:xfrm>
            <a:off x="822617" y="3828234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aa$</a:t>
            </a:r>
            <a:r>
              <a:rPr lang="en-US" altLang="zh-TW" baseline="-25000" dirty="0">
                <a:latin typeface="+mj-ea"/>
              </a:rPr>
              <a:t>3</a:t>
            </a:r>
            <a:endParaRPr lang="zh-TW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CD4D5828-7AC6-41C5-B16F-2B72FB17320A}"/>
              </a:ext>
            </a:extLst>
          </p:cNvPr>
          <p:cNvSpPr/>
          <p:nvPr/>
        </p:nvSpPr>
        <p:spPr>
          <a:xfrm>
            <a:off x="822617" y="3586308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aa$</a:t>
            </a:r>
            <a:r>
              <a:rPr lang="en-US" altLang="zh-TW" baseline="-25000" dirty="0">
                <a:latin typeface="+mj-ea"/>
              </a:rPr>
              <a:t>4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xmlns="" id="{69F07E1C-5842-4547-9AA6-55CEAD248443}"/>
              </a:ext>
            </a:extLst>
          </p:cNvPr>
          <p:cNvSpPr/>
          <p:nvPr/>
        </p:nvSpPr>
        <p:spPr>
          <a:xfrm>
            <a:off x="774527" y="3350626"/>
            <a:ext cx="654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aac$</a:t>
            </a:r>
            <a:r>
              <a:rPr lang="en-US" altLang="zh-TW" baseline="-25000" dirty="0">
                <a:latin typeface="+mj-ea"/>
              </a:rPr>
              <a:t>1</a:t>
            </a:r>
            <a:endParaRPr lang="zh-TW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E8AEACFD-18AD-45DC-9D6E-1B06CD930BF0}"/>
              </a:ext>
            </a:extLst>
          </p:cNvPr>
          <p:cNvSpPr/>
          <p:nvPr/>
        </p:nvSpPr>
        <p:spPr>
          <a:xfrm>
            <a:off x="774527" y="4808990"/>
            <a:ext cx="654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aac$</a:t>
            </a:r>
            <a:r>
              <a:rPr lang="en-US" altLang="zh-TW" baseline="-25000" dirty="0">
                <a:latin typeface="+mj-ea"/>
              </a:rPr>
              <a:t>1</a:t>
            </a:r>
            <a:endParaRPr lang="zh-TW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28A7FC56-653B-4D9D-9F9D-C111BBF33FDA}"/>
              </a:ext>
            </a:extLst>
          </p:cNvPr>
          <p:cNvSpPr/>
          <p:nvPr/>
        </p:nvSpPr>
        <p:spPr>
          <a:xfrm>
            <a:off x="774527" y="4313289"/>
            <a:ext cx="654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aca$</a:t>
            </a:r>
            <a:r>
              <a:rPr lang="en-US" altLang="zh-TW" baseline="-25000" dirty="0">
                <a:latin typeface="+mj-ea"/>
              </a:rPr>
              <a:t>2</a:t>
            </a:r>
            <a:endParaRPr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792F4752-57A3-493D-8ACA-A852EF09B3C1}"/>
              </a:ext>
            </a:extLst>
          </p:cNvPr>
          <p:cNvSpPr/>
          <p:nvPr/>
        </p:nvSpPr>
        <p:spPr>
          <a:xfrm>
            <a:off x="822617" y="4548013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ac$</a:t>
            </a:r>
            <a:r>
              <a:rPr lang="en-US" altLang="zh-TW" baseline="-25000" dirty="0">
                <a:latin typeface="+mj-ea"/>
              </a:rPr>
              <a:t>1</a:t>
            </a:r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7310B4E6-603E-4619-BD3D-467227B6ED61}"/>
              </a:ext>
            </a:extLst>
          </p:cNvPr>
          <p:cNvSpPr/>
          <p:nvPr/>
        </p:nvSpPr>
        <p:spPr>
          <a:xfrm>
            <a:off x="726437" y="5270655"/>
            <a:ext cx="654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caa$</a:t>
            </a:r>
            <a:r>
              <a:rPr lang="en-US" altLang="zh-TW" baseline="-25000" dirty="0">
                <a:latin typeface="+mj-ea"/>
              </a:rPr>
              <a:t>4</a:t>
            </a:r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FF77ADDF-5AED-4F67-809F-FC88BA91693E}"/>
              </a:ext>
            </a:extLst>
          </p:cNvPr>
          <p:cNvSpPr/>
          <p:nvPr/>
        </p:nvSpPr>
        <p:spPr>
          <a:xfrm>
            <a:off x="822617" y="5542069"/>
            <a:ext cx="558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ca$</a:t>
            </a:r>
            <a:r>
              <a:rPr lang="en-US" altLang="zh-TW" baseline="-25000" dirty="0">
                <a:latin typeface="+mj-ea"/>
              </a:rPr>
              <a:t>2</a:t>
            </a:r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xmlns="" id="{D58F549F-91C1-432D-BAE2-812AC926DAFB}"/>
              </a:ext>
            </a:extLst>
          </p:cNvPr>
          <p:cNvSpPr/>
          <p:nvPr/>
        </p:nvSpPr>
        <p:spPr>
          <a:xfrm>
            <a:off x="870707" y="5781956"/>
            <a:ext cx="461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c$</a:t>
            </a:r>
            <a:r>
              <a:rPr lang="en-US" altLang="zh-TW" baseline="-25000" dirty="0">
                <a:latin typeface="+mj-ea"/>
              </a:rPr>
              <a:t>1</a:t>
            </a:r>
            <a:endParaRPr lang="zh-TW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EEA0C8A9-2FE4-436F-99E8-FC1B0E48F49F}"/>
              </a:ext>
            </a:extLst>
          </p:cNvPr>
          <p:cNvSpPr/>
          <p:nvPr/>
        </p:nvSpPr>
        <p:spPr>
          <a:xfrm>
            <a:off x="774527" y="6031773"/>
            <a:ext cx="654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+mj-ea"/>
              </a:rPr>
              <a:t>aca$</a:t>
            </a:r>
            <a:r>
              <a:rPr lang="en-US" altLang="zh-TW" baseline="-25000" dirty="0">
                <a:latin typeface="+mj-ea"/>
              </a:rPr>
              <a:t>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3708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B003F61-DD93-4036-9318-A5621607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Output</a:t>
            </a:r>
            <a:endParaRPr lang="zh-TW" altLang="en-US" dirty="0">
              <a:latin typeface="+mj-ea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xmlns="" id="{75FF52B7-0DFA-4024-9E54-1556547BC0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092" y="2268232"/>
            <a:ext cx="4361576" cy="3286119"/>
          </a:xfr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xmlns="" id="{2D6BAACC-7FC3-4AF2-A7A6-C89F1D90E159}"/>
              </a:ext>
            </a:extLst>
          </p:cNvPr>
          <p:cNvSpPr txBox="1"/>
          <p:nvPr/>
        </p:nvSpPr>
        <p:spPr>
          <a:xfrm>
            <a:off x="1231272" y="2268232"/>
            <a:ext cx="3016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</a:t>
            </a:r>
          </a:p>
          <a:p>
            <a:r>
              <a:rPr lang="en-US" altLang="zh-TW" dirty="0"/>
              <a:t>1</a:t>
            </a:r>
          </a:p>
          <a:p>
            <a:r>
              <a:rPr lang="en-US" altLang="zh-TW" dirty="0"/>
              <a:t>2</a:t>
            </a:r>
          </a:p>
          <a:p>
            <a:r>
              <a:rPr lang="en-US" altLang="zh-TW" dirty="0"/>
              <a:t>4</a:t>
            </a:r>
          </a:p>
          <a:p>
            <a:endParaRPr lang="zh-TW" altLang="en-US" dirty="0"/>
          </a:p>
        </p:txBody>
      </p:sp>
      <p:pic>
        <p:nvPicPr>
          <p:cNvPr id="35" name="內容版面配置區 4">
            <a:extLst>
              <a:ext uri="{FF2B5EF4-FFF2-40B4-BE49-F238E27FC236}">
                <a16:creationId xmlns:a16="http://schemas.microsoft.com/office/drawing/2014/main" xmlns="" id="{1D680E8E-D076-4DD6-8255-AC518D67F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5566" y="2359360"/>
            <a:ext cx="5504658" cy="4858859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xmlns="" id="{7E084899-F8C1-4041-A92A-ADA0FF0EFE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479012"/>
              </p:ext>
            </p:extLst>
          </p:nvPr>
        </p:nvGraphicFramePr>
        <p:xfrm>
          <a:off x="4350327" y="604364"/>
          <a:ext cx="4276436" cy="1463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69109">
                  <a:extLst>
                    <a:ext uri="{9D8B030D-6E8A-4147-A177-3AD203B41FA5}">
                      <a16:colId xmlns:a16="http://schemas.microsoft.com/office/drawing/2014/main" xmlns="" val="2043575891"/>
                    </a:ext>
                  </a:extLst>
                </a:gridCol>
                <a:gridCol w="1069109">
                  <a:extLst>
                    <a:ext uri="{9D8B030D-6E8A-4147-A177-3AD203B41FA5}">
                      <a16:colId xmlns:a16="http://schemas.microsoft.com/office/drawing/2014/main" xmlns="" val="4010919807"/>
                    </a:ext>
                  </a:extLst>
                </a:gridCol>
                <a:gridCol w="1069109">
                  <a:extLst>
                    <a:ext uri="{9D8B030D-6E8A-4147-A177-3AD203B41FA5}">
                      <a16:colId xmlns:a16="http://schemas.microsoft.com/office/drawing/2014/main" xmlns="" val="3206076243"/>
                    </a:ext>
                  </a:extLst>
                </a:gridCol>
                <a:gridCol w="1069109">
                  <a:extLst>
                    <a:ext uri="{9D8B030D-6E8A-4147-A177-3AD203B41FA5}">
                      <a16:colId xmlns:a16="http://schemas.microsoft.com/office/drawing/2014/main" xmlns="" val="4292451773"/>
                    </a:ext>
                  </a:extLst>
                </a:gridCol>
              </a:tblGrid>
              <a:tr h="24059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41807127"/>
                  </a:ext>
                </a:extLst>
              </a:tr>
              <a:tr h="240590"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45377037"/>
                  </a:ext>
                </a:extLst>
              </a:tr>
              <a:tr h="24059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98762776"/>
                  </a:ext>
                </a:extLst>
              </a:tr>
              <a:tr h="24059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83828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094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B003F61-DD93-4036-9318-A5621607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Algorithm</a:t>
            </a:r>
            <a:r>
              <a:rPr lang="zh-TW" altLang="en-US" dirty="0">
                <a:latin typeface="+mj-ea"/>
              </a:rPr>
              <a:t> 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xmlns="" id="{A1B92D98-3B62-499F-985F-DDB91A297BE2}"/>
              </a:ext>
            </a:extLst>
          </p:cNvPr>
          <p:cNvSpPr txBox="1"/>
          <p:nvPr/>
        </p:nvSpPr>
        <p:spPr>
          <a:xfrm>
            <a:off x="266512" y="6308208"/>
            <a:ext cx="1585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Time: O(N+m</a:t>
            </a:r>
            <a:r>
              <a:rPr lang="en-US" altLang="zh-TW" baseline="30000" dirty="0"/>
              <a:t>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778C6E7A-8C49-4551-9969-1E2A127FC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5594" y="245581"/>
            <a:ext cx="5477148" cy="6431959"/>
          </a:xfrm>
          <a:prstGeom prst="rect">
            <a:avLst/>
          </a:prstGeom>
        </p:spPr>
      </p:pic>
      <p:sp>
        <p:nvSpPr>
          <p:cNvPr id="12" name="箭號: 向右 11">
            <a:extLst>
              <a:ext uri="{FF2B5EF4-FFF2-40B4-BE49-F238E27FC236}">
                <a16:creationId xmlns:a16="http://schemas.microsoft.com/office/drawing/2014/main" xmlns="" id="{50CA3030-7F14-42A8-94AE-BA7957DFC4B0}"/>
              </a:ext>
            </a:extLst>
          </p:cNvPr>
          <p:cNvSpPr/>
          <p:nvPr/>
        </p:nvSpPr>
        <p:spPr>
          <a:xfrm>
            <a:off x="1928387" y="6377681"/>
            <a:ext cx="307818" cy="2303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F9CAC2A-247C-40DC-A62D-278E4248E706}"/>
              </a:ext>
            </a:extLst>
          </p:cNvPr>
          <p:cNvSpPr/>
          <p:nvPr/>
        </p:nvSpPr>
        <p:spPr>
          <a:xfrm>
            <a:off x="2236205" y="6308208"/>
            <a:ext cx="11721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O(N+m</a:t>
            </a:r>
            <a:r>
              <a:rPr lang="en-US" altLang="zh-TW" baseline="30000" dirty="0"/>
              <a:t>2</a:t>
            </a:r>
            <a:r>
              <a:rPr lang="en-US" altLang="zh-TW" dirty="0"/>
              <a:t>/t)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4800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B003F61-DD93-4036-9318-A5621607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Experimental results</a:t>
            </a:r>
            <a:endParaRPr lang="zh-TW" altLang="en-US" dirty="0">
              <a:latin typeface="+mj-ea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1A15E998-FDF7-48FD-AFA0-B993B37E8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889" y="1611335"/>
            <a:ext cx="6196152" cy="517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228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xmlns="" id="{9B003F61-DD93-4036-9318-A5621607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+mj-ea"/>
              </a:rPr>
              <a:t>Experimental results</a:t>
            </a:r>
            <a:endParaRPr lang="zh-TW" altLang="en-US" dirty="0">
              <a:latin typeface="+mj-ea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xmlns="" id="{D0F5FD1A-BF5C-4E6B-B611-7B8BA619C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73" y="1511928"/>
            <a:ext cx="6213609" cy="527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306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4903</TotalTime>
  <Words>298</Words>
  <Application>Microsoft Office PowerPoint</Application>
  <PresentationFormat>如螢幕大小 (4:3)</PresentationFormat>
  <Paragraphs>71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新細明體</vt:lpstr>
      <vt:lpstr>Arial</vt:lpstr>
      <vt:lpstr>Calibri</vt:lpstr>
      <vt:lpstr>Calibri Light</vt:lpstr>
      <vt:lpstr>Office 佈景主題</vt:lpstr>
      <vt:lpstr>Parallel Computation for the All-Pairs Suffix-Prefix Problem</vt:lpstr>
      <vt:lpstr>Institute of Computing, University of Campinas, Campinas, SP, Brazil</vt:lpstr>
      <vt:lpstr>Institute of Theoretical Informatics, Karlsruhe Institute of Technology, Germany</vt:lpstr>
      <vt:lpstr>Abstract </vt:lpstr>
      <vt:lpstr>All longest suffix–prefix matches</vt:lpstr>
      <vt:lpstr>The generalized enhanced suffix array (GESA)</vt:lpstr>
      <vt:lpstr>GESA and local lists</vt:lpstr>
      <vt:lpstr>Output</vt:lpstr>
      <vt:lpstr>Algorithm </vt:lpstr>
      <vt:lpstr>Experimental results</vt:lpstr>
      <vt:lpstr>Experimental results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for computing a longest common increasing subsequence</dc:title>
  <dc:creator>黃國峰</dc:creator>
  <cp:lastModifiedBy>pplab-class</cp:lastModifiedBy>
  <cp:revision>68</cp:revision>
  <dcterms:created xsi:type="dcterms:W3CDTF">2017-10-02T04:56:24Z</dcterms:created>
  <dcterms:modified xsi:type="dcterms:W3CDTF">2019-01-08T11:03:04Z</dcterms:modified>
</cp:coreProperties>
</file>