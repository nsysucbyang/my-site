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355" r:id="rId5"/>
    <p:sldId id="356" r:id="rId6"/>
    <p:sldId id="367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8" r:id="rId18"/>
    <p:sldId id="369" r:id="rId19"/>
    <p:sldId id="370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3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2016/8/16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Incremental LCS Computation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Yusuke Ishida, </a:t>
            </a:r>
            <a:r>
              <a:rPr lang="en-US" altLang="zh-TW" sz="2000" dirty="0" err="1" smtClean="0"/>
              <a:t>Shunsuke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Inenaga</a:t>
            </a:r>
            <a:r>
              <a:rPr lang="en-US" altLang="zh-TW" sz="2000" dirty="0" smtClean="0"/>
              <a:t>,</a:t>
            </a:r>
          </a:p>
          <a:p>
            <a:pPr>
              <a:defRPr/>
            </a:pPr>
            <a:r>
              <a:rPr lang="en-US" altLang="zh-TW" sz="2000" dirty="0" err="1" smtClean="0"/>
              <a:t>Ayumi</a:t>
            </a:r>
            <a:r>
              <a:rPr lang="en-US" altLang="zh-TW" sz="2000" dirty="0" smtClean="0"/>
              <a:t> Shinohara, and Masayuki Takeda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859392"/>
              </p:ext>
            </p:extLst>
          </p:nvPr>
        </p:nvGraphicFramePr>
        <p:xfrm>
          <a:off x="2698748" y="3848099"/>
          <a:ext cx="3816351" cy="17695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Proceedings of the 15th international conference on Fundamentals of Computation Theory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2005. pp. 563-574.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2016/8/16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 anchor="t" anchorCtr="0"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comparison is a fundamental task in pattern matching. Its applications include file comparison, spelling correction, information retrieval, and computing (dis)similarities between biological sequences. A common scheme for sequence comparison is the longest common subsequence (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metric.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 rotWithShape="0">
                <a:blip r:embed="rId2"/>
                <a:stretch>
                  <a:fillRect l="-1468" r="-1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paper considers the fully incremental LCS computation problem as follows: For any strings A, B and characters a, b, compute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𝐵𝑏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provided that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already computed.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27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present an efficient algorithm that computes the four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values above, 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depending on where a new character is added, where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length of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Out algorithm is superior in both time and space complexities to the previous known methods.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2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the complexities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Kim, S.R., Park, K. A dynamic edit distance table (2000)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2982119"/>
            <a:ext cx="88963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4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𝑏𝑐𝑏𝑑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size alphabet,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3361532"/>
            <a:ext cx="30289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LCS(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22722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Landau G.M., Myers E.,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Ziv-Ukelson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M. Two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LCS Consecutive Suffix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Alignment(2004)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926356" y="2819936"/>
            <a:ext cx="5800436" cy="794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 B)  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" y="3572255"/>
            <a:ext cx="8746836" cy="27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" y="441118"/>
            <a:ext cx="8746836" cy="273964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87" y="3180762"/>
            <a:ext cx="3499013" cy="1952574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924" y="3180762"/>
            <a:ext cx="3879770" cy="1924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03201" y="5833131"/>
                <a:ext cx="32513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motized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5833131"/>
                <a:ext cx="3251339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3745" t="-12791" r="-2247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2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LCS(A,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1893455" y="1710465"/>
            <a:ext cx="5800436" cy="794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 B)  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78925"/>
              </p:ext>
            </p:extLst>
          </p:nvPr>
        </p:nvGraphicFramePr>
        <p:xfrm>
          <a:off x="364836" y="2504793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777859"/>
              </p:ext>
            </p:extLst>
          </p:nvPr>
        </p:nvGraphicFramePr>
        <p:xfrm>
          <a:off x="4775201" y="2495122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42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8" y="1077888"/>
            <a:ext cx="8648700" cy="3324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19377" y="4812136"/>
                <a:ext cx="8924623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no match point in the area, the eliminated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7" y="4812136"/>
                <a:ext cx="8924623" cy="557910"/>
              </a:xfrm>
              <a:prstGeom prst="rect">
                <a:avLst/>
              </a:prstGeom>
              <a:blipFill rotWithShape="0">
                <a:blip r:embed="rId3"/>
                <a:stretch>
                  <a:fillRect l="-1434" t="-10870" r="-478" b="-22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19377" y="4812136"/>
                <a:ext cx="7270067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 the eliminated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7" y="4812136"/>
                <a:ext cx="7270067" cy="557910"/>
              </a:xfrm>
              <a:prstGeom prst="rect">
                <a:avLst/>
              </a:prstGeom>
              <a:blipFill rotWithShape="0">
                <a:blip r:embed="rId2"/>
                <a:stretch>
                  <a:fillRect l="-1760" t="-10870" r="-503" b="-22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" y="1106920"/>
            <a:ext cx="89725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96698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36151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75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402598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338513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框架 1"/>
          <p:cNvSpPr/>
          <p:nvPr/>
        </p:nvSpPr>
        <p:spPr>
          <a:xfrm>
            <a:off x="2262909" y="2909454"/>
            <a:ext cx="544946" cy="41563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4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60001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59345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框架 5"/>
          <p:cNvSpPr/>
          <p:nvPr/>
        </p:nvSpPr>
        <p:spPr>
          <a:xfrm>
            <a:off x="2743199" y="2909453"/>
            <a:ext cx="544946" cy="120996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51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68394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97795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框架 5"/>
          <p:cNvSpPr/>
          <p:nvPr/>
        </p:nvSpPr>
        <p:spPr>
          <a:xfrm>
            <a:off x="3241961" y="2914070"/>
            <a:ext cx="544946" cy="120996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2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042570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292742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框架 5"/>
          <p:cNvSpPr/>
          <p:nvPr/>
        </p:nvSpPr>
        <p:spPr>
          <a:xfrm>
            <a:off x="3729180" y="2890981"/>
            <a:ext cx="544946" cy="161482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03201" y="5833131"/>
                <a:ext cx="1762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5833131"/>
                <a:ext cx="1762534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2791" r="-5536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22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LCS(Aa, 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701968" y="2072566"/>
            <a:ext cx="3084941" cy="3232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 B)</a:t>
            </a:r>
          </a:p>
          <a:p>
            <a:pPr algn="ctr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LCS(Aa, 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73419"/>
              </p:ext>
            </p:extLst>
          </p:nvPr>
        </p:nvGraphicFramePr>
        <p:xfrm>
          <a:off x="4058802" y="4028789"/>
          <a:ext cx="4456548" cy="195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03201" y="5833131"/>
                <a:ext cx="17477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5833131"/>
                <a:ext cx="1747723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2791" r="-5226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355332"/>
              </p:ext>
            </p:extLst>
          </p:nvPr>
        </p:nvGraphicFramePr>
        <p:xfrm>
          <a:off x="4058802" y="1701227"/>
          <a:ext cx="4456548" cy="1959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  <a:gridCol w="495172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2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LCS(A, Bb)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03201" y="5833131"/>
                <a:ext cx="176253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5833131"/>
                <a:ext cx="1762534" cy="523220"/>
              </a:xfrm>
              <a:prstGeom prst="rect">
                <a:avLst/>
              </a:prstGeom>
              <a:blipFill rotWithShape="0">
                <a:blip r:embed="rId2"/>
                <a:stretch>
                  <a:fillRect t="-12791" r="-5536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45964"/>
              </p:ext>
            </p:extLst>
          </p:nvPr>
        </p:nvGraphicFramePr>
        <p:xfrm>
          <a:off x="300181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891609"/>
              </p:ext>
            </p:extLst>
          </p:nvPr>
        </p:nvGraphicFramePr>
        <p:xfrm>
          <a:off x="4830617" y="2144575"/>
          <a:ext cx="3962400" cy="2351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91999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1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向右箭號 12"/>
          <p:cNvSpPr/>
          <p:nvPr/>
        </p:nvSpPr>
        <p:spPr>
          <a:xfrm>
            <a:off x="4396509" y="3158836"/>
            <a:ext cx="341746" cy="3140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向上箭號 2"/>
          <p:cNvSpPr/>
          <p:nvPr/>
        </p:nvSpPr>
        <p:spPr>
          <a:xfrm>
            <a:off x="1899471" y="4617946"/>
            <a:ext cx="267855" cy="314036"/>
          </a:xfrm>
          <a:prstGeom prst="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上箭號 15"/>
          <p:cNvSpPr/>
          <p:nvPr/>
        </p:nvSpPr>
        <p:spPr>
          <a:xfrm>
            <a:off x="2886363" y="4617946"/>
            <a:ext cx="267855" cy="314036"/>
          </a:xfrm>
          <a:prstGeom prst="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框架 16"/>
          <p:cNvSpPr/>
          <p:nvPr/>
        </p:nvSpPr>
        <p:spPr>
          <a:xfrm>
            <a:off x="3232726" y="4081704"/>
            <a:ext cx="554180" cy="43872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172690" y="5332655"/>
            <a:ext cx="5433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rgbClr val="7030A0"/>
                </a:solidFill>
              </a:rPr>
              <a:t>If score is greater than previous, do nothing. (X)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rgbClr val="0070C0"/>
                </a:solidFill>
              </a:rPr>
              <a:t>Else, if it is a match point, add a new point. (O)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rgbClr val="FF00FF"/>
                </a:solidFill>
              </a:rPr>
              <a:t>Else, if previous score is greater, add a new point.(O)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19" name="向上箭號 18"/>
          <p:cNvSpPr/>
          <p:nvPr/>
        </p:nvSpPr>
        <p:spPr>
          <a:xfrm>
            <a:off x="3375888" y="4626947"/>
            <a:ext cx="267855" cy="314036"/>
          </a:xfrm>
          <a:prstGeom prst="upArrow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70C0"/>
              </a:solidFill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 flipV="1">
            <a:off x="8155708" y="4281054"/>
            <a:ext cx="304223" cy="4618"/>
          </a:xfrm>
          <a:prstGeom prst="straightConnector1">
            <a:avLst/>
          </a:prstGeom>
          <a:ln w="635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72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the complexities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2058483"/>
            <a:ext cx="8896350" cy="2038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482853" y="4534094"/>
                <a:ext cx="6178294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 match table should update while</a:t>
                </a: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𝑏𝐵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800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𝐵𝑏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Amortized time complexity is O(1).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853" y="4534094"/>
                <a:ext cx="6178294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972" t="-4846" r="-690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08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6034</TotalTime>
  <Words>1153</Words>
  <Application>Microsoft Office PowerPoint</Application>
  <PresentationFormat>如螢幕大小 (4:3)</PresentationFormat>
  <Paragraphs>765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Comparison of the complexities</vt:lpstr>
      <vt:lpstr>Preprocessing</vt:lpstr>
      <vt:lpstr>1. LCS(aA, B)</vt:lpstr>
      <vt:lpstr>PowerPoint 簡報</vt:lpstr>
      <vt:lpstr>2. LCS(A, bB)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3. LCS(Aa, B)</vt:lpstr>
      <vt:lpstr>4. LCS(A, Bb)</vt:lpstr>
      <vt:lpstr>Comparison of the complexities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525</cp:revision>
  <dcterms:created xsi:type="dcterms:W3CDTF">2015-06-30T03:57:49Z</dcterms:created>
  <dcterms:modified xsi:type="dcterms:W3CDTF">2016-08-16T03:29:34Z</dcterms:modified>
</cp:coreProperties>
</file>