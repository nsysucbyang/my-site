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85" r:id="rId5"/>
    <p:sldId id="291" r:id="rId6"/>
    <p:sldId id="293" r:id="rId7"/>
    <p:sldId id="292" r:id="rId8"/>
    <p:sldId id="290" r:id="rId9"/>
    <p:sldId id="262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698" autoAdjust="0"/>
  </p:normalViewPr>
  <p:slideViewPr>
    <p:cSldViewPr showGuides="1">
      <p:cViewPr varScale="1">
        <p:scale>
          <a:sx n="102" d="100"/>
          <a:sy n="102" d="100"/>
        </p:scale>
        <p:origin x="1890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2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5F2B-D50C-428F-9E1B-3EA57954334E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8BA86-FFD5-4191-BE14-2242F3A963FB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97DB-FE0C-44AD-8220-97B334E47226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6E74-7577-4E95-904A-1389A1EE14EC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A43-54E5-4159-8D24-7599593EEF71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608D-AE12-402D-A232-D49EA7567D97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594C-0EC6-4616-AA89-51CF22CF926A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8FE4-E4EF-4472-84D1-D13C2E57E5E4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C58B-3596-4B02-A477-AA9C456BAED0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AE385-6693-4EC2-84D7-9DF4218B9FE5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F467-6F87-49D9-8F57-A31E8D94BAD1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EED0-F0C7-4BC1-9843-277DBD85C3AB}" type="datetime1">
              <a:rPr lang="zh-TW" altLang="en-US" smtClean="0"/>
              <a:t>2016/11/3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Quadratic-time Algorithm for a String Constrained LCS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Sebastian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Vol. 112, 2012, 423-426</a:t>
            </a:r>
          </a:p>
          <a:p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Silesian University of Technology, Institute of Informatics, </a:t>
            </a:r>
            <a:r>
              <a:rPr lang="en-US" altLang="zh-TW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Akademicka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16, Gliwice, Poland</a:t>
            </a:r>
            <a:endParaRPr lang="zh-TW" alt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482156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2016/11/8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finding a longest common subsequence of two main sequences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some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that must be a substring of the result (STR-IC-LCS) was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recently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a variant of the constrained longest common subsequence problem. 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known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the STR-IC-LCS problem are cubic-time, the presented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quadratic-time algorithm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significantly faster.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35572" y="1313430"/>
            <a:ext cx="60806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4400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4400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TW" sz="44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4400" u="sng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= at</a:t>
            </a: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agacg</a:t>
            </a:r>
            <a:endParaRPr lang="en-US" altLang="zh-TW" sz="4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agtg</a:t>
            </a:r>
            <a:endParaRPr lang="en-US" altLang="zh-TW" sz="4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6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tct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gcg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tct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cta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tctgcg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cttgcg</a:t>
            </a:r>
            <a:endParaRPr lang="en-US" altLang="zh-TW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sz="4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tcta</a:t>
            </a:r>
            <a:endParaRPr lang="en-US" altLang="zh-TW" sz="44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25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1560" y="0"/>
            <a:ext cx="7772400" cy="147002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694631"/>
                <a:ext cx="8820472" cy="502684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’=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{min{q}|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:r>
                  <a:rPr lang="en-US" altLang="zh-TW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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  <a:r>
                  <a:rPr lang="en-US" altLang="zh-TW" sz="2800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r</a:t>
                </a:r>
                <a:r>
                  <a:rPr lang="en-US" altLang="zh-TW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subsequence of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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800" i="1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if</a:t>
                </a:r>
                <a:r>
                  <a:rPr lang="en-US" altLang="zh-TW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800" i="1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</a:t>
                </a:r>
                <a:r>
                  <a:rPr lang="en-US" altLang="zh-TW" sz="2800" i="1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TW" sz="28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TW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’=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{min{q}|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:r>
                  <a:rPr lang="en-US" altLang="zh-TW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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  <a:r>
                  <a:rPr lang="en-US" altLang="zh-TW" sz="2800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r</a:t>
                </a:r>
                <a:r>
                  <a:rPr lang="en-US" altLang="zh-TW" sz="2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subsequence of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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sz="2800" i="1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  <a:r>
                  <a:rPr lang="en-US" altLang="zh-TW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TW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800" i="1" baseline="-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800" i="1" baseline="-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8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800" i="1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TW" sz="2800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TW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=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		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ai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=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bj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{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Fi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}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	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ai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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bj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TW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algn="l">
                  <a:lnSpc>
                    <a:spcPct val="80000"/>
                  </a:lnSpc>
                </a:pP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TW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+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		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           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ai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=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bj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{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Ri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TW" sz="2400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}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	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ai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 </m:t>
                            </m:r>
                            <m:r>
                              <m:rPr>
                                <m:nor/>
                              </m:rPr>
                              <a:rPr lang="en-US" altLang="zh-TW" sz="2400" i="1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bj</m:t>
                            </m:r>
                            <m:r>
                              <m:rPr>
                                <m:nor/>
                              </m:rPr>
                              <a:rPr lang="en-US" altLang="zh-TW" sz="2400" i="1" baseline="-30000" dirty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altLang="zh-TW" i="1" baseline="-30000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TW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TW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   = 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{</a:t>
                </a:r>
                <a:r>
                  <a:rPr lang="en-US" altLang="zh-TW" sz="24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i="1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US" altLang="zh-TW" sz="24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sz="2400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i="1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US" altLang="zh-TW" sz="2400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i="1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j’ </a:t>
                </a:r>
                <a:r>
                  <a:rPr lang="en-US" altLang="zh-TW" sz="24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r - 2} if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:r>
                  <a:rPr lang="en-US" altLang="zh-TW" sz="2400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i="1" baseline="-30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400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i="1" baseline="-300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en-US" altLang="zh-TW" sz="24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694631"/>
                <a:ext cx="8820472" cy="5026844"/>
              </a:xfrm>
              <a:blipFill rotWithShape="0">
                <a:blip r:embed="rId2"/>
                <a:stretch>
                  <a:fillRect l="-968" t="-3030" r="-2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52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Algorithm(2/2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268760"/>
            <a:ext cx="6167857" cy="5184576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4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3195" y="188336"/>
            <a:ext cx="7639373" cy="759684"/>
          </a:xfrm>
        </p:spPr>
        <p:txBody>
          <a:bodyPr>
            <a:no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752440"/>
              </p:ext>
            </p:extLst>
          </p:nvPr>
        </p:nvGraphicFramePr>
        <p:xfrm>
          <a:off x="35496" y="1561656"/>
          <a:ext cx="4258815" cy="438762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</a:tblGrid>
              <a:tr h="400872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115616" y="1052736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matrix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698733"/>
              </p:ext>
            </p:extLst>
          </p:nvPr>
        </p:nvGraphicFramePr>
        <p:xfrm>
          <a:off x="4633665" y="1556792"/>
          <a:ext cx="4258815" cy="438762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  <a:gridCol w="387165"/>
              </a:tblGrid>
              <a:tr h="400872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872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95380">
                <a:tc>
                  <a:txBody>
                    <a:bodyPr/>
                    <a:lstStyle/>
                    <a:p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709738" y="1044401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 matrix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7308304" y="5229200"/>
            <a:ext cx="383193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7620000" y="5445224"/>
            <a:ext cx="192360" cy="211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661839" y="486992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</a:rPr>
              <a:t>S</a:t>
            </a:r>
            <a:r>
              <a:rPr lang="en-US" altLang="zh-TW" sz="2400" b="1" baseline="-25000" dirty="0" smtClean="0">
                <a:solidFill>
                  <a:srgbClr val="FF0000"/>
                </a:solidFill>
              </a:rPr>
              <a:t>2</a:t>
            </a:r>
            <a:endParaRPr lang="zh-TW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1142624" y="2420888"/>
            <a:ext cx="383193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142624" y="3212976"/>
            <a:ext cx="383193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H="1" flipV="1">
            <a:off x="1008951" y="3068959"/>
            <a:ext cx="250681" cy="21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611560" y="2636912"/>
            <a:ext cx="250681" cy="216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440640" y="2852937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FF0000"/>
                </a:solidFill>
              </a:rPr>
              <a:t>S</a:t>
            </a:r>
            <a:r>
              <a:rPr lang="en-US" altLang="zh-TW" sz="2400" b="1" baseline="-25000" dirty="0">
                <a:solidFill>
                  <a:srgbClr val="FF0000"/>
                </a:solidFill>
              </a:rPr>
              <a:t>1</a:t>
            </a:r>
            <a:endParaRPr lang="zh-TW" altLang="en-US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57200" y="6309320"/>
            <a:ext cx="6635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max L, L =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r – 2 ,STR-IC-LCS is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tcta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21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37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5150</TotalTime>
  <Words>463</Words>
  <Application>Microsoft Office PowerPoint</Application>
  <PresentationFormat>如螢幕大小 (4:3)</PresentationFormat>
  <Paragraphs>279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Cambria Math</vt:lpstr>
      <vt:lpstr>Symbol</vt:lpstr>
      <vt:lpstr>Times New Roman</vt:lpstr>
      <vt:lpstr>Office 佈景主題</vt:lpstr>
      <vt:lpstr>Quadratic-time Algorithm for a String Constrained LCS Problem</vt:lpstr>
      <vt:lpstr>Abstract</vt:lpstr>
      <vt:lpstr>Constrained LCS</vt:lpstr>
      <vt:lpstr>STR-IC-LCS</vt:lpstr>
      <vt:lpstr>Algorithm(1/2)</vt:lpstr>
      <vt:lpstr>Algorithm(2/2)</vt:lpstr>
      <vt:lpstr>Example</vt:lpstr>
      <vt:lpstr>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SiangHuai</cp:lastModifiedBy>
  <cp:revision>203</cp:revision>
  <dcterms:created xsi:type="dcterms:W3CDTF">2014-03-03T17:19:54Z</dcterms:created>
  <dcterms:modified xsi:type="dcterms:W3CDTF">2016-11-03T05:10:48Z</dcterms:modified>
</cp:coreProperties>
</file>