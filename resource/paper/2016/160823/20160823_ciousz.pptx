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7" r:id="rId11"/>
    <p:sldId id="26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449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92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7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15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4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9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11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97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29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10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08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A2755-3D14-4AF1-BB77-C1E6CBB281C0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4580A-C8C3-453C-82A7-F736D25230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10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ctrTitle"/>
          </p:nvPr>
        </p:nvSpPr>
        <p:spPr>
          <a:xfrm>
            <a:off x="209208" y="438761"/>
            <a:ext cx="8725583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Approximating Maximum Clique by Removing Subgraphs</a:t>
            </a:r>
            <a:endParaRPr lang="zh-TW" altLang="en-US" dirty="0"/>
          </a:p>
        </p:txBody>
      </p:sp>
      <p:sp>
        <p:nvSpPr>
          <p:cNvPr id="8" name="副標題 2"/>
          <p:cNvSpPr>
            <a:spLocks noGrp="1"/>
          </p:cNvSpPr>
          <p:nvPr>
            <p:ph type="subTitle" idx="1"/>
          </p:nvPr>
        </p:nvSpPr>
        <p:spPr>
          <a:xfrm>
            <a:off x="1143000" y="3271843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zh-TW" dirty="0"/>
              <a:t>Uriel </a:t>
            </a:r>
            <a:r>
              <a:rPr lang="en-US" altLang="zh-TW" dirty="0" err="1" smtClean="0"/>
              <a:t>Feige</a:t>
            </a:r>
            <a:endParaRPr lang="en-US" altLang="zh-TW" dirty="0" smtClean="0"/>
          </a:p>
          <a:p>
            <a:r>
              <a:rPr lang="en-US" altLang="zh-TW" sz="2000" dirty="0" smtClean="0"/>
              <a:t>SIAM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J.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DISCRETE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MATH, Vol.18,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No.2, pp. 219-225 (2004)</a:t>
            </a:r>
            <a:endParaRPr lang="zh-TW" altLang="en-US" sz="2000" dirty="0" smtClean="0"/>
          </a:p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998973" y="4927605"/>
            <a:ext cx="3146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Shiou-Zong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Chiou</a:t>
            </a:r>
            <a:endParaRPr lang="en-US" altLang="zh-TW" sz="2000" dirty="0"/>
          </a:p>
          <a:p>
            <a:r>
              <a:rPr lang="en-US" altLang="zh-TW" sz="2000" smtClean="0"/>
              <a:t>Date:2016/08/23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359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We show an algorithm that finds cliques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whenever a graph has a clique of size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for an arbitrary constant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 smtClean="0"/>
                  <a:t>. This leads to an algorithm approximation ratio known for the chromatic number. The previously best approximation ratio known for max clique was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57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Max Clique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028" name="Picture 4" descr="https://upload.wikimedia.org/wikipedia/commons/thumb/8/86/6n-graf-clique.svg/300px-6n-graf-cliqu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825625"/>
            <a:ext cx="4217670" cy="289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27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dirty="0" smtClean="0"/>
                  <a:t> be a graph with a clique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/>
                  <a:t>W</a:t>
                </a:r>
                <a:r>
                  <a:rPr lang="en-US" altLang="zh-TW" dirty="0" smtClean="0"/>
                  <a:t>e call a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 smtClean="0"/>
                  <a:t> is poor if it does not contain a clique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9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26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be arbitrary disjoint poor </a:t>
                </a:r>
                <a:r>
                  <a:rPr lang="en-US" altLang="zh-TW" dirty="0" err="1"/>
                  <a:t>subgraphs</a:t>
                </a:r>
                <a:r>
                  <a:rPr lang="en-US" altLang="zh-TW" dirty="0"/>
                  <a:t>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be the vertex induced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of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that remains after removing the poor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TW" dirty="0" smtClean="0"/>
                  <a:t> 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contains a clique of size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 r="-27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46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1720850"/>
            <a:ext cx="7937500" cy="34163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20850"/>
            <a:ext cx="7937500" cy="34163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51011"/>
            <a:ext cx="7937500" cy="3416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603250" y="4045034"/>
                <a:ext cx="981487" cy="1166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4045034"/>
                <a:ext cx="981487" cy="11667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01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Input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1. A clique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t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𝑘𝑡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TW" dirty="0" smtClean="0"/>
                  <a:t> is found.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Then the algorithm terminates.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2. A poor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is found.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Then remove the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and it be a new input 	graph.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func>
                        </m:den>
                      </m:f>
                    </m:oMath>
                  </m:oMathPara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02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825625"/>
                <a:ext cx="91440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</m:d>
                  </m:oMath>
                </a14:m>
                <a:r>
                  <a:rPr lang="en-US" altLang="zh-TW" dirty="0" smtClean="0"/>
                  <a:t> is a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TW" dirty="0" smtClean="0"/>
                  <a:t>, and a set C.</a:t>
                </a:r>
              </a:p>
              <a:p>
                <a:pPr marL="514350" indent="-514350">
                  <a:buAutoNum type="arabicPeriod"/>
                </a:pP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&lt;6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𝑘𝑡</m:t>
                    </m:r>
                  </m:oMath>
                </a14:m>
                <a:r>
                  <a:rPr lang="en-US" altLang="zh-TW" dirty="0" smtClean="0"/>
                  <a:t>, end and output C.</a:t>
                </a:r>
              </a:p>
              <a:p>
                <a:pPr marL="514350" indent="-514350">
                  <a:buAutoNum type="arabicPeriod"/>
                </a:pPr>
                <a:r>
                  <a:rPr lang="en-US" altLang="zh-TW" dirty="0" smtClean="0"/>
                  <a:t>Partition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altLang="zh-TW" dirty="0" smtClean="0"/>
                  <a:t> into disjoint parts, each 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𝑘𝑡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err="1"/>
                  <a:t>v</a:t>
                </a:r>
                <a:r>
                  <a:rPr lang="en-US" altLang="zh-TW" dirty="0" smtClean="0"/>
                  <a:t>ertices.</a:t>
                </a:r>
              </a:p>
              <a:p>
                <a:pPr marL="514350" indent="-514350">
                  <a:buAutoNum type="arabicPeriod"/>
                </a:pPr>
                <a:r>
                  <a:rPr lang="en-US" altLang="zh-TW" dirty="0" smtClean="0"/>
                  <a:t>In each part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, consider all possible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of vertices of cardinality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dirty="0" smtClean="0"/>
                  <a:t>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5"/>
                <a:ext cx="9144000" cy="4351338"/>
              </a:xfrm>
              <a:blipFill rotWithShape="0">
                <a:blip r:embed="rId2"/>
                <a:stretch>
                  <a:fillRect l="-1400" t="-2241" r="-18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52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825625"/>
                <a:ext cx="9144000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be the set of vertices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′′\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that are neighbors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altLang="zh-TW" dirty="0" smtClean="0"/>
                  <a:t> to every vertex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If some set is good, then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, and the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reduced on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serving as new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If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good, then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altLang="zh-TW" dirty="0" smtClean="0"/>
                  <a:t> is poor.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good if the </a:t>
                </a:r>
                <a:r>
                  <a:rPr lang="en-US" altLang="zh-TW" dirty="0" err="1" smtClean="0"/>
                  <a:t>subgraph</a:t>
                </a:r>
                <a:r>
                  <a:rPr lang="en-US" altLang="zh-TW" dirty="0" smtClean="0"/>
                  <a:t> of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 altLang="zh-TW" dirty="0" smtClean="0"/>
                  <a:t> induced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a clique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dirty="0" smtClean="0"/>
                  <a:t> 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5"/>
                <a:ext cx="9144000" cy="4351338"/>
              </a:xfrm>
              <a:blipFill rotWithShape="0">
                <a:blip r:embed="rId2"/>
                <a:stretch>
                  <a:fillRect l="-1400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31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</a:t>
            </a:r>
            <a:r>
              <a:rPr lang="en-US" altLang="zh-TW" dirty="0" smtClean="0"/>
              <a:t>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0698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The number of iterations in a phase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The number of parts considered in an iteration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den>
                    </m:f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In each part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subsets to consider.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𝑘𝑡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mr>
                            </m:m>
                          </m:e>
                        </m:d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 smtClean="0"/>
                  <a:t>		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06980"/>
              </a:xfrm>
              <a:blipFill rotWithShape="0">
                <a:blip r:embed="rId2"/>
                <a:stretch>
                  <a:fillRect l="-1623" r="-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685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Approximation Ratio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If the maximum clique size is below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approximation ratio.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:r>
                  <a:rPr lang="en-US" altLang="zh-TW" dirty="0"/>
                  <a:t>the maximum clique size is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en-US" altLang="zh-TW" dirty="0"/>
                  <a:t>,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approximation ratio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11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15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400</TotalTime>
  <Words>86</Words>
  <Application>Microsoft Office PowerPoint</Application>
  <PresentationFormat>如螢幕大小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Office 佈景主題</vt:lpstr>
      <vt:lpstr>Approximating Maximum Clique by Removing Subgraphs</vt:lpstr>
      <vt:lpstr>Abstract</vt:lpstr>
      <vt:lpstr>Max Clique Problem</vt:lpstr>
      <vt:lpstr>Algorithm</vt:lpstr>
      <vt:lpstr>Algorithm</vt:lpstr>
      <vt:lpstr>Algorithm</vt:lpstr>
      <vt:lpstr>Algorithm</vt:lpstr>
      <vt:lpstr>Algorithm</vt:lpstr>
      <vt:lpstr>Algorithm</vt:lpstr>
      <vt:lpstr>Time Complexity</vt:lpstr>
      <vt:lpstr>Approximation Ratio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Approximating Maximum Clique by Removing Subgraphs</dc:title>
  <dc:creator>sizuka</dc:creator>
  <cp:lastModifiedBy>pplab-class</cp:lastModifiedBy>
  <cp:revision>26</cp:revision>
  <dcterms:created xsi:type="dcterms:W3CDTF">2016-08-15T08:56:02Z</dcterms:created>
  <dcterms:modified xsi:type="dcterms:W3CDTF">2016-08-23T06:06:47Z</dcterms:modified>
</cp:coreProperties>
</file>