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68" r:id="rId5"/>
    <p:sldId id="271" r:id="rId6"/>
    <p:sldId id="267" r:id="rId7"/>
    <p:sldId id="273" r:id="rId8"/>
    <p:sldId id="274" r:id="rId9"/>
    <p:sldId id="275" r:id="rId10"/>
    <p:sldId id="276" r:id="rId11"/>
    <p:sldId id="277" r:id="rId12"/>
    <p:sldId id="269" r:id="rId13"/>
    <p:sldId id="270" r:id="rId14"/>
    <p:sldId id="264" r:id="rId15"/>
    <p:sldId id="265" r:id="rId16"/>
    <p:sldId id="266" r:id="rId17"/>
    <p:sldId id="272" r:id="rId18"/>
    <p:sldId id="278" r:id="rId19"/>
    <p:sldId id="262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698" autoAdjust="0"/>
  </p:normalViewPr>
  <p:slideViewPr>
    <p:cSldViewPr showGuides="1">
      <p:cViewPr varScale="1">
        <p:scale>
          <a:sx n="94" d="100"/>
          <a:sy n="94" d="100"/>
        </p:scale>
        <p:origin x="88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3613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559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955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2016/8/23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LCS and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LCS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</a:t>
            </a:r>
            <a:r>
              <a:rPr lang="en-US" altLang="zh-TW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106,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March 2008,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pp. 13–18</a:t>
            </a:r>
          </a:p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Costas S.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Iliopoulos,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  <a:endParaRPr lang="zh-TW" alt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502974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2016/08/23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paper, we study the classic and well-studied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(LCS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 and a recent variant of it namely constrained LCS (CLCS) problem.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CLCS,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LCS must also be a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supersequence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third given string. In this paper, we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present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the traditional LCS problem that runs in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time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total number of ordered pairs of positions at which the two strings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length of the two given strings. Then, using this algorithm, we devise 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CLCS problem having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worst case, where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third string. Note that, 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algorithm will perform very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 but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then, due to the log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term, our algorithms will behave slightly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worse than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algorithms.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463502"/>
              </p:ext>
            </p:extLst>
          </p:nvPr>
        </p:nvGraphicFramePr>
        <p:xfrm>
          <a:off x="3958873" y="836712"/>
          <a:ext cx="5040560" cy="388843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30070"/>
                <a:gridCol w="630070"/>
                <a:gridCol w="630070"/>
                <a:gridCol w="630070"/>
                <a:gridCol w="630070"/>
                <a:gridCol w="630070"/>
                <a:gridCol w="630070"/>
                <a:gridCol w="630070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35572" y="1313431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2915816" y="830997"/>
            <a:ext cx="909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,j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]: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2" y="4725144"/>
            <a:ext cx="9020584" cy="1928743"/>
          </a:xfrm>
          <a:prstGeom prst="rect">
            <a:avLst/>
          </a:prstGeom>
        </p:spPr>
      </p:pic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new Algorithm for Problem 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BoundedHeap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Insert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data): Insert into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BoundedHeap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the position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associated information data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Value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data): If H does not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already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the position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perform Insert(H,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data). Otherwise, set this position's value to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’}, where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its previous value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8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BoundedMax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Return the item (with additional data) that has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value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items in H with position smaller than pos. If H does not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 any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position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than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return 0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4.O(log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n) time, O(n) space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9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611" y="1556792"/>
            <a:ext cx="8229600" cy="142706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933056"/>
            <a:ext cx="8856984" cy="6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6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03726"/>
              </p:ext>
            </p:extLst>
          </p:nvPr>
        </p:nvGraphicFramePr>
        <p:xfrm>
          <a:off x="769042" y="301298"/>
          <a:ext cx="4667052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7842"/>
                <a:gridCol w="777842"/>
                <a:gridCol w="777842"/>
                <a:gridCol w="777842"/>
                <a:gridCol w="777842"/>
                <a:gridCol w="777842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23528" y="1166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37980"/>
              </p:ext>
            </p:extLst>
          </p:nvPr>
        </p:nvGraphicFramePr>
        <p:xfrm>
          <a:off x="769042" y="1240969"/>
          <a:ext cx="4667052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7842"/>
                <a:gridCol w="777842"/>
                <a:gridCol w="777842"/>
                <a:gridCol w="777842"/>
                <a:gridCol w="777842"/>
                <a:gridCol w="777842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290886" y="10527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485304"/>
              </p:ext>
            </p:extLst>
          </p:nvPr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38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69042" y="1240969"/>
          <a:ext cx="4667052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7842"/>
                <a:gridCol w="777842"/>
                <a:gridCol w="777842"/>
                <a:gridCol w="777842"/>
                <a:gridCol w="777842"/>
                <a:gridCol w="777842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290886" y="10527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9042" y="2173506"/>
          <a:ext cx="4667052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7842"/>
                <a:gridCol w="777842"/>
                <a:gridCol w="777842"/>
                <a:gridCol w="777842"/>
                <a:gridCol w="777842"/>
                <a:gridCol w="777842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90886" y="198884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26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69042" y="2173506"/>
          <a:ext cx="4667052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7842"/>
                <a:gridCol w="777842"/>
                <a:gridCol w="777842"/>
                <a:gridCol w="777842"/>
                <a:gridCol w="777842"/>
                <a:gridCol w="777842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90886" y="198884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74778" y="3109610"/>
          <a:ext cx="4661316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886"/>
                <a:gridCol w="776886"/>
                <a:gridCol w="776886"/>
                <a:gridCol w="776886"/>
                <a:gridCol w="776886"/>
                <a:gridCol w="776886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296622" y="29249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74778" y="3109610"/>
          <a:ext cx="4661316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886"/>
                <a:gridCol w="776886"/>
                <a:gridCol w="776886"/>
                <a:gridCol w="776886"/>
                <a:gridCol w="776886"/>
                <a:gridCol w="776886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296622" y="29249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78844" y="4045714"/>
          <a:ext cx="46572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208"/>
                <a:gridCol w="776208"/>
                <a:gridCol w="776208"/>
                <a:gridCol w="776208"/>
                <a:gridCol w="776208"/>
                <a:gridCol w="776208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1,(4,1)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3,(4,4)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3,(4,5)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300688" y="38610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01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78844" y="4045714"/>
          <a:ext cx="46572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208"/>
                <a:gridCol w="776208"/>
                <a:gridCol w="776208"/>
                <a:gridCol w="776208"/>
                <a:gridCol w="776208"/>
                <a:gridCol w="776208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1,(4,1)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3,(4,4)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3,(4,5)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300688" y="38610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78844" y="4978246"/>
          <a:ext cx="46572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208"/>
                <a:gridCol w="776208"/>
                <a:gridCol w="776208"/>
                <a:gridCol w="776208"/>
                <a:gridCol w="776208"/>
                <a:gridCol w="776208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1,(4,1)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3,(4,4)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3,(4,5)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300688" y="47935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42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516216" y="3053868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6444208" y="0"/>
          <a:ext cx="2627232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  <a:gridCol w="328404"/>
              </a:tblGrid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9703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78844" y="4978246"/>
          <a:ext cx="46572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208"/>
                <a:gridCol w="776208"/>
                <a:gridCol w="776208"/>
                <a:gridCol w="776208"/>
                <a:gridCol w="776208"/>
                <a:gridCol w="776208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1,(4,1)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3,(4,4)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3,(4,5)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300688" y="47935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782244" y="5892112"/>
          <a:ext cx="4657248" cy="731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76208"/>
                <a:gridCol w="776208"/>
                <a:gridCol w="776208"/>
                <a:gridCol w="776208"/>
                <a:gridCol w="776208"/>
                <a:gridCol w="776208"/>
              </a:tblGrid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1,(4,1)</a:t>
                      </a:r>
                      <a:endParaRPr lang="zh-TW" altLang="en-US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1,(2,2)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2,(3,3)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3,(4,4)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4,(6,5)</a:t>
                      </a:r>
                      <a:endParaRPr lang="zh-TW" alt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304088" y="570744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94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620688"/>
            <a:ext cx="8254992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4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83568" y="1391358"/>
            <a:ext cx="2304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TCCACA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ACCAAG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AC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591687"/>
            <a:ext cx="8640960" cy="155238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509120"/>
            <a:ext cx="7920880" cy="129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0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193584"/>
              </p:ext>
            </p:extLst>
          </p:nvPr>
        </p:nvGraphicFramePr>
        <p:xfrm>
          <a:off x="1115616" y="15324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7504" y="15324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T[i,j,0]: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403558"/>
              </p:ext>
            </p:extLst>
          </p:nvPr>
        </p:nvGraphicFramePr>
        <p:xfrm>
          <a:off x="107504" y="351587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262683"/>
              </p:ext>
            </p:extLst>
          </p:nvPr>
        </p:nvGraphicFramePr>
        <p:xfrm>
          <a:off x="5220072" y="3501008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-63928" y="31316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T’[i,j,0]: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48884" y="3075753"/>
            <a:ext cx="1039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T’’[i,j,0]: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170833" y="522577"/>
            <a:ext cx="39519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{T’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T”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</a:p>
          <a:p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170833" y="1608907"/>
            <a:ext cx="2868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n,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269251"/>
              </p:ext>
            </p:extLst>
          </p:nvPr>
        </p:nvGraphicFramePr>
        <p:xfrm>
          <a:off x="1115616" y="15324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7504" y="15324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T[i,j,1]: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582937"/>
              </p:ext>
            </p:extLst>
          </p:nvPr>
        </p:nvGraphicFramePr>
        <p:xfrm>
          <a:off x="107504" y="351587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295390"/>
              </p:ext>
            </p:extLst>
          </p:nvPr>
        </p:nvGraphicFramePr>
        <p:xfrm>
          <a:off x="5220072" y="3501008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-63928" y="31316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T’[i,j,1]: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48884" y="3075753"/>
            <a:ext cx="1039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T’’[i,j,1]: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170833" y="522577"/>
            <a:ext cx="39519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{T’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T”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</a:p>
          <a:p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170833" y="1608907"/>
            <a:ext cx="2868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n,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7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814309"/>
              </p:ext>
            </p:extLst>
          </p:nvPr>
        </p:nvGraphicFramePr>
        <p:xfrm>
          <a:off x="1115616" y="15324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7504" y="15324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T[i,j,2]: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46834"/>
              </p:ext>
            </p:extLst>
          </p:nvPr>
        </p:nvGraphicFramePr>
        <p:xfrm>
          <a:off x="107504" y="3515875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14155"/>
              </p:ext>
            </p:extLst>
          </p:nvPr>
        </p:nvGraphicFramePr>
        <p:xfrm>
          <a:off x="5220072" y="3501008"/>
          <a:ext cx="3888000" cy="32918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-63928" y="31316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T’[i,j,2]: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48884" y="3075753"/>
            <a:ext cx="1039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T’’[i,j,2]: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170833" y="522577"/>
            <a:ext cx="39519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{T’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T”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</a:t>
            </a:r>
          </a:p>
          <a:p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170833" y="1608907"/>
            <a:ext cx="2868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n,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≤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p.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6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8640"/>
            <a:ext cx="8259210" cy="647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0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0"/>
            <a:ext cx="5189101" cy="681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2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3561</TotalTime>
  <Words>2044</Words>
  <Application>Microsoft Office PowerPoint</Application>
  <PresentationFormat>如螢幕大小 (4:3)</PresentationFormat>
  <Paragraphs>1330</Paragraphs>
  <Slides>19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Times New Roman</vt:lpstr>
      <vt:lpstr>Office 佈景主題</vt:lpstr>
      <vt:lpstr>New Efficient Algorithms for LCS and Constrained LCS Problem</vt:lpstr>
      <vt:lpstr>Abstract</vt:lpstr>
      <vt:lpstr>A new Algorithm for Problem LCS</vt:lpstr>
      <vt:lpstr>BoundedHeap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CLCS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pplab-class</cp:lastModifiedBy>
  <cp:revision>164</cp:revision>
  <dcterms:created xsi:type="dcterms:W3CDTF">2014-03-03T17:19:54Z</dcterms:created>
  <dcterms:modified xsi:type="dcterms:W3CDTF">2016-08-23T07:33:58Z</dcterms:modified>
</cp:coreProperties>
</file>