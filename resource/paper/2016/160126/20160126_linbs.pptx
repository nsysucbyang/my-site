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7" r:id="rId4"/>
    <p:sldId id="266" r:id="rId5"/>
    <p:sldId id="268" r:id="rId6"/>
    <p:sldId id="265" r:id="rId7"/>
    <p:sldId id="269" r:id="rId8"/>
    <p:sldId id="270" r:id="rId9"/>
    <p:sldId id="261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42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11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88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89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21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24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48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8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15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20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00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5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TW" altLang="en-US" sz="5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同義詞的建造</a:t>
            </a: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4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80245"/>
              </p:ext>
            </p:extLst>
          </p:nvPr>
        </p:nvGraphicFramePr>
        <p:xfrm>
          <a:off x="2698751" y="3848102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90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4" y="5253642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Bi-</a:t>
            </a:r>
            <a:r>
              <a:rPr lang="en-US" altLang="zh-TW" sz="1800" dirty="0" err="1"/>
              <a:t>Shiang</a:t>
            </a:r>
            <a:r>
              <a:rPr lang="en-US" altLang="zh-TW" sz="1800" dirty="0"/>
              <a:t> Lin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2016/1/26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同義詞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同義詞為意義相似或相關，但使用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不同的文字所表達的詞。同義詞有兩種意義：廣義的相關詞或較為狹義的同義詞。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38" indent="-514338"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同義詞：意義相同的詞彙。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例如：國立中山大學→西子灣大學、中山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38" indent="-514338"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相關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詞：經常會出現在同一篇文章的詞彙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例如：國立中山大學→西子灣、台灣獼猴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9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狹義同義詞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以維基百科為基礎之中文縮寫詞與同義詞庫建構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TW" altLang="en-US" sz="1800" dirty="0"/>
              <a:t>黃純敏、李亞哲、陳柏宏（</a:t>
            </a:r>
            <a:r>
              <a:rPr lang="en-US" altLang="zh-TW" sz="1800" dirty="0"/>
              <a:t>2015</a:t>
            </a:r>
            <a:r>
              <a:rPr lang="zh-TW" altLang="en-US" sz="1800" dirty="0"/>
              <a:t>）</a:t>
            </a:r>
            <a:endParaRPr lang="en-US" altLang="zh-TW" sz="1800" dirty="0"/>
          </a:p>
          <a:p>
            <a:pPr marL="0" indent="0" algn="ctr">
              <a:buNone/>
            </a:pPr>
            <a:r>
              <a:rPr lang="zh-TW" altLang="en-US" sz="1800" dirty="0"/>
              <a:t>中華民國資訊管理學報，第二十二卷，第二期，頁</a:t>
            </a:r>
            <a:r>
              <a:rPr lang="en-US" altLang="zh-TW" sz="1800" dirty="0"/>
              <a:t>117-140</a:t>
            </a:r>
            <a:r>
              <a:rPr lang="zh-TW" altLang="en-US" sz="1800" dirty="0"/>
              <a:t>。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9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狹義同義詞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縮寫詞－以縮寫形態出現。（國立台灣大學→台大）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過去的研究，自動萃取縮寫詞主要範疇多為前兩者。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→沒解決概括法。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而異形同義詞則多以字詞共現率去分析，仰賴資料集。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→容易誤判。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63" y="2244061"/>
            <a:ext cx="6627876" cy="227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7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狹義同義詞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人工建置同義詞庫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同義詞詞林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(1983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，梅林駒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新編同義詞詞林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(2009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，馮志偉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新字詞產生速度太快，趕不上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1" indent="0">
              <a:buNone/>
            </a:pP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自動化建置同義詞庫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多策略混合方式建立中文同義詞庫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(2009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，陸勇等學者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首先計算字詞字面相似度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利用句法規則進行特徵配對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最後從語義計算字詞之間的關係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解決人工的時效性問題，準確率更高，耗時更久，對於隨時更新是不適合的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89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實驗方法</a:t>
            </a:r>
            <a:endParaRPr lang="en-US" altLang="zh-TW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189" indent="-457189">
              <a:buFont typeface="Wingdings" panose="05000000000000000000" pitchFamily="2" charset="2"/>
              <a:buAutoNum type="circleNumWdWhitePlain"/>
            </a:pPr>
            <a:r>
              <a:rPr lang="zh-TW" altLang="en-US" dirty="0" smtClean="0"/>
              <a:t>字詞處理</a:t>
            </a:r>
            <a:endParaRPr lang="en-US" altLang="zh-TW" dirty="0" smtClean="0"/>
          </a:p>
          <a:p>
            <a:pPr marL="457189" indent="-457189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概括縮詞</a:t>
            </a:r>
            <a:r>
              <a:rPr lang="zh-TW" altLang="en-US" dirty="0" smtClean="0"/>
              <a:t>萃取</a:t>
            </a:r>
            <a:endParaRPr lang="en-US" altLang="zh-TW" dirty="0" smtClean="0"/>
          </a:p>
          <a:p>
            <a:pPr marL="457189" indent="-457189">
              <a:buFont typeface="Wingdings" panose="05000000000000000000" pitchFamily="2" charset="2"/>
              <a:buAutoNum type="circleNumWdWhitePlain"/>
            </a:pPr>
            <a:r>
              <a:rPr lang="zh-TW" altLang="en-US" dirty="0" smtClean="0"/>
              <a:t>同義詞萃</a:t>
            </a:r>
            <a:r>
              <a:rPr lang="zh-TW" altLang="en-US" dirty="0"/>
              <a:t>取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首段首字詞萃取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ＨＴＭＬ粗體標籤配對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模式對應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資訊盒數值配對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2098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實驗方法</a:t>
            </a:r>
            <a:endParaRPr lang="en-US" altLang="zh-TW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字詞</a:t>
            </a:r>
            <a:r>
              <a:rPr lang="zh-TW" altLang="en-US" dirty="0" smtClean="0"/>
              <a:t>處理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透過</a:t>
            </a:r>
            <a:r>
              <a:rPr lang="en-US" altLang="zh-TW" dirty="0" smtClean="0"/>
              <a:t>CKIP</a:t>
            </a:r>
            <a:r>
              <a:rPr lang="zh-TW" altLang="en-US" dirty="0" smtClean="0"/>
              <a:t>斷詞系統處理資料</a:t>
            </a:r>
            <a:endParaRPr lang="en-US" altLang="zh-TW" dirty="0"/>
          </a:p>
          <a:p>
            <a:pPr marL="457189" lvl="1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概括縮詞</a:t>
            </a:r>
            <a:r>
              <a:rPr lang="zh-TW" altLang="en-US" dirty="0" smtClean="0"/>
              <a:t>萃取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若有中文數字，檢測是否有連續頓號或是特定中文連接詞。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4841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實驗方法－同義詞萃取</a:t>
            </a:r>
            <a:endParaRPr lang="en-US" altLang="zh-TW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首段首字詞</a:t>
            </a:r>
            <a:r>
              <a:rPr lang="zh-TW" altLang="en-US" dirty="0" smtClean="0"/>
              <a:t>萃取</a:t>
            </a:r>
            <a:endParaRPr lang="en-US" altLang="zh-TW" dirty="0"/>
          </a:p>
          <a:p>
            <a:pPr lvl="1"/>
            <a:r>
              <a:rPr lang="zh-TW" altLang="en-US" dirty="0" smtClean="0"/>
              <a:t>將首段首字詞作為萃取對象。</a:t>
            </a:r>
            <a:endParaRPr lang="en-US" altLang="zh-TW" dirty="0"/>
          </a:p>
          <a:p>
            <a:r>
              <a:rPr lang="zh-TW" altLang="en-US" dirty="0"/>
              <a:t>ＨＴＭＬ粗體標籤</a:t>
            </a:r>
            <a:r>
              <a:rPr lang="zh-TW" altLang="en-US" dirty="0" smtClean="0"/>
              <a:t>配對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敘述語或簡稱皆為粗體，透過首字詞與粗體字特徵做為配對線索。</a:t>
            </a:r>
            <a:endParaRPr lang="en-US" altLang="zh-TW" dirty="0"/>
          </a:p>
          <a:p>
            <a:r>
              <a:rPr lang="zh-TW" altLang="en-US" dirty="0"/>
              <a:t>模式</a:t>
            </a:r>
            <a:r>
              <a:rPr lang="zh-TW" altLang="en-US" dirty="0" smtClean="0"/>
              <a:t>對應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對於詞目後多緊接英文翻譯，而後簡稱。</a:t>
            </a:r>
            <a:endParaRPr lang="en-US" altLang="zh-TW" dirty="0"/>
          </a:p>
          <a:p>
            <a:r>
              <a:rPr lang="zh-TW" altLang="en-US" dirty="0"/>
              <a:t>資訊盒數值</a:t>
            </a:r>
            <a:r>
              <a:rPr lang="zh-TW" altLang="en-US" dirty="0" smtClean="0"/>
              <a:t>配對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03689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相關詞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網頁資料相關詞擷取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TW" altLang="en-US" sz="1800" dirty="0"/>
              <a:t>游舒涵（</a:t>
            </a:r>
            <a:r>
              <a:rPr lang="en-US" altLang="zh-TW" sz="1800" dirty="0"/>
              <a:t>2006</a:t>
            </a:r>
            <a:r>
              <a:rPr lang="zh-TW" altLang="en-US" sz="1800" dirty="0"/>
              <a:t>）</a:t>
            </a:r>
            <a:endParaRPr lang="en-US" altLang="zh-TW" sz="1800" dirty="0"/>
          </a:p>
          <a:p>
            <a:pPr marL="0" indent="0" algn="ctr">
              <a:buNone/>
            </a:pPr>
            <a:endParaRPr lang="en-US" altLang="zh-TW" sz="1800" dirty="0"/>
          </a:p>
          <a:p>
            <a:pPr marL="457189" indent="-457189">
              <a:buFont typeface="+mj-lt"/>
              <a:buAutoNum type="arabicPeriod"/>
            </a:pPr>
            <a:r>
              <a:rPr lang="zh-TW" altLang="en-US" dirty="0" smtClean="0"/>
              <a:t>取得網頁資料</a:t>
            </a:r>
            <a:endParaRPr lang="en-US" altLang="zh-TW" dirty="0" smtClean="0"/>
          </a:p>
          <a:p>
            <a:pPr marL="457189" indent="-457189">
              <a:buFont typeface="+mj-lt"/>
              <a:buAutoNum type="arabicPeriod"/>
            </a:pPr>
            <a:r>
              <a:rPr lang="zh-TW" altLang="en-US" dirty="0" smtClean="0"/>
              <a:t>切割單位進行斷詞動作</a:t>
            </a:r>
            <a:endParaRPr lang="en-US" altLang="zh-TW" dirty="0" smtClean="0"/>
          </a:p>
          <a:p>
            <a:pPr marL="457189" indent="-457189">
              <a:buFont typeface="+mj-lt"/>
              <a:buAutoNum type="arabicPeriod"/>
            </a:pPr>
            <a:r>
              <a:rPr lang="zh-TW" altLang="en-US" dirty="0" smtClean="0"/>
              <a:t>詞彙匹配，用共現次數計算相關性</a:t>
            </a:r>
            <a:endParaRPr lang="en-US" altLang="zh-TW" dirty="0" smtClean="0"/>
          </a:p>
          <a:p>
            <a:pPr marL="457189" indent="-457189">
              <a:buFont typeface="+mj-lt"/>
              <a:buAutoNum type="arabicPeriod"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71828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3633</TotalTime>
  <Words>434</Words>
  <Application>Microsoft Office PowerPoint</Application>
  <PresentationFormat>如螢幕大小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KaiTi</vt:lpstr>
      <vt:lpstr>新細明體</vt:lpstr>
      <vt:lpstr>Arial</vt:lpstr>
      <vt:lpstr>Calibri</vt:lpstr>
      <vt:lpstr>Calibri Light</vt:lpstr>
      <vt:lpstr>Times New Roman</vt:lpstr>
      <vt:lpstr>Verdana</vt:lpstr>
      <vt:lpstr>Wingdings</vt:lpstr>
      <vt:lpstr>Office 佈景主題</vt:lpstr>
      <vt:lpstr>PowerPoint 簡報</vt:lpstr>
      <vt:lpstr>同義詞</vt:lpstr>
      <vt:lpstr>狹義同義詞</vt:lpstr>
      <vt:lpstr>狹義同義詞</vt:lpstr>
      <vt:lpstr>狹義同義詞</vt:lpstr>
      <vt:lpstr>實驗方法</vt:lpstr>
      <vt:lpstr>實驗方法</vt:lpstr>
      <vt:lpstr>實驗方法－同義詞萃取</vt:lpstr>
      <vt:lpstr>相關詞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285</cp:revision>
  <dcterms:created xsi:type="dcterms:W3CDTF">2015-06-30T03:57:49Z</dcterms:created>
  <dcterms:modified xsi:type="dcterms:W3CDTF">2016-01-26T10:19:32Z</dcterms:modified>
</cp:coreProperties>
</file>