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62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3" d="100"/>
          <a:sy n="103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E849-A6E3-4997-ACC1-22F3BB492578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substring inclusion constraint longest common subsequence problem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solved in quadratic time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7992888" cy="1752600"/>
          </a:xfrm>
        </p:spPr>
        <p:txBody>
          <a:bodyPr>
            <a:normAutofit/>
          </a:bodyPr>
          <a:lstStyle/>
          <a:p>
            <a:pPr fontAlgn="base"/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Rashed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Sohel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Rahman</a:t>
            </a:r>
          </a:p>
          <a:p>
            <a:pPr fontAlgn="base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AEDA Group, Department of CSE, BUET, Dhaka-1000, </a:t>
            </a:r>
            <a:r>
              <a:rPr lang="en-US" altLang="zh-TW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</a:t>
            </a:r>
            <a:endParaRPr lang="en-US" altLang="zh-TW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</a:t>
            </a: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Discrete Algorithms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17, 67–73, 2012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6060" y="5029744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2016/05/03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study some variants of the Constrained Longest Common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(CLCS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problem, namely, the substring inclusion CLCS (Substring-IC-CLCS) problem and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generalized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thereof. In the Substring-IC-CLCS problem, we are to find a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(LCS) of two given strings containing a third constraint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(given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a substring. Previous solution to this problem runs in cubic time,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nmk</a:t>
            </a:r>
            <a:r>
              <a:rPr lang="en-US" altLang="zh-TW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n,m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length of the 3 input strings. 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 simple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O(nm)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algorithms to solve the Substring-IC-CLCS problem. We also study the Generalized Substring-IC-LCS problem where we are given two strings of length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respectively and an ordered list of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and the goal is to find an LCS containing each of them as a substring in the order they appear in the list. We present an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nmp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this generalized version of the problem.</a:t>
            </a:r>
          </a:p>
        </p:txBody>
      </p:sp>
    </p:spTree>
    <p:extLst>
      <p:ext uri="{BB962C8B-B14F-4D97-AF65-F5344CB8AC3E}">
        <p14:creationId xmlns:p14="http://schemas.microsoft.com/office/powerpoint/2010/main" val="132097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LCS(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 t c a t c t a g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a t c a t a t g c g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g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為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與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subsequence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，若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為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子序列，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則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為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對應到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與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之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LCS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。在這例子中就不是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 c a t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g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，而是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6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g c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a g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g a t c t g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 t a 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為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與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substring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為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子字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則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為對應到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的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與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之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在這例子中就不是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 c t g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，而是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t a c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66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Problem(1/3)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a b c f g b d 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 g c f b g d a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rdered list of two strings 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abc,bda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= f a b c f b d a, C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2…4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C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6…8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bda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53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Problem(2/3)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a b d c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d b g c e f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a b c d e 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list of two strings S = {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abc,bce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a b c e 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e, 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2…4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3…5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56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Problem(3/3)</a:t>
            </a:r>
            <a:endParaRPr lang="zh-TW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constraint order list S = {S</a:t>
                </a:r>
                <a:r>
                  <a:rPr lang="en-US" altLang="zh-TW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,S</a:t>
                </a:r>
                <a:r>
                  <a:rPr lang="en-US" altLang="zh-TW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length of string 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zh-TW" altLang="en-US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TW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merged pattern of string S</a:t>
                </a:r>
                <a:r>
                  <a:rPr lang="en-US" altLang="zh-TW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r-1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en-US" altLang="zh-TW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</a:t>
                </a:r>
                <a:r>
                  <a:rPr lang="en-US" altLang="zh-TW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non-overlapping pattern of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S</a:t>
                </a:r>
                <a:r>
                  <a:rPr lang="en-US" altLang="zh-TW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r-1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en-US" altLang="zh-TW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</a:t>
                </a:r>
                <a14:m>
                  <m:oMath xmlns:m="http://schemas.openxmlformats.org/officeDocument/2006/math">
                    <m:r>
                      <a:rPr lang="en-US" altLang="zh-TW" sz="200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000" b="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length of 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</a:t>
                </a:r>
                <a:r>
                  <a:rPr lang="en-US" altLang="zh-TW" sz="20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en-US" altLang="zh-TW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00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ABCD,S</a:t>
                </a:r>
                <a:r>
                  <a:rPr lang="en-US" altLang="zh-TW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CDEFG,</a:t>
                </a:r>
              </a:p>
              <a:p>
                <a:pPr marL="0" indent="0">
                  <a:buNone/>
                </a:pP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their merged pattern Z</a:t>
                </a:r>
                <a:r>
                  <a:rPr lang="en-US" altLang="zh-TW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ABCDEFG,</a:t>
                </a:r>
              </a:p>
              <a:p>
                <a:pPr marL="0" indent="0">
                  <a:buNone/>
                </a:pP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non-overlapping pattern NOV</a:t>
                </a:r>
                <a:r>
                  <a:rPr lang="en-US" altLang="zh-TW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EFG, </a:t>
                </a:r>
              </a:p>
              <a:p>
                <a:pPr marL="0" indent="0">
                  <a:buNone/>
                </a:pP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</a:t>
                </a:r>
                <a14:m>
                  <m:oMath xmlns:m="http://schemas.openxmlformats.org/officeDocument/2006/math">
                    <m:r>
                      <a:rPr lang="en-US" altLang="zh-TW" sz="200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0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TW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3</a:t>
                </a:r>
              </a:p>
              <a:p>
                <a:pPr marL="0" indent="0">
                  <a:buNone/>
                </a:pPr>
                <a:endParaRPr lang="en-US" altLang="zh-TW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33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algorithm for Substring-IC-LCS(1/2)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LCS(X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1...i−1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1...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j−1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Let the length of the computed LCS is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</a:t>
                </a:r>
              </a:p>
              <a:p>
                <a:pPr marL="457200" indent="-457200">
                  <a:buAutoNum type="arabicPeriod" startAt="2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LCS(X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...m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 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...n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Let the length of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computed LCS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</a:t>
                </a:r>
              </a:p>
              <a:p>
                <a:pPr marL="457200" indent="-457200">
                  <a:buAutoNum type="arabicPeriod" startAt="3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LCS(X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...i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−1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 j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−1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).S.LCS(X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...m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 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...n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Substring-IC-LCS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|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+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the length.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05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algorithm for Substring-IC-LCS(2/2)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Compute </a:t>
            </a:r>
            <a:r>
              <a:rPr lang="da-DK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da-DK" altLang="zh-TW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da-DK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da-DK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da-DK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for 1 </a:t>
            </a:r>
            <a:r>
              <a:rPr lang="da-DK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da-DK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≤ </a:t>
            </a:r>
            <a:r>
              <a:rPr lang="da-DK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da-DK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da-DK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Compute </a:t>
            </a:r>
            <a:r>
              <a:rPr lang="da-DK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da-DK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da-DK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da-DK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da-DK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for 1 </a:t>
            </a:r>
            <a:r>
              <a:rPr lang="da-DK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da-DK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≤ </a:t>
            </a:r>
            <a:r>
              <a:rPr lang="da-DK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da-DK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da-DK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pair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≠ 0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≠ 0, compute </a:t>
            </a:r>
          </a:p>
          <a:p>
            <a:pPr marL="0" indent="0"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LCS(X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altLang="zh-TW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SX 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]−1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...SY 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]−1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...m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 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...n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67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0"/>
            <a:ext cx="2520280" cy="68103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036" y="332656"/>
            <a:ext cx="6025964" cy="466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03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916832"/>
            <a:ext cx="8229600" cy="287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2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88640"/>
            <a:ext cx="3818419" cy="660732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88640"/>
            <a:ext cx="4824536" cy="657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1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generalized Substring-IC-LCS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332" y="1451918"/>
            <a:ext cx="8229600" cy="235518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30" y="3933056"/>
            <a:ext cx="8829270" cy="79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89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76" y="1844824"/>
            <a:ext cx="8961824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72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1913</TotalTime>
  <Words>760</Words>
  <Application>Microsoft Office PowerPoint</Application>
  <PresentationFormat>如螢幕大小 (4:3)</PresentationFormat>
  <Paragraphs>54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新細明體</vt:lpstr>
      <vt:lpstr>Arial</vt:lpstr>
      <vt:lpstr>Calibri</vt:lpstr>
      <vt:lpstr>Cambria Math</vt:lpstr>
      <vt:lpstr>Times New Roman</vt:lpstr>
      <vt:lpstr>Office 佈景主題</vt:lpstr>
      <vt:lpstr>The substring inclusion constraint longest common subsequence problem can be solved in quadratic time</vt:lpstr>
      <vt:lpstr>Abstract(1/2)</vt:lpstr>
      <vt:lpstr>Abstract(2/2)</vt:lpstr>
      <vt:lpstr>Constraint LCS(CLCS)</vt:lpstr>
      <vt:lpstr>Substring-IC-LCS Problem</vt:lpstr>
      <vt:lpstr>Generalized Substring-IC-LCS Problem(1/3)</vt:lpstr>
      <vt:lpstr>Generalized Substring-IC-LCS Problem(2/3)</vt:lpstr>
      <vt:lpstr>Generalized Substring-IC-LCS Problem(3/3)</vt:lpstr>
      <vt:lpstr>A simple algorithm for Substring-IC-LCS(1/2)</vt:lpstr>
      <vt:lpstr>A simple algorithm for Substring-IC-LCS(2/2)</vt:lpstr>
      <vt:lpstr>PowerPoint 簡報</vt:lpstr>
      <vt:lpstr>A dynamic programming algorithm</vt:lpstr>
      <vt:lpstr>PowerPoint 簡報</vt:lpstr>
      <vt:lpstr>Algorithm for generalized Substring-IC-LCS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SiangHuai</cp:lastModifiedBy>
  <cp:revision>97</cp:revision>
  <dcterms:created xsi:type="dcterms:W3CDTF">2014-03-03T17:19:54Z</dcterms:created>
  <dcterms:modified xsi:type="dcterms:W3CDTF">2016-05-03T10:17:21Z</dcterms:modified>
</cp:coreProperties>
</file>