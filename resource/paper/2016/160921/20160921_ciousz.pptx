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5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2016/9/20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1461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2016/9/20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737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2016/9/20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075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2016/9/20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6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2016/9/20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58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2016/9/20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79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2016/9/20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624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2016/9/20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1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2016/9/20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460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2016/9/20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993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2016/9/20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81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5F0AE-DBB8-464C-8E93-282F3DDA85A6}" type="datetimeFigureOut">
              <a:rPr lang="zh-TW" altLang="en-US" smtClean="0"/>
              <a:t>2016/9/20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1931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51703" y="378940"/>
            <a:ext cx="7772400" cy="2387600"/>
          </a:xfrm>
        </p:spPr>
        <p:txBody>
          <a:bodyPr/>
          <a:lstStyle/>
          <a:p>
            <a:r>
              <a:rPr lang="en-US" altLang="zh-TW" dirty="0"/>
              <a:t>Planar 3DM Is NP-Complete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271843"/>
            <a:ext cx="6858000" cy="1655762"/>
          </a:xfrm>
        </p:spPr>
        <p:txBody>
          <a:bodyPr>
            <a:normAutofit/>
          </a:bodyPr>
          <a:lstStyle/>
          <a:p>
            <a:r>
              <a:rPr lang="it-IT" altLang="zh-TW" dirty="0" smtClean="0"/>
              <a:t>M.E. Dyer</a:t>
            </a:r>
            <a:endParaRPr lang="it-IT" altLang="zh-TW" dirty="0" smtClean="0"/>
          </a:p>
          <a:p>
            <a:r>
              <a:rPr lang="it-IT" altLang="zh-TW" dirty="0" smtClean="0"/>
              <a:t>A.M. Frieze</a:t>
            </a:r>
            <a:endParaRPr lang="it-IT" altLang="zh-TW" dirty="0" smtClean="0"/>
          </a:p>
          <a:p>
            <a:r>
              <a:rPr lang="en-US" altLang="zh-TW" sz="2000" dirty="0" smtClean="0"/>
              <a:t>Journal of Algorithms, Vol.7, pp.174-184 (1986)</a:t>
            </a:r>
            <a:endParaRPr lang="zh-TW" altLang="en-US" sz="2000" dirty="0"/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998973" y="4927605"/>
            <a:ext cx="3146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Presenter: </a:t>
            </a:r>
            <a:r>
              <a:rPr lang="en-US" altLang="zh-TW" sz="2000" dirty="0" err="1"/>
              <a:t>Shiou-Zong</a:t>
            </a:r>
            <a:r>
              <a:rPr lang="en-US" altLang="zh-TW" sz="2000" dirty="0"/>
              <a:t> </a:t>
            </a:r>
            <a:r>
              <a:rPr lang="en-US" altLang="zh-TW" sz="2000" dirty="0" err="1"/>
              <a:t>Chiou</a:t>
            </a:r>
            <a:endParaRPr lang="en-US" altLang="zh-TW" sz="2000" dirty="0"/>
          </a:p>
          <a:p>
            <a:r>
              <a:rPr lang="en-US" altLang="zh-TW" sz="2000" dirty="0" smtClean="0"/>
              <a:t>Date:2016/09/21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97323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A restriction of the three-dimensional matching problem 3DM, in which the associated bipartite graph is planar, is shown to remain NP-complete. The restriction is inspired by that of Lichtenstein’s planar 3SAT</a:t>
            </a:r>
            <a:r>
              <a:rPr lang="en-US" altLang="zh-TW" dirty="0"/>
              <a:t>.</a:t>
            </a:r>
            <a:r>
              <a:rPr lang="en-US" altLang="zh-TW" dirty="0" smtClean="0"/>
              <a:t> Planar 3DM is principally a tool for use in NP-completeness proofs for planar restrictions of other problems.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77331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Planar 1-3SAT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i="1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bar>
                          <m:barPr>
                            <m:pos m:val="top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bar>
                          <m:barPr>
                            <m:pos m:val="top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ba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642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Planar 3SAT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Planar 1-3SAT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={</m:t>
                    </m:r>
                    <m:bar>
                      <m:barPr>
                        <m:pos m:val="top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TW" altLang="en-US" dirty="0"/>
              </a:p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={</m:t>
                    </m:r>
                    <m:bar>
                      <m:barPr>
                        <m:pos m:val="top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bar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TW" altLang="en-US" dirty="0"/>
              </a:p>
              <a:p>
                <a:pPr marL="0" indent="0">
                  <a:buNone/>
                </a:pPr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56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Planar 3SAT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Planar 1-3SAT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圓角矩形 3"/>
              <p:cNvSpPr/>
              <p:nvPr/>
            </p:nvSpPr>
            <p:spPr>
              <a:xfrm>
                <a:off x="1206421" y="3361037"/>
                <a:ext cx="903915" cy="589165"/>
              </a:xfrm>
              <a:prstGeom prst="round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" name="圓角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421" y="3361037"/>
                <a:ext cx="903915" cy="589165"/>
              </a:xfrm>
              <a:prstGeom prst="round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橢圓 4"/>
              <p:cNvSpPr/>
              <p:nvPr/>
            </p:nvSpPr>
            <p:spPr>
              <a:xfrm>
                <a:off x="1369492" y="2236977"/>
                <a:ext cx="577771" cy="57777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5" name="橢圓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492" y="2236977"/>
                <a:ext cx="577771" cy="577771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橢圓 6"/>
              <p:cNvSpPr/>
              <p:nvPr/>
            </p:nvSpPr>
            <p:spPr>
              <a:xfrm>
                <a:off x="628650" y="4258102"/>
                <a:ext cx="577771" cy="57777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橢圓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258102"/>
                <a:ext cx="577771" cy="577771"/>
              </a:xfrm>
              <a:prstGeom prst="ellipse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橢圓 11"/>
              <p:cNvSpPr/>
              <p:nvPr/>
            </p:nvSpPr>
            <p:spPr>
              <a:xfrm>
                <a:off x="2104325" y="4258102"/>
                <a:ext cx="577771" cy="57777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2" name="橢圓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325" y="4258102"/>
                <a:ext cx="577771" cy="577771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圓角矩形 12"/>
              <p:cNvSpPr/>
              <p:nvPr/>
            </p:nvSpPr>
            <p:spPr>
              <a:xfrm>
                <a:off x="5848443" y="2574163"/>
                <a:ext cx="903915" cy="589165"/>
              </a:xfrm>
              <a:prstGeom prst="round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" name="圓角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443" y="2574163"/>
                <a:ext cx="903915" cy="589165"/>
              </a:xfrm>
              <a:prstGeom prst="round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圓角矩形 13"/>
              <p:cNvSpPr/>
              <p:nvPr/>
            </p:nvSpPr>
            <p:spPr>
              <a:xfrm>
                <a:off x="4371200" y="4287633"/>
                <a:ext cx="903915" cy="589165"/>
              </a:xfrm>
              <a:prstGeom prst="round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4" name="圓角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200" y="4287633"/>
                <a:ext cx="903915" cy="589165"/>
              </a:xfrm>
              <a:prstGeom prst="round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圓角矩形 14"/>
              <p:cNvSpPr/>
              <p:nvPr/>
            </p:nvSpPr>
            <p:spPr>
              <a:xfrm>
                <a:off x="7330129" y="4287632"/>
                <a:ext cx="903915" cy="589165"/>
              </a:xfrm>
              <a:prstGeom prst="round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5" name="圓角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0129" y="4287632"/>
                <a:ext cx="903915" cy="589165"/>
              </a:xfrm>
              <a:prstGeom prst="round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橢圓 15"/>
              <p:cNvSpPr/>
              <p:nvPr/>
            </p:nvSpPr>
            <p:spPr>
              <a:xfrm>
                <a:off x="6752358" y="3400053"/>
                <a:ext cx="577771" cy="57777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16" name="橢圓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358" y="3400053"/>
                <a:ext cx="577771" cy="577771"/>
              </a:xfrm>
              <a:prstGeom prst="ellipse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橢圓 16"/>
              <p:cNvSpPr/>
              <p:nvPr/>
            </p:nvSpPr>
            <p:spPr>
              <a:xfrm>
                <a:off x="6011514" y="1809870"/>
                <a:ext cx="577771" cy="57777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17" name="橢圓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514" y="1809870"/>
                <a:ext cx="577771" cy="577771"/>
              </a:xfrm>
              <a:prstGeom prst="ellipse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橢圓 17"/>
              <p:cNvSpPr/>
              <p:nvPr/>
            </p:nvSpPr>
            <p:spPr>
              <a:xfrm>
                <a:off x="5270672" y="3400052"/>
                <a:ext cx="577771" cy="57777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18" name="橢圓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672" y="3400052"/>
                <a:ext cx="577771" cy="577771"/>
              </a:xfrm>
              <a:prstGeom prst="ellipse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橢圓 18"/>
              <p:cNvSpPr/>
              <p:nvPr/>
            </p:nvSpPr>
            <p:spPr>
              <a:xfrm>
                <a:off x="3793429" y="5079318"/>
                <a:ext cx="577771" cy="57777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TW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altLang="zh-TW" i="1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19050" dir="2700000" algn="tl" rotWithShape="0">
                                      <a:schemeClr val="dk1">
                                        <a:alpha val="4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19050" dir="2700000" algn="tl" rotWithShape="0">
                                      <a:schemeClr val="dk1">
                                        <a:alpha val="4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19050" dir="2700000" algn="tl" rotWithShape="0">
                                      <a:schemeClr val="dk1">
                                        <a:alpha val="4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19" name="橢圓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429" y="5079318"/>
                <a:ext cx="577771" cy="577771"/>
              </a:xfrm>
              <a:prstGeom prst="ellipse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橢圓 19"/>
              <p:cNvSpPr/>
              <p:nvPr/>
            </p:nvSpPr>
            <p:spPr>
              <a:xfrm>
                <a:off x="5270670" y="5079318"/>
                <a:ext cx="577771" cy="57777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20" name="橢圓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670" y="5079318"/>
                <a:ext cx="577771" cy="577771"/>
              </a:xfrm>
              <a:prstGeom prst="ellipse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橢圓 20"/>
              <p:cNvSpPr/>
              <p:nvPr/>
            </p:nvSpPr>
            <p:spPr>
              <a:xfrm>
                <a:off x="8234044" y="5079318"/>
                <a:ext cx="577771" cy="57777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TW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n-US" altLang="zh-TW" i="1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19050" dir="2700000" algn="tl" rotWithShape="0">
                                      <a:schemeClr val="dk1">
                                        <a:alpha val="4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19050" dir="2700000" algn="tl" rotWithShape="0">
                                      <a:schemeClr val="dk1">
                                        <a:alpha val="4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19050" dir="2700000" algn="tl" rotWithShape="0">
                                      <a:schemeClr val="dk1">
                                        <a:alpha val="4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21" name="橢圓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044" y="5079318"/>
                <a:ext cx="577771" cy="577771"/>
              </a:xfrm>
              <a:prstGeom prst="ellipse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橢圓 21"/>
              <p:cNvSpPr/>
              <p:nvPr/>
            </p:nvSpPr>
            <p:spPr>
              <a:xfrm>
                <a:off x="6752357" y="5079318"/>
                <a:ext cx="577771" cy="57777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b="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22" name="橢圓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357" y="5079318"/>
                <a:ext cx="577771" cy="577771"/>
              </a:xfrm>
              <a:prstGeom prst="ellipse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接點 23"/>
          <p:cNvCxnSpPr>
            <a:stCxn id="5" idx="4"/>
            <a:endCxn id="4" idx="0"/>
          </p:cNvCxnSpPr>
          <p:nvPr/>
        </p:nvCxnSpPr>
        <p:spPr>
          <a:xfrm>
            <a:off x="1658378" y="2814748"/>
            <a:ext cx="1" cy="54628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7" idx="0"/>
            <a:endCxn id="4" idx="1"/>
          </p:cNvCxnSpPr>
          <p:nvPr/>
        </p:nvCxnSpPr>
        <p:spPr>
          <a:xfrm flipV="1">
            <a:off x="917536" y="3655620"/>
            <a:ext cx="288885" cy="60248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12" idx="0"/>
            <a:endCxn id="4" idx="3"/>
          </p:cNvCxnSpPr>
          <p:nvPr/>
        </p:nvCxnSpPr>
        <p:spPr>
          <a:xfrm flipH="1" flipV="1">
            <a:off x="2110336" y="3655620"/>
            <a:ext cx="282875" cy="60248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17" idx="4"/>
            <a:endCxn id="13" idx="0"/>
          </p:cNvCxnSpPr>
          <p:nvPr/>
        </p:nvCxnSpPr>
        <p:spPr>
          <a:xfrm>
            <a:off x="6300400" y="2387641"/>
            <a:ext cx="1" cy="186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13" idx="1"/>
            <a:endCxn id="18" idx="0"/>
          </p:cNvCxnSpPr>
          <p:nvPr/>
        </p:nvCxnSpPr>
        <p:spPr>
          <a:xfrm flipH="1">
            <a:off x="5559558" y="2868746"/>
            <a:ext cx="288885" cy="53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13" idx="3"/>
            <a:endCxn id="16" idx="0"/>
          </p:cNvCxnSpPr>
          <p:nvPr/>
        </p:nvCxnSpPr>
        <p:spPr>
          <a:xfrm>
            <a:off x="6752358" y="2868746"/>
            <a:ext cx="288886" cy="5313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18" idx="3"/>
            <a:endCxn id="14" idx="0"/>
          </p:cNvCxnSpPr>
          <p:nvPr/>
        </p:nvCxnSpPr>
        <p:spPr>
          <a:xfrm flipH="1">
            <a:off x="4823158" y="3893210"/>
            <a:ext cx="532127" cy="3944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16" idx="5"/>
            <a:endCxn id="15" idx="0"/>
          </p:cNvCxnSpPr>
          <p:nvPr/>
        </p:nvCxnSpPr>
        <p:spPr>
          <a:xfrm>
            <a:off x="7245516" y="3893211"/>
            <a:ext cx="536571" cy="3944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19" idx="0"/>
            <a:endCxn id="14" idx="1"/>
          </p:cNvCxnSpPr>
          <p:nvPr/>
        </p:nvCxnSpPr>
        <p:spPr>
          <a:xfrm flipV="1">
            <a:off x="4082315" y="4582216"/>
            <a:ext cx="288885" cy="4971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接點 76"/>
          <p:cNvCxnSpPr>
            <a:stCxn id="20" idx="0"/>
            <a:endCxn id="14" idx="3"/>
          </p:cNvCxnSpPr>
          <p:nvPr/>
        </p:nvCxnSpPr>
        <p:spPr>
          <a:xfrm flipH="1" flipV="1">
            <a:off x="5275115" y="4582216"/>
            <a:ext cx="284441" cy="4971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線接點 79"/>
          <p:cNvCxnSpPr>
            <a:stCxn id="15" idx="1"/>
            <a:endCxn id="22" idx="0"/>
          </p:cNvCxnSpPr>
          <p:nvPr/>
        </p:nvCxnSpPr>
        <p:spPr>
          <a:xfrm flipH="1">
            <a:off x="7041243" y="4582215"/>
            <a:ext cx="288886" cy="4971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線接點 82"/>
          <p:cNvCxnSpPr>
            <a:stCxn id="15" idx="3"/>
            <a:endCxn id="21" idx="0"/>
          </p:cNvCxnSpPr>
          <p:nvPr/>
        </p:nvCxnSpPr>
        <p:spPr>
          <a:xfrm>
            <a:off x="8234044" y="4582215"/>
            <a:ext cx="288886" cy="4971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35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Planar </a:t>
                </a:r>
                <a:r>
                  <a:rPr lang="en-US" altLang="zh-TW" dirty="0" smtClean="0"/>
                  <a:t>1-3SAT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/>
                  <a:t>Planar </a:t>
                </a:r>
                <a:r>
                  <a:rPr lang="en-US" altLang="zh-TW" dirty="0" smtClean="0"/>
                  <a:t>X3C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50" y="1880565"/>
            <a:ext cx="4889500" cy="4076700"/>
          </a:xfrm>
        </p:spPr>
      </p:pic>
      <p:grpSp>
        <p:nvGrpSpPr>
          <p:cNvPr id="10" name="群組 9"/>
          <p:cNvGrpSpPr/>
          <p:nvPr/>
        </p:nvGrpSpPr>
        <p:grpSpPr>
          <a:xfrm>
            <a:off x="2273643" y="2496064"/>
            <a:ext cx="2887362" cy="2730844"/>
            <a:chOff x="2273643" y="2496064"/>
            <a:chExt cx="2887362" cy="2730844"/>
          </a:xfrm>
          <a:solidFill>
            <a:srgbClr val="00B050"/>
          </a:solidFill>
        </p:grpSpPr>
        <p:sp>
          <p:nvSpPr>
            <p:cNvPr id="5" name="橢圓 4"/>
            <p:cNvSpPr/>
            <p:nvPr/>
          </p:nvSpPr>
          <p:spPr>
            <a:xfrm>
              <a:off x="2586681" y="2496064"/>
              <a:ext cx="313038" cy="2883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橢圓 5"/>
            <p:cNvSpPr/>
            <p:nvPr/>
          </p:nvSpPr>
          <p:spPr>
            <a:xfrm>
              <a:off x="3867664" y="3266301"/>
              <a:ext cx="313038" cy="2883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橢圓 6"/>
            <p:cNvSpPr/>
            <p:nvPr/>
          </p:nvSpPr>
          <p:spPr>
            <a:xfrm>
              <a:off x="3538150" y="4938583"/>
              <a:ext cx="313038" cy="2883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2273643" y="3832418"/>
              <a:ext cx="313038" cy="2883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4847967" y="4205415"/>
              <a:ext cx="313038" cy="2883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585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Planar 1-3SAT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Planar </a:t>
                </a:r>
                <a:r>
                  <a:rPr lang="en-US" altLang="zh-TW" dirty="0"/>
                  <a:t>X3C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5916"/>
            <a:ext cx="4965700" cy="3327400"/>
          </a:xfrm>
          <a:prstGeom prst="rect">
            <a:avLst/>
          </a:prstGeom>
        </p:spPr>
      </p:pic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906" y="1690689"/>
            <a:ext cx="4408094" cy="4351338"/>
          </a:xfrm>
        </p:spPr>
      </p:pic>
      <p:grpSp>
        <p:nvGrpSpPr>
          <p:cNvPr id="9" name="群組 8"/>
          <p:cNvGrpSpPr/>
          <p:nvPr/>
        </p:nvGrpSpPr>
        <p:grpSpPr>
          <a:xfrm>
            <a:off x="733168" y="3428446"/>
            <a:ext cx="2497699" cy="1263003"/>
            <a:chOff x="733168" y="3428446"/>
            <a:chExt cx="2497699" cy="1263003"/>
          </a:xfrm>
          <a:solidFill>
            <a:srgbClr val="00B050"/>
          </a:solidFill>
        </p:grpSpPr>
        <p:sp>
          <p:nvSpPr>
            <p:cNvPr id="6" name="橢圓 5"/>
            <p:cNvSpPr/>
            <p:nvPr/>
          </p:nvSpPr>
          <p:spPr>
            <a:xfrm>
              <a:off x="733168" y="3459892"/>
              <a:ext cx="304800" cy="3212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橢圓 6"/>
            <p:cNvSpPr/>
            <p:nvPr/>
          </p:nvSpPr>
          <p:spPr>
            <a:xfrm>
              <a:off x="1808206" y="4370173"/>
              <a:ext cx="304800" cy="3212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2926067" y="3428446"/>
              <a:ext cx="304800" cy="32127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039842" y="1831202"/>
            <a:ext cx="3018478" cy="3368590"/>
            <a:chOff x="5039842" y="1831202"/>
            <a:chExt cx="3018478" cy="3368590"/>
          </a:xfrm>
          <a:solidFill>
            <a:srgbClr val="00B050"/>
          </a:solidFill>
        </p:grpSpPr>
        <p:sp>
          <p:nvSpPr>
            <p:cNvPr id="10" name="橢圓 9"/>
            <p:cNvSpPr/>
            <p:nvPr/>
          </p:nvSpPr>
          <p:spPr>
            <a:xfrm>
              <a:off x="6198891" y="3945924"/>
              <a:ext cx="210147" cy="243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7018555" y="4621426"/>
              <a:ext cx="210147" cy="243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7848173" y="3937686"/>
              <a:ext cx="210147" cy="243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7183310" y="2302476"/>
              <a:ext cx="210147" cy="243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6446026" y="1831202"/>
              <a:ext cx="210147" cy="243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5039842" y="4956776"/>
              <a:ext cx="210147" cy="243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558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圖片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051" y="1187278"/>
            <a:ext cx="4889500" cy="4076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Planar X3C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Planar </a:t>
                </a:r>
                <a:r>
                  <a:rPr lang="en-US" altLang="zh-TW" dirty="0" smtClean="0"/>
                  <a:t>3DM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橢圓 4"/>
          <p:cNvSpPr/>
          <p:nvPr/>
        </p:nvSpPr>
        <p:spPr>
          <a:xfrm>
            <a:off x="3421277" y="2305501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4048898" y="2696799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2844629" y="2684441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4667763" y="1187278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2789538" y="3414581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289378" y="3390836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461570" y="4992125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5702986" y="4992126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048898" y="4835609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289378" y="2696798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1962405" y="4136357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4714447" y="3768808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4623830" y="2580373"/>
            <a:ext cx="313038" cy="28832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>
            <a:off x="3023116" y="3146847"/>
            <a:ext cx="313038" cy="28832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4303753" y="4263078"/>
            <a:ext cx="313038" cy="28832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6427746" y="3672978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6160188" y="4136357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3421277" y="3738880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3668412" y="1249058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3102834" y="1249057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1707978" y="3696598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3336154" y="1814673"/>
            <a:ext cx="313038" cy="28832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5594008" y="3515365"/>
            <a:ext cx="313038" cy="28832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88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內容版面配置區 2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585" y="1891526"/>
            <a:ext cx="4408094" cy="4351338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Planar X3C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Planar </a:t>
                </a:r>
                <a:r>
                  <a:rPr lang="en-US" altLang="zh-TW" dirty="0"/>
                  <a:t>3DM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橢圓 4"/>
          <p:cNvSpPr/>
          <p:nvPr/>
        </p:nvSpPr>
        <p:spPr>
          <a:xfrm>
            <a:off x="3978874" y="1984589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3274541" y="2170675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>
            <a:off x="4434925" y="2243355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5609969" y="4294127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2553596" y="4978395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2613016" y="5610629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5108223" y="4902712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1978836" y="4812757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477627" y="4912493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962398" y="3023193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4638843" y="3052072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4275908" y="3056878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3371556" y="4148547"/>
            <a:ext cx="248662" cy="2290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3301483" y="4621273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3731605" y="3811070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3031524" y="4294127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4893276" y="1984590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4270719" y="4556598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371762" y="4641850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4770648" y="3745168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3235580" y="6027838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4186263" y="4821807"/>
            <a:ext cx="248662" cy="2290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5037489" y="4130998"/>
            <a:ext cx="248662" cy="2290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4390181" y="2534126"/>
            <a:ext cx="248662" cy="2290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3614748" y="2015630"/>
            <a:ext cx="248662" cy="2290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220011" y="5165783"/>
            <a:ext cx="248662" cy="22903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505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Planar X3C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Planar </a:t>
                </a:r>
                <a:r>
                  <a:rPr lang="en-US" altLang="zh-TW" dirty="0"/>
                  <a:t>3DM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50" y="2597944"/>
            <a:ext cx="7251700" cy="2806700"/>
          </a:xfrm>
        </p:spPr>
      </p:pic>
      <p:sp>
        <p:nvSpPr>
          <p:cNvPr id="5" name="橢圓 4"/>
          <p:cNvSpPr/>
          <p:nvPr/>
        </p:nvSpPr>
        <p:spPr>
          <a:xfrm>
            <a:off x="2235029" y="3455773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1635212" y="2830429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>
            <a:off x="1647568" y="3869489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1647568" y="4908549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2235028" y="4379504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3459893" y="3455773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523906" y="4364305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2862649" y="3935391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4604007" y="3437001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4077730" y="3935390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794975" y="4313601"/>
            <a:ext cx="131805" cy="131805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5794975" y="3170834"/>
            <a:ext cx="131805" cy="13180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5801324" y="3795348"/>
            <a:ext cx="131805" cy="1318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00"/>
              </a:solidFill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3987113" y="4286044"/>
            <a:ext cx="313038" cy="28832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970118" y="3352251"/>
            <a:ext cx="313038" cy="28832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2756844" y="3352798"/>
            <a:ext cx="313038" cy="28832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1556951" y="4301243"/>
            <a:ext cx="313038" cy="28832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984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</TotalTime>
  <Words>118</Words>
  <Application>Microsoft Office PowerPoint</Application>
  <PresentationFormat>如螢幕大小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新細明體</vt:lpstr>
      <vt:lpstr>Arial</vt:lpstr>
      <vt:lpstr>Calibri</vt:lpstr>
      <vt:lpstr>Calibri Light</vt:lpstr>
      <vt:lpstr>Cambria Math</vt:lpstr>
      <vt:lpstr>Office 佈景主題</vt:lpstr>
      <vt:lpstr>Planar 3DM Is NP-Complete</vt:lpstr>
      <vt:lpstr>Abstract</vt:lpstr>
      <vt:lpstr>Planar 1-3SAT</vt:lpstr>
      <vt:lpstr>Planar 3SAT ∝ Planar 1-3SAT</vt:lpstr>
      <vt:lpstr>Planar 3SAT ∝ Planar 1-3SAT</vt:lpstr>
      <vt:lpstr>Planar 1-3SAT ∝ Planar X3C</vt:lpstr>
      <vt:lpstr>Planar 1-3SAT ∝ Planar X3C</vt:lpstr>
      <vt:lpstr>Planar X3C ∝ Planar 3DM</vt:lpstr>
      <vt:lpstr>Planar X3C ∝ Planar 3DM</vt:lpstr>
      <vt:lpstr>Planar X3C ∝ Planar 3DM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APX-completeness results for cubic graphs</dc:title>
  <dc:creator>sizuka</dc:creator>
  <cp:lastModifiedBy>sizuka</cp:lastModifiedBy>
  <cp:revision>26</cp:revision>
  <dcterms:created xsi:type="dcterms:W3CDTF">2016-06-06T14:33:25Z</dcterms:created>
  <dcterms:modified xsi:type="dcterms:W3CDTF">2016-09-20T06:57:39Z</dcterms:modified>
</cp:coreProperties>
</file>