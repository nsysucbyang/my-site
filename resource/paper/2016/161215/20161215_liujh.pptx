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76" r:id="rId4"/>
    <p:sldId id="258" r:id="rId5"/>
    <p:sldId id="259" r:id="rId6"/>
    <p:sldId id="260" r:id="rId7"/>
    <p:sldId id="265" r:id="rId8"/>
    <p:sldId id="268" r:id="rId9"/>
    <p:sldId id="269" r:id="rId10"/>
    <p:sldId id="270" r:id="rId11"/>
    <p:sldId id="271" r:id="rId12"/>
    <p:sldId id="272" r:id="rId13"/>
    <p:sldId id="273" r:id="rId14"/>
    <p:sldId id="275" r:id="rId15"/>
    <p:sldId id="266" r:id="rId16"/>
    <p:sldId id="267" r:id="rId17"/>
    <p:sldId id="262"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71"/>
    <p:restoredTop sz="86379"/>
  </p:normalViewPr>
  <p:slideViewPr>
    <p:cSldViewPr snapToGrid="0" snapToObjects="1">
      <p:cViewPr varScale="1">
        <p:scale>
          <a:sx n="72" d="100"/>
          <a:sy n="72" d="100"/>
        </p:scale>
        <p:origin x="252" y="54"/>
      </p:cViewPr>
      <p:guideLst/>
    </p:cSldViewPr>
  </p:slideViewPr>
  <p:outlineViewPr>
    <p:cViewPr>
      <p:scale>
        <a:sx n="33" d="100"/>
        <a:sy n="33" d="100"/>
      </p:scale>
      <p:origin x="0" y="-4064"/>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5" d="100"/>
          <a:sy n="75" d="100"/>
        </p:scale>
        <p:origin x="944"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572C7A-4362-B345-8C9E-48FDC167A755}" type="datetimeFigureOut">
              <a:rPr kumimoji="1" lang="zh-TW" altLang="en-US" smtClean="0"/>
              <a:t>2016/12/15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E0C96D-5D25-0442-B97E-E1E0D0FB2956}" type="slidenum">
              <a:rPr kumimoji="1" lang="zh-TW" altLang="en-US" smtClean="0"/>
              <a:t>‹#›</a:t>
            </a:fld>
            <a:endParaRPr kumimoji="1" lang="zh-TW" altLang="en-US"/>
          </a:p>
        </p:txBody>
      </p:sp>
    </p:spTree>
    <p:extLst>
      <p:ext uri="{BB962C8B-B14F-4D97-AF65-F5344CB8AC3E}">
        <p14:creationId xmlns:p14="http://schemas.microsoft.com/office/powerpoint/2010/main" val="263375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6</a:t>
            </a:fld>
            <a:endParaRPr kumimoji="1" lang="zh-TW" altLang="en-US"/>
          </a:p>
        </p:txBody>
      </p:sp>
    </p:spTree>
    <p:extLst>
      <p:ext uri="{BB962C8B-B14F-4D97-AF65-F5344CB8AC3E}">
        <p14:creationId xmlns:p14="http://schemas.microsoft.com/office/powerpoint/2010/main" val="584215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7</a:t>
            </a:fld>
            <a:endParaRPr kumimoji="1" lang="zh-TW" altLang="en-US"/>
          </a:p>
        </p:txBody>
      </p:sp>
    </p:spTree>
    <p:extLst>
      <p:ext uri="{BB962C8B-B14F-4D97-AF65-F5344CB8AC3E}">
        <p14:creationId xmlns:p14="http://schemas.microsoft.com/office/powerpoint/2010/main" val="556578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8</a:t>
            </a:fld>
            <a:endParaRPr kumimoji="1" lang="zh-TW" altLang="en-US"/>
          </a:p>
        </p:txBody>
      </p:sp>
    </p:spTree>
    <p:extLst>
      <p:ext uri="{BB962C8B-B14F-4D97-AF65-F5344CB8AC3E}">
        <p14:creationId xmlns:p14="http://schemas.microsoft.com/office/powerpoint/2010/main" val="903999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9</a:t>
            </a:fld>
            <a:endParaRPr kumimoji="1" lang="zh-TW" altLang="en-US"/>
          </a:p>
        </p:txBody>
      </p:sp>
    </p:spTree>
    <p:extLst>
      <p:ext uri="{BB962C8B-B14F-4D97-AF65-F5344CB8AC3E}">
        <p14:creationId xmlns:p14="http://schemas.microsoft.com/office/powerpoint/2010/main" val="837000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10</a:t>
            </a:fld>
            <a:endParaRPr kumimoji="1" lang="zh-TW" altLang="en-US"/>
          </a:p>
        </p:txBody>
      </p:sp>
    </p:spTree>
    <p:extLst>
      <p:ext uri="{BB962C8B-B14F-4D97-AF65-F5344CB8AC3E}">
        <p14:creationId xmlns:p14="http://schemas.microsoft.com/office/powerpoint/2010/main" val="1100539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11</a:t>
            </a:fld>
            <a:endParaRPr kumimoji="1" lang="zh-TW" altLang="en-US"/>
          </a:p>
        </p:txBody>
      </p:sp>
    </p:spTree>
    <p:extLst>
      <p:ext uri="{BB962C8B-B14F-4D97-AF65-F5344CB8AC3E}">
        <p14:creationId xmlns:p14="http://schemas.microsoft.com/office/powerpoint/2010/main" val="1776355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12</a:t>
            </a:fld>
            <a:endParaRPr kumimoji="1" lang="zh-TW" altLang="en-US"/>
          </a:p>
        </p:txBody>
      </p:sp>
    </p:spTree>
    <p:extLst>
      <p:ext uri="{BB962C8B-B14F-4D97-AF65-F5344CB8AC3E}">
        <p14:creationId xmlns:p14="http://schemas.microsoft.com/office/powerpoint/2010/main" val="814468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13</a:t>
            </a:fld>
            <a:endParaRPr kumimoji="1" lang="zh-TW" altLang="en-US"/>
          </a:p>
        </p:txBody>
      </p:sp>
    </p:spTree>
    <p:extLst>
      <p:ext uri="{BB962C8B-B14F-4D97-AF65-F5344CB8AC3E}">
        <p14:creationId xmlns:p14="http://schemas.microsoft.com/office/powerpoint/2010/main" val="1318294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15</a:t>
            </a:fld>
            <a:endParaRPr kumimoji="1" lang="zh-TW" altLang="en-US"/>
          </a:p>
        </p:txBody>
      </p:sp>
    </p:spTree>
    <p:extLst>
      <p:ext uri="{BB962C8B-B14F-4D97-AF65-F5344CB8AC3E}">
        <p14:creationId xmlns:p14="http://schemas.microsoft.com/office/powerpoint/2010/main" val="12742942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16</a:t>
            </a:fld>
            <a:endParaRPr kumimoji="1" lang="zh-TW" altLang="en-US"/>
          </a:p>
        </p:txBody>
      </p:sp>
    </p:spTree>
    <p:extLst>
      <p:ext uri="{BB962C8B-B14F-4D97-AF65-F5344CB8AC3E}">
        <p14:creationId xmlns:p14="http://schemas.microsoft.com/office/powerpoint/2010/main" val="1478800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10"/>
          </p:nvPr>
        </p:nvSpPr>
        <p:spPr/>
        <p:txBody>
          <a:bodyPr/>
          <a:lstStyle/>
          <a:p>
            <a:fld id="{D8E0C96D-5D25-0442-B97E-E1E0D0FB2956}" type="slidenum">
              <a:rPr kumimoji="1" lang="zh-TW" altLang="en-US" smtClean="0"/>
              <a:t>17</a:t>
            </a:fld>
            <a:endParaRPr kumimoji="1" lang="zh-TW" altLang="en-US"/>
          </a:p>
        </p:txBody>
      </p:sp>
    </p:spTree>
    <p:extLst>
      <p:ext uri="{BB962C8B-B14F-4D97-AF65-F5344CB8AC3E}">
        <p14:creationId xmlns:p14="http://schemas.microsoft.com/office/powerpoint/2010/main" val="902735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kumimoji="1" lang="zh-TW" altLang="en-US" smtClean="0"/>
              <a:t>按一下以編輯母片標題樣式</a:t>
            </a:r>
            <a:endParaRPr kumimoji="1"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smtClean="0"/>
              <a:t>按一下以編輯母片副標題樣式</a:t>
            </a:r>
            <a:endParaRPr kumimoji="1" lang="zh-TW" altLang="en-US"/>
          </a:p>
        </p:txBody>
      </p:sp>
      <p:sp>
        <p:nvSpPr>
          <p:cNvPr id="4" name="日期版面配置區 3"/>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362696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內容版面配置區 2"/>
          <p:cNvSpPr>
            <a:spLocks noGrp="1"/>
          </p:cNvSpPr>
          <p:nvPr>
            <p:ph idx="1"/>
          </p:nvPr>
        </p:nvSpPr>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1276779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smtClean="0"/>
              <a:t>按一下以編輯母片文字樣式</a:t>
            </a:r>
          </a:p>
        </p:txBody>
      </p:sp>
      <p:sp>
        <p:nvSpPr>
          <p:cNvPr id="4" name="日期版面配置區 3"/>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1174001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內容版面配置區 2"/>
          <p:cNvSpPr>
            <a:spLocks noGrp="1"/>
          </p:cNvSpPr>
          <p:nvPr>
            <p:ph sz="half" idx="1"/>
          </p:nvPr>
        </p:nvSpPr>
        <p:spPr>
          <a:xfrm>
            <a:off x="838200" y="1825625"/>
            <a:ext cx="5181600" cy="435133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內容版面配置區 3"/>
          <p:cNvSpPr>
            <a:spLocks noGrp="1"/>
          </p:cNvSpPr>
          <p:nvPr>
            <p:ph sz="half" idx="2"/>
          </p:nvPr>
        </p:nvSpPr>
        <p:spPr>
          <a:xfrm>
            <a:off x="6172200" y="1825625"/>
            <a:ext cx="5181600" cy="435133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5" name="日期版面配置區 4"/>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369411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7" name="日期版面配置區 6"/>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8" name="頁尾版面配置區 7"/>
          <p:cNvSpPr>
            <a:spLocks noGrp="1"/>
          </p:cNvSpPr>
          <p:nvPr>
            <p:ph type="ftr" sz="quarter" idx="11"/>
          </p:nvPr>
        </p:nvSpPr>
        <p:spPr/>
        <p:txBody>
          <a:bodyPr/>
          <a:lstStyle/>
          <a:p>
            <a:endParaRPr kumimoji="1" lang="zh-TW" altLang="en-US"/>
          </a:p>
        </p:txBody>
      </p:sp>
      <p:sp>
        <p:nvSpPr>
          <p:cNvPr id="9" name="投影片編號版面配置區 8"/>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324562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日期版面配置區 2"/>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4" name="頁尾版面配置區 3"/>
          <p:cNvSpPr>
            <a:spLocks noGrp="1"/>
          </p:cNvSpPr>
          <p:nvPr>
            <p:ph type="ftr" sz="quarter" idx="11"/>
          </p:nvPr>
        </p:nvSpPr>
        <p:spPr/>
        <p:txBody>
          <a:bodyPr/>
          <a:lstStyle/>
          <a:p>
            <a:endParaRPr kumimoji="1" lang="zh-TW" altLang="en-US"/>
          </a:p>
        </p:txBody>
      </p:sp>
      <p:sp>
        <p:nvSpPr>
          <p:cNvPr id="5" name="投影片編號版面配置區 4"/>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320482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3" name="頁尾版面配置區 2"/>
          <p:cNvSpPr>
            <a:spLocks noGrp="1"/>
          </p:cNvSpPr>
          <p:nvPr>
            <p:ph type="ftr" sz="quarter" idx="11"/>
          </p:nvPr>
        </p:nvSpPr>
        <p:spPr/>
        <p:txBody>
          <a:bodyPr/>
          <a:lstStyle/>
          <a:p>
            <a:endParaRPr kumimoji="1" lang="zh-TW" altLang="en-US"/>
          </a:p>
        </p:txBody>
      </p:sp>
      <p:sp>
        <p:nvSpPr>
          <p:cNvPr id="4" name="投影片編號版面配置區 3"/>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462726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smtClean="0"/>
              <a:t>按一下以編輯母片標題樣式</a:t>
            </a:r>
            <a:endParaRPr kumimoji="1"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smtClean="0"/>
              <a:t>按一下以編輯母片文字樣式</a:t>
            </a:r>
          </a:p>
        </p:txBody>
      </p:sp>
      <p:sp>
        <p:nvSpPr>
          <p:cNvPr id="5" name="日期版面配置區 4"/>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1014352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smtClean="0"/>
              <a:t>按一下以編輯母片標題樣式</a:t>
            </a:r>
            <a:endParaRPr kumimoji="1"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smtClean="0"/>
              <a:t>按一下以編輯母片文字樣式</a:t>
            </a:r>
          </a:p>
        </p:txBody>
      </p:sp>
      <p:sp>
        <p:nvSpPr>
          <p:cNvPr id="5" name="日期版面配置區 4"/>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1502185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直排文字版面配置區 2"/>
          <p:cNvSpPr>
            <a:spLocks noGrp="1"/>
          </p:cNvSpPr>
          <p:nvPr>
            <p:ph type="body" orient="vert" idx="1"/>
          </p:nvPr>
        </p:nvSpPr>
        <p:spPr/>
        <p:txBody>
          <a:bodyPr vert="eaVert"/>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1409877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p:cNvSpPr>
            <a:spLocks noGrp="1"/>
          </p:cNvSpPr>
          <p:nvPr>
            <p:ph type="title" orient="vert"/>
          </p:nvPr>
        </p:nvSpPr>
        <p:spPr>
          <a:xfrm>
            <a:off x="8724900" y="365125"/>
            <a:ext cx="2628900" cy="5811838"/>
          </a:xfrm>
        </p:spPr>
        <p:txBody>
          <a:bodyPr vert="eaVert"/>
          <a:lstStyle/>
          <a:p>
            <a:r>
              <a:rPr kumimoji="1" lang="zh-TW" altLang="en-US" smtClean="0"/>
              <a:t>按一下以編輯母片標題樣式</a:t>
            </a:r>
            <a:endParaRPr kumimoji="1"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890D3DBA-D18B-DA4B-A0BF-E6F59D5D49DC}" type="datetimeFigureOut">
              <a:rPr kumimoji="1" lang="zh-TW" altLang="en-US" smtClean="0"/>
              <a:t>2016/12/15</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469421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0D3DBA-D18B-DA4B-A0BF-E6F59D5D49DC}" type="datetimeFigureOut">
              <a:rPr kumimoji="1" lang="zh-TW" altLang="en-US" smtClean="0"/>
              <a:t>2016/12/15</a:t>
            </a:fld>
            <a:endParaRPr kumimoji="1"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9B0389-DD2B-4E44-B592-F9254841861E}" type="slidenum">
              <a:rPr kumimoji="1" lang="zh-TW" altLang="en-US" smtClean="0"/>
              <a:t>‹#›</a:t>
            </a:fld>
            <a:endParaRPr kumimoji="1" lang="zh-TW" altLang="en-US"/>
          </a:p>
        </p:txBody>
      </p:sp>
    </p:spTree>
    <p:extLst>
      <p:ext uri="{BB962C8B-B14F-4D97-AF65-F5344CB8AC3E}">
        <p14:creationId xmlns:p14="http://schemas.microsoft.com/office/powerpoint/2010/main" val="817769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Machine learning for high-speed corner detection </a:t>
            </a:r>
            <a:r>
              <a:rPr lang="en-US" altLang="zh-TW" dirty="0" smtClean="0"/>
              <a:t/>
            </a:r>
            <a:br>
              <a:rPr lang="en-US" altLang="zh-TW" dirty="0" smtClean="0"/>
            </a:br>
            <a:endParaRPr kumimoji="1" lang="zh-TW" altLang="en-US" dirty="0"/>
          </a:p>
        </p:txBody>
      </p:sp>
      <p:sp>
        <p:nvSpPr>
          <p:cNvPr id="3" name="副標題 2"/>
          <p:cNvSpPr>
            <a:spLocks noGrp="1"/>
          </p:cNvSpPr>
          <p:nvPr>
            <p:ph type="subTitle" idx="1"/>
          </p:nvPr>
        </p:nvSpPr>
        <p:spPr/>
        <p:txBody>
          <a:bodyPr>
            <a:normAutofit lnSpcReduction="10000"/>
          </a:bodyPr>
          <a:lstStyle/>
          <a:p>
            <a:r>
              <a:rPr lang="en-US" altLang="zh-TW" dirty="0" smtClean="0"/>
              <a:t>Edward </a:t>
            </a:r>
            <a:r>
              <a:rPr lang="en-US" altLang="zh-TW" dirty="0" err="1" smtClean="0"/>
              <a:t>Rosten</a:t>
            </a:r>
            <a:r>
              <a:rPr lang="en-US" altLang="zh-TW" dirty="0" smtClean="0"/>
              <a:t> and Tom Drummond </a:t>
            </a:r>
          </a:p>
          <a:p>
            <a:r>
              <a:rPr lang="en-US" altLang="zh-TW" dirty="0"/>
              <a:t>9th European Conference on Computer Vision</a:t>
            </a:r>
          </a:p>
          <a:p>
            <a:r>
              <a:rPr lang="en-US" altLang="zh-TW" dirty="0"/>
              <a:t>Graz, Austria</a:t>
            </a:r>
          </a:p>
          <a:p>
            <a:r>
              <a:rPr lang="is-IS" altLang="zh-TW" dirty="0"/>
              <a:t>May 7 - 13, 2006</a:t>
            </a:r>
          </a:p>
        </p:txBody>
      </p:sp>
      <p:sp>
        <p:nvSpPr>
          <p:cNvPr id="5" name="Shape 121"/>
          <p:cNvSpPr/>
          <p:nvPr/>
        </p:nvSpPr>
        <p:spPr>
          <a:xfrm>
            <a:off x="8204585" y="7862421"/>
            <a:ext cx="4570162" cy="1087477"/>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lvl="1" indent="457200">
              <a:defRPr sz="3200"/>
            </a:pPr>
            <a:r>
              <a:rPr dirty="0" err="1" smtClean="0"/>
              <a:t>Presenter</a:t>
            </a:r>
            <a:r>
              <a:rPr dirty="0" err="1" smtClean="0">
                <a:latin typeface="微軟正黑體"/>
                <a:ea typeface="微軟正黑體"/>
                <a:cs typeface="微軟正黑體"/>
                <a:sym typeface="微軟正黑體"/>
              </a:rPr>
              <a:t>：</a:t>
            </a:r>
            <a:r>
              <a:rPr sz="3200" dirty="0" err="1" smtClean="0">
                <a:sym typeface="微軟正黑體"/>
              </a:rPr>
              <a:t>Jia</a:t>
            </a:r>
            <a:r>
              <a:rPr sz="3200" dirty="0" err="1" smtClean="0"/>
              <a:t>-Ho</a:t>
            </a:r>
            <a:r>
              <a:rPr dirty="0" err="1" smtClean="0"/>
              <a:t>ng</a:t>
            </a:r>
            <a:r>
              <a:rPr dirty="0" smtClean="0"/>
              <a:t> </a:t>
            </a:r>
            <a:r>
              <a:rPr dirty="0"/>
              <a:t>Liu</a:t>
            </a:r>
            <a:endParaRPr sz="2400" dirty="0">
              <a:latin typeface="Liberation Sans Narrow"/>
              <a:ea typeface="Liberation Sans Narrow"/>
              <a:cs typeface="Liberation Sans Narrow"/>
              <a:sym typeface="Liberation Sans Narrow"/>
            </a:endParaRPr>
          </a:p>
          <a:p>
            <a:pPr lvl="1" indent="457200">
              <a:defRPr sz="3200"/>
            </a:pPr>
            <a:r>
              <a:rPr dirty="0" smtClean="0"/>
              <a:t>Date</a:t>
            </a:r>
            <a:r>
              <a:rPr dirty="0" smtClean="0">
                <a:latin typeface="微軟正黑體"/>
                <a:ea typeface="微軟正黑體"/>
                <a:cs typeface="微軟正黑體"/>
                <a:sym typeface="微軟正黑體"/>
              </a:rPr>
              <a:t>：</a:t>
            </a:r>
            <a:r>
              <a:rPr lang="en-US" dirty="0" smtClean="0"/>
              <a:t>2016</a:t>
            </a:r>
            <a:r>
              <a:rPr dirty="0" smtClean="0"/>
              <a:t>/ </a:t>
            </a:r>
            <a:r>
              <a:rPr dirty="0"/>
              <a:t>10/ </a:t>
            </a:r>
            <a:r>
              <a:rPr lang="en-US" dirty="0" smtClean="0"/>
              <a:t>25</a:t>
            </a:r>
            <a:endParaRPr dirty="0"/>
          </a:p>
        </p:txBody>
      </p:sp>
      <p:sp>
        <p:nvSpPr>
          <p:cNvPr id="6" name="Shape 121"/>
          <p:cNvSpPr/>
          <p:nvPr/>
        </p:nvSpPr>
        <p:spPr>
          <a:xfrm>
            <a:off x="8356985" y="8014821"/>
            <a:ext cx="4570162" cy="1087477"/>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lvl="1" indent="457200">
              <a:defRPr sz="3200"/>
            </a:pPr>
            <a:r>
              <a:rPr dirty="0" err="1" smtClean="0"/>
              <a:t>Presenter</a:t>
            </a:r>
            <a:r>
              <a:rPr dirty="0" err="1" smtClean="0">
                <a:latin typeface="微軟正黑體"/>
                <a:ea typeface="微軟正黑體"/>
                <a:cs typeface="微軟正黑體"/>
                <a:sym typeface="微軟正黑體"/>
              </a:rPr>
              <a:t>：</a:t>
            </a:r>
            <a:r>
              <a:rPr sz="3200" dirty="0" err="1" smtClean="0">
                <a:sym typeface="微軟正黑體"/>
              </a:rPr>
              <a:t>Jia</a:t>
            </a:r>
            <a:r>
              <a:rPr sz="3200" dirty="0" err="1" smtClean="0"/>
              <a:t>-Ho</a:t>
            </a:r>
            <a:r>
              <a:rPr dirty="0" err="1" smtClean="0"/>
              <a:t>ng</a:t>
            </a:r>
            <a:r>
              <a:rPr dirty="0" smtClean="0"/>
              <a:t> </a:t>
            </a:r>
            <a:r>
              <a:rPr dirty="0"/>
              <a:t>Liu</a:t>
            </a:r>
            <a:endParaRPr sz="2400" dirty="0">
              <a:latin typeface="Liberation Sans Narrow"/>
              <a:ea typeface="Liberation Sans Narrow"/>
              <a:cs typeface="Liberation Sans Narrow"/>
              <a:sym typeface="Liberation Sans Narrow"/>
            </a:endParaRPr>
          </a:p>
          <a:p>
            <a:pPr lvl="1" indent="457200">
              <a:defRPr sz="3200"/>
            </a:pPr>
            <a:r>
              <a:rPr dirty="0" smtClean="0"/>
              <a:t>Date</a:t>
            </a:r>
            <a:r>
              <a:rPr dirty="0" smtClean="0">
                <a:latin typeface="微軟正黑體"/>
                <a:ea typeface="微軟正黑體"/>
                <a:cs typeface="微軟正黑體"/>
                <a:sym typeface="微軟正黑體"/>
              </a:rPr>
              <a:t>：</a:t>
            </a:r>
            <a:r>
              <a:rPr lang="en-US" dirty="0" smtClean="0"/>
              <a:t>2016</a:t>
            </a:r>
            <a:r>
              <a:rPr dirty="0" smtClean="0"/>
              <a:t>/ </a:t>
            </a:r>
            <a:r>
              <a:rPr dirty="0"/>
              <a:t>10/ </a:t>
            </a:r>
            <a:r>
              <a:rPr lang="en-US" dirty="0" smtClean="0"/>
              <a:t>25</a:t>
            </a:r>
            <a:endParaRPr dirty="0"/>
          </a:p>
        </p:txBody>
      </p:sp>
      <p:sp>
        <p:nvSpPr>
          <p:cNvPr id="7" name="矩形 6"/>
          <p:cNvSpPr/>
          <p:nvPr/>
        </p:nvSpPr>
        <p:spPr>
          <a:xfrm>
            <a:off x="6714698" y="5849210"/>
            <a:ext cx="4189864" cy="830997"/>
          </a:xfrm>
          <a:prstGeom prst="rect">
            <a:avLst/>
          </a:prstGeom>
        </p:spPr>
        <p:txBody>
          <a:bodyPr wrap="square">
            <a:spAutoFit/>
          </a:bodyPr>
          <a:lstStyle/>
          <a:p>
            <a:pPr lvl="1" indent="457200">
              <a:defRPr sz="3200"/>
            </a:pPr>
            <a:r>
              <a:rPr lang="de-DE" altLang="zh-TW" sz="2400" dirty="0" err="1"/>
              <a:t>Presenter</a:t>
            </a:r>
            <a:r>
              <a:rPr lang="zh-TW" altLang="de-DE" sz="2400" dirty="0">
                <a:latin typeface="微軟正黑體"/>
                <a:ea typeface="微軟正黑體"/>
                <a:cs typeface="微軟正黑體"/>
                <a:sym typeface="微軟正黑體"/>
              </a:rPr>
              <a:t>：</a:t>
            </a:r>
            <a:r>
              <a:rPr lang="de-DE" altLang="zh-TW" sz="2400" dirty="0" err="1">
                <a:sym typeface="微軟正黑體"/>
              </a:rPr>
              <a:t>Jia</a:t>
            </a:r>
            <a:r>
              <a:rPr lang="de-DE" altLang="zh-TW" sz="2400" dirty="0"/>
              <a:t>-Hong Liu</a:t>
            </a:r>
            <a:endParaRPr lang="de-DE" altLang="zh-TW" sz="2400" dirty="0">
              <a:latin typeface="Liberation Sans Narrow"/>
              <a:ea typeface="Liberation Sans Narrow"/>
              <a:cs typeface="Liberation Sans Narrow"/>
              <a:sym typeface="Liberation Sans Narrow"/>
            </a:endParaRPr>
          </a:p>
          <a:p>
            <a:pPr lvl="1" indent="457200">
              <a:defRPr sz="3200"/>
            </a:pPr>
            <a:r>
              <a:rPr lang="de-DE" altLang="zh-TW" sz="2400" dirty="0"/>
              <a:t>Date</a:t>
            </a:r>
            <a:r>
              <a:rPr lang="zh-TW" altLang="de-DE" sz="2400" dirty="0">
                <a:latin typeface="微軟正黑體"/>
                <a:ea typeface="微軟正黑體"/>
                <a:cs typeface="微軟正黑體"/>
                <a:sym typeface="微軟正黑體"/>
              </a:rPr>
              <a:t>：</a:t>
            </a:r>
            <a:r>
              <a:rPr lang="de-DE" altLang="zh-TW" sz="2400" dirty="0"/>
              <a:t>2016/ </a:t>
            </a:r>
            <a:r>
              <a:rPr lang="de-DE" altLang="zh-TW" sz="2400" dirty="0" smtClean="0"/>
              <a:t>12/ </a:t>
            </a:r>
            <a:r>
              <a:rPr lang="de-DE" altLang="zh-TW" sz="2400" dirty="0" smtClean="0"/>
              <a:t>15</a:t>
            </a:r>
            <a:endParaRPr lang="de-DE" altLang="zh-TW" sz="2400" dirty="0"/>
          </a:p>
        </p:txBody>
      </p:sp>
    </p:spTree>
    <p:extLst>
      <p:ext uri="{BB962C8B-B14F-4D97-AF65-F5344CB8AC3E}">
        <p14:creationId xmlns:p14="http://schemas.microsoft.com/office/powerpoint/2010/main" val="18634126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Abstract(1/2)</a:t>
            </a:r>
            <a:endParaRPr kumimoji="1" lang="zh-TW" altLang="en-US" dirty="0"/>
          </a:p>
        </p:txBody>
      </p:sp>
      <p:sp>
        <p:nvSpPr>
          <p:cNvPr id="3" name="內容版面配置區 2"/>
          <p:cNvSpPr>
            <a:spLocks noGrp="1"/>
          </p:cNvSpPr>
          <p:nvPr>
            <p:ph idx="1"/>
          </p:nvPr>
        </p:nvSpPr>
        <p:spPr/>
        <p:txBody>
          <a:bodyPr>
            <a:normAutofit/>
          </a:bodyPr>
          <a:lstStyle/>
          <a:p>
            <a:r>
              <a:rPr lang="en-US" altLang="zh-TW" dirty="0"/>
              <a:t>Where feature points are used in real-time frame-rate </a:t>
            </a:r>
            <a:r>
              <a:rPr lang="en-US" altLang="zh-TW" dirty="0" smtClean="0"/>
              <a:t>applications</a:t>
            </a:r>
            <a:r>
              <a:rPr lang="en-US" altLang="zh-TW" dirty="0"/>
              <a:t>, a high-speed feature detector is necessary. Feature detectors such as SIFT (</a:t>
            </a:r>
            <a:r>
              <a:rPr lang="en-US" altLang="zh-TW" dirty="0" err="1"/>
              <a:t>DoG</a:t>
            </a:r>
            <a:r>
              <a:rPr lang="en-US" altLang="zh-TW" dirty="0"/>
              <a:t>), Harris and SUSAN are good methods which yield high quality features, however they are too computationally intensive for use in real-time applications of any complexity. Here we show that machine learning can be used to derive a feature detector which can fully process live PAL video using less than 7% of the available processing time. By comparison neither the Harris detector (120%) nor the detection stage of SIFT (300%) can operate at full frame rate. </a:t>
            </a:r>
            <a:r>
              <a:rPr lang="en-US" altLang="zh-TW" dirty="0" smtClean="0"/>
              <a:t> </a:t>
            </a:r>
          </a:p>
          <a:p>
            <a:endParaRPr kumimoji="1" lang="zh-TW" altLang="en-US" dirty="0"/>
          </a:p>
        </p:txBody>
      </p:sp>
    </p:spTree>
    <p:extLst>
      <p:ext uri="{BB962C8B-B14F-4D97-AF65-F5344CB8AC3E}">
        <p14:creationId xmlns:p14="http://schemas.microsoft.com/office/powerpoint/2010/main" val="5379010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Abstract(2/2)</a:t>
            </a:r>
            <a:endParaRPr kumimoji="1" lang="zh-TW" altLang="en-US" dirty="0"/>
          </a:p>
        </p:txBody>
      </p:sp>
      <p:sp>
        <p:nvSpPr>
          <p:cNvPr id="3" name="內容版面配置區 2"/>
          <p:cNvSpPr>
            <a:spLocks noGrp="1"/>
          </p:cNvSpPr>
          <p:nvPr>
            <p:ph idx="1"/>
          </p:nvPr>
        </p:nvSpPr>
        <p:spPr/>
        <p:txBody>
          <a:bodyPr/>
          <a:lstStyle/>
          <a:p>
            <a:r>
              <a:rPr lang="en-US" altLang="zh-TW" dirty="0"/>
              <a:t>Clearly a high-speed detector is of limited use if the features produced are unsuitable for downstream processing. In particular, the same scene viewed from two different positions should yield features which correspond to the same real-world 3D locations[1]. Hence the second contribution of this paper is a comparison corner detectors based on this criterion applied to 3D scenes. This comparison supports a number of claims made elsewhere concerning existing corner detectors. Further, contrary to our initial expectations, we show that despite being principally constructed for speed, our detector significantly outperforms existing feature detectors according to this criterion.</a:t>
            </a:r>
            <a:endParaRPr kumimoji="1" lang="zh-TW" altLang="en-US" dirty="0"/>
          </a:p>
        </p:txBody>
      </p:sp>
    </p:spTree>
    <p:extLst>
      <p:ext uri="{BB962C8B-B14F-4D97-AF65-F5344CB8AC3E}">
        <p14:creationId xmlns:p14="http://schemas.microsoft.com/office/powerpoint/2010/main" val="686961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b="1" i="1" dirty="0"/>
              <a:t>Feature Detection using FAST </a:t>
            </a:r>
            <a:endParaRPr lang="en-US" altLang="zh-TW" dirty="0"/>
          </a:p>
        </p:txBody>
      </p:sp>
      <p:pic>
        <p:nvPicPr>
          <p:cNvPr id="7" name="內容版面配置區 6"/>
          <p:cNvPicPr>
            <a:picLocks noGrp="1" noChangeAspect="1"/>
          </p:cNvPicPr>
          <p:nvPr>
            <p:ph idx="1"/>
          </p:nvPr>
        </p:nvPicPr>
        <p:blipFill>
          <a:blip r:embed="rId2"/>
          <a:stretch>
            <a:fillRect/>
          </a:stretch>
        </p:blipFill>
        <p:spPr>
          <a:xfrm>
            <a:off x="1552256" y="1825625"/>
            <a:ext cx="9087488" cy="4351338"/>
          </a:xfrm>
          <a:prstGeom prst="rect">
            <a:avLst/>
          </a:prstGeom>
        </p:spPr>
      </p:pic>
    </p:spTree>
    <p:extLst>
      <p:ext uri="{BB962C8B-B14F-4D97-AF65-F5344CB8AC3E}">
        <p14:creationId xmlns:p14="http://schemas.microsoft.com/office/powerpoint/2010/main" val="2246515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b="1" i="1" dirty="0"/>
              <a:t>Machine Learning Approach </a:t>
            </a:r>
            <a:endParaRPr kumimoji="1" lang="zh-TW" altLang="en-US" dirty="0"/>
          </a:p>
        </p:txBody>
      </p:sp>
      <p:sp>
        <p:nvSpPr>
          <p:cNvPr id="3" name="內容版面配置區 2"/>
          <p:cNvSpPr>
            <a:spLocks noGrp="1"/>
          </p:cNvSpPr>
          <p:nvPr>
            <p:ph idx="1"/>
          </p:nvPr>
        </p:nvSpPr>
        <p:spPr/>
        <p:txBody>
          <a:bodyPr/>
          <a:lstStyle/>
          <a:p>
            <a:endParaRPr lang="zh-TW" altLang="en-US" dirty="0" smtClean="0"/>
          </a:p>
          <a:p>
            <a:endParaRPr kumimoji="1" lang="zh-TW" altLang="en-US" dirty="0"/>
          </a:p>
        </p:txBody>
      </p:sp>
      <p:pic>
        <p:nvPicPr>
          <p:cNvPr id="8" name="圖片 7"/>
          <p:cNvPicPr>
            <a:picLocks noChangeAspect="1"/>
          </p:cNvPicPr>
          <p:nvPr/>
        </p:nvPicPr>
        <p:blipFill>
          <a:blip r:embed="rId2"/>
          <a:stretch>
            <a:fillRect/>
          </a:stretch>
        </p:blipFill>
        <p:spPr>
          <a:xfrm>
            <a:off x="2089523" y="1825625"/>
            <a:ext cx="7442200" cy="3505200"/>
          </a:xfrm>
          <a:prstGeom prst="rect">
            <a:avLst/>
          </a:prstGeom>
        </p:spPr>
      </p:pic>
    </p:spTree>
    <p:extLst>
      <p:ext uri="{BB962C8B-B14F-4D97-AF65-F5344CB8AC3E}">
        <p14:creationId xmlns:p14="http://schemas.microsoft.com/office/powerpoint/2010/main" val="4420805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grpSp>
        <p:nvGrpSpPr>
          <p:cNvPr id="135" name="群組 134"/>
          <p:cNvGrpSpPr/>
          <p:nvPr/>
        </p:nvGrpSpPr>
        <p:grpSpPr>
          <a:xfrm>
            <a:off x="1113553" y="1552742"/>
            <a:ext cx="874470" cy="5069696"/>
            <a:chOff x="1113553" y="1552742"/>
            <a:chExt cx="874470" cy="5069696"/>
          </a:xfrm>
        </p:grpSpPr>
        <p:sp>
          <p:nvSpPr>
            <p:cNvPr id="136" name="矩形 135"/>
            <p:cNvSpPr/>
            <p:nvPr/>
          </p:nvSpPr>
          <p:spPr>
            <a:xfrm>
              <a:off x="1113553" y="191266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7" name="矩形 136"/>
            <p:cNvSpPr/>
            <p:nvPr/>
          </p:nvSpPr>
          <p:spPr>
            <a:xfrm>
              <a:off x="1156014"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8" name="矩形 137"/>
            <p:cNvSpPr/>
            <p:nvPr/>
          </p:nvSpPr>
          <p:spPr>
            <a:xfrm>
              <a:off x="1433607"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9" name="矩形 138"/>
            <p:cNvSpPr/>
            <p:nvPr/>
          </p:nvSpPr>
          <p:spPr>
            <a:xfrm>
              <a:off x="1709681"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0" name="矩形 139"/>
            <p:cNvSpPr/>
            <p:nvPr/>
          </p:nvSpPr>
          <p:spPr>
            <a:xfrm>
              <a:off x="1113553" y="225065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1" name="矩形 140"/>
            <p:cNvSpPr/>
            <p:nvPr/>
          </p:nvSpPr>
          <p:spPr>
            <a:xfrm>
              <a:off x="1156014"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2" name="矩形 141"/>
            <p:cNvSpPr/>
            <p:nvPr/>
          </p:nvSpPr>
          <p:spPr>
            <a:xfrm>
              <a:off x="1433607"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3" name="矩形 142"/>
            <p:cNvSpPr/>
            <p:nvPr/>
          </p:nvSpPr>
          <p:spPr>
            <a:xfrm>
              <a:off x="1709681" y="228335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p:cNvSpPr/>
            <p:nvPr/>
          </p:nvSpPr>
          <p:spPr>
            <a:xfrm>
              <a:off x="1113553" y="258865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p:cNvSpPr/>
            <p:nvPr/>
          </p:nvSpPr>
          <p:spPr>
            <a:xfrm>
              <a:off x="1156014"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6" name="矩形 145"/>
            <p:cNvSpPr/>
            <p:nvPr/>
          </p:nvSpPr>
          <p:spPr>
            <a:xfrm>
              <a:off x="1433607" y="262135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7" name="矩形 146"/>
            <p:cNvSpPr/>
            <p:nvPr/>
          </p:nvSpPr>
          <p:spPr>
            <a:xfrm>
              <a:off x="1709681"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8" name="矩形 147"/>
            <p:cNvSpPr/>
            <p:nvPr/>
          </p:nvSpPr>
          <p:spPr>
            <a:xfrm>
              <a:off x="1113553" y="292665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9" name="矩形 148"/>
            <p:cNvSpPr/>
            <p:nvPr/>
          </p:nvSpPr>
          <p:spPr>
            <a:xfrm>
              <a:off x="1156014" y="295935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0" name="矩形 149"/>
            <p:cNvSpPr/>
            <p:nvPr/>
          </p:nvSpPr>
          <p:spPr>
            <a:xfrm>
              <a:off x="1433607" y="2959354"/>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1" name="矩形 150"/>
            <p:cNvSpPr/>
            <p:nvPr/>
          </p:nvSpPr>
          <p:spPr>
            <a:xfrm>
              <a:off x="1709681" y="295935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2" name="矩形 151"/>
            <p:cNvSpPr/>
            <p:nvPr/>
          </p:nvSpPr>
          <p:spPr>
            <a:xfrm>
              <a:off x="1113553" y="326465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3" name="矩形 152"/>
            <p:cNvSpPr/>
            <p:nvPr/>
          </p:nvSpPr>
          <p:spPr>
            <a:xfrm>
              <a:off x="1156014"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4" name="矩形 153"/>
            <p:cNvSpPr/>
            <p:nvPr/>
          </p:nvSpPr>
          <p:spPr>
            <a:xfrm>
              <a:off x="1433607" y="329735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5" name="矩形 154"/>
            <p:cNvSpPr/>
            <p:nvPr/>
          </p:nvSpPr>
          <p:spPr>
            <a:xfrm>
              <a:off x="1709681" y="329735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6" name="矩形 155"/>
            <p:cNvSpPr/>
            <p:nvPr/>
          </p:nvSpPr>
          <p:spPr>
            <a:xfrm>
              <a:off x="1113553" y="360265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7" name="矩形 156"/>
            <p:cNvSpPr/>
            <p:nvPr/>
          </p:nvSpPr>
          <p:spPr>
            <a:xfrm>
              <a:off x="1156014"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8" name="矩形 157"/>
            <p:cNvSpPr/>
            <p:nvPr/>
          </p:nvSpPr>
          <p:spPr>
            <a:xfrm>
              <a:off x="1433607"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9" name="矩形 158"/>
            <p:cNvSpPr/>
            <p:nvPr/>
          </p:nvSpPr>
          <p:spPr>
            <a:xfrm>
              <a:off x="1709681"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0" name="矩形 159"/>
            <p:cNvSpPr/>
            <p:nvPr/>
          </p:nvSpPr>
          <p:spPr>
            <a:xfrm>
              <a:off x="1113553" y="394064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1" name="矩形 160"/>
            <p:cNvSpPr/>
            <p:nvPr/>
          </p:nvSpPr>
          <p:spPr>
            <a:xfrm>
              <a:off x="1156014" y="397334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2" name="矩形 161"/>
            <p:cNvSpPr/>
            <p:nvPr/>
          </p:nvSpPr>
          <p:spPr>
            <a:xfrm>
              <a:off x="1433607" y="397334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3" name="矩形 162"/>
            <p:cNvSpPr/>
            <p:nvPr/>
          </p:nvSpPr>
          <p:spPr>
            <a:xfrm>
              <a:off x="1709681" y="397334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4" name="矩形 163"/>
            <p:cNvSpPr/>
            <p:nvPr/>
          </p:nvSpPr>
          <p:spPr>
            <a:xfrm>
              <a:off x="1113553" y="427864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5" name="矩形 164"/>
            <p:cNvSpPr/>
            <p:nvPr/>
          </p:nvSpPr>
          <p:spPr>
            <a:xfrm>
              <a:off x="1156014" y="431134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6" name="矩形 165"/>
            <p:cNvSpPr/>
            <p:nvPr/>
          </p:nvSpPr>
          <p:spPr>
            <a:xfrm>
              <a:off x="1433607"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7" name="矩形 166"/>
            <p:cNvSpPr/>
            <p:nvPr/>
          </p:nvSpPr>
          <p:spPr>
            <a:xfrm>
              <a:off x="1709681"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8" name="矩形 167"/>
            <p:cNvSpPr/>
            <p:nvPr/>
          </p:nvSpPr>
          <p:spPr>
            <a:xfrm>
              <a:off x="1113553" y="461664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9" name="矩形 168"/>
            <p:cNvSpPr/>
            <p:nvPr/>
          </p:nvSpPr>
          <p:spPr>
            <a:xfrm>
              <a:off x="1156014" y="464934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0" name="矩形 169"/>
            <p:cNvSpPr/>
            <p:nvPr/>
          </p:nvSpPr>
          <p:spPr>
            <a:xfrm>
              <a:off x="1433607"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1" name="矩形 170"/>
            <p:cNvSpPr/>
            <p:nvPr/>
          </p:nvSpPr>
          <p:spPr>
            <a:xfrm>
              <a:off x="1709681"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2" name="矩形 171"/>
            <p:cNvSpPr/>
            <p:nvPr/>
          </p:nvSpPr>
          <p:spPr>
            <a:xfrm>
              <a:off x="1113553" y="495464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3" name="矩形 172"/>
            <p:cNvSpPr/>
            <p:nvPr/>
          </p:nvSpPr>
          <p:spPr>
            <a:xfrm>
              <a:off x="1156014" y="498734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4" name="矩形 173"/>
            <p:cNvSpPr/>
            <p:nvPr/>
          </p:nvSpPr>
          <p:spPr>
            <a:xfrm>
              <a:off x="1433607" y="498734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5" name="矩形 174"/>
            <p:cNvSpPr/>
            <p:nvPr/>
          </p:nvSpPr>
          <p:spPr>
            <a:xfrm>
              <a:off x="1709681" y="498734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6" name="矩形 175"/>
            <p:cNvSpPr/>
            <p:nvPr/>
          </p:nvSpPr>
          <p:spPr>
            <a:xfrm>
              <a:off x="1113553" y="52926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7" name="矩形 176"/>
            <p:cNvSpPr/>
            <p:nvPr/>
          </p:nvSpPr>
          <p:spPr>
            <a:xfrm>
              <a:off x="1156014" y="53253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8" name="矩形 177"/>
            <p:cNvSpPr/>
            <p:nvPr/>
          </p:nvSpPr>
          <p:spPr>
            <a:xfrm>
              <a:off x="1433607" y="53253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9" name="矩形 178"/>
            <p:cNvSpPr/>
            <p:nvPr/>
          </p:nvSpPr>
          <p:spPr>
            <a:xfrm>
              <a:off x="1709681" y="532534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0" name="矩形 179"/>
            <p:cNvSpPr/>
            <p:nvPr/>
          </p:nvSpPr>
          <p:spPr>
            <a:xfrm>
              <a:off x="1113553" y="56306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1" name="矩形 180"/>
            <p:cNvSpPr/>
            <p:nvPr/>
          </p:nvSpPr>
          <p:spPr>
            <a:xfrm>
              <a:off x="1156014"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2" name="矩形 181"/>
            <p:cNvSpPr/>
            <p:nvPr/>
          </p:nvSpPr>
          <p:spPr>
            <a:xfrm>
              <a:off x="1433607"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3" name="矩形 182"/>
            <p:cNvSpPr/>
            <p:nvPr/>
          </p:nvSpPr>
          <p:spPr>
            <a:xfrm>
              <a:off x="1709681" y="566333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4" name="矩形 183"/>
            <p:cNvSpPr/>
            <p:nvPr/>
          </p:nvSpPr>
          <p:spPr>
            <a:xfrm>
              <a:off x="1113553" y="59784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5" name="矩形 184"/>
            <p:cNvSpPr/>
            <p:nvPr/>
          </p:nvSpPr>
          <p:spPr>
            <a:xfrm>
              <a:off x="1156014" y="60111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6" name="矩形 185"/>
            <p:cNvSpPr/>
            <p:nvPr/>
          </p:nvSpPr>
          <p:spPr>
            <a:xfrm>
              <a:off x="1433607"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7" name="矩形 186"/>
            <p:cNvSpPr/>
            <p:nvPr/>
          </p:nvSpPr>
          <p:spPr>
            <a:xfrm>
              <a:off x="1709681"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8" name="矩形 187"/>
            <p:cNvSpPr/>
            <p:nvPr/>
          </p:nvSpPr>
          <p:spPr>
            <a:xfrm>
              <a:off x="1113553" y="63164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9" name="矩形 188"/>
            <p:cNvSpPr/>
            <p:nvPr/>
          </p:nvSpPr>
          <p:spPr>
            <a:xfrm>
              <a:off x="1156014"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0" name="矩形 189"/>
            <p:cNvSpPr/>
            <p:nvPr/>
          </p:nvSpPr>
          <p:spPr>
            <a:xfrm>
              <a:off x="1433607" y="63491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1" name="矩形 190"/>
            <p:cNvSpPr/>
            <p:nvPr/>
          </p:nvSpPr>
          <p:spPr>
            <a:xfrm>
              <a:off x="1709681"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2" name="文字方塊 191"/>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grpSp>
        <p:nvGrpSpPr>
          <p:cNvPr id="290" name="群組 289"/>
          <p:cNvGrpSpPr/>
          <p:nvPr/>
        </p:nvGrpSpPr>
        <p:grpSpPr>
          <a:xfrm>
            <a:off x="2018095" y="1893127"/>
            <a:ext cx="526387" cy="4790184"/>
            <a:chOff x="2018095" y="1893127"/>
            <a:chExt cx="526387" cy="4790184"/>
          </a:xfrm>
        </p:grpSpPr>
        <p:sp>
          <p:nvSpPr>
            <p:cNvPr id="291" name="文字方塊 290"/>
            <p:cNvSpPr txBox="1"/>
            <p:nvPr/>
          </p:nvSpPr>
          <p:spPr>
            <a:xfrm>
              <a:off x="2018095" y="2249256"/>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292" name="文字方塊 291"/>
            <p:cNvSpPr txBox="1"/>
            <p:nvPr/>
          </p:nvSpPr>
          <p:spPr>
            <a:xfrm>
              <a:off x="2018095" y="189312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293" name="文字方塊 292"/>
            <p:cNvSpPr txBox="1"/>
            <p:nvPr/>
          </p:nvSpPr>
          <p:spPr>
            <a:xfrm>
              <a:off x="2018095" y="2596563"/>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294" name="文字方塊 293"/>
            <p:cNvSpPr txBox="1"/>
            <p:nvPr/>
          </p:nvSpPr>
          <p:spPr>
            <a:xfrm>
              <a:off x="2018095" y="2914054"/>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295" name="文字方塊 294"/>
            <p:cNvSpPr txBox="1"/>
            <p:nvPr/>
          </p:nvSpPr>
          <p:spPr>
            <a:xfrm>
              <a:off x="2058836" y="3622611"/>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296" name="文字方塊 295"/>
            <p:cNvSpPr txBox="1"/>
            <p:nvPr/>
          </p:nvSpPr>
          <p:spPr>
            <a:xfrm>
              <a:off x="2058836" y="326648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297" name="文字方塊 296"/>
            <p:cNvSpPr txBox="1"/>
            <p:nvPr/>
          </p:nvSpPr>
          <p:spPr>
            <a:xfrm>
              <a:off x="2058836" y="3969918"/>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302" name="文字方塊 301"/>
            <p:cNvSpPr txBox="1"/>
            <p:nvPr/>
          </p:nvSpPr>
          <p:spPr>
            <a:xfrm>
              <a:off x="2058836" y="4287409"/>
              <a:ext cx="455574" cy="369332"/>
            </a:xfrm>
            <a:prstGeom prst="rect">
              <a:avLst/>
            </a:prstGeom>
            <a:noFill/>
            <a:ln>
              <a:noFill/>
            </a:ln>
          </p:spPr>
          <p:txBody>
            <a:bodyPr wrap="none" rtlCol="0">
              <a:spAutoFit/>
            </a:bodyPr>
            <a:lstStyle/>
            <a:p>
              <a:r>
                <a:rPr kumimoji="1" lang="en-US" altLang="zh-TW" dirty="0"/>
                <a:t>No</a:t>
              </a:r>
              <a:endParaRPr kumimoji="1" lang="zh-TW" altLang="en-US" dirty="0"/>
            </a:p>
          </p:txBody>
        </p:sp>
        <p:sp>
          <p:nvSpPr>
            <p:cNvPr id="303" name="文字方塊 302"/>
            <p:cNvSpPr txBox="1"/>
            <p:nvPr/>
          </p:nvSpPr>
          <p:spPr>
            <a:xfrm>
              <a:off x="2055893" y="498176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304" name="文字方塊 303"/>
            <p:cNvSpPr txBox="1"/>
            <p:nvPr/>
          </p:nvSpPr>
          <p:spPr>
            <a:xfrm>
              <a:off x="2055893" y="4625633"/>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305" name="文字方塊 304"/>
            <p:cNvSpPr txBox="1"/>
            <p:nvPr/>
          </p:nvSpPr>
          <p:spPr>
            <a:xfrm>
              <a:off x="2055893" y="5329069"/>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306" name="文字方塊 305"/>
            <p:cNvSpPr txBox="1"/>
            <p:nvPr/>
          </p:nvSpPr>
          <p:spPr>
            <a:xfrm>
              <a:off x="2055893" y="5646560"/>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307" name="文字方塊 306"/>
            <p:cNvSpPr txBox="1"/>
            <p:nvPr/>
          </p:nvSpPr>
          <p:spPr>
            <a:xfrm>
              <a:off x="2055893" y="6011815"/>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308" name="文字方塊 307"/>
            <p:cNvSpPr txBox="1"/>
            <p:nvPr/>
          </p:nvSpPr>
          <p:spPr>
            <a:xfrm>
              <a:off x="2055893" y="6313979"/>
              <a:ext cx="455574" cy="369332"/>
            </a:xfrm>
            <a:prstGeom prst="rect">
              <a:avLst/>
            </a:prstGeom>
            <a:noFill/>
          </p:spPr>
          <p:txBody>
            <a:bodyPr wrap="none" rtlCol="0">
              <a:spAutoFit/>
            </a:bodyPr>
            <a:lstStyle/>
            <a:p>
              <a:r>
                <a:rPr kumimoji="1" lang="en-US" altLang="zh-TW" dirty="0" smtClean="0"/>
                <a:t>No</a:t>
              </a:r>
              <a:endParaRPr kumimoji="1" lang="zh-TW" altLang="en-US" dirty="0"/>
            </a:p>
          </p:txBody>
        </p:sp>
      </p:grpSp>
      <p:grpSp>
        <p:nvGrpSpPr>
          <p:cNvPr id="312" name="群組 311"/>
          <p:cNvGrpSpPr/>
          <p:nvPr/>
        </p:nvGrpSpPr>
        <p:grpSpPr>
          <a:xfrm>
            <a:off x="5444748" y="1705283"/>
            <a:ext cx="1364752" cy="1854957"/>
            <a:chOff x="3309300" y="1930387"/>
            <a:chExt cx="1364752" cy="1854957"/>
          </a:xfrm>
        </p:grpSpPr>
        <p:sp>
          <p:nvSpPr>
            <p:cNvPr id="313" name="向左箭號 312"/>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4" name="向左箭號 313"/>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5" name="向左箭號 314"/>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0" name="圓角矩形 319"/>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a:solidFill>
                    <a:sysClr val="windowText" lastClr="000000"/>
                  </a:solidFill>
                </a:rPr>
                <a:t>1</a:t>
              </a:r>
              <a:endParaRPr kumimoji="1" lang="zh-TW" altLang="en-US" dirty="0">
                <a:solidFill>
                  <a:sysClr val="windowText" lastClr="000000"/>
                </a:solidFill>
              </a:endParaRPr>
            </a:p>
          </p:txBody>
        </p:sp>
        <p:sp>
          <p:nvSpPr>
            <p:cNvPr id="321" name="矩形 3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2" name="矩形 3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3" name="矩形 322"/>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4" name="矩形 323"/>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5" name="矩形 324"/>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6" name="矩形 325"/>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7" name="文字方塊 326"/>
            <p:cNvSpPr txBox="1"/>
            <p:nvPr/>
          </p:nvSpPr>
          <p:spPr>
            <a:xfrm>
              <a:off x="3738284" y="3416012"/>
              <a:ext cx="485646" cy="369332"/>
            </a:xfrm>
            <a:prstGeom prst="rect">
              <a:avLst/>
            </a:prstGeom>
            <a:noFill/>
          </p:spPr>
          <p:txBody>
            <a:bodyPr wrap="none" rtlCol="0">
              <a:spAutoFit/>
            </a:bodyPr>
            <a:lstStyle/>
            <a:p>
              <a:r>
                <a:rPr kumimoji="1" lang="en-US" altLang="zh-TW" dirty="0" smtClean="0"/>
                <a:t>Yes</a:t>
              </a:r>
            </a:p>
          </p:txBody>
        </p:sp>
      </p:grpSp>
      <p:grpSp>
        <p:nvGrpSpPr>
          <p:cNvPr id="328" name="群組 327"/>
          <p:cNvGrpSpPr/>
          <p:nvPr/>
        </p:nvGrpSpPr>
        <p:grpSpPr>
          <a:xfrm>
            <a:off x="3727250" y="3192068"/>
            <a:ext cx="2177580" cy="1882774"/>
            <a:chOff x="2898599" y="1930387"/>
            <a:chExt cx="2177580" cy="1882774"/>
          </a:xfrm>
        </p:grpSpPr>
        <p:sp>
          <p:nvSpPr>
            <p:cNvPr id="329" name="向左箭號 328"/>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0" name="向左箭號 329"/>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1" name="向左箭號 330"/>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2" name="圓角矩形 331"/>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333" name="矩形 332"/>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8" name="矩形 337"/>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9" name="矩形 338"/>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0" name="矩形 339"/>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1" name="矩形 340"/>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2" name="矩形 341"/>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3" name="文字方塊 342"/>
            <p:cNvSpPr txBox="1"/>
            <p:nvPr/>
          </p:nvSpPr>
          <p:spPr>
            <a:xfrm>
              <a:off x="2898599" y="3398761"/>
              <a:ext cx="455574" cy="369332"/>
            </a:xfrm>
            <a:prstGeom prst="rect">
              <a:avLst/>
            </a:prstGeom>
            <a:noFill/>
          </p:spPr>
          <p:txBody>
            <a:bodyPr wrap="none" rtlCol="0">
              <a:spAutoFit/>
            </a:bodyPr>
            <a:lstStyle/>
            <a:p>
              <a:r>
                <a:rPr kumimoji="1" lang="en-US" altLang="zh-TW" dirty="0" smtClean="0"/>
                <a:t>No</a:t>
              </a:r>
            </a:p>
          </p:txBody>
        </p:sp>
        <p:sp>
          <p:nvSpPr>
            <p:cNvPr id="344" name="文字方塊 343"/>
            <p:cNvSpPr txBox="1"/>
            <p:nvPr/>
          </p:nvSpPr>
          <p:spPr>
            <a:xfrm>
              <a:off x="3749075" y="3443829"/>
              <a:ext cx="455574" cy="369332"/>
            </a:xfrm>
            <a:prstGeom prst="rect">
              <a:avLst/>
            </a:prstGeom>
            <a:noFill/>
          </p:spPr>
          <p:txBody>
            <a:bodyPr wrap="none" rtlCol="0">
              <a:spAutoFit/>
            </a:bodyPr>
            <a:lstStyle/>
            <a:p>
              <a:r>
                <a:rPr kumimoji="1" lang="en-US" altLang="zh-TW" dirty="0" smtClean="0"/>
                <a:t>No</a:t>
              </a:r>
            </a:p>
          </p:txBody>
        </p:sp>
        <p:sp>
          <p:nvSpPr>
            <p:cNvPr id="345" name="文字方塊 344"/>
            <p:cNvSpPr txBox="1"/>
            <p:nvPr/>
          </p:nvSpPr>
          <p:spPr>
            <a:xfrm>
              <a:off x="4590533" y="3435592"/>
              <a:ext cx="485646" cy="369332"/>
            </a:xfrm>
            <a:prstGeom prst="rect">
              <a:avLst/>
            </a:prstGeom>
            <a:noFill/>
          </p:spPr>
          <p:txBody>
            <a:bodyPr wrap="none" rtlCol="0">
              <a:spAutoFit/>
            </a:bodyPr>
            <a:lstStyle/>
            <a:p>
              <a:r>
                <a:rPr kumimoji="1" lang="en-US" altLang="zh-TW" dirty="0" smtClean="0"/>
                <a:t>Yes</a:t>
              </a:r>
            </a:p>
          </p:txBody>
        </p:sp>
      </p:grpSp>
      <p:grpSp>
        <p:nvGrpSpPr>
          <p:cNvPr id="346" name="群組 345"/>
          <p:cNvGrpSpPr/>
          <p:nvPr/>
        </p:nvGrpSpPr>
        <p:grpSpPr>
          <a:xfrm>
            <a:off x="6427742" y="3227119"/>
            <a:ext cx="2210840" cy="1840444"/>
            <a:chOff x="2882446" y="1930387"/>
            <a:chExt cx="2210840" cy="1840444"/>
          </a:xfrm>
        </p:grpSpPr>
        <p:sp>
          <p:nvSpPr>
            <p:cNvPr id="347" name="向左箭號 34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8" name="向左箭號 347"/>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9" name="向左箭號 348"/>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0" name="圓角矩形 349"/>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351" name="矩形 35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6" name="矩形 355"/>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7" name="矩形 356"/>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8" name="矩形 357"/>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9" name="矩形 358"/>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0" name="矩形 359"/>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1" name="文字方塊 360"/>
            <p:cNvSpPr txBox="1"/>
            <p:nvPr/>
          </p:nvSpPr>
          <p:spPr>
            <a:xfrm>
              <a:off x="2882446" y="3374528"/>
              <a:ext cx="485646" cy="369332"/>
            </a:xfrm>
            <a:prstGeom prst="rect">
              <a:avLst/>
            </a:prstGeom>
            <a:noFill/>
          </p:spPr>
          <p:txBody>
            <a:bodyPr wrap="none" rtlCol="0">
              <a:spAutoFit/>
            </a:bodyPr>
            <a:lstStyle/>
            <a:p>
              <a:r>
                <a:rPr kumimoji="1" lang="en-US" altLang="zh-TW" dirty="0" smtClean="0"/>
                <a:t>Yes</a:t>
              </a:r>
            </a:p>
          </p:txBody>
        </p:sp>
        <p:sp>
          <p:nvSpPr>
            <p:cNvPr id="362" name="文字方塊 361"/>
            <p:cNvSpPr txBox="1"/>
            <p:nvPr/>
          </p:nvSpPr>
          <p:spPr>
            <a:xfrm>
              <a:off x="3738284" y="3401499"/>
              <a:ext cx="485646" cy="369332"/>
            </a:xfrm>
            <a:prstGeom prst="rect">
              <a:avLst/>
            </a:prstGeom>
            <a:noFill/>
          </p:spPr>
          <p:txBody>
            <a:bodyPr wrap="none" rtlCol="0">
              <a:spAutoFit/>
            </a:bodyPr>
            <a:lstStyle/>
            <a:p>
              <a:r>
                <a:rPr kumimoji="1" lang="en-US" altLang="zh-TW" dirty="0" smtClean="0"/>
                <a:t>Yes</a:t>
              </a:r>
            </a:p>
          </p:txBody>
        </p:sp>
        <p:sp>
          <p:nvSpPr>
            <p:cNvPr id="363" name="文字方塊 362"/>
            <p:cNvSpPr txBox="1"/>
            <p:nvPr/>
          </p:nvSpPr>
          <p:spPr>
            <a:xfrm>
              <a:off x="4637712" y="3400541"/>
              <a:ext cx="455574" cy="369332"/>
            </a:xfrm>
            <a:prstGeom prst="rect">
              <a:avLst/>
            </a:prstGeom>
            <a:noFill/>
          </p:spPr>
          <p:txBody>
            <a:bodyPr wrap="none" rtlCol="0">
              <a:spAutoFit/>
            </a:bodyPr>
            <a:lstStyle/>
            <a:p>
              <a:r>
                <a:rPr kumimoji="1" lang="en-US" altLang="zh-TW" dirty="0" smtClean="0"/>
                <a:t>No</a:t>
              </a:r>
            </a:p>
          </p:txBody>
        </p:sp>
      </p:grpSp>
      <p:sp>
        <p:nvSpPr>
          <p:cNvPr id="128" name="矩形 127"/>
          <p:cNvSpPr/>
          <p:nvPr/>
        </p:nvSpPr>
        <p:spPr>
          <a:xfrm>
            <a:off x="3311377" y="5129567"/>
            <a:ext cx="8355690" cy="1477328"/>
          </a:xfrm>
          <a:prstGeom prst="rect">
            <a:avLst/>
          </a:prstGeom>
        </p:spPr>
        <p:txBody>
          <a:bodyPr wrap="square">
            <a:spAutoFit/>
          </a:bodyPr>
          <a:lstStyle/>
          <a:p>
            <a:r>
              <a:rPr lang="en-US" altLang="zh-TW" dirty="0" smtClean="0"/>
              <a:t>ID3 algorithm</a:t>
            </a:r>
          </a:p>
          <a:p>
            <a:r>
              <a:rPr lang="zh-TW" altLang="en-US" dirty="0" smtClean="0"/>
              <a:t>1</a:t>
            </a:r>
            <a:r>
              <a:rPr lang="zh-TW" altLang="en-US" dirty="0"/>
              <a:t>.Calculate the entropy of every attribute using the data set </a:t>
            </a:r>
            <a:r>
              <a:rPr lang="zh-TW" altLang="en-US" dirty="0" smtClean="0"/>
              <a:t>S</a:t>
            </a:r>
            <a:endParaRPr lang="en-US" altLang="zh-TW" dirty="0" smtClean="0"/>
          </a:p>
          <a:p>
            <a:r>
              <a:rPr lang="zh-TW" altLang="en-US" dirty="0" smtClean="0"/>
              <a:t>2</a:t>
            </a:r>
            <a:r>
              <a:rPr lang="zh-TW" altLang="en-US" dirty="0"/>
              <a:t>.Split the set S into subsets using the attribute for which entropy </a:t>
            </a:r>
            <a:r>
              <a:rPr lang="zh-TW" altLang="en-US" dirty="0" smtClean="0"/>
              <a:t>is minimum </a:t>
            </a:r>
            <a:endParaRPr lang="en-US" altLang="zh-TW" dirty="0" smtClean="0"/>
          </a:p>
          <a:p>
            <a:r>
              <a:rPr lang="zh-TW" altLang="en-US" dirty="0" smtClean="0"/>
              <a:t>3</a:t>
            </a:r>
            <a:r>
              <a:rPr lang="zh-TW" altLang="en-US" dirty="0"/>
              <a:t>.Make a decision tree node containing that </a:t>
            </a:r>
            <a:r>
              <a:rPr lang="zh-TW" altLang="en-US" dirty="0" smtClean="0"/>
              <a:t>attribute</a:t>
            </a:r>
            <a:endParaRPr lang="en-US" altLang="zh-TW" dirty="0" smtClean="0"/>
          </a:p>
          <a:p>
            <a:r>
              <a:rPr lang="zh-TW" altLang="en-US" dirty="0" smtClean="0"/>
              <a:t>4</a:t>
            </a:r>
            <a:r>
              <a:rPr lang="zh-TW" altLang="en-US" dirty="0"/>
              <a:t>.Recurse on subsets using remaining attributes</a:t>
            </a:r>
          </a:p>
        </p:txBody>
      </p:sp>
      <p:grpSp>
        <p:nvGrpSpPr>
          <p:cNvPr id="129" name="群組 128"/>
          <p:cNvGrpSpPr/>
          <p:nvPr/>
        </p:nvGrpSpPr>
        <p:grpSpPr>
          <a:xfrm>
            <a:off x="7061339" y="1542154"/>
            <a:ext cx="4862125" cy="822184"/>
            <a:chOff x="6405773" y="4824279"/>
            <a:chExt cx="4862125" cy="822184"/>
          </a:xfrm>
        </p:grpSpPr>
        <mc:AlternateContent xmlns:mc="http://schemas.openxmlformats.org/markup-compatibility/2006" xmlns:a14="http://schemas.microsoft.com/office/drawing/2010/main">
          <mc:Choice Requires="a14">
            <p:sp>
              <p:nvSpPr>
                <p:cNvPr id="130" name="文字方塊 129"/>
                <p:cNvSpPr txBox="1"/>
                <p:nvPr/>
              </p:nvSpPr>
              <p:spPr>
                <a:xfrm>
                  <a:off x="6492582" y="5116539"/>
                  <a:ext cx="30300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b="0" i="1" smtClean="0">
                            <a:latin typeface="Cambria Math" charset="0"/>
                          </a:rPr>
                          <m:t>𝑤h𝑒𝑟𝑒</m:t>
                        </m:r>
                        <m:r>
                          <a:rPr kumimoji="1" lang="en-US" altLang="zh-TW" b="0" i="1" smtClean="0">
                            <a:latin typeface="Cambria Math" charset="0"/>
                          </a:rPr>
                          <m:t> </m:t>
                        </m:r>
                        <m:r>
                          <a:rPr kumimoji="1" lang="en-US" altLang="zh-TW" b="0" i="1" smtClean="0">
                            <a:latin typeface="Cambria Math" charset="0"/>
                          </a:rPr>
                          <m:t>𝑐</m:t>
                        </m:r>
                        <m:r>
                          <a:rPr kumimoji="1" lang="en-US" altLang="zh-TW" b="0" i="1" smtClean="0">
                            <a:latin typeface="Cambria Math" charset="0"/>
                          </a:rPr>
                          <m:t>=</m:t>
                        </m:r>
                        <m:r>
                          <a:rPr kumimoji="1" lang="en-US" altLang="zh-TW" b="0" i="1" smtClean="0">
                            <a:latin typeface="Cambria Math" charset="0"/>
                          </a:rPr>
                          <m:t>𝑛𝑢𝑚𝑏𝑒𝑟</m:t>
                        </m:r>
                        <m:r>
                          <a:rPr kumimoji="1" lang="en-US" altLang="zh-TW" b="0" i="1" smtClean="0">
                            <a:latin typeface="Cambria Math" charset="0"/>
                          </a:rPr>
                          <m:t> </m:t>
                        </m:r>
                        <m:r>
                          <a:rPr kumimoji="1" lang="en-US" altLang="zh-TW" b="0" i="1" smtClean="0">
                            <a:latin typeface="Cambria Math" charset="0"/>
                          </a:rPr>
                          <m:t>𝑜𝑓</m:t>
                        </m:r>
                        <m:r>
                          <a:rPr kumimoji="1" lang="en-US" altLang="zh-TW" b="0" i="1" smtClean="0">
                            <a:latin typeface="Cambria Math" charset="0"/>
                          </a:rPr>
                          <m:t> </m:t>
                        </m:r>
                        <m:r>
                          <a:rPr kumimoji="1" lang="en-US" altLang="zh-TW" b="0" i="1" smtClean="0">
                            <a:latin typeface="Cambria Math" charset="0"/>
                          </a:rPr>
                          <m:t>𝑐𝑜𝑟𝑛𝑒𝑟</m:t>
                        </m:r>
                      </m:oMath>
                    </m:oMathPara>
                  </a14:m>
                  <a:endParaRPr kumimoji="1" lang="zh-TW" altLang="en-US" dirty="0"/>
                </a:p>
              </p:txBody>
            </p:sp>
          </mc:Choice>
          <mc:Fallback xmlns="">
            <p:sp>
              <p:nvSpPr>
                <p:cNvPr id="20" name="文字方塊 19"/>
                <p:cNvSpPr txBox="1">
                  <a:spLocks noRot="1" noChangeAspect="1" noMove="1" noResize="1" noEditPoints="1" noAdjustHandles="1" noChangeArrowheads="1" noChangeShapeType="1" noTextEdit="1"/>
                </p:cNvSpPr>
                <p:nvPr/>
              </p:nvSpPr>
              <p:spPr>
                <a:xfrm>
                  <a:off x="6492582" y="5116539"/>
                  <a:ext cx="3030060" cy="276999"/>
                </a:xfrm>
                <a:prstGeom prst="rect">
                  <a:avLst/>
                </a:prstGeom>
                <a:blipFill rotWithShape="0">
                  <a:blip r:embed="rId3"/>
                  <a:stretch>
                    <a:fillRect l="-1408" t="-146667" r="-402" b="-18222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1" name="文字方塊 130"/>
                <p:cNvSpPr txBox="1"/>
                <p:nvPr/>
              </p:nvSpPr>
              <p:spPr>
                <a:xfrm>
                  <a:off x="7183396" y="5369464"/>
                  <a:ext cx="27837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TW" b="0" i="1" smtClean="0">
                                <a:latin typeface="Cambria Math" panose="02040503050406030204" pitchFamily="18" charset="0"/>
                              </a:rPr>
                            </m:ctrlPr>
                          </m:accPr>
                          <m:e>
                            <m:r>
                              <a:rPr kumimoji="1" lang="en-US" altLang="zh-TW" b="0" i="1" smtClean="0">
                                <a:latin typeface="Cambria Math" charset="0"/>
                              </a:rPr>
                              <m:t>𝑐</m:t>
                            </m:r>
                          </m:e>
                        </m:acc>
                        <m:r>
                          <a:rPr kumimoji="1" lang="en-US" altLang="zh-TW" b="0" i="1" smtClean="0">
                            <a:latin typeface="Cambria Math" charset="0"/>
                          </a:rPr>
                          <m:t>=</m:t>
                        </m:r>
                        <m:r>
                          <a:rPr kumimoji="1" lang="en-US" altLang="zh-TW" b="0" i="1" smtClean="0">
                            <a:latin typeface="Cambria Math" charset="0"/>
                          </a:rPr>
                          <m:t>𝑛𝑢𝑚𝑏𝑒𝑟</m:t>
                        </m:r>
                        <m:r>
                          <a:rPr kumimoji="1" lang="en-US" altLang="zh-TW" b="0" i="1" smtClean="0">
                            <a:latin typeface="Cambria Math" charset="0"/>
                          </a:rPr>
                          <m:t> </m:t>
                        </m:r>
                        <m:r>
                          <a:rPr kumimoji="1" lang="en-US" altLang="zh-TW" b="0" i="1" smtClean="0">
                            <a:latin typeface="Cambria Math" charset="0"/>
                          </a:rPr>
                          <m:t>𝑜𝑓</m:t>
                        </m:r>
                        <m:r>
                          <a:rPr kumimoji="1" lang="en-US" altLang="zh-TW" b="0" i="1" smtClean="0">
                            <a:latin typeface="Cambria Math" charset="0"/>
                          </a:rPr>
                          <m:t> </m:t>
                        </m:r>
                        <m:r>
                          <a:rPr kumimoji="1" lang="en-US" altLang="zh-TW" b="0" i="1" smtClean="0">
                            <a:latin typeface="Cambria Math" charset="0"/>
                          </a:rPr>
                          <m:t>𝑛𝑜𝑛</m:t>
                        </m:r>
                        <m:r>
                          <a:rPr kumimoji="1" lang="en-US" altLang="zh-TW" b="0" i="1" smtClean="0">
                            <a:latin typeface="Cambria Math" charset="0"/>
                          </a:rPr>
                          <m:t> </m:t>
                        </m:r>
                        <m:r>
                          <a:rPr kumimoji="1" lang="en-US" altLang="zh-TW" b="0" i="1" smtClean="0">
                            <a:latin typeface="Cambria Math" charset="0"/>
                          </a:rPr>
                          <m:t>𝑐𝑜𝑟𝑛𝑒𝑟</m:t>
                        </m:r>
                      </m:oMath>
                    </m:oMathPara>
                  </a14:m>
                  <a:endParaRPr kumimoji="1" lang="zh-TW" altLang="en-US"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7183396" y="5369464"/>
                  <a:ext cx="2783711" cy="276999"/>
                </a:xfrm>
                <a:prstGeom prst="rect">
                  <a:avLst/>
                </a:prstGeom>
                <a:blipFill rotWithShape="0">
                  <a:blip r:embed="rId4"/>
                  <a:stretch>
                    <a:fillRect l="-656" t="-143478" r="-656" b="-17608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2" name="文字方塊 131"/>
                <p:cNvSpPr txBox="1"/>
                <p:nvPr/>
              </p:nvSpPr>
              <p:spPr>
                <a:xfrm>
                  <a:off x="6405773" y="4824279"/>
                  <a:ext cx="4862125"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b="0" i="1" smtClean="0">
                            <a:latin typeface="Cambria Math" charset="0"/>
                          </a:rPr>
                          <m:t>𝐻</m:t>
                        </m:r>
                        <m:d>
                          <m:dPr>
                            <m:ctrlPr>
                              <a:rPr kumimoji="1" lang="en-US" altLang="zh-TW" b="0" i="1" smtClean="0">
                                <a:latin typeface="Cambria Math" panose="02040503050406030204" pitchFamily="18" charset="0"/>
                              </a:rPr>
                            </m:ctrlPr>
                          </m:dPr>
                          <m:e>
                            <m:r>
                              <a:rPr kumimoji="1" lang="en-US" altLang="zh-TW" b="0" i="1" smtClean="0">
                                <a:latin typeface="Cambria Math" charset="0"/>
                              </a:rPr>
                              <m:t>𝑃</m:t>
                            </m:r>
                          </m:e>
                        </m:d>
                        <m:r>
                          <a:rPr kumimoji="1" lang="en-US" altLang="zh-TW" b="0" i="1" smtClean="0">
                            <a:latin typeface="Cambria Math" charset="0"/>
                          </a:rPr>
                          <m:t>=</m:t>
                        </m:r>
                        <m:d>
                          <m:dPr>
                            <m:ctrlPr>
                              <a:rPr kumimoji="1" lang="en-US" altLang="zh-TW" b="0" i="1" smtClean="0">
                                <a:latin typeface="Cambria Math" panose="02040503050406030204" pitchFamily="18" charset="0"/>
                              </a:rPr>
                            </m:ctrlPr>
                          </m:dPr>
                          <m:e>
                            <m:r>
                              <a:rPr kumimoji="1" lang="en-US" altLang="zh-TW" b="0" i="1" smtClean="0">
                                <a:latin typeface="Cambria Math" charset="0"/>
                              </a:rPr>
                              <m:t>𝑐</m:t>
                            </m:r>
                            <m:r>
                              <a:rPr kumimoji="1" lang="en-US" altLang="zh-TW" b="0" i="1" smtClean="0">
                                <a:latin typeface="Cambria Math" charset="0"/>
                              </a:rPr>
                              <m:t>+</m:t>
                            </m:r>
                            <m:acc>
                              <m:accPr>
                                <m:chr m:val="̅"/>
                                <m:ctrlPr>
                                  <a:rPr kumimoji="1" lang="en-US" altLang="zh-TW" b="0" i="1" smtClean="0">
                                    <a:latin typeface="Cambria Math" panose="02040503050406030204" pitchFamily="18" charset="0"/>
                                  </a:rPr>
                                </m:ctrlPr>
                              </m:accPr>
                              <m:e>
                                <m:r>
                                  <a:rPr kumimoji="1" lang="en-US" altLang="zh-TW" b="0" i="1" smtClean="0">
                                    <a:latin typeface="Cambria Math" charset="0"/>
                                  </a:rPr>
                                  <m:t>𝑐</m:t>
                                </m:r>
                              </m:e>
                            </m:acc>
                          </m:e>
                        </m:d>
                        <m:func>
                          <m:funcPr>
                            <m:ctrlPr>
                              <a:rPr kumimoji="1" lang="mr-IN" altLang="zh-TW" b="0" i="1" smtClean="0">
                                <a:latin typeface="Cambria Math" panose="02040503050406030204" pitchFamily="18" charset="0"/>
                              </a:rPr>
                            </m:ctrlPr>
                          </m:funcPr>
                          <m:fName>
                            <m:sSub>
                              <m:sSubPr>
                                <m:ctrlPr>
                                  <a:rPr kumimoji="1" lang="mr-IN" altLang="zh-TW" b="0" i="1" smtClean="0">
                                    <a:latin typeface="Cambria Math" panose="02040503050406030204" pitchFamily="18" charset="0"/>
                                  </a:rPr>
                                </m:ctrlPr>
                              </m:sSubPr>
                              <m:e>
                                <m:r>
                                  <m:rPr>
                                    <m:sty m:val="p"/>
                                  </m:rPr>
                                  <a:rPr kumimoji="1" lang="mr-IN" altLang="zh-TW" b="0" i="0" smtClean="0">
                                    <a:latin typeface="Cambria Math" charset="0"/>
                                  </a:rPr>
                                  <m:t>log</m:t>
                                </m:r>
                              </m:e>
                              <m:sub>
                                <m:r>
                                  <a:rPr kumimoji="1" lang="en-US" altLang="zh-TW" b="0" i="1" smtClean="0">
                                    <a:latin typeface="Cambria Math" charset="0"/>
                                  </a:rPr>
                                  <m:t>2</m:t>
                                </m:r>
                              </m:sub>
                            </m:sSub>
                          </m:fName>
                          <m:e>
                            <m:d>
                              <m:dPr>
                                <m:ctrlPr>
                                  <a:rPr kumimoji="1" lang="en-US" altLang="zh-TW" b="0" i="1" smtClean="0">
                                    <a:latin typeface="Cambria Math" panose="02040503050406030204" pitchFamily="18" charset="0"/>
                                  </a:rPr>
                                </m:ctrlPr>
                              </m:dPr>
                              <m:e>
                                <m:r>
                                  <a:rPr kumimoji="1" lang="en-US" altLang="zh-TW" b="0" i="1" smtClean="0">
                                    <a:latin typeface="Cambria Math" charset="0"/>
                                  </a:rPr>
                                  <m:t>𝑐</m:t>
                                </m:r>
                                <m:r>
                                  <a:rPr kumimoji="1" lang="en-US" altLang="zh-TW" b="0" i="1" smtClean="0">
                                    <a:latin typeface="Cambria Math" charset="0"/>
                                  </a:rPr>
                                  <m:t>+</m:t>
                                </m:r>
                                <m:acc>
                                  <m:accPr>
                                    <m:chr m:val="̅"/>
                                    <m:ctrlPr>
                                      <a:rPr kumimoji="1" lang="en-US" altLang="zh-TW" b="0" i="1" smtClean="0">
                                        <a:latin typeface="Cambria Math" panose="02040503050406030204" pitchFamily="18" charset="0"/>
                                      </a:rPr>
                                    </m:ctrlPr>
                                  </m:accPr>
                                  <m:e>
                                    <m:r>
                                      <a:rPr kumimoji="1" lang="en-US" altLang="zh-TW" b="0" i="1" smtClean="0">
                                        <a:latin typeface="Cambria Math" charset="0"/>
                                      </a:rPr>
                                      <m:t>𝑐</m:t>
                                    </m:r>
                                  </m:e>
                                </m:acc>
                              </m:e>
                            </m:d>
                            <m:r>
                              <a:rPr kumimoji="1" lang="en-US" altLang="zh-TW" b="0" i="1" smtClean="0">
                                <a:latin typeface="Cambria Math" charset="0"/>
                              </a:rPr>
                              <m:t>−</m:t>
                            </m:r>
                            <m:r>
                              <a:rPr kumimoji="1" lang="en-US" altLang="zh-TW" b="0" i="1" smtClean="0">
                                <a:latin typeface="Cambria Math" charset="0"/>
                              </a:rPr>
                              <m:t>𝑐</m:t>
                            </m:r>
                            <m:func>
                              <m:funcPr>
                                <m:ctrlPr>
                                  <a:rPr kumimoji="1" lang="mr-IN" altLang="zh-TW" b="0" i="1" smtClean="0">
                                    <a:latin typeface="Cambria Math" panose="02040503050406030204" pitchFamily="18" charset="0"/>
                                  </a:rPr>
                                </m:ctrlPr>
                              </m:funcPr>
                              <m:fName>
                                <m:sSub>
                                  <m:sSubPr>
                                    <m:ctrlPr>
                                      <a:rPr kumimoji="1" lang="mr-IN" altLang="zh-TW" b="0" i="1" smtClean="0">
                                        <a:latin typeface="Cambria Math" panose="02040503050406030204" pitchFamily="18" charset="0"/>
                                      </a:rPr>
                                    </m:ctrlPr>
                                  </m:sSubPr>
                                  <m:e>
                                    <m:r>
                                      <m:rPr>
                                        <m:sty m:val="p"/>
                                      </m:rPr>
                                      <a:rPr kumimoji="1" lang="mr-IN" altLang="zh-TW" b="0" i="0" smtClean="0">
                                        <a:latin typeface="Cambria Math" charset="0"/>
                                      </a:rPr>
                                      <m:t>log</m:t>
                                    </m:r>
                                  </m:e>
                                  <m:sub>
                                    <m:r>
                                      <a:rPr kumimoji="1" lang="en-US" altLang="zh-TW" b="0" i="1" smtClean="0">
                                        <a:latin typeface="Cambria Math" charset="0"/>
                                      </a:rPr>
                                      <m:t>2</m:t>
                                    </m:r>
                                  </m:sub>
                                </m:sSub>
                              </m:fName>
                              <m:e>
                                <m:r>
                                  <a:rPr kumimoji="1" lang="en-US" altLang="zh-TW" b="0" i="1" smtClean="0">
                                    <a:latin typeface="Cambria Math" charset="0"/>
                                  </a:rPr>
                                  <m:t>𝑐</m:t>
                                </m:r>
                              </m:e>
                            </m:func>
                          </m:e>
                        </m:func>
                        <m:r>
                          <a:rPr kumimoji="1" lang="en-US" altLang="zh-TW" b="0" i="0" smtClean="0">
                            <a:latin typeface="Cambria Math" charset="0"/>
                          </a:rPr>
                          <m:t>−</m:t>
                        </m:r>
                        <m:acc>
                          <m:accPr>
                            <m:chr m:val="̅"/>
                            <m:ctrlPr>
                              <a:rPr kumimoji="1" lang="en-US" altLang="zh-TW" b="0" i="1" smtClean="0">
                                <a:latin typeface="Cambria Math" panose="02040503050406030204" pitchFamily="18" charset="0"/>
                              </a:rPr>
                            </m:ctrlPr>
                          </m:accPr>
                          <m:e>
                            <m:r>
                              <m:rPr>
                                <m:sty m:val="p"/>
                              </m:rPr>
                              <a:rPr kumimoji="1" lang="en-US" altLang="zh-TW" b="0" i="0" smtClean="0">
                                <a:latin typeface="Cambria Math" charset="0"/>
                              </a:rPr>
                              <m:t>c</m:t>
                            </m:r>
                          </m:e>
                        </m:acc>
                        <m:func>
                          <m:funcPr>
                            <m:ctrlPr>
                              <a:rPr kumimoji="1" lang="mr-IN" altLang="zh-TW" b="0" i="1" smtClean="0">
                                <a:latin typeface="Cambria Math" panose="02040503050406030204" pitchFamily="18" charset="0"/>
                              </a:rPr>
                            </m:ctrlPr>
                          </m:funcPr>
                          <m:fName>
                            <m:sSub>
                              <m:sSubPr>
                                <m:ctrlPr>
                                  <a:rPr kumimoji="1" lang="mr-IN" altLang="zh-TW" b="0" i="1" smtClean="0">
                                    <a:latin typeface="Cambria Math" panose="02040503050406030204" pitchFamily="18" charset="0"/>
                                  </a:rPr>
                                </m:ctrlPr>
                              </m:sSubPr>
                              <m:e>
                                <m:r>
                                  <m:rPr>
                                    <m:sty m:val="p"/>
                                  </m:rPr>
                                  <a:rPr kumimoji="1" lang="mr-IN" altLang="zh-TW" b="0" i="0" smtClean="0">
                                    <a:latin typeface="Cambria Math" charset="0"/>
                                  </a:rPr>
                                  <m:t>log</m:t>
                                </m:r>
                              </m:e>
                              <m:sub>
                                <m:r>
                                  <a:rPr kumimoji="1" lang="en-US" altLang="zh-TW" b="0" i="1" smtClean="0">
                                    <a:latin typeface="Cambria Math" charset="0"/>
                                  </a:rPr>
                                  <m:t>2</m:t>
                                </m:r>
                              </m:sub>
                            </m:sSub>
                          </m:fName>
                          <m:e>
                            <m:acc>
                              <m:accPr>
                                <m:chr m:val="̅"/>
                                <m:ctrlPr>
                                  <a:rPr kumimoji="1" lang="en-US" altLang="zh-TW" b="0" i="1" smtClean="0">
                                    <a:latin typeface="Cambria Math" panose="02040503050406030204" pitchFamily="18" charset="0"/>
                                  </a:rPr>
                                </m:ctrlPr>
                              </m:accPr>
                              <m:e>
                                <m:r>
                                  <a:rPr kumimoji="1" lang="en-US" altLang="zh-TW" b="0" i="1" smtClean="0">
                                    <a:latin typeface="Cambria Math" charset="0"/>
                                  </a:rPr>
                                  <m:t>𝑐</m:t>
                                </m:r>
                              </m:e>
                            </m:acc>
                          </m:e>
                        </m:func>
                      </m:oMath>
                    </m:oMathPara>
                  </a14:m>
                  <a:endParaRPr kumimoji="1" lang="zh-TW" altLang="en-US"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6405773" y="4824279"/>
                  <a:ext cx="4862125" cy="276999"/>
                </a:xfrm>
                <a:prstGeom prst="rect">
                  <a:avLst/>
                </a:prstGeom>
                <a:blipFill rotWithShape="0">
                  <a:blip r:embed="rId5"/>
                  <a:stretch>
                    <a:fillRect t="-2222" r="-4768" b="-3555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 name="矩形 4"/>
              <p:cNvSpPr/>
              <p:nvPr/>
            </p:nvSpPr>
            <p:spPr>
              <a:xfrm>
                <a:off x="7124461" y="2516910"/>
                <a:ext cx="4799003" cy="369332"/>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kumimoji="1" lang="en-US" altLang="zh-TW" b="0" i="1" smtClean="0">
                          <a:latin typeface="Cambria Math" charset="0"/>
                        </a:rPr>
                        <m:t>𝑒𝑛𝑡𝑟𝑜𝑝𝑦</m:t>
                      </m:r>
                      <m:r>
                        <a:rPr kumimoji="1" lang="en-US" altLang="zh-TW" b="0" i="1" smtClean="0">
                          <a:latin typeface="Cambria Math" charset="0"/>
                        </a:rPr>
                        <m:t>=</m:t>
                      </m:r>
                      <m:r>
                        <a:rPr kumimoji="1" lang="en-US" altLang="zh-TW" i="1" smtClean="0">
                          <a:latin typeface="Cambria Math" charset="0"/>
                        </a:rPr>
                        <m:t>𝐻</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charset="0"/>
                                </a:rPr>
                                <m:t>𝑃</m:t>
                              </m:r>
                            </m:e>
                            <m:sub>
                              <m:r>
                                <a:rPr kumimoji="1" lang="en-US" altLang="zh-TW" b="0" i="1" smtClean="0">
                                  <a:latin typeface="Cambria Math" charset="0"/>
                                </a:rPr>
                                <m:t>𝑏</m:t>
                              </m:r>
                            </m:sub>
                          </m:sSub>
                        </m:e>
                      </m:d>
                      <m:r>
                        <a:rPr kumimoji="1" lang="en-US" altLang="zh-TW" b="0" i="1" smtClean="0">
                          <a:latin typeface="Cambria Math" charset="0"/>
                        </a:rPr>
                        <m:t>+</m:t>
                      </m:r>
                      <m:r>
                        <a:rPr kumimoji="1" lang="en-US" altLang="zh-TW" i="1">
                          <a:latin typeface="Cambria Math" charset="0"/>
                        </a:rPr>
                        <m:t>𝐻</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charset="0"/>
                                </a:rPr>
                                <m:t>𝑃</m:t>
                              </m:r>
                            </m:e>
                            <m:sub>
                              <m:r>
                                <a:rPr kumimoji="1" lang="en-US" altLang="zh-TW" i="1">
                                  <a:latin typeface="Cambria Math" charset="0"/>
                                </a:rPr>
                                <m:t>𝑠</m:t>
                              </m:r>
                            </m:sub>
                          </m:sSub>
                        </m:e>
                      </m:d>
                      <m:r>
                        <a:rPr kumimoji="1" lang="en-US" altLang="zh-TW" b="0" i="1" smtClean="0">
                          <a:latin typeface="Cambria Math" charset="0"/>
                        </a:rPr>
                        <m:t>+</m:t>
                      </m:r>
                      <m:r>
                        <a:rPr kumimoji="1" lang="en-US" altLang="zh-TW" i="1" smtClean="0">
                          <a:latin typeface="Cambria Math" charset="0"/>
                        </a:rPr>
                        <m:t>𝐻</m:t>
                      </m:r>
                      <m:r>
                        <a:rPr kumimoji="1" lang="en-US" altLang="zh-TW" i="1" smtClean="0">
                          <a:latin typeface="Cambria Math" charset="0"/>
                        </a:rPr>
                        <m:t>(</m:t>
                      </m:r>
                      <m:sSub>
                        <m:sSubPr>
                          <m:ctrlPr>
                            <a:rPr kumimoji="1" lang="en-US" altLang="zh-TW" i="1">
                              <a:latin typeface="Cambria Math" panose="02040503050406030204" pitchFamily="18" charset="0"/>
                            </a:rPr>
                          </m:ctrlPr>
                        </m:sSubPr>
                        <m:e>
                          <m:r>
                            <a:rPr kumimoji="1" lang="en-US" altLang="zh-TW" i="1">
                              <a:latin typeface="Cambria Math" charset="0"/>
                            </a:rPr>
                            <m:t>𝑃</m:t>
                          </m:r>
                        </m:e>
                        <m:sub>
                          <m:r>
                            <a:rPr kumimoji="1" lang="en-US" altLang="zh-TW" b="0" i="1" smtClean="0">
                              <a:latin typeface="Cambria Math" charset="0"/>
                            </a:rPr>
                            <m:t>𝑑</m:t>
                          </m:r>
                        </m:sub>
                      </m:sSub>
                      <m:r>
                        <a:rPr kumimoji="1" lang="en-US" altLang="zh-TW" i="1">
                          <a:latin typeface="Cambria Math" charset="0"/>
                        </a:rPr>
                        <m:t>)</m:t>
                      </m:r>
                    </m:oMath>
                  </m:oMathPara>
                </a14:m>
                <a:endParaRPr kumimoji="1" lang="zh-TW" altLang="en-US" dirty="0"/>
              </a:p>
            </p:txBody>
          </p:sp>
        </mc:Choice>
        <mc:Fallback xmlns="">
          <p:sp>
            <p:nvSpPr>
              <p:cNvPr id="5" name="矩形 4"/>
              <p:cNvSpPr>
                <a:spLocks noRot="1" noChangeAspect="1" noMove="1" noResize="1" noEditPoints="1" noAdjustHandles="1" noChangeArrowheads="1" noChangeShapeType="1" noTextEdit="1"/>
              </p:cNvSpPr>
              <p:nvPr/>
            </p:nvSpPr>
            <p:spPr>
              <a:xfrm>
                <a:off x="7124461" y="2516910"/>
                <a:ext cx="4799003" cy="369332"/>
              </a:xfrm>
              <a:prstGeom prst="rect">
                <a:avLst/>
              </a:prstGeom>
              <a:blipFill rotWithShape="0">
                <a:blip r:embed="rId6"/>
                <a:stretch>
                  <a:fillRect l="-127" b="-13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12335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grpSp>
        <p:nvGrpSpPr>
          <p:cNvPr id="8" name="群組 7"/>
          <p:cNvGrpSpPr/>
          <p:nvPr/>
        </p:nvGrpSpPr>
        <p:grpSpPr>
          <a:xfrm>
            <a:off x="2018095" y="1893127"/>
            <a:ext cx="526387" cy="4790184"/>
            <a:chOff x="2018095" y="1893127"/>
            <a:chExt cx="526387" cy="4790184"/>
          </a:xfrm>
        </p:grpSpPr>
        <p:sp>
          <p:nvSpPr>
            <p:cNvPr id="495" name="文字方塊 494"/>
            <p:cNvSpPr txBox="1"/>
            <p:nvPr/>
          </p:nvSpPr>
          <p:spPr>
            <a:xfrm>
              <a:off x="2018095" y="2249256"/>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6" name="文字方塊 495"/>
            <p:cNvSpPr txBox="1"/>
            <p:nvPr/>
          </p:nvSpPr>
          <p:spPr>
            <a:xfrm>
              <a:off x="2018095" y="189312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497" name="文字方塊 496"/>
            <p:cNvSpPr txBox="1"/>
            <p:nvPr/>
          </p:nvSpPr>
          <p:spPr>
            <a:xfrm>
              <a:off x="2018095" y="2596563"/>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8" name="文字方塊 497"/>
            <p:cNvSpPr txBox="1"/>
            <p:nvPr/>
          </p:nvSpPr>
          <p:spPr>
            <a:xfrm>
              <a:off x="2018095" y="2914054"/>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499" name="文字方塊 498"/>
            <p:cNvSpPr txBox="1"/>
            <p:nvPr/>
          </p:nvSpPr>
          <p:spPr>
            <a:xfrm>
              <a:off x="2058836" y="3622611"/>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500" name="文字方塊 499"/>
            <p:cNvSpPr txBox="1"/>
            <p:nvPr/>
          </p:nvSpPr>
          <p:spPr>
            <a:xfrm>
              <a:off x="2058836" y="326648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1" name="文字方塊 500"/>
            <p:cNvSpPr txBox="1"/>
            <p:nvPr/>
          </p:nvSpPr>
          <p:spPr>
            <a:xfrm>
              <a:off x="2058836" y="3969918"/>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2" name="文字方塊 501"/>
            <p:cNvSpPr txBox="1"/>
            <p:nvPr/>
          </p:nvSpPr>
          <p:spPr>
            <a:xfrm>
              <a:off x="2058836" y="4287409"/>
              <a:ext cx="455574" cy="369332"/>
            </a:xfrm>
            <a:prstGeom prst="rect">
              <a:avLst/>
            </a:prstGeom>
            <a:noFill/>
            <a:ln>
              <a:noFill/>
            </a:ln>
          </p:spPr>
          <p:txBody>
            <a:bodyPr wrap="none" rtlCol="0">
              <a:spAutoFit/>
            </a:bodyPr>
            <a:lstStyle/>
            <a:p>
              <a:r>
                <a:rPr kumimoji="1" lang="en-US" altLang="zh-TW" dirty="0"/>
                <a:t>No</a:t>
              </a:r>
              <a:endParaRPr kumimoji="1" lang="zh-TW" altLang="en-US" dirty="0"/>
            </a:p>
          </p:txBody>
        </p:sp>
        <p:sp>
          <p:nvSpPr>
            <p:cNvPr id="503" name="文字方塊 502"/>
            <p:cNvSpPr txBox="1"/>
            <p:nvPr/>
          </p:nvSpPr>
          <p:spPr>
            <a:xfrm>
              <a:off x="2055893" y="498176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4" name="文字方塊 503"/>
            <p:cNvSpPr txBox="1"/>
            <p:nvPr/>
          </p:nvSpPr>
          <p:spPr>
            <a:xfrm>
              <a:off x="2055893" y="4625633"/>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5" name="文字方塊 504"/>
            <p:cNvSpPr txBox="1"/>
            <p:nvPr/>
          </p:nvSpPr>
          <p:spPr>
            <a:xfrm>
              <a:off x="2055893" y="5329069"/>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6" name="文字方塊 505"/>
            <p:cNvSpPr txBox="1"/>
            <p:nvPr/>
          </p:nvSpPr>
          <p:spPr>
            <a:xfrm>
              <a:off x="2055893" y="5646560"/>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7" name="文字方塊 506"/>
            <p:cNvSpPr txBox="1"/>
            <p:nvPr/>
          </p:nvSpPr>
          <p:spPr>
            <a:xfrm>
              <a:off x="2055893" y="6011815"/>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36" name="文字方塊 535"/>
            <p:cNvSpPr txBox="1"/>
            <p:nvPr/>
          </p:nvSpPr>
          <p:spPr>
            <a:xfrm>
              <a:off x="2055893" y="6313979"/>
              <a:ext cx="455574" cy="369332"/>
            </a:xfrm>
            <a:prstGeom prst="rect">
              <a:avLst/>
            </a:prstGeom>
            <a:noFill/>
          </p:spPr>
          <p:txBody>
            <a:bodyPr wrap="none" rtlCol="0">
              <a:spAutoFit/>
            </a:bodyPr>
            <a:lstStyle/>
            <a:p>
              <a:r>
                <a:rPr kumimoji="1" lang="en-US" altLang="zh-TW" dirty="0" smtClean="0"/>
                <a:t>No</a:t>
              </a:r>
              <a:endParaRPr kumimoji="1" lang="zh-TW" altLang="en-US" dirty="0"/>
            </a:p>
          </p:txBody>
        </p:sp>
      </p:grpSp>
      <p:grpSp>
        <p:nvGrpSpPr>
          <p:cNvPr id="4" name="群組 3"/>
          <p:cNvGrpSpPr/>
          <p:nvPr/>
        </p:nvGrpSpPr>
        <p:grpSpPr>
          <a:xfrm>
            <a:off x="3408283" y="1800623"/>
            <a:ext cx="2577977" cy="2426524"/>
            <a:chOff x="3783257" y="2121452"/>
            <a:chExt cx="2577977" cy="2426524"/>
          </a:xfrm>
        </p:grpSpPr>
        <p:grpSp>
          <p:nvGrpSpPr>
            <p:cNvPr id="49" name="群組 48"/>
            <p:cNvGrpSpPr/>
            <p:nvPr/>
          </p:nvGrpSpPr>
          <p:grpSpPr>
            <a:xfrm>
              <a:off x="3783257" y="2121452"/>
              <a:ext cx="2577977" cy="2103053"/>
              <a:chOff x="2734387" y="1930387"/>
              <a:chExt cx="2577977" cy="2103053"/>
            </a:xfrm>
          </p:grpSpPr>
          <p:sp>
            <p:nvSpPr>
              <p:cNvPr id="567" name="向左箭號 56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6" name="向左箭號 565"/>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向左箭號 44"/>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圓角矩形 14"/>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a:solidFill>
                      <a:sysClr val="windowText" lastClr="000000"/>
                    </a:solidFill>
                  </a:rPr>
                  <a:t>1</a:t>
                </a:r>
                <a:endParaRPr kumimoji="1" lang="zh-TW" altLang="en-US" dirty="0">
                  <a:solidFill>
                    <a:sysClr val="windowText" lastClr="000000"/>
                  </a:solidFill>
                </a:endParaRPr>
              </a:p>
            </p:txBody>
          </p:sp>
          <p:sp>
            <p:nvSpPr>
              <p:cNvPr id="521" name="矩形 5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2" name="矩形 5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5" name="矩形 524"/>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6" name="矩形 525"/>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7" name="矩形 526"/>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8" name="矩形 527"/>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9" name="文字方塊 528"/>
              <p:cNvSpPr txBox="1"/>
              <p:nvPr/>
            </p:nvSpPr>
            <p:spPr>
              <a:xfrm>
                <a:off x="2734387" y="3358042"/>
                <a:ext cx="718082" cy="646331"/>
              </a:xfrm>
              <a:prstGeom prst="rect">
                <a:avLst/>
              </a:prstGeom>
              <a:noFill/>
            </p:spPr>
            <p:txBody>
              <a:bodyPr wrap="none" rtlCol="0">
                <a:spAutoFit/>
              </a:bodyPr>
              <a:lstStyle/>
              <a:p>
                <a:r>
                  <a:rPr kumimoji="1" lang="en-US" altLang="zh-TW" dirty="0" smtClean="0"/>
                  <a:t>Yes=</a:t>
                </a:r>
                <a:r>
                  <a:rPr kumimoji="1" lang="en-US" altLang="zh-TW" dirty="0"/>
                  <a:t>3</a:t>
                </a:r>
                <a:endParaRPr kumimoji="1" lang="en-US" altLang="zh-TW" dirty="0" smtClean="0"/>
              </a:p>
              <a:p>
                <a:r>
                  <a:rPr kumimoji="1" lang="en-US" altLang="zh-TW" dirty="0" smtClean="0"/>
                  <a:t>No=2</a:t>
                </a:r>
              </a:p>
            </p:txBody>
          </p:sp>
          <p:sp>
            <p:nvSpPr>
              <p:cNvPr id="531" name="文字方塊 530"/>
              <p:cNvSpPr txBox="1"/>
              <p:nvPr/>
            </p:nvSpPr>
            <p:spPr>
              <a:xfrm>
                <a:off x="3664334" y="3387109"/>
                <a:ext cx="718082" cy="646331"/>
              </a:xfrm>
              <a:prstGeom prst="rect">
                <a:avLst/>
              </a:prstGeom>
              <a:noFill/>
            </p:spPr>
            <p:txBody>
              <a:bodyPr wrap="none" rtlCol="0">
                <a:spAutoFit/>
              </a:bodyPr>
              <a:lstStyle/>
              <a:p>
                <a:r>
                  <a:rPr kumimoji="1" lang="en-US" altLang="zh-TW" dirty="0" smtClean="0"/>
                  <a:t>Yes=4</a:t>
                </a:r>
              </a:p>
              <a:p>
                <a:r>
                  <a:rPr kumimoji="1" lang="en-US" altLang="zh-TW" dirty="0" smtClean="0"/>
                  <a:t>No=0</a:t>
                </a:r>
              </a:p>
            </p:txBody>
          </p:sp>
          <p:sp>
            <p:nvSpPr>
              <p:cNvPr id="532" name="文字方塊 531"/>
              <p:cNvSpPr txBox="1"/>
              <p:nvPr/>
            </p:nvSpPr>
            <p:spPr>
              <a:xfrm>
                <a:off x="4594282" y="3374528"/>
                <a:ext cx="718082" cy="646331"/>
              </a:xfrm>
              <a:prstGeom prst="rect">
                <a:avLst/>
              </a:prstGeom>
              <a:noFill/>
            </p:spPr>
            <p:txBody>
              <a:bodyPr wrap="none" rtlCol="0">
                <a:spAutoFit/>
              </a:bodyPr>
              <a:lstStyle/>
              <a:p>
                <a:r>
                  <a:rPr kumimoji="1" lang="en-US" altLang="zh-TW" dirty="0" smtClean="0"/>
                  <a:t>Yes=3</a:t>
                </a:r>
              </a:p>
              <a:p>
                <a:r>
                  <a:rPr kumimoji="1" lang="en-US" altLang="zh-TW" dirty="0" smtClean="0"/>
                  <a:t>No=2</a:t>
                </a:r>
              </a:p>
            </p:txBody>
          </p:sp>
        </p:grpSp>
        <mc:AlternateContent xmlns:mc="http://schemas.openxmlformats.org/markup-compatibility/2006" xmlns:a14="http://schemas.microsoft.com/office/drawing/2010/main">
          <mc:Choice Requires="a14">
            <p:sp>
              <p:nvSpPr>
                <p:cNvPr id="3" name="矩形 2"/>
                <p:cNvSpPr/>
                <p:nvPr/>
              </p:nvSpPr>
              <p:spPr>
                <a:xfrm>
                  <a:off x="4232529" y="4178644"/>
                  <a:ext cx="167943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TW" i="1" smtClean="0">
                            <a:latin typeface="Cambria Math" charset="0"/>
                          </a:rPr>
                          <m:t>𝑒𝑛𝑡𝑟𝑜𝑝𝑦</m:t>
                        </m:r>
                        <m:r>
                          <a:rPr kumimoji="1" lang="en-US" altLang="zh-TW" b="0" i="0" smtClean="0">
                            <a:latin typeface="Cambria Math" charset="0"/>
                          </a:rPr>
                          <m:t>=9.7</m:t>
                        </m:r>
                      </m:oMath>
                    </m:oMathPara>
                  </a14:m>
                  <a:endParaRPr lang="en-US" altLang="zh-TW" dirty="0">
                    <a:solidFill>
                      <a:srgbClr val="252525"/>
                    </a:solidFill>
                    <a:effectLst/>
                    <a:latin typeface="Georgia"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4232529" y="4178644"/>
                  <a:ext cx="1679434" cy="369332"/>
                </a:xfrm>
                <a:prstGeom prst="rect">
                  <a:avLst/>
                </a:prstGeom>
                <a:blipFill rotWithShape="0">
                  <a:blip r:embed="rId3"/>
                  <a:stretch>
                    <a:fillRect b="-11667"/>
                  </a:stretch>
                </a:blipFill>
              </p:spPr>
              <p:txBody>
                <a:bodyPr/>
                <a:lstStyle/>
                <a:p>
                  <a:r>
                    <a:rPr lang="zh-TW" altLang="en-US">
                      <a:noFill/>
                    </a:rPr>
                    <a:t> </a:t>
                  </a:r>
                </a:p>
              </p:txBody>
            </p:sp>
          </mc:Fallback>
        </mc:AlternateContent>
      </p:grpSp>
      <p:grpSp>
        <p:nvGrpSpPr>
          <p:cNvPr id="7" name="群組 6"/>
          <p:cNvGrpSpPr/>
          <p:nvPr/>
        </p:nvGrpSpPr>
        <p:grpSpPr>
          <a:xfrm>
            <a:off x="6532761" y="1801851"/>
            <a:ext cx="2577977" cy="2443318"/>
            <a:chOff x="6629801" y="1980002"/>
            <a:chExt cx="2577977" cy="2443318"/>
          </a:xfrm>
        </p:grpSpPr>
        <p:grpSp>
          <p:nvGrpSpPr>
            <p:cNvPr id="106" name="群組 105"/>
            <p:cNvGrpSpPr/>
            <p:nvPr/>
          </p:nvGrpSpPr>
          <p:grpSpPr>
            <a:xfrm>
              <a:off x="6629801" y="1980002"/>
              <a:ext cx="2577977" cy="2103053"/>
              <a:chOff x="2734387" y="1930387"/>
              <a:chExt cx="2577977" cy="2103053"/>
            </a:xfrm>
          </p:grpSpPr>
          <p:sp>
            <p:nvSpPr>
              <p:cNvPr id="107" name="向左箭號 10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向左箭號 107"/>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向左箭號 108"/>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圓角矩形 109"/>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2</a:t>
                </a:r>
                <a:endParaRPr kumimoji="1" lang="zh-TW" altLang="en-US" dirty="0">
                  <a:solidFill>
                    <a:sysClr val="windowText" lastClr="000000"/>
                  </a:solidFill>
                </a:endParaRPr>
              </a:p>
            </p:txBody>
          </p:sp>
          <p:sp>
            <p:nvSpPr>
              <p:cNvPr id="111" name="矩形 11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2" name="矩形 11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3" name="矩形 112"/>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4" name="矩形 113"/>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5" name="矩形 114"/>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6" name="矩形 115"/>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7" name="文字方塊 116"/>
              <p:cNvSpPr txBox="1"/>
              <p:nvPr/>
            </p:nvSpPr>
            <p:spPr>
              <a:xfrm>
                <a:off x="2734387" y="3358042"/>
                <a:ext cx="718082" cy="646331"/>
              </a:xfrm>
              <a:prstGeom prst="rect">
                <a:avLst/>
              </a:prstGeom>
              <a:noFill/>
            </p:spPr>
            <p:txBody>
              <a:bodyPr wrap="none" rtlCol="0">
                <a:spAutoFit/>
              </a:bodyPr>
              <a:lstStyle/>
              <a:p>
                <a:r>
                  <a:rPr kumimoji="1" lang="en-US" altLang="zh-TW" dirty="0" smtClean="0"/>
                  <a:t>Yes=4</a:t>
                </a:r>
              </a:p>
              <a:p>
                <a:r>
                  <a:rPr kumimoji="1" lang="en-US" altLang="zh-TW" dirty="0" smtClean="0"/>
                  <a:t>No=1</a:t>
                </a:r>
              </a:p>
            </p:txBody>
          </p:sp>
          <p:sp>
            <p:nvSpPr>
              <p:cNvPr id="118" name="文字方塊 117"/>
              <p:cNvSpPr txBox="1"/>
              <p:nvPr/>
            </p:nvSpPr>
            <p:spPr>
              <a:xfrm>
                <a:off x="3664334" y="3387109"/>
                <a:ext cx="718082" cy="646331"/>
              </a:xfrm>
              <a:prstGeom prst="rect">
                <a:avLst/>
              </a:prstGeom>
              <a:noFill/>
            </p:spPr>
            <p:txBody>
              <a:bodyPr wrap="none" rtlCol="0">
                <a:spAutoFit/>
              </a:bodyPr>
              <a:lstStyle/>
              <a:p>
                <a:r>
                  <a:rPr kumimoji="1" lang="en-US" altLang="zh-TW" dirty="0" smtClean="0"/>
                  <a:t>Yes=4</a:t>
                </a:r>
              </a:p>
              <a:p>
                <a:r>
                  <a:rPr kumimoji="1" lang="en-US" altLang="zh-TW" dirty="0" smtClean="0"/>
                  <a:t>No=2</a:t>
                </a:r>
              </a:p>
            </p:txBody>
          </p:sp>
          <p:sp>
            <p:nvSpPr>
              <p:cNvPr id="119" name="文字方塊 118"/>
              <p:cNvSpPr txBox="1"/>
              <p:nvPr/>
            </p:nvSpPr>
            <p:spPr>
              <a:xfrm>
                <a:off x="4594282" y="3374528"/>
                <a:ext cx="718082" cy="646331"/>
              </a:xfrm>
              <a:prstGeom prst="rect">
                <a:avLst/>
              </a:prstGeom>
              <a:noFill/>
            </p:spPr>
            <p:txBody>
              <a:bodyPr wrap="none" rtlCol="0">
                <a:spAutoFit/>
              </a:bodyPr>
              <a:lstStyle/>
              <a:p>
                <a:r>
                  <a:rPr kumimoji="1" lang="en-US" altLang="zh-TW" dirty="0" smtClean="0"/>
                  <a:t>Yes=2</a:t>
                </a:r>
              </a:p>
              <a:p>
                <a:r>
                  <a:rPr kumimoji="1" lang="en-US" altLang="zh-TW" dirty="0" smtClean="0"/>
                  <a:t>No=1</a:t>
                </a:r>
              </a:p>
            </p:txBody>
          </p:sp>
        </p:grpSp>
        <mc:AlternateContent xmlns:mc="http://schemas.openxmlformats.org/markup-compatibility/2006" xmlns:a14="http://schemas.microsoft.com/office/drawing/2010/main">
          <mc:Choice Requires="a14">
            <p:sp>
              <p:nvSpPr>
                <p:cNvPr id="120" name="矩形 119"/>
                <p:cNvSpPr/>
                <p:nvPr/>
              </p:nvSpPr>
              <p:spPr>
                <a:xfrm>
                  <a:off x="7011456" y="4053988"/>
                  <a:ext cx="193591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TW" i="1" smtClean="0">
                            <a:latin typeface="Cambria Math" charset="0"/>
                          </a:rPr>
                          <m:t>𝑒𝑛𝑡𝑟𝑜𝑝𝑦</m:t>
                        </m:r>
                        <m:r>
                          <a:rPr kumimoji="1" lang="en-US" altLang="zh-TW">
                            <a:latin typeface="Cambria Math" charset="0"/>
                          </a:rPr>
                          <m:t>=</m:t>
                        </m:r>
                        <m:r>
                          <a:rPr kumimoji="1" lang="en-US" altLang="zh-TW" b="0" i="0" smtClean="0">
                            <a:latin typeface="Cambria Math" charset="0"/>
                          </a:rPr>
                          <m:t>11.87</m:t>
                        </m:r>
                      </m:oMath>
                    </m:oMathPara>
                  </a14:m>
                  <a:endParaRPr lang="en-US" altLang="zh-TW" dirty="0">
                    <a:solidFill>
                      <a:srgbClr val="252525"/>
                    </a:solidFill>
                    <a:latin typeface="Georgia" charset="0"/>
                  </a:endParaRPr>
                </a:p>
              </p:txBody>
            </p:sp>
          </mc:Choice>
          <mc:Fallback xmlns="">
            <p:sp>
              <p:nvSpPr>
                <p:cNvPr id="120" name="矩形 119"/>
                <p:cNvSpPr>
                  <a:spLocks noRot="1" noChangeAspect="1" noMove="1" noResize="1" noEditPoints="1" noAdjustHandles="1" noChangeArrowheads="1" noChangeShapeType="1" noTextEdit="1"/>
                </p:cNvSpPr>
                <p:nvPr/>
              </p:nvSpPr>
              <p:spPr>
                <a:xfrm>
                  <a:off x="7011456" y="4053988"/>
                  <a:ext cx="1935915" cy="369332"/>
                </a:xfrm>
                <a:prstGeom prst="rect">
                  <a:avLst/>
                </a:prstGeom>
                <a:blipFill rotWithShape="0">
                  <a:blip r:embed="rId4"/>
                  <a:stretch>
                    <a:fillRect b="-11667"/>
                  </a:stretch>
                </a:blipFill>
              </p:spPr>
              <p:txBody>
                <a:bodyPr/>
                <a:lstStyle/>
                <a:p>
                  <a:r>
                    <a:rPr lang="zh-TW" altLang="en-US">
                      <a:noFill/>
                    </a:rPr>
                    <a:t> </a:t>
                  </a:r>
                </a:p>
              </p:txBody>
            </p:sp>
          </mc:Fallback>
        </mc:AlternateContent>
      </p:grpSp>
      <p:grpSp>
        <p:nvGrpSpPr>
          <p:cNvPr id="122" name="群組 121"/>
          <p:cNvGrpSpPr/>
          <p:nvPr/>
        </p:nvGrpSpPr>
        <p:grpSpPr>
          <a:xfrm>
            <a:off x="3408283" y="4258622"/>
            <a:ext cx="2577977" cy="2443275"/>
            <a:chOff x="6629801" y="1980002"/>
            <a:chExt cx="2577977" cy="2443275"/>
          </a:xfrm>
        </p:grpSpPr>
        <p:grpSp>
          <p:nvGrpSpPr>
            <p:cNvPr id="123" name="群組 122"/>
            <p:cNvGrpSpPr/>
            <p:nvPr/>
          </p:nvGrpSpPr>
          <p:grpSpPr>
            <a:xfrm>
              <a:off x="6629801" y="1980002"/>
              <a:ext cx="2577977" cy="2103053"/>
              <a:chOff x="2734387" y="1930387"/>
              <a:chExt cx="2577977" cy="2103053"/>
            </a:xfrm>
          </p:grpSpPr>
          <p:sp>
            <p:nvSpPr>
              <p:cNvPr id="125" name="向左箭號 124"/>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向左箭號 125"/>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7" name="向左箭號 126"/>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8" name="圓角矩形 127"/>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29" name="矩形 128"/>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0" name="矩形 129"/>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1" name="矩形 130"/>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2" name="矩形 131"/>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文字方塊 134"/>
              <p:cNvSpPr txBox="1"/>
              <p:nvPr/>
            </p:nvSpPr>
            <p:spPr>
              <a:xfrm>
                <a:off x="2734387" y="3358042"/>
                <a:ext cx="718082" cy="646331"/>
              </a:xfrm>
              <a:prstGeom prst="rect">
                <a:avLst/>
              </a:prstGeom>
              <a:noFill/>
            </p:spPr>
            <p:txBody>
              <a:bodyPr wrap="none" rtlCol="0">
                <a:spAutoFit/>
              </a:bodyPr>
              <a:lstStyle/>
              <a:p>
                <a:r>
                  <a:rPr kumimoji="1" lang="en-US" altLang="zh-TW" dirty="0" smtClean="0"/>
                  <a:t>Yes=5</a:t>
                </a:r>
              </a:p>
              <a:p>
                <a:r>
                  <a:rPr kumimoji="1" lang="en-US" altLang="zh-TW" dirty="0" smtClean="0"/>
                  <a:t>No=1</a:t>
                </a:r>
              </a:p>
            </p:txBody>
          </p:sp>
          <p:sp>
            <p:nvSpPr>
              <p:cNvPr id="136" name="文字方塊 135"/>
              <p:cNvSpPr txBox="1"/>
              <p:nvPr/>
            </p:nvSpPr>
            <p:spPr>
              <a:xfrm>
                <a:off x="3664334" y="3387109"/>
                <a:ext cx="718082" cy="646331"/>
              </a:xfrm>
              <a:prstGeom prst="rect">
                <a:avLst/>
              </a:prstGeom>
              <a:noFill/>
            </p:spPr>
            <p:txBody>
              <a:bodyPr wrap="none" rtlCol="0">
                <a:spAutoFit/>
              </a:bodyPr>
              <a:lstStyle/>
              <a:p>
                <a:r>
                  <a:rPr kumimoji="1" lang="en-US" altLang="zh-TW" dirty="0" smtClean="0"/>
                  <a:t>Yes=2</a:t>
                </a:r>
              </a:p>
              <a:p>
                <a:r>
                  <a:rPr kumimoji="1" lang="en-US" altLang="zh-TW" dirty="0" smtClean="0"/>
                  <a:t>No=1</a:t>
                </a:r>
              </a:p>
            </p:txBody>
          </p:sp>
          <p:sp>
            <p:nvSpPr>
              <p:cNvPr id="137" name="文字方塊 136"/>
              <p:cNvSpPr txBox="1"/>
              <p:nvPr/>
            </p:nvSpPr>
            <p:spPr>
              <a:xfrm>
                <a:off x="4594282" y="3374528"/>
                <a:ext cx="718082" cy="646331"/>
              </a:xfrm>
              <a:prstGeom prst="rect">
                <a:avLst/>
              </a:prstGeom>
              <a:noFill/>
            </p:spPr>
            <p:txBody>
              <a:bodyPr wrap="none" rtlCol="0">
                <a:spAutoFit/>
              </a:bodyPr>
              <a:lstStyle/>
              <a:p>
                <a:r>
                  <a:rPr kumimoji="1" lang="en-US" altLang="zh-TW" dirty="0" smtClean="0"/>
                  <a:t>Yes=3</a:t>
                </a:r>
              </a:p>
              <a:p>
                <a:r>
                  <a:rPr kumimoji="1" lang="en-US" altLang="zh-TW" dirty="0" smtClean="0"/>
                  <a:t>No=2</a:t>
                </a:r>
              </a:p>
            </p:txBody>
          </p:sp>
        </p:grpSp>
        <mc:AlternateContent xmlns:mc="http://schemas.openxmlformats.org/markup-compatibility/2006" xmlns:a14="http://schemas.microsoft.com/office/drawing/2010/main">
          <mc:Choice Requires="a14">
            <p:sp>
              <p:nvSpPr>
                <p:cNvPr id="124" name="矩形 123"/>
                <p:cNvSpPr/>
                <p:nvPr/>
              </p:nvSpPr>
              <p:spPr>
                <a:xfrm>
                  <a:off x="7093085" y="4053945"/>
                  <a:ext cx="18076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TW" i="1" smtClean="0">
                            <a:latin typeface="Cambria Math" charset="0"/>
                          </a:rPr>
                          <m:t>𝑒𝑛𝑡𝑟𝑜𝑝𝑦</m:t>
                        </m:r>
                        <m:r>
                          <a:rPr kumimoji="1" lang="en-US" altLang="zh-TW">
                            <a:latin typeface="Cambria Math" charset="0"/>
                          </a:rPr>
                          <m:t>=</m:t>
                        </m:r>
                        <m:r>
                          <a:rPr kumimoji="1" lang="en-US" altLang="zh-TW" b="0" i="0" smtClean="0">
                            <a:latin typeface="Cambria Math" charset="0"/>
                          </a:rPr>
                          <m:t>11.5</m:t>
                        </m:r>
                      </m:oMath>
                    </m:oMathPara>
                  </a14:m>
                  <a:endParaRPr lang="en-US" altLang="zh-TW" dirty="0">
                    <a:solidFill>
                      <a:srgbClr val="252525"/>
                    </a:solidFill>
                    <a:latin typeface="Georgia" charset="0"/>
                  </a:endParaRPr>
                </a:p>
              </p:txBody>
            </p:sp>
          </mc:Choice>
          <mc:Fallback xmlns="">
            <p:sp>
              <p:nvSpPr>
                <p:cNvPr id="124" name="矩形 123"/>
                <p:cNvSpPr>
                  <a:spLocks noRot="1" noChangeAspect="1" noMove="1" noResize="1" noEditPoints="1" noAdjustHandles="1" noChangeArrowheads="1" noChangeShapeType="1" noTextEdit="1"/>
                </p:cNvSpPr>
                <p:nvPr/>
              </p:nvSpPr>
              <p:spPr>
                <a:xfrm>
                  <a:off x="7093085" y="4053945"/>
                  <a:ext cx="1807674" cy="369332"/>
                </a:xfrm>
                <a:prstGeom prst="rect">
                  <a:avLst/>
                </a:prstGeom>
                <a:blipFill rotWithShape="0">
                  <a:blip r:embed="rId5"/>
                  <a:stretch>
                    <a:fillRect b="-11667"/>
                  </a:stretch>
                </a:blipFill>
              </p:spPr>
              <p:txBody>
                <a:bodyPr/>
                <a:lstStyle/>
                <a:p>
                  <a:r>
                    <a:rPr lang="zh-TW" altLang="en-US">
                      <a:noFill/>
                    </a:rPr>
                    <a:t> </a:t>
                  </a:r>
                </a:p>
              </p:txBody>
            </p:sp>
          </mc:Fallback>
        </mc:AlternateContent>
      </p:grpSp>
      <p:grpSp>
        <p:nvGrpSpPr>
          <p:cNvPr id="198" name="群組 197"/>
          <p:cNvGrpSpPr/>
          <p:nvPr/>
        </p:nvGrpSpPr>
        <p:grpSpPr>
          <a:xfrm>
            <a:off x="1113553" y="1552742"/>
            <a:ext cx="874470" cy="5069696"/>
            <a:chOff x="1113553" y="1552742"/>
            <a:chExt cx="874470" cy="5069696"/>
          </a:xfrm>
        </p:grpSpPr>
        <p:sp>
          <p:nvSpPr>
            <p:cNvPr id="199" name="矩形 198"/>
            <p:cNvSpPr/>
            <p:nvPr/>
          </p:nvSpPr>
          <p:spPr>
            <a:xfrm>
              <a:off x="1113553" y="191266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0" name="矩形 199"/>
            <p:cNvSpPr/>
            <p:nvPr/>
          </p:nvSpPr>
          <p:spPr>
            <a:xfrm>
              <a:off x="1156014"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1" name="矩形 200"/>
            <p:cNvSpPr/>
            <p:nvPr/>
          </p:nvSpPr>
          <p:spPr>
            <a:xfrm>
              <a:off x="1433607"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2" name="矩形 201"/>
            <p:cNvSpPr/>
            <p:nvPr/>
          </p:nvSpPr>
          <p:spPr>
            <a:xfrm>
              <a:off x="1709681"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3" name="矩形 202"/>
            <p:cNvSpPr/>
            <p:nvPr/>
          </p:nvSpPr>
          <p:spPr>
            <a:xfrm>
              <a:off x="1113553" y="225065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4" name="矩形 203"/>
            <p:cNvSpPr/>
            <p:nvPr/>
          </p:nvSpPr>
          <p:spPr>
            <a:xfrm>
              <a:off x="1156014"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5" name="矩形 204"/>
            <p:cNvSpPr/>
            <p:nvPr/>
          </p:nvSpPr>
          <p:spPr>
            <a:xfrm>
              <a:off x="1433607"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6" name="矩形 205"/>
            <p:cNvSpPr/>
            <p:nvPr/>
          </p:nvSpPr>
          <p:spPr>
            <a:xfrm>
              <a:off x="1709681" y="228335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7" name="矩形 206"/>
            <p:cNvSpPr/>
            <p:nvPr/>
          </p:nvSpPr>
          <p:spPr>
            <a:xfrm>
              <a:off x="1113553" y="258865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8" name="矩形 207"/>
            <p:cNvSpPr/>
            <p:nvPr/>
          </p:nvSpPr>
          <p:spPr>
            <a:xfrm>
              <a:off x="1156014"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9" name="矩形 208"/>
            <p:cNvSpPr/>
            <p:nvPr/>
          </p:nvSpPr>
          <p:spPr>
            <a:xfrm>
              <a:off x="1433607" y="262135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0" name="矩形 209"/>
            <p:cNvSpPr/>
            <p:nvPr/>
          </p:nvSpPr>
          <p:spPr>
            <a:xfrm>
              <a:off x="1709681"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1" name="矩形 210"/>
            <p:cNvSpPr/>
            <p:nvPr/>
          </p:nvSpPr>
          <p:spPr>
            <a:xfrm>
              <a:off x="1113553" y="292665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2" name="矩形 211"/>
            <p:cNvSpPr/>
            <p:nvPr/>
          </p:nvSpPr>
          <p:spPr>
            <a:xfrm>
              <a:off x="1156014" y="295935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3" name="矩形 212"/>
            <p:cNvSpPr/>
            <p:nvPr/>
          </p:nvSpPr>
          <p:spPr>
            <a:xfrm>
              <a:off x="1433607" y="2959354"/>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4" name="矩形 213"/>
            <p:cNvSpPr/>
            <p:nvPr/>
          </p:nvSpPr>
          <p:spPr>
            <a:xfrm>
              <a:off x="1709681" y="295935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5" name="矩形 214"/>
            <p:cNvSpPr/>
            <p:nvPr/>
          </p:nvSpPr>
          <p:spPr>
            <a:xfrm>
              <a:off x="1113553" y="326465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6" name="矩形 215"/>
            <p:cNvSpPr/>
            <p:nvPr/>
          </p:nvSpPr>
          <p:spPr>
            <a:xfrm>
              <a:off x="1156014"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7" name="矩形 216"/>
            <p:cNvSpPr/>
            <p:nvPr/>
          </p:nvSpPr>
          <p:spPr>
            <a:xfrm>
              <a:off x="1433607" y="329735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8" name="矩形 217"/>
            <p:cNvSpPr/>
            <p:nvPr/>
          </p:nvSpPr>
          <p:spPr>
            <a:xfrm>
              <a:off x="1709681" y="329735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9" name="矩形 218"/>
            <p:cNvSpPr/>
            <p:nvPr/>
          </p:nvSpPr>
          <p:spPr>
            <a:xfrm>
              <a:off x="1113553" y="360265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0" name="矩形 219"/>
            <p:cNvSpPr/>
            <p:nvPr/>
          </p:nvSpPr>
          <p:spPr>
            <a:xfrm>
              <a:off x="1156014"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1" name="矩形 220"/>
            <p:cNvSpPr/>
            <p:nvPr/>
          </p:nvSpPr>
          <p:spPr>
            <a:xfrm>
              <a:off x="1433607"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2" name="矩形 221"/>
            <p:cNvSpPr/>
            <p:nvPr/>
          </p:nvSpPr>
          <p:spPr>
            <a:xfrm>
              <a:off x="1709681"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3" name="矩形 222"/>
            <p:cNvSpPr/>
            <p:nvPr/>
          </p:nvSpPr>
          <p:spPr>
            <a:xfrm>
              <a:off x="1113553" y="394064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4" name="矩形 223"/>
            <p:cNvSpPr/>
            <p:nvPr/>
          </p:nvSpPr>
          <p:spPr>
            <a:xfrm>
              <a:off x="1156014" y="397334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5" name="矩形 224"/>
            <p:cNvSpPr/>
            <p:nvPr/>
          </p:nvSpPr>
          <p:spPr>
            <a:xfrm>
              <a:off x="1433607" y="397334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6" name="矩形 225"/>
            <p:cNvSpPr/>
            <p:nvPr/>
          </p:nvSpPr>
          <p:spPr>
            <a:xfrm>
              <a:off x="1709681" y="397334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7" name="矩形 226"/>
            <p:cNvSpPr/>
            <p:nvPr/>
          </p:nvSpPr>
          <p:spPr>
            <a:xfrm>
              <a:off x="1113553" y="427864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8" name="矩形 227"/>
            <p:cNvSpPr/>
            <p:nvPr/>
          </p:nvSpPr>
          <p:spPr>
            <a:xfrm>
              <a:off x="1156014" y="431134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9" name="矩形 228"/>
            <p:cNvSpPr/>
            <p:nvPr/>
          </p:nvSpPr>
          <p:spPr>
            <a:xfrm>
              <a:off x="1433607"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0" name="矩形 229"/>
            <p:cNvSpPr/>
            <p:nvPr/>
          </p:nvSpPr>
          <p:spPr>
            <a:xfrm>
              <a:off x="1709681"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1" name="矩形 230"/>
            <p:cNvSpPr/>
            <p:nvPr/>
          </p:nvSpPr>
          <p:spPr>
            <a:xfrm>
              <a:off x="1113553" y="461664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2" name="矩形 231"/>
            <p:cNvSpPr/>
            <p:nvPr/>
          </p:nvSpPr>
          <p:spPr>
            <a:xfrm>
              <a:off x="1156014" y="464934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3" name="矩形 232"/>
            <p:cNvSpPr/>
            <p:nvPr/>
          </p:nvSpPr>
          <p:spPr>
            <a:xfrm>
              <a:off x="1433607"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4" name="矩形 233"/>
            <p:cNvSpPr/>
            <p:nvPr/>
          </p:nvSpPr>
          <p:spPr>
            <a:xfrm>
              <a:off x="1709681"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5" name="矩形 234"/>
            <p:cNvSpPr/>
            <p:nvPr/>
          </p:nvSpPr>
          <p:spPr>
            <a:xfrm>
              <a:off x="1113553" y="495464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6" name="矩形 235"/>
            <p:cNvSpPr/>
            <p:nvPr/>
          </p:nvSpPr>
          <p:spPr>
            <a:xfrm>
              <a:off x="1156014" y="498734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7" name="矩形 236"/>
            <p:cNvSpPr/>
            <p:nvPr/>
          </p:nvSpPr>
          <p:spPr>
            <a:xfrm>
              <a:off x="1433607" y="498734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8" name="矩形 237"/>
            <p:cNvSpPr/>
            <p:nvPr/>
          </p:nvSpPr>
          <p:spPr>
            <a:xfrm>
              <a:off x="1709681" y="498734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9" name="矩形 238"/>
            <p:cNvSpPr/>
            <p:nvPr/>
          </p:nvSpPr>
          <p:spPr>
            <a:xfrm>
              <a:off x="1113553" y="52926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0" name="矩形 239"/>
            <p:cNvSpPr/>
            <p:nvPr/>
          </p:nvSpPr>
          <p:spPr>
            <a:xfrm>
              <a:off x="1156014" y="53253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1" name="矩形 240"/>
            <p:cNvSpPr/>
            <p:nvPr/>
          </p:nvSpPr>
          <p:spPr>
            <a:xfrm>
              <a:off x="1433607" y="53253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2" name="矩形 241"/>
            <p:cNvSpPr/>
            <p:nvPr/>
          </p:nvSpPr>
          <p:spPr>
            <a:xfrm>
              <a:off x="1709681" y="532534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3" name="矩形 242"/>
            <p:cNvSpPr/>
            <p:nvPr/>
          </p:nvSpPr>
          <p:spPr>
            <a:xfrm>
              <a:off x="1113553" y="56306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4" name="矩形 243"/>
            <p:cNvSpPr/>
            <p:nvPr/>
          </p:nvSpPr>
          <p:spPr>
            <a:xfrm>
              <a:off x="1156014"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5" name="矩形 244"/>
            <p:cNvSpPr/>
            <p:nvPr/>
          </p:nvSpPr>
          <p:spPr>
            <a:xfrm>
              <a:off x="1433607"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6" name="矩形 245"/>
            <p:cNvSpPr/>
            <p:nvPr/>
          </p:nvSpPr>
          <p:spPr>
            <a:xfrm>
              <a:off x="1709681" y="566333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7" name="矩形 246"/>
            <p:cNvSpPr/>
            <p:nvPr/>
          </p:nvSpPr>
          <p:spPr>
            <a:xfrm>
              <a:off x="1113553" y="59784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8" name="矩形 247"/>
            <p:cNvSpPr/>
            <p:nvPr/>
          </p:nvSpPr>
          <p:spPr>
            <a:xfrm>
              <a:off x="1156014" y="60111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9" name="矩形 248"/>
            <p:cNvSpPr/>
            <p:nvPr/>
          </p:nvSpPr>
          <p:spPr>
            <a:xfrm>
              <a:off x="1433607"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0" name="矩形 249"/>
            <p:cNvSpPr/>
            <p:nvPr/>
          </p:nvSpPr>
          <p:spPr>
            <a:xfrm>
              <a:off x="1709681"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1" name="矩形 250"/>
            <p:cNvSpPr/>
            <p:nvPr/>
          </p:nvSpPr>
          <p:spPr>
            <a:xfrm>
              <a:off x="1113553" y="63164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2" name="矩形 251"/>
            <p:cNvSpPr/>
            <p:nvPr/>
          </p:nvSpPr>
          <p:spPr>
            <a:xfrm>
              <a:off x="1156014"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3" name="矩形 252"/>
            <p:cNvSpPr/>
            <p:nvPr/>
          </p:nvSpPr>
          <p:spPr>
            <a:xfrm>
              <a:off x="1433607" y="63491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4" name="矩形 253"/>
            <p:cNvSpPr/>
            <p:nvPr/>
          </p:nvSpPr>
          <p:spPr>
            <a:xfrm>
              <a:off x="1709681"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5" name="文字方塊 254"/>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sp>
        <p:nvSpPr>
          <p:cNvPr id="21" name="文字方塊 20"/>
          <p:cNvSpPr txBox="1"/>
          <p:nvPr/>
        </p:nvSpPr>
        <p:spPr>
          <a:xfrm>
            <a:off x="5636301" y="2968052"/>
            <a:ext cx="65" cy="276999"/>
          </a:xfrm>
          <a:prstGeom prst="rect">
            <a:avLst/>
          </a:prstGeom>
          <a:noFill/>
        </p:spPr>
        <p:txBody>
          <a:bodyPr wrap="none" lIns="0" tIns="0" rIns="0" bIns="0" rtlCol="0">
            <a:spAutoFit/>
          </a:bodyPr>
          <a:lstStyle/>
          <a:p>
            <a:endParaRPr kumimoji="1" lang="zh-TW" altLang="en-US" dirty="0"/>
          </a:p>
        </p:txBody>
      </p:sp>
      <p:grpSp>
        <p:nvGrpSpPr>
          <p:cNvPr id="27" name="群組 26"/>
          <p:cNvGrpSpPr/>
          <p:nvPr/>
        </p:nvGrpSpPr>
        <p:grpSpPr>
          <a:xfrm>
            <a:off x="1089984" y="1281910"/>
            <a:ext cx="343622" cy="5401401"/>
            <a:chOff x="1089984" y="1281910"/>
            <a:chExt cx="343622" cy="5401401"/>
          </a:xfrm>
        </p:grpSpPr>
        <p:sp>
          <p:nvSpPr>
            <p:cNvPr id="267" name="向下箭號 266"/>
            <p:cNvSpPr/>
            <p:nvPr/>
          </p:nvSpPr>
          <p:spPr>
            <a:xfrm>
              <a:off x="1171425" y="1281910"/>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4" name="圓角矩形 283"/>
            <p:cNvSpPr/>
            <p:nvPr/>
          </p:nvSpPr>
          <p:spPr>
            <a:xfrm>
              <a:off x="1089984" y="1854908"/>
              <a:ext cx="343622" cy="4828403"/>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28" name="群組 27"/>
          <p:cNvGrpSpPr/>
          <p:nvPr/>
        </p:nvGrpSpPr>
        <p:grpSpPr>
          <a:xfrm>
            <a:off x="1364532" y="1281910"/>
            <a:ext cx="343622" cy="5401400"/>
            <a:chOff x="1364532" y="1281910"/>
            <a:chExt cx="343622" cy="5401400"/>
          </a:xfrm>
        </p:grpSpPr>
        <p:sp>
          <p:nvSpPr>
            <p:cNvPr id="260" name="向下箭號 259"/>
            <p:cNvSpPr/>
            <p:nvPr/>
          </p:nvSpPr>
          <p:spPr>
            <a:xfrm>
              <a:off x="1483395" y="1281910"/>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5" name="圓角矩形 284"/>
            <p:cNvSpPr/>
            <p:nvPr/>
          </p:nvSpPr>
          <p:spPr>
            <a:xfrm>
              <a:off x="1364532" y="1854907"/>
              <a:ext cx="343622" cy="4828403"/>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29" name="群組 28"/>
          <p:cNvGrpSpPr/>
          <p:nvPr/>
        </p:nvGrpSpPr>
        <p:grpSpPr>
          <a:xfrm>
            <a:off x="1637959" y="1292064"/>
            <a:ext cx="343622" cy="5409546"/>
            <a:chOff x="1637959" y="1292064"/>
            <a:chExt cx="343622" cy="5409546"/>
          </a:xfrm>
        </p:grpSpPr>
        <p:sp>
          <p:nvSpPr>
            <p:cNvPr id="47" name="向下箭號 46"/>
            <p:cNvSpPr/>
            <p:nvPr/>
          </p:nvSpPr>
          <p:spPr>
            <a:xfrm>
              <a:off x="1739782" y="1292064"/>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6" name="圓角矩形 285"/>
            <p:cNvSpPr/>
            <p:nvPr/>
          </p:nvSpPr>
          <p:spPr>
            <a:xfrm>
              <a:off x="1637959" y="1873207"/>
              <a:ext cx="343622" cy="4828403"/>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90" name="圓角矩形 289"/>
          <p:cNvSpPr/>
          <p:nvPr/>
        </p:nvSpPr>
        <p:spPr>
          <a:xfrm>
            <a:off x="3279719" y="1729314"/>
            <a:ext cx="2783517" cy="2505952"/>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1" name="圓角矩形 290"/>
          <p:cNvSpPr/>
          <p:nvPr/>
        </p:nvSpPr>
        <p:spPr>
          <a:xfrm>
            <a:off x="6342137" y="1744575"/>
            <a:ext cx="2783517" cy="2505952"/>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2" name="圓角矩形 291"/>
          <p:cNvSpPr/>
          <p:nvPr/>
        </p:nvSpPr>
        <p:spPr>
          <a:xfrm>
            <a:off x="3273277" y="4214566"/>
            <a:ext cx="2783517" cy="2505952"/>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0306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290"/>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27"/>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91"/>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8"/>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 grpId="0" animBg="1"/>
      <p:bldP spid="290" grpId="1" animBg="1"/>
      <p:bldP spid="291" grpId="0" animBg="1"/>
      <p:bldP spid="291" grpId="1" animBg="1"/>
      <p:bldP spid="29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grpSp>
        <p:nvGrpSpPr>
          <p:cNvPr id="8" name="群組 7"/>
          <p:cNvGrpSpPr/>
          <p:nvPr/>
        </p:nvGrpSpPr>
        <p:grpSpPr>
          <a:xfrm>
            <a:off x="2018095" y="1893127"/>
            <a:ext cx="526387" cy="4790184"/>
            <a:chOff x="2018095" y="1893127"/>
            <a:chExt cx="526387" cy="4790184"/>
          </a:xfrm>
        </p:grpSpPr>
        <p:sp>
          <p:nvSpPr>
            <p:cNvPr id="495" name="文字方塊 494"/>
            <p:cNvSpPr txBox="1"/>
            <p:nvPr/>
          </p:nvSpPr>
          <p:spPr>
            <a:xfrm>
              <a:off x="2018095" y="2249256"/>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6" name="文字方塊 495"/>
            <p:cNvSpPr txBox="1"/>
            <p:nvPr/>
          </p:nvSpPr>
          <p:spPr>
            <a:xfrm>
              <a:off x="2018095" y="189312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497" name="文字方塊 496"/>
            <p:cNvSpPr txBox="1"/>
            <p:nvPr/>
          </p:nvSpPr>
          <p:spPr>
            <a:xfrm>
              <a:off x="2018095" y="2596563"/>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8" name="文字方塊 497"/>
            <p:cNvSpPr txBox="1"/>
            <p:nvPr/>
          </p:nvSpPr>
          <p:spPr>
            <a:xfrm>
              <a:off x="2018095" y="2914054"/>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499" name="文字方塊 498"/>
            <p:cNvSpPr txBox="1"/>
            <p:nvPr/>
          </p:nvSpPr>
          <p:spPr>
            <a:xfrm>
              <a:off x="2058836" y="3622611"/>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500" name="文字方塊 499"/>
            <p:cNvSpPr txBox="1"/>
            <p:nvPr/>
          </p:nvSpPr>
          <p:spPr>
            <a:xfrm>
              <a:off x="2058836" y="326648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1" name="文字方塊 500"/>
            <p:cNvSpPr txBox="1"/>
            <p:nvPr/>
          </p:nvSpPr>
          <p:spPr>
            <a:xfrm>
              <a:off x="2058836" y="3969918"/>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2" name="文字方塊 501"/>
            <p:cNvSpPr txBox="1"/>
            <p:nvPr/>
          </p:nvSpPr>
          <p:spPr>
            <a:xfrm>
              <a:off x="2058836" y="4287409"/>
              <a:ext cx="455574" cy="369332"/>
            </a:xfrm>
            <a:prstGeom prst="rect">
              <a:avLst/>
            </a:prstGeom>
            <a:noFill/>
            <a:ln>
              <a:noFill/>
            </a:ln>
          </p:spPr>
          <p:txBody>
            <a:bodyPr wrap="none" rtlCol="0">
              <a:spAutoFit/>
            </a:bodyPr>
            <a:lstStyle/>
            <a:p>
              <a:r>
                <a:rPr kumimoji="1" lang="en-US" altLang="zh-TW" dirty="0"/>
                <a:t>No</a:t>
              </a:r>
              <a:endParaRPr kumimoji="1" lang="zh-TW" altLang="en-US" dirty="0"/>
            </a:p>
          </p:txBody>
        </p:sp>
        <p:sp>
          <p:nvSpPr>
            <p:cNvPr id="503" name="文字方塊 502"/>
            <p:cNvSpPr txBox="1"/>
            <p:nvPr/>
          </p:nvSpPr>
          <p:spPr>
            <a:xfrm>
              <a:off x="2055893" y="498176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4" name="文字方塊 503"/>
            <p:cNvSpPr txBox="1"/>
            <p:nvPr/>
          </p:nvSpPr>
          <p:spPr>
            <a:xfrm>
              <a:off x="2055893" y="4625633"/>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5" name="文字方塊 504"/>
            <p:cNvSpPr txBox="1"/>
            <p:nvPr/>
          </p:nvSpPr>
          <p:spPr>
            <a:xfrm>
              <a:off x="2055893" y="5329069"/>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6" name="文字方塊 505"/>
            <p:cNvSpPr txBox="1"/>
            <p:nvPr/>
          </p:nvSpPr>
          <p:spPr>
            <a:xfrm>
              <a:off x="2055893" y="5646560"/>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7" name="文字方塊 506"/>
            <p:cNvSpPr txBox="1"/>
            <p:nvPr/>
          </p:nvSpPr>
          <p:spPr>
            <a:xfrm>
              <a:off x="2055893" y="6011815"/>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36" name="文字方塊 535"/>
            <p:cNvSpPr txBox="1"/>
            <p:nvPr/>
          </p:nvSpPr>
          <p:spPr>
            <a:xfrm>
              <a:off x="2055893" y="6313979"/>
              <a:ext cx="455574" cy="369332"/>
            </a:xfrm>
            <a:prstGeom prst="rect">
              <a:avLst/>
            </a:prstGeom>
            <a:noFill/>
          </p:spPr>
          <p:txBody>
            <a:bodyPr wrap="none" rtlCol="0">
              <a:spAutoFit/>
            </a:bodyPr>
            <a:lstStyle/>
            <a:p>
              <a:r>
                <a:rPr kumimoji="1" lang="en-US" altLang="zh-TW" dirty="0" smtClean="0"/>
                <a:t>No</a:t>
              </a:r>
              <a:endParaRPr kumimoji="1" lang="zh-TW" altLang="en-US" dirty="0"/>
            </a:p>
          </p:txBody>
        </p:sp>
      </p:grpSp>
      <p:grpSp>
        <p:nvGrpSpPr>
          <p:cNvPr id="49" name="群組 48"/>
          <p:cNvGrpSpPr/>
          <p:nvPr/>
        </p:nvGrpSpPr>
        <p:grpSpPr>
          <a:xfrm>
            <a:off x="3408283" y="1800623"/>
            <a:ext cx="2577977" cy="2103053"/>
            <a:chOff x="2734387" y="1930387"/>
            <a:chExt cx="2577977" cy="2103053"/>
          </a:xfrm>
        </p:grpSpPr>
        <p:sp>
          <p:nvSpPr>
            <p:cNvPr id="567" name="向左箭號 56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6" name="向左箭號 565"/>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向左箭號 44"/>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圓角矩形 14"/>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a:solidFill>
                    <a:sysClr val="windowText" lastClr="000000"/>
                  </a:solidFill>
                </a:rPr>
                <a:t>1</a:t>
              </a:r>
              <a:endParaRPr kumimoji="1" lang="zh-TW" altLang="en-US" dirty="0">
                <a:solidFill>
                  <a:sysClr val="windowText" lastClr="000000"/>
                </a:solidFill>
              </a:endParaRPr>
            </a:p>
          </p:txBody>
        </p:sp>
        <p:sp>
          <p:nvSpPr>
            <p:cNvPr id="521" name="矩形 5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2" name="矩形 5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5" name="矩形 524"/>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6" name="矩形 525"/>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7" name="矩形 526"/>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8" name="矩形 527"/>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9" name="文字方塊 528"/>
            <p:cNvSpPr txBox="1"/>
            <p:nvPr/>
          </p:nvSpPr>
          <p:spPr>
            <a:xfrm>
              <a:off x="2734387" y="3358042"/>
              <a:ext cx="718082" cy="646331"/>
            </a:xfrm>
            <a:prstGeom prst="rect">
              <a:avLst/>
            </a:prstGeom>
            <a:noFill/>
          </p:spPr>
          <p:txBody>
            <a:bodyPr wrap="none" rtlCol="0">
              <a:spAutoFit/>
            </a:bodyPr>
            <a:lstStyle/>
            <a:p>
              <a:r>
                <a:rPr kumimoji="1" lang="en-US" altLang="zh-TW" dirty="0" smtClean="0"/>
                <a:t>Yes=</a:t>
              </a:r>
              <a:r>
                <a:rPr kumimoji="1" lang="en-US" altLang="zh-TW" dirty="0"/>
                <a:t>3</a:t>
              </a:r>
              <a:endParaRPr kumimoji="1" lang="en-US" altLang="zh-TW" dirty="0" smtClean="0"/>
            </a:p>
            <a:p>
              <a:r>
                <a:rPr kumimoji="1" lang="en-US" altLang="zh-TW" dirty="0" smtClean="0"/>
                <a:t>No=2</a:t>
              </a:r>
            </a:p>
          </p:txBody>
        </p:sp>
        <p:sp>
          <p:nvSpPr>
            <p:cNvPr id="531" name="文字方塊 530"/>
            <p:cNvSpPr txBox="1"/>
            <p:nvPr/>
          </p:nvSpPr>
          <p:spPr>
            <a:xfrm>
              <a:off x="3664334" y="3387109"/>
              <a:ext cx="718082" cy="646331"/>
            </a:xfrm>
            <a:prstGeom prst="rect">
              <a:avLst/>
            </a:prstGeom>
            <a:noFill/>
          </p:spPr>
          <p:txBody>
            <a:bodyPr wrap="none" rtlCol="0">
              <a:spAutoFit/>
            </a:bodyPr>
            <a:lstStyle/>
            <a:p>
              <a:r>
                <a:rPr kumimoji="1" lang="en-US" altLang="zh-TW" dirty="0" smtClean="0"/>
                <a:t>Yes=4</a:t>
              </a:r>
            </a:p>
            <a:p>
              <a:r>
                <a:rPr kumimoji="1" lang="en-US" altLang="zh-TW" dirty="0" smtClean="0"/>
                <a:t>No=0</a:t>
              </a:r>
            </a:p>
          </p:txBody>
        </p:sp>
        <p:sp>
          <p:nvSpPr>
            <p:cNvPr id="532" name="文字方塊 531"/>
            <p:cNvSpPr txBox="1"/>
            <p:nvPr/>
          </p:nvSpPr>
          <p:spPr>
            <a:xfrm>
              <a:off x="4594282" y="3374528"/>
              <a:ext cx="718082" cy="646331"/>
            </a:xfrm>
            <a:prstGeom prst="rect">
              <a:avLst/>
            </a:prstGeom>
            <a:noFill/>
          </p:spPr>
          <p:txBody>
            <a:bodyPr wrap="none" rtlCol="0">
              <a:spAutoFit/>
            </a:bodyPr>
            <a:lstStyle/>
            <a:p>
              <a:r>
                <a:rPr kumimoji="1" lang="en-US" altLang="zh-TW" dirty="0" smtClean="0"/>
                <a:t>Yes=3</a:t>
              </a:r>
            </a:p>
            <a:p>
              <a:r>
                <a:rPr kumimoji="1" lang="en-US" altLang="zh-TW" dirty="0" smtClean="0"/>
                <a:t>No=2</a:t>
              </a:r>
            </a:p>
          </p:txBody>
        </p:sp>
      </p:grpSp>
      <p:grpSp>
        <p:nvGrpSpPr>
          <p:cNvPr id="198" name="群組 197"/>
          <p:cNvGrpSpPr/>
          <p:nvPr/>
        </p:nvGrpSpPr>
        <p:grpSpPr>
          <a:xfrm>
            <a:off x="1113553" y="1552742"/>
            <a:ext cx="874470" cy="5069696"/>
            <a:chOff x="1113553" y="1552742"/>
            <a:chExt cx="874470" cy="5069696"/>
          </a:xfrm>
        </p:grpSpPr>
        <p:sp>
          <p:nvSpPr>
            <p:cNvPr id="199" name="矩形 198"/>
            <p:cNvSpPr/>
            <p:nvPr/>
          </p:nvSpPr>
          <p:spPr>
            <a:xfrm>
              <a:off x="1113553" y="191266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0" name="矩形 199"/>
            <p:cNvSpPr/>
            <p:nvPr/>
          </p:nvSpPr>
          <p:spPr>
            <a:xfrm>
              <a:off x="1156014"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1" name="矩形 200"/>
            <p:cNvSpPr/>
            <p:nvPr/>
          </p:nvSpPr>
          <p:spPr>
            <a:xfrm>
              <a:off x="1433607"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2" name="矩形 201"/>
            <p:cNvSpPr/>
            <p:nvPr/>
          </p:nvSpPr>
          <p:spPr>
            <a:xfrm>
              <a:off x="1709681"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3" name="矩形 202"/>
            <p:cNvSpPr/>
            <p:nvPr/>
          </p:nvSpPr>
          <p:spPr>
            <a:xfrm>
              <a:off x="1113553" y="225065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4" name="矩形 203"/>
            <p:cNvSpPr/>
            <p:nvPr/>
          </p:nvSpPr>
          <p:spPr>
            <a:xfrm>
              <a:off x="1156014"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5" name="矩形 204"/>
            <p:cNvSpPr/>
            <p:nvPr/>
          </p:nvSpPr>
          <p:spPr>
            <a:xfrm>
              <a:off x="1433607"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6" name="矩形 205"/>
            <p:cNvSpPr/>
            <p:nvPr/>
          </p:nvSpPr>
          <p:spPr>
            <a:xfrm>
              <a:off x="1709681" y="228335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7" name="矩形 206"/>
            <p:cNvSpPr/>
            <p:nvPr/>
          </p:nvSpPr>
          <p:spPr>
            <a:xfrm>
              <a:off x="1113553" y="258865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8" name="矩形 207"/>
            <p:cNvSpPr/>
            <p:nvPr/>
          </p:nvSpPr>
          <p:spPr>
            <a:xfrm>
              <a:off x="1156014"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9" name="矩形 208"/>
            <p:cNvSpPr/>
            <p:nvPr/>
          </p:nvSpPr>
          <p:spPr>
            <a:xfrm>
              <a:off x="1433607" y="262135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0" name="矩形 209"/>
            <p:cNvSpPr/>
            <p:nvPr/>
          </p:nvSpPr>
          <p:spPr>
            <a:xfrm>
              <a:off x="1709681"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1" name="矩形 210"/>
            <p:cNvSpPr/>
            <p:nvPr/>
          </p:nvSpPr>
          <p:spPr>
            <a:xfrm>
              <a:off x="1113553" y="292665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2" name="矩形 211"/>
            <p:cNvSpPr/>
            <p:nvPr/>
          </p:nvSpPr>
          <p:spPr>
            <a:xfrm>
              <a:off x="1156014" y="295935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3" name="矩形 212"/>
            <p:cNvSpPr/>
            <p:nvPr/>
          </p:nvSpPr>
          <p:spPr>
            <a:xfrm>
              <a:off x="1433607" y="2959354"/>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4" name="矩形 213"/>
            <p:cNvSpPr/>
            <p:nvPr/>
          </p:nvSpPr>
          <p:spPr>
            <a:xfrm>
              <a:off x="1709681" y="295935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5" name="矩形 214"/>
            <p:cNvSpPr/>
            <p:nvPr/>
          </p:nvSpPr>
          <p:spPr>
            <a:xfrm>
              <a:off x="1113553" y="326465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6" name="矩形 215"/>
            <p:cNvSpPr/>
            <p:nvPr/>
          </p:nvSpPr>
          <p:spPr>
            <a:xfrm>
              <a:off x="1156014"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7" name="矩形 216"/>
            <p:cNvSpPr/>
            <p:nvPr/>
          </p:nvSpPr>
          <p:spPr>
            <a:xfrm>
              <a:off x="1433607" y="329735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8" name="矩形 217"/>
            <p:cNvSpPr/>
            <p:nvPr/>
          </p:nvSpPr>
          <p:spPr>
            <a:xfrm>
              <a:off x="1709681" y="329735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9" name="矩形 218"/>
            <p:cNvSpPr/>
            <p:nvPr/>
          </p:nvSpPr>
          <p:spPr>
            <a:xfrm>
              <a:off x="1113553" y="360265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0" name="矩形 219"/>
            <p:cNvSpPr/>
            <p:nvPr/>
          </p:nvSpPr>
          <p:spPr>
            <a:xfrm>
              <a:off x="1156014"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1" name="矩形 220"/>
            <p:cNvSpPr/>
            <p:nvPr/>
          </p:nvSpPr>
          <p:spPr>
            <a:xfrm>
              <a:off x="1433607"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2" name="矩形 221"/>
            <p:cNvSpPr/>
            <p:nvPr/>
          </p:nvSpPr>
          <p:spPr>
            <a:xfrm>
              <a:off x="1709681"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3" name="矩形 222"/>
            <p:cNvSpPr/>
            <p:nvPr/>
          </p:nvSpPr>
          <p:spPr>
            <a:xfrm>
              <a:off x="1113553" y="394064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4" name="矩形 223"/>
            <p:cNvSpPr/>
            <p:nvPr/>
          </p:nvSpPr>
          <p:spPr>
            <a:xfrm>
              <a:off x="1156014" y="397334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5" name="矩形 224"/>
            <p:cNvSpPr/>
            <p:nvPr/>
          </p:nvSpPr>
          <p:spPr>
            <a:xfrm>
              <a:off x="1433607" y="397334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6" name="矩形 225"/>
            <p:cNvSpPr/>
            <p:nvPr/>
          </p:nvSpPr>
          <p:spPr>
            <a:xfrm>
              <a:off x="1709681" y="397334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7" name="矩形 226"/>
            <p:cNvSpPr/>
            <p:nvPr/>
          </p:nvSpPr>
          <p:spPr>
            <a:xfrm>
              <a:off x="1113553" y="427864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8" name="矩形 227"/>
            <p:cNvSpPr/>
            <p:nvPr/>
          </p:nvSpPr>
          <p:spPr>
            <a:xfrm>
              <a:off x="1156014" y="431134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9" name="矩形 228"/>
            <p:cNvSpPr/>
            <p:nvPr/>
          </p:nvSpPr>
          <p:spPr>
            <a:xfrm>
              <a:off x="1433607"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0" name="矩形 229"/>
            <p:cNvSpPr/>
            <p:nvPr/>
          </p:nvSpPr>
          <p:spPr>
            <a:xfrm>
              <a:off x="1709681"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1" name="矩形 230"/>
            <p:cNvSpPr/>
            <p:nvPr/>
          </p:nvSpPr>
          <p:spPr>
            <a:xfrm>
              <a:off x="1113553" y="461664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2" name="矩形 231"/>
            <p:cNvSpPr/>
            <p:nvPr/>
          </p:nvSpPr>
          <p:spPr>
            <a:xfrm>
              <a:off x="1156014" y="464934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3" name="矩形 232"/>
            <p:cNvSpPr/>
            <p:nvPr/>
          </p:nvSpPr>
          <p:spPr>
            <a:xfrm>
              <a:off x="1433607"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4" name="矩形 233"/>
            <p:cNvSpPr/>
            <p:nvPr/>
          </p:nvSpPr>
          <p:spPr>
            <a:xfrm>
              <a:off x="1709681"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5" name="矩形 234"/>
            <p:cNvSpPr/>
            <p:nvPr/>
          </p:nvSpPr>
          <p:spPr>
            <a:xfrm>
              <a:off x="1113553" y="495464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6" name="矩形 235"/>
            <p:cNvSpPr/>
            <p:nvPr/>
          </p:nvSpPr>
          <p:spPr>
            <a:xfrm>
              <a:off x="1156014" y="498734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7" name="矩形 236"/>
            <p:cNvSpPr/>
            <p:nvPr/>
          </p:nvSpPr>
          <p:spPr>
            <a:xfrm>
              <a:off x="1433607" y="498734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8" name="矩形 237"/>
            <p:cNvSpPr/>
            <p:nvPr/>
          </p:nvSpPr>
          <p:spPr>
            <a:xfrm>
              <a:off x="1709681" y="498734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9" name="矩形 238"/>
            <p:cNvSpPr/>
            <p:nvPr/>
          </p:nvSpPr>
          <p:spPr>
            <a:xfrm>
              <a:off x="1113553" y="52926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0" name="矩形 239"/>
            <p:cNvSpPr/>
            <p:nvPr/>
          </p:nvSpPr>
          <p:spPr>
            <a:xfrm>
              <a:off x="1156014" y="53253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1" name="矩形 240"/>
            <p:cNvSpPr/>
            <p:nvPr/>
          </p:nvSpPr>
          <p:spPr>
            <a:xfrm>
              <a:off x="1433607" y="53253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2" name="矩形 241"/>
            <p:cNvSpPr/>
            <p:nvPr/>
          </p:nvSpPr>
          <p:spPr>
            <a:xfrm>
              <a:off x="1709681" y="532534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3" name="矩形 242"/>
            <p:cNvSpPr/>
            <p:nvPr/>
          </p:nvSpPr>
          <p:spPr>
            <a:xfrm>
              <a:off x="1113553" y="56306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4" name="矩形 243"/>
            <p:cNvSpPr/>
            <p:nvPr/>
          </p:nvSpPr>
          <p:spPr>
            <a:xfrm>
              <a:off x="1156014"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5" name="矩形 244"/>
            <p:cNvSpPr/>
            <p:nvPr/>
          </p:nvSpPr>
          <p:spPr>
            <a:xfrm>
              <a:off x="1433607"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6" name="矩形 245"/>
            <p:cNvSpPr/>
            <p:nvPr/>
          </p:nvSpPr>
          <p:spPr>
            <a:xfrm>
              <a:off x="1709681" y="566333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7" name="矩形 246"/>
            <p:cNvSpPr/>
            <p:nvPr/>
          </p:nvSpPr>
          <p:spPr>
            <a:xfrm>
              <a:off x="1113553" y="59784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8" name="矩形 247"/>
            <p:cNvSpPr/>
            <p:nvPr/>
          </p:nvSpPr>
          <p:spPr>
            <a:xfrm>
              <a:off x="1156014" y="60111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9" name="矩形 248"/>
            <p:cNvSpPr/>
            <p:nvPr/>
          </p:nvSpPr>
          <p:spPr>
            <a:xfrm>
              <a:off x="1433607"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0" name="矩形 249"/>
            <p:cNvSpPr/>
            <p:nvPr/>
          </p:nvSpPr>
          <p:spPr>
            <a:xfrm>
              <a:off x="1709681"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1" name="矩形 250"/>
            <p:cNvSpPr/>
            <p:nvPr/>
          </p:nvSpPr>
          <p:spPr>
            <a:xfrm>
              <a:off x="1113553" y="63164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2" name="矩形 251"/>
            <p:cNvSpPr/>
            <p:nvPr/>
          </p:nvSpPr>
          <p:spPr>
            <a:xfrm>
              <a:off x="1156014"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3" name="矩形 252"/>
            <p:cNvSpPr/>
            <p:nvPr/>
          </p:nvSpPr>
          <p:spPr>
            <a:xfrm>
              <a:off x="1433607" y="63491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4" name="矩形 253"/>
            <p:cNvSpPr/>
            <p:nvPr/>
          </p:nvSpPr>
          <p:spPr>
            <a:xfrm>
              <a:off x="1709681"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5" name="文字方塊 254"/>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grpSp>
        <p:nvGrpSpPr>
          <p:cNvPr id="6" name="群組 5"/>
          <p:cNvGrpSpPr/>
          <p:nvPr/>
        </p:nvGrpSpPr>
        <p:grpSpPr>
          <a:xfrm>
            <a:off x="1089985" y="1884001"/>
            <a:ext cx="3191365" cy="3722812"/>
            <a:chOff x="1089985" y="1884001"/>
            <a:chExt cx="3191365" cy="3722812"/>
          </a:xfrm>
        </p:grpSpPr>
        <p:sp>
          <p:nvSpPr>
            <p:cNvPr id="140" name="圓角矩形 139"/>
            <p:cNvSpPr/>
            <p:nvPr/>
          </p:nvSpPr>
          <p:spPr>
            <a:xfrm>
              <a:off x="1089985" y="1884001"/>
              <a:ext cx="1383684" cy="712561"/>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2" name="圓角矩形 141"/>
            <p:cNvSpPr/>
            <p:nvPr/>
          </p:nvSpPr>
          <p:spPr>
            <a:xfrm>
              <a:off x="1113553" y="5270335"/>
              <a:ext cx="1427986" cy="336478"/>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3" name="圓角矩形 142"/>
            <p:cNvSpPr/>
            <p:nvPr/>
          </p:nvSpPr>
          <p:spPr>
            <a:xfrm>
              <a:off x="1114553" y="4264557"/>
              <a:ext cx="1389187" cy="674489"/>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圓角矩形 143"/>
            <p:cNvSpPr/>
            <p:nvPr/>
          </p:nvSpPr>
          <p:spPr>
            <a:xfrm>
              <a:off x="3367541" y="3238783"/>
              <a:ext cx="913809" cy="75316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105" name="向下箭號 104"/>
          <p:cNvSpPr/>
          <p:nvPr/>
        </p:nvSpPr>
        <p:spPr>
          <a:xfrm>
            <a:off x="1171425" y="1281910"/>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6" name="圓角矩形 105"/>
          <p:cNvSpPr/>
          <p:nvPr/>
        </p:nvSpPr>
        <p:spPr>
          <a:xfrm>
            <a:off x="1089984" y="1854908"/>
            <a:ext cx="343622" cy="4828403"/>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6585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childTnLst>
                                    <p:set>
                                      <p:cBhvr>
                                        <p:cTn id="6" dur="1" fill="hold">
                                          <p:stCondLst>
                                            <p:cond delay="0"/>
                                          </p:stCondLst>
                                        </p:cTn>
                                        <p:tgtEl>
                                          <p:spTgt spid="106"/>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sp>
        <p:nvSpPr>
          <p:cNvPr id="495" name="文字方塊 494"/>
          <p:cNvSpPr txBox="1"/>
          <p:nvPr/>
        </p:nvSpPr>
        <p:spPr>
          <a:xfrm>
            <a:off x="2018095" y="2249256"/>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6" name="文字方塊 495"/>
          <p:cNvSpPr txBox="1"/>
          <p:nvPr/>
        </p:nvSpPr>
        <p:spPr>
          <a:xfrm>
            <a:off x="2018095" y="189312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502" name="文字方塊 501"/>
          <p:cNvSpPr txBox="1"/>
          <p:nvPr/>
        </p:nvSpPr>
        <p:spPr>
          <a:xfrm>
            <a:off x="2021038" y="2524739"/>
            <a:ext cx="455574" cy="369332"/>
          </a:xfrm>
          <a:prstGeom prst="rect">
            <a:avLst/>
          </a:prstGeom>
          <a:noFill/>
          <a:ln>
            <a:noFill/>
          </a:ln>
        </p:spPr>
        <p:txBody>
          <a:bodyPr wrap="none" rtlCol="0">
            <a:spAutoFit/>
          </a:bodyPr>
          <a:lstStyle/>
          <a:p>
            <a:r>
              <a:rPr kumimoji="1" lang="en-US" altLang="zh-TW" dirty="0"/>
              <a:t>No</a:t>
            </a:r>
            <a:endParaRPr kumimoji="1" lang="zh-TW" altLang="en-US" dirty="0"/>
          </a:p>
        </p:txBody>
      </p:sp>
      <p:sp>
        <p:nvSpPr>
          <p:cNvPr id="504" name="文字方塊 503"/>
          <p:cNvSpPr txBox="1"/>
          <p:nvPr/>
        </p:nvSpPr>
        <p:spPr>
          <a:xfrm>
            <a:off x="2018095" y="2862963"/>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5" name="文字方塊 504"/>
          <p:cNvSpPr txBox="1"/>
          <p:nvPr/>
        </p:nvSpPr>
        <p:spPr>
          <a:xfrm>
            <a:off x="2023597" y="3235337"/>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199" name="矩形 198"/>
          <p:cNvSpPr/>
          <p:nvPr/>
        </p:nvSpPr>
        <p:spPr>
          <a:xfrm>
            <a:off x="1113553" y="191266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0" name="矩形 199"/>
          <p:cNvSpPr/>
          <p:nvPr/>
        </p:nvSpPr>
        <p:spPr>
          <a:xfrm>
            <a:off x="1156014"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1" name="矩形 200"/>
          <p:cNvSpPr/>
          <p:nvPr/>
        </p:nvSpPr>
        <p:spPr>
          <a:xfrm>
            <a:off x="1433607"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2" name="矩形 201"/>
          <p:cNvSpPr/>
          <p:nvPr/>
        </p:nvSpPr>
        <p:spPr>
          <a:xfrm>
            <a:off x="1709681"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3" name="矩形 202"/>
          <p:cNvSpPr/>
          <p:nvPr/>
        </p:nvSpPr>
        <p:spPr>
          <a:xfrm>
            <a:off x="1113553" y="225065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4" name="矩形 203"/>
          <p:cNvSpPr/>
          <p:nvPr/>
        </p:nvSpPr>
        <p:spPr>
          <a:xfrm>
            <a:off x="1156014"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5" name="矩形 204"/>
          <p:cNvSpPr/>
          <p:nvPr/>
        </p:nvSpPr>
        <p:spPr>
          <a:xfrm>
            <a:off x="1433607"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6" name="矩形 205"/>
          <p:cNvSpPr/>
          <p:nvPr/>
        </p:nvSpPr>
        <p:spPr>
          <a:xfrm>
            <a:off x="1709681" y="228335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7" name="矩形 226"/>
          <p:cNvSpPr/>
          <p:nvPr/>
        </p:nvSpPr>
        <p:spPr>
          <a:xfrm>
            <a:off x="1113553" y="259736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8" name="矩形 227"/>
          <p:cNvSpPr/>
          <p:nvPr/>
        </p:nvSpPr>
        <p:spPr>
          <a:xfrm>
            <a:off x="1156014" y="263006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9" name="矩形 228"/>
          <p:cNvSpPr/>
          <p:nvPr/>
        </p:nvSpPr>
        <p:spPr>
          <a:xfrm>
            <a:off x="1433607" y="263006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0" name="矩形 229"/>
          <p:cNvSpPr/>
          <p:nvPr/>
        </p:nvSpPr>
        <p:spPr>
          <a:xfrm>
            <a:off x="1709681" y="263006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1" name="矩形 230"/>
          <p:cNvSpPr/>
          <p:nvPr/>
        </p:nvSpPr>
        <p:spPr>
          <a:xfrm>
            <a:off x="1113553" y="293536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2" name="矩形 231"/>
          <p:cNvSpPr/>
          <p:nvPr/>
        </p:nvSpPr>
        <p:spPr>
          <a:xfrm>
            <a:off x="1156014" y="296806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3" name="矩形 232"/>
          <p:cNvSpPr/>
          <p:nvPr/>
        </p:nvSpPr>
        <p:spPr>
          <a:xfrm>
            <a:off x="1433607" y="29680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4" name="矩形 233"/>
          <p:cNvSpPr/>
          <p:nvPr/>
        </p:nvSpPr>
        <p:spPr>
          <a:xfrm>
            <a:off x="1709681" y="29680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9" name="矩形 238"/>
          <p:cNvSpPr/>
          <p:nvPr/>
        </p:nvSpPr>
        <p:spPr>
          <a:xfrm>
            <a:off x="1113553" y="3270527"/>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0" name="矩形 239"/>
          <p:cNvSpPr/>
          <p:nvPr/>
        </p:nvSpPr>
        <p:spPr>
          <a:xfrm>
            <a:off x="1156014" y="3303227"/>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1" name="矩形 240"/>
          <p:cNvSpPr/>
          <p:nvPr/>
        </p:nvSpPr>
        <p:spPr>
          <a:xfrm>
            <a:off x="1433607" y="3303227"/>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2" name="矩形 241"/>
          <p:cNvSpPr/>
          <p:nvPr/>
        </p:nvSpPr>
        <p:spPr>
          <a:xfrm>
            <a:off x="1709681" y="3303227"/>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5" name="文字方塊 254"/>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nvGrpSpPr>
          <p:cNvPr id="97" name="群組 96"/>
          <p:cNvGrpSpPr/>
          <p:nvPr/>
        </p:nvGrpSpPr>
        <p:grpSpPr>
          <a:xfrm>
            <a:off x="3408283" y="1800623"/>
            <a:ext cx="2577977" cy="2427100"/>
            <a:chOff x="3783257" y="2121452"/>
            <a:chExt cx="2577977" cy="2427100"/>
          </a:xfrm>
        </p:grpSpPr>
        <p:grpSp>
          <p:nvGrpSpPr>
            <p:cNvPr id="98" name="群組 97"/>
            <p:cNvGrpSpPr/>
            <p:nvPr/>
          </p:nvGrpSpPr>
          <p:grpSpPr>
            <a:xfrm>
              <a:off x="3783257" y="2121452"/>
              <a:ext cx="2577977" cy="2103053"/>
              <a:chOff x="2734387" y="1930387"/>
              <a:chExt cx="2577977" cy="2103053"/>
            </a:xfrm>
          </p:grpSpPr>
          <p:sp>
            <p:nvSpPr>
              <p:cNvPr id="100" name="向左箭號 99"/>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1" name="向左箭號 100"/>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2" name="向左箭號 101"/>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3" name="圓角矩形 102"/>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2</a:t>
                </a:r>
                <a:endParaRPr kumimoji="1" lang="zh-TW" altLang="en-US" dirty="0">
                  <a:solidFill>
                    <a:sysClr val="windowText" lastClr="000000"/>
                  </a:solidFill>
                </a:endParaRPr>
              </a:p>
            </p:txBody>
          </p:sp>
          <p:sp>
            <p:nvSpPr>
              <p:cNvPr id="104" name="矩形 103"/>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5" name="矩形 104"/>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6" name="矩形 105"/>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7" name="矩形 106"/>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矩形 107"/>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矩形 108"/>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文字方塊 109"/>
              <p:cNvSpPr txBox="1"/>
              <p:nvPr/>
            </p:nvSpPr>
            <p:spPr>
              <a:xfrm>
                <a:off x="2734387" y="3358042"/>
                <a:ext cx="718082" cy="646331"/>
              </a:xfrm>
              <a:prstGeom prst="rect">
                <a:avLst/>
              </a:prstGeom>
              <a:noFill/>
            </p:spPr>
            <p:txBody>
              <a:bodyPr wrap="none" rtlCol="0">
                <a:spAutoFit/>
              </a:bodyPr>
              <a:lstStyle/>
              <a:p>
                <a:r>
                  <a:rPr kumimoji="1" lang="en-US" altLang="zh-TW" dirty="0" smtClean="0"/>
                  <a:t>Yes=1</a:t>
                </a:r>
              </a:p>
              <a:p>
                <a:r>
                  <a:rPr kumimoji="1" lang="en-US" altLang="zh-TW" dirty="0" smtClean="0"/>
                  <a:t>No=1</a:t>
                </a:r>
              </a:p>
            </p:txBody>
          </p:sp>
          <p:sp>
            <p:nvSpPr>
              <p:cNvPr id="111" name="文字方塊 110"/>
              <p:cNvSpPr txBox="1"/>
              <p:nvPr/>
            </p:nvSpPr>
            <p:spPr>
              <a:xfrm>
                <a:off x="3664334" y="3387109"/>
                <a:ext cx="718082" cy="646331"/>
              </a:xfrm>
              <a:prstGeom prst="rect">
                <a:avLst/>
              </a:prstGeom>
              <a:noFill/>
            </p:spPr>
            <p:txBody>
              <a:bodyPr wrap="none" rtlCol="0">
                <a:spAutoFit/>
              </a:bodyPr>
              <a:lstStyle/>
              <a:p>
                <a:r>
                  <a:rPr kumimoji="1" lang="en-US" altLang="zh-TW" dirty="0" smtClean="0"/>
                  <a:t>Yes=1</a:t>
                </a:r>
              </a:p>
              <a:p>
                <a:r>
                  <a:rPr kumimoji="1" lang="en-US" altLang="zh-TW" dirty="0" smtClean="0"/>
                  <a:t>No=1</a:t>
                </a:r>
              </a:p>
            </p:txBody>
          </p:sp>
          <p:sp>
            <p:nvSpPr>
              <p:cNvPr id="112" name="文字方塊 111"/>
              <p:cNvSpPr txBox="1"/>
              <p:nvPr/>
            </p:nvSpPr>
            <p:spPr>
              <a:xfrm>
                <a:off x="4594282" y="3374528"/>
                <a:ext cx="718082" cy="646331"/>
              </a:xfrm>
              <a:prstGeom prst="rect">
                <a:avLst/>
              </a:prstGeom>
              <a:noFill/>
            </p:spPr>
            <p:txBody>
              <a:bodyPr wrap="none" rtlCol="0">
                <a:spAutoFit/>
              </a:bodyPr>
              <a:lstStyle/>
              <a:p>
                <a:r>
                  <a:rPr kumimoji="1" lang="en-US" altLang="zh-TW" dirty="0" smtClean="0"/>
                  <a:t>Yes=1</a:t>
                </a:r>
              </a:p>
              <a:p>
                <a:r>
                  <a:rPr kumimoji="1" lang="en-US" altLang="zh-TW" dirty="0" smtClean="0"/>
                  <a:t>No=0</a:t>
                </a:r>
              </a:p>
            </p:txBody>
          </p:sp>
        </p:grpSp>
        <mc:AlternateContent xmlns:mc="http://schemas.openxmlformats.org/markup-compatibility/2006" xmlns:a14="http://schemas.microsoft.com/office/drawing/2010/main">
          <mc:Choice Requires="a14">
            <p:sp>
              <p:nvSpPr>
                <p:cNvPr id="99" name="矩形 98"/>
                <p:cNvSpPr/>
                <p:nvPr/>
              </p:nvSpPr>
              <p:spPr>
                <a:xfrm>
                  <a:off x="4275976" y="4179220"/>
                  <a:ext cx="155119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TW" i="1" smtClean="0">
                            <a:latin typeface="Cambria Math" charset="0"/>
                          </a:rPr>
                          <m:t>𝑒𝑛𝑡𝑟𝑜𝑝𝑦</m:t>
                        </m:r>
                        <m:r>
                          <a:rPr kumimoji="1" lang="en-US" altLang="zh-TW">
                            <a:latin typeface="Cambria Math" charset="0"/>
                          </a:rPr>
                          <m:t>=</m:t>
                        </m:r>
                        <m:r>
                          <a:rPr kumimoji="1" lang="en-US" altLang="zh-TW" b="0" i="0" smtClean="0">
                            <a:latin typeface="Cambria Math" charset="0"/>
                          </a:rPr>
                          <m:t>4</m:t>
                        </m:r>
                      </m:oMath>
                    </m:oMathPara>
                  </a14:m>
                  <a:endParaRPr lang="en-US" altLang="zh-TW" dirty="0">
                    <a:solidFill>
                      <a:srgbClr val="252525"/>
                    </a:solidFill>
                    <a:latin typeface="Georgia" charset="0"/>
                  </a:endParaRPr>
                </a:p>
              </p:txBody>
            </p:sp>
          </mc:Choice>
          <mc:Fallback xmlns="">
            <p:sp>
              <p:nvSpPr>
                <p:cNvPr id="99" name="矩形 98"/>
                <p:cNvSpPr>
                  <a:spLocks noRot="1" noChangeAspect="1" noMove="1" noResize="1" noEditPoints="1" noAdjustHandles="1" noChangeArrowheads="1" noChangeShapeType="1" noTextEdit="1"/>
                </p:cNvSpPr>
                <p:nvPr/>
              </p:nvSpPr>
              <p:spPr>
                <a:xfrm>
                  <a:off x="4275976" y="4179220"/>
                  <a:ext cx="1551194" cy="369332"/>
                </a:xfrm>
                <a:prstGeom prst="rect">
                  <a:avLst/>
                </a:prstGeom>
                <a:blipFill rotWithShape="0">
                  <a:blip r:embed="rId3"/>
                  <a:stretch>
                    <a:fillRect b="-9836"/>
                  </a:stretch>
                </a:blipFill>
              </p:spPr>
              <p:txBody>
                <a:bodyPr/>
                <a:lstStyle/>
                <a:p>
                  <a:r>
                    <a:rPr lang="zh-TW" altLang="en-US">
                      <a:noFill/>
                    </a:rPr>
                    <a:t> </a:t>
                  </a:r>
                </a:p>
              </p:txBody>
            </p:sp>
          </mc:Fallback>
        </mc:AlternateContent>
      </p:grpSp>
      <p:grpSp>
        <p:nvGrpSpPr>
          <p:cNvPr id="113" name="群組 112"/>
          <p:cNvGrpSpPr/>
          <p:nvPr/>
        </p:nvGrpSpPr>
        <p:grpSpPr>
          <a:xfrm>
            <a:off x="6532761" y="1801851"/>
            <a:ext cx="2577977" cy="2442090"/>
            <a:chOff x="6629801" y="1980002"/>
            <a:chExt cx="2577977" cy="2442090"/>
          </a:xfrm>
        </p:grpSpPr>
        <p:grpSp>
          <p:nvGrpSpPr>
            <p:cNvPr id="114" name="群組 113"/>
            <p:cNvGrpSpPr/>
            <p:nvPr/>
          </p:nvGrpSpPr>
          <p:grpSpPr>
            <a:xfrm>
              <a:off x="6629801" y="1980002"/>
              <a:ext cx="2577977" cy="2103053"/>
              <a:chOff x="2734387" y="1930387"/>
              <a:chExt cx="2577977" cy="2103053"/>
            </a:xfrm>
          </p:grpSpPr>
          <p:sp>
            <p:nvSpPr>
              <p:cNvPr id="116" name="向左箭號 115"/>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7" name="向左箭號 116"/>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8" name="向左箭號 117"/>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9" name="圓角矩形 118"/>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20" name="矩形 119"/>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1" name="矩形 120"/>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2" name="矩形 121"/>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3" name="矩形 122"/>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4" name="矩形 123"/>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5" name="矩形 124"/>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文字方塊 125"/>
              <p:cNvSpPr txBox="1"/>
              <p:nvPr/>
            </p:nvSpPr>
            <p:spPr>
              <a:xfrm>
                <a:off x="2734387" y="3358042"/>
                <a:ext cx="718082" cy="646331"/>
              </a:xfrm>
              <a:prstGeom prst="rect">
                <a:avLst/>
              </a:prstGeom>
              <a:noFill/>
            </p:spPr>
            <p:txBody>
              <a:bodyPr wrap="none" rtlCol="0">
                <a:spAutoFit/>
              </a:bodyPr>
              <a:lstStyle/>
              <a:p>
                <a:r>
                  <a:rPr kumimoji="1" lang="en-US" altLang="zh-TW" dirty="0" smtClean="0"/>
                  <a:t>Yes=0</a:t>
                </a:r>
              </a:p>
              <a:p>
                <a:r>
                  <a:rPr kumimoji="1" lang="en-US" altLang="zh-TW" dirty="0" smtClean="0"/>
                  <a:t>No=1</a:t>
                </a:r>
              </a:p>
            </p:txBody>
          </p:sp>
          <p:sp>
            <p:nvSpPr>
              <p:cNvPr id="127" name="文字方塊 126"/>
              <p:cNvSpPr txBox="1"/>
              <p:nvPr/>
            </p:nvSpPr>
            <p:spPr>
              <a:xfrm>
                <a:off x="3664334" y="3387109"/>
                <a:ext cx="718082" cy="646331"/>
              </a:xfrm>
              <a:prstGeom prst="rect">
                <a:avLst/>
              </a:prstGeom>
              <a:noFill/>
            </p:spPr>
            <p:txBody>
              <a:bodyPr wrap="none" rtlCol="0">
                <a:spAutoFit/>
              </a:bodyPr>
              <a:lstStyle/>
              <a:p>
                <a:r>
                  <a:rPr kumimoji="1" lang="en-US" altLang="zh-TW" dirty="0" smtClean="0"/>
                  <a:t>Yes=0</a:t>
                </a:r>
              </a:p>
              <a:p>
                <a:r>
                  <a:rPr kumimoji="1" lang="en-US" altLang="zh-TW" dirty="0" smtClean="0"/>
                  <a:t>No=1</a:t>
                </a:r>
              </a:p>
            </p:txBody>
          </p:sp>
          <p:sp>
            <p:nvSpPr>
              <p:cNvPr id="128" name="文字方塊 127"/>
              <p:cNvSpPr txBox="1"/>
              <p:nvPr/>
            </p:nvSpPr>
            <p:spPr>
              <a:xfrm>
                <a:off x="4594282" y="3374528"/>
                <a:ext cx="718082" cy="646331"/>
              </a:xfrm>
              <a:prstGeom prst="rect">
                <a:avLst/>
              </a:prstGeom>
              <a:noFill/>
            </p:spPr>
            <p:txBody>
              <a:bodyPr wrap="none" rtlCol="0">
                <a:spAutoFit/>
              </a:bodyPr>
              <a:lstStyle/>
              <a:p>
                <a:r>
                  <a:rPr kumimoji="1" lang="en-US" altLang="zh-TW" dirty="0" smtClean="0"/>
                  <a:t>Yes=3</a:t>
                </a:r>
              </a:p>
              <a:p>
                <a:r>
                  <a:rPr kumimoji="1" lang="en-US" altLang="zh-TW" dirty="0" smtClean="0"/>
                  <a:t>No=0</a:t>
                </a:r>
              </a:p>
            </p:txBody>
          </p:sp>
        </p:grpSp>
        <mc:AlternateContent xmlns:mc="http://schemas.openxmlformats.org/markup-compatibility/2006" xmlns:a14="http://schemas.microsoft.com/office/drawing/2010/main">
          <mc:Choice Requires="a14">
            <p:sp>
              <p:nvSpPr>
                <p:cNvPr id="115" name="矩形 114"/>
                <p:cNvSpPr/>
                <p:nvPr/>
              </p:nvSpPr>
              <p:spPr>
                <a:xfrm>
                  <a:off x="7225113" y="4052760"/>
                  <a:ext cx="15031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TW" i="1" smtClean="0">
                            <a:latin typeface="Cambria Math" charset="0"/>
                          </a:rPr>
                          <m:t>𝑒𝑛𝑡𝑟𝑜𝑝𝑦</m:t>
                        </m:r>
                        <m:r>
                          <a:rPr kumimoji="1" lang="en-US" altLang="zh-TW">
                            <a:latin typeface="Cambria Math" charset="0"/>
                          </a:rPr>
                          <m:t>=</m:t>
                        </m:r>
                        <m:r>
                          <a:rPr kumimoji="1" lang="en-US" altLang="zh-TW" b="0" i="1" smtClean="0">
                            <a:latin typeface="Cambria Math" charset="0"/>
                          </a:rPr>
                          <m:t>0</m:t>
                        </m:r>
                      </m:oMath>
                    </m:oMathPara>
                  </a14:m>
                  <a:endParaRPr lang="en-US" altLang="zh-TW" dirty="0">
                    <a:solidFill>
                      <a:srgbClr val="252525"/>
                    </a:solidFill>
                    <a:effectLst/>
                    <a:latin typeface="Georgia" charset="0"/>
                  </a:endParaRPr>
                </a:p>
              </p:txBody>
            </p:sp>
          </mc:Choice>
          <mc:Fallback xmlns="">
            <p:sp>
              <p:nvSpPr>
                <p:cNvPr id="115" name="矩形 114"/>
                <p:cNvSpPr>
                  <a:spLocks noRot="1" noChangeAspect="1" noMove="1" noResize="1" noEditPoints="1" noAdjustHandles="1" noChangeArrowheads="1" noChangeShapeType="1" noTextEdit="1"/>
                </p:cNvSpPr>
                <p:nvPr/>
              </p:nvSpPr>
              <p:spPr>
                <a:xfrm>
                  <a:off x="7225113" y="4052760"/>
                  <a:ext cx="1503104" cy="369332"/>
                </a:xfrm>
                <a:prstGeom prst="rect">
                  <a:avLst/>
                </a:prstGeom>
                <a:blipFill rotWithShape="0">
                  <a:blip r:embed="rId4"/>
                  <a:stretch>
                    <a:fillRect b="-11667"/>
                  </a:stretch>
                </a:blipFill>
              </p:spPr>
              <p:txBody>
                <a:bodyPr/>
                <a:lstStyle/>
                <a:p>
                  <a:r>
                    <a:rPr lang="zh-TW" altLang="en-US">
                      <a:noFill/>
                    </a:rPr>
                    <a:t> </a:t>
                  </a:r>
                </a:p>
              </p:txBody>
            </p:sp>
          </mc:Fallback>
        </mc:AlternateContent>
      </p:grpSp>
      <p:grpSp>
        <p:nvGrpSpPr>
          <p:cNvPr id="73" name="群組 72"/>
          <p:cNvGrpSpPr/>
          <p:nvPr/>
        </p:nvGrpSpPr>
        <p:grpSpPr>
          <a:xfrm>
            <a:off x="1364532" y="1281910"/>
            <a:ext cx="343622" cy="2348394"/>
            <a:chOff x="1364532" y="1281910"/>
            <a:chExt cx="343622" cy="2348394"/>
          </a:xfrm>
        </p:grpSpPr>
        <p:sp>
          <p:nvSpPr>
            <p:cNvPr id="74" name="向下箭號 73"/>
            <p:cNvSpPr/>
            <p:nvPr/>
          </p:nvSpPr>
          <p:spPr>
            <a:xfrm>
              <a:off x="1483395" y="1281910"/>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5" name="圓角矩形 74"/>
            <p:cNvSpPr/>
            <p:nvPr/>
          </p:nvSpPr>
          <p:spPr>
            <a:xfrm>
              <a:off x="1364532" y="1854908"/>
              <a:ext cx="343622" cy="1775396"/>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76" name="群組 75"/>
          <p:cNvGrpSpPr/>
          <p:nvPr/>
        </p:nvGrpSpPr>
        <p:grpSpPr>
          <a:xfrm>
            <a:off x="1637959" y="1292064"/>
            <a:ext cx="343622" cy="2338240"/>
            <a:chOff x="1637959" y="1292064"/>
            <a:chExt cx="343622" cy="2338240"/>
          </a:xfrm>
        </p:grpSpPr>
        <p:sp>
          <p:nvSpPr>
            <p:cNvPr id="77" name="向下箭號 76"/>
            <p:cNvSpPr/>
            <p:nvPr/>
          </p:nvSpPr>
          <p:spPr>
            <a:xfrm>
              <a:off x="1739782" y="1292064"/>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圓角矩形 77"/>
            <p:cNvSpPr/>
            <p:nvPr/>
          </p:nvSpPr>
          <p:spPr>
            <a:xfrm>
              <a:off x="1637959" y="1873207"/>
              <a:ext cx="343622" cy="175709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79" name="圓角矩形 78"/>
          <p:cNvSpPr/>
          <p:nvPr/>
        </p:nvSpPr>
        <p:spPr>
          <a:xfrm>
            <a:off x="3279719" y="1729313"/>
            <a:ext cx="2850552" cy="253190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0" name="圓角矩形 79"/>
          <p:cNvSpPr/>
          <p:nvPr/>
        </p:nvSpPr>
        <p:spPr>
          <a:xfrm>
            <a:off x="6342137" y="1744574"/>
            <a:ext cx="2870102" cy="2534519"/>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095960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73"/>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79"/>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7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79" grpId="1" animBg="1"/>
      <p:bldP spid="8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grpSp>
        <p:nvGrpSpPr>
          <p:cNvPr id="8" name="群組 7"/>
          <p:cNvGrpSpPr/>
          <p:nvPr/>
        </p:nvGrpSpPr>
        <p:grpSpPr>
          <a:xfrm>
            <a:off x="2018095" y="1893127"/>
            <a:ext cx="526387" cy="4790184"/>
            <a:chOff x="2018095" y="1893127"/>
            <a:chExt cx="526387" cy="4790184"/>
          </a:xfrm>
        </p:grpSpPr>
        <p:sp>
          <p:nvSpPr>
            <p:cNvPr id="495" name="文字方塊 494"/>
            <p:cNvSpPr txBox="1"/>
            <p:nvPr/>
          </p:nvSpPr>
          <p:spPr>
            <a:xfrm>
              <a:off x="2018095" y="2249256"/>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6" name="文字方塊 495"/>
            <p:cNvSpPr txBox="1"/>
            <p:nvPr/>
          </p:nvSpPr>
          <p:spPr>
            <a:xfrm>
              <a:off x="2018095" y="189312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497" name="文字方塊 496"/>
            <p:cNvSpPr txBox="1"/>
            <p:nvPr/>
          </p:nvSpPr>
          <p:spPr>
            <a:xfrm>
              <a:off x="2018095" y="2596563"/>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8" name="文字方塊 497"/>
            <p:cNvSpPr txBox="1"/>
            <p:nvPr/>
          </p:nvSpPr>
          <p:spPr>
            <a:xfrm>
              <a:off x="2018095" y="2914054"/>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499" name="文字方塊 498"/>
            <p:cNvSpPr txBox="1"/>
            <p:nvPr/>
          </p:nvSpPr>
          <p:spPr>
            <a:xfrm>
              <a:off x="2058836" y="3622611"/>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500" name="文字方塊 499"/>
            <p:cNvSpPr txBox="1"/>
            <p:nvPr/>
          </p:nvSpPr>
          <p:spPr>
            <a:xfrm>
              <a:off x="2058836" y="326648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1" name="文字方塊 500"/>
            <p:cNvSpPr txBox="1"/>
            <p:nvPr/>
          </p:nvSpPr>
          <p:spPr>
            <a:xfrm>
              <a:off x="2058836" y="3969918"/>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2" name="文字方塊 501"/>
            <p:cNvSpPr txBox="1"/>
            <p:nvPr/>
          </p:nvSpPr>
          <p:spPr>
            <a:xfrm>
              <a:off x="2058836" y="4287409"/>
              <a:ext cx="455574" cy="369332"/>
            </a:xfrm>
            <a:prstGeom prst="rect">
              <a:avLst/>
            </a:prstGeom>
            <a:noFill/>
            <a:ln>
              <a:noFill/>
            </a:ln>
          </p:spPr>
          <p:txBody>
            <a:bodyPr wrap="none" rtlCol="0">
              <a:spAutoFit/>
            </a:bodyPr>
            <a:lstStyle/>
            <a:p>
              <a:r>
                <a:rPr kumimoji="1" lang="en-US" altLang="zh-TW" dirty="0"/>
                <a:t>No</a:t>
              </a:r>
              <a:endParaRPr kumimoji="1" lang="zh-TW" altLang="en-US" dirty="0"/>
            </a:p>
          </p:txBody>
        </p:sp>
        <p:sp>
          <p:nvSpPr>
            <p:cNvPr id="503" name="文字方塊 502"/>
            <p:cNvSpPr txBox="1"/>
            <p:nvPr/>
          </p:nvSpPr>
          <p:spPr>
            <a:xfrm>
              <a:off x="2055893" y="498176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4" name="文字方塊 503"/>
            <p:cNvSpPr txBox="1"/>
            <p:nvPr/>
          </p:nvSpPr>
          <p:spPr>
            <a:xfrm>
              <a:off x="2055893" y="4625633"/>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5" name="文字方塊 504"/>
            <p:cNvSpPr txBox="1"/>
            <p:nvPr/>
          </p:nvSpPr>
          <p:spPr>
            <a:xfrm>
              <a:off x="2055893" y="5329069"/>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6" name="文字方塊 505"/>
            <p:cNvSpPr txBox="1"/>
            <p:nvPr/>
          </p:nvSpPr>
          <p:spPr>
            <a:xfrm>
              <a:off x="2055893" y="5646560"/>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7" name="文字方塊 506"/>
            <p:cNvSpPr txBox="1"/>
            <p:nvPr/>
          </p:nvSpPr>
          <p:spPr>
            <a:xfrm>
              <a:off x="2055893" y="6011815"/>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36" name="文字方塊 535"/>
            <p:cNvSpPr txBox="1"/>
            <p:nvPr/>
          </p:nvSpPr>
          <p:spPr>
            <a:xfrm>
              <a:off x="2055893" y="6313979"/>
              <a:ext cx="455574" cy="369332"/>
            </a:xfrm>
            <a:prstGeom prst="rect">
              <a:avLst/>
            </a:prstGeom>
            <a:noFill/>
          </p:spPr>
          <p:txBody>
            <a:bodyPr wrap="none" rtlCol="0">
              <a:spAutoFit/>
            </a:bodyPr>
            <a:lstStyle/>
            <a:p>
              <a:r>
                <a:rPr kumimoji="1" lang="en-US" altLang="zh-TW" dirty="0" smtClean="0"/>
                <a:t>No</a:t>
              </a:r>
              <a:endParaRPr kumimoji="1" lang="zh-TW" altLang="en-US" dirty="0"/>
            </a:p>
          </p:txBody>
        </p:sp>
      </p:grpSp>
      <p:grpSp>
        <p:nvGrpSpPr>
          <p:cNvPr id="49" name="群組 48"/>
          <p:cNvGrpSpPr/>
          <p:nvPr/>
        </p:nvGrpSpPr>
        <p:grpSpPr>
          <a:xfrm>
            <a:off x="4961966" y="1725956"/>
            <a:ext cx="2003064" cy="2103053"/>
            <a:chOff x="3309300" y="1930387"/>
            <a:chExt cx="2003064" cy="2103053"/>
          </a:xfrm>
        </p:grpSpPr>
        <p:sp>
          <p:nvSpPr>
            <p:cNvPr id="567" name="向左箭號 56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6" name="向左箭號 565"/>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向左箭號 44"/>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圓角矩形 14"/>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a:solidFill>
                    <a:sysClr val="windowText" lastClr="000000"/>
                  </a:solidFill>
                </a:rPr>
                <a:t>1</a:t>
              </a:r>
              <a:endParaRPr kumimoji="1" lang="zh-TW" altLang="en-US" dirty="0">
                <a:solidFill>
                  <a:sysClr val="windowText" lastClr="000000"/>
                </a:solidFill>
              </a:endParaRPr>
            </a:p>
          </p:txBody>
        </p:sp>
        <p:sp>
          <p:nvSpPr>
            <p:cNvPr id="521" name="矩形 5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2" name="矩形 5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5" name="矩形 524"/>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6" name="矩形 525"/>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7" name="矩形 526"/>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8" name="矩形 527"/>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31" name="文字方塊 530"/>
            <p:cNvSpPr txBox="1"/>
            <p:nvPr/>
          </p:nvSpPr>
          <p:spPr>
            <a:xfrm>
              <a:off x="3664334" y="3387109"/>
              <a:ext cx="718082" cy="646331"/>
            </a:xfrm>
            <a:prstGeom prst="rect">
              <a:avLst/>
            </a:prstGeom>
            <a:noFill/>
          </p:spPr>
          <p:txBody>
            <a:bodyPr wrap="none" rtlCol="0">
              <a:spAutoFit/>
            </a:bodyPr>
            <a:lstStyle/>
            <a:p>
              <a:r>
                <a:rPr kumimoji="1" lang="en-US" altLang="zh-TW" dirty="0" smtClean="0"/>
                <a:t>Yes=4</a:t>
              </a:r>
            </a:p>
            <a:p>
              <a:r>
                <a:rPr kumimoji="1" lang="en-US" altLang="zh-TW" dirty="0" smtClean="0"/>
                <a:t>No=0</a:t>
              </a:r>
            </a:p>
          </p:txBody>
        </p:sp>
        <p:sp>
          <p:nvSpPr>
            <p:cNvPr id="532" name="文字方塊 531"/>
            <p:cNvSpPr txBox="1"/>
            <p:nvPr/>
          </p:nvSpPr>
          <p:spPr>
            <a:xfrm>
              <a:off x="4594282" y="3374528"/>
              <a:ext cx="718082" cy="646331"/>
            </a:xfrm>
            <a:prstGeom prst="rect">
              <a:avLst/>
            </a:prstGeom>
            <a:noFill/>
          </p:spPr>
          <p:txBody>
            <a:bodyPr wrap="none" rtlCol="0">
              <a:spAutoFit/>
            </a:bodyPr>
            <a:lstStyle/>
            <a:p>
              <a:r>
                <a:rPr kumimoji="1" lang="en-US" altLang="zh-TW" dirty="0" smtClean="0"/>
                <a:t>Yes=3</a:t>
              </a:r>
            </a:p>
            <a:p>
              <a:r>
                <a:rPr kumimoji="1" lang="en-US" altLang="zh-TW" dirty="0" smtClean="0"/>
                <a:t>No=2</a:t>
              </a:r>
            </a:p>
          </p:txBody>
        </p:sp>
      </p:grpSp>
      <p:grpSp>
        <p:nvGrpSpPr>
          <p:cNvPr id="98" name="群組 97"/>
          <p:cNvGrpSpPr/>
          <p:nvPr/>
        </p:nvGrpSpPr>
        <p:grpSpPr>
          <a:xfrm>
            <a:off x="3563038" y="3192068"/>
            <a:ext cx="2577977" cy="2103053"/>
            <a:chOff x="2734387" y="1930387"/>
            <a:chExt cx="2577977" cy="2103053"/>
          </a:xfrm>
        </p:grpSpPr>
        <p:sp>
          <p:nvSpPr>
            <p:cNvPr id="100" name="向左箭號 99"/>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1" name="向左箭號 100"/>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2" name="向左箭號 101"/>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3" name="圓角矩形 102"/>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04" name="矩形 103"/>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5" name="矩形 104"/>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6" name="矩形 105"/>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7" name="矩形 106"/>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矩形 107"/>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矩形 108"/>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文字方塊 109"/>
            <p:cNvSpPr txBox="1"/>
            <p:nvPr/>
          </p:nvSpPr>
          <p:spPr>
            <a:xfrm>
              <a:off x="2734387" y="3358042"/>
              <a:ext cx="718082" cy="646331"/>
            </a:xfrm>
            <a:prstGeom prst="rect">
              <a:avLst/>
            </a:prstGeom>
            <a:noFill/>
          </p:spPr>
          <p:txBody>
            <a:bodyPr wrap="none" rtlCol="0">
              <a:spAutoFit/>
            </a:bodyPr>
            <a:lstStyle/>
            <a:p>
              <a:r>
                <a:rPr kumimoji="1" lang="en-US" altLang="zh-TW" dirty="0" smtClean="0"/>
                <a:t>Yes=0</a:t>
              </a:r>
            </a:p>
            <a:p>
              <a:r>
                <a:rPr kumimoji="1" lang="en-US" altLang="zh-TW" dirty="0" smtClean="0"/>
                <a:t>No=1</a:t>
              </a:r>
            </a:p>
          </p:txBody>
        </p:sp>
        <p:sp>
          <p:nvSpPr>
            <p:cNvPr id="111" name="文字方塊 110"/>
            <p:cNvSpPr txBox="1"/>
            <p:nvPr/>
          </p:nvSpPr>
          <p:spPr>
            <a:xfrm>
              <a:off x="3664334" y="3387109"/>
              <a:ext cx="718082" cy="646331"/>
            </a:xfrm>
            <a:prstGeom prst="rect">
              <a:avLst/>
            </a:prstGeom>
            <a:noFill/>
          </p:spPr>
          <p:txBody>
            <a:bodyPr wrap="none" rtlCol="0">
              <a:spAutoFit/>
            </a:bodyPr>
            <a:lstStyle/>
            <a:p>
              <a:r>
                <a:rPr kumimoji="1" lang="en-US" altLang="zh-TW" dirty="0" smtClean="0"/>
                <a:t>Yes=0</a:t>
              </a:r>
            </a:p>
            <a:p>
              <a:r>
                <a:rPr kumimoji="1" lang="en-US" altLang="zh-TW" dirty="0" smtClean="0"/>
                <a:t>No=1</a:t>
              </a:r>
            </a:p>
          </p:txBody>
        </p:sp>
        <p:sp>
          <p:nvSpPr>
            <p:cNvPr id="112" name="文字方塊 111"/>
            <p:cNvSpPr txBox="1"/>
            <p:nvPr/>
          </p:nvSpPr>
          <p:spPr>
            <a:xfrm>
              <a:off x="4594282" y="3374528"/>
              <a:ext cx="718082" cy="646331"/>
            </a:xfrm>
            <a:prstGeom prst="rect">
              <a:avLst/>
            </a:prstGeom>
            <a:noFill/>
          </p:spPr>
          <p:txBody>
            <a:bodyPr wrap="none" rtlCol="0">
              <a:spAutoFit/>
            </a:bodyPr>
            <a:lstStyle/>
            <a:p>
              <a:r>
                <a:rPr kumimoji="1" lang="en-US" altLang="zh-TW" dirty="0" smtClean="0"/>
                <a:t>Yes=3</a:t>
              </a:r>
            </a:p>
            <a:p>
              <a:r>
                <a:rPr kumimoji="1" lang="en-US" altLang="zh-TW" dirty="0" smtClean="0"/>
                <a:t>No=0</a:t>
              </a:r>
            </a:p>
          </p:txBody>
        </p:sp>
      </p:grpSp>
      <p:grpSp>
        <p:nvGrpSpPr>
          <p:cNvPr id="178" name="群組 177"/>
          <p:cNvGrpSpPr/>
          <p:nvPr/>
        </p:nvGrpSpPr>
        <p:grpSpPr>
          <a:xfrm>
            <a:off x="1113553" y="1552742"/>
            <a:ext cx="874470" cy="5069696"/>
            <a:chOff x="1113553" y="1552742"/>
            <a:chExt cx="874470" cy="5069696"/>
          </a:xfrm>
        </p:grpSpPr>
        <p:sp>
          <p:nvSpPr>
            <p:cNvPr id="179" name="矩形 178"/>
            <p:cNvSpPr/>
            <p:nvPr/>
          </p:nvSpPr>
          <p:spPr>
            <a:xfrm>
              <a:off x="1113553" y="191266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0" name="矩形 179"/>
            <p:cNvSpPr/>
            <p:nvPr/>
          </p:nvSpPr>
          <p:spPr>
            <a:xfrm>
              <a:off x="1156014"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1" name="矩形 180"/>
            <p:cNvSpPr/>
            <p:nvPr/>
          </p:nvSpPr>
          <p:spPr>
            <a:xfrm>
              <a:off x="1433607"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2" name="矩形 181"/>
            <p:cNvSpPr/>
            <p:nvPr/>
          </p:nvSpPr>
          <p:spPr>
            <a:xfrm>
              <a:off x="1709681"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3" name="矩形 182"/>
            <p:cNvSpPr/>
            <p:nvPr/>
          </p:nvSpPr>
          <p:spPr>
            <a:xfrm>
              <a:off x="1113553" y="225065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4" name="矩形 183"/>
            <p:cNvSpPr/>
            <p:nvPr/>
          </p:nvSpPr>
          <p:spPr>
            <a:xfrm>
              <a:off x="1156014"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5" name="矩形 184"/>
            <p:cNvSpPr/>
            <p:nvPr/>
          </p:nvSpPr>
          <p:spPr>
            <a:xfrm>
              <a:off x="1433607"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6" name="矩形 185"/>
            <p:cNvSpPr/>
            <p:nvPr/>
          </p:nvSpPr>
          <p:spPr>
            <a:xfrm>
              <a:off x="1709681" y="228335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7" name="矩形 186"/>
            <p:cNvSpPr/>
            <p:nvPr/>
          </p:nvSpPr>
          <p:spPr>
            <a:xfrm>
              <a:off x="1113553" y="258865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8" name="矩形 187"/>
            <p:cNvSpPr/>
            <p:nvPr/>
          </p:nvSpPr>
          <p:spPr>
            <a:xfrm>
              <a:off x="1156014"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9" name="矩形 188"/>
            <p:cNvSpPr/>
            <p:nvPr/>
          </p:nvSpPr>
          <p:spPr>
            <a:xfrm>
              <a:off x="1433607" y="262135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0" name="矩形 189"/>
            <p:cNvSpPr/>
            <p:nvPr/>
          </p:nvSpPr>
          <p:spPr>
            <a:xfrm>
              <a:off x="1709681"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1" name="矩形 190"/>
            <p:cNvSpPr/>
            <p:nvPr/>
          </p:nvSpPr>
          <p:spPr>
            <a:xfrm>
              <a:off x="1113553" y="292665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2" name="矩形 191"/>
            <p:cNvSpPr/>
            <p:nvPr/>
          </p:nvSpPr>
          <p:spPr>
            <a:xfrm>
              <a:off x="1156014" y="295935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3" name="矩形 192"/>
            <p:cNvSpPr/>
            <p:nvPr/>
          </p:nvSpPr>
          <p:spPr>
            <a:xfrm>
              <a:off x="1433607" y="2959354"/>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4" name="矩形 193"/>
            <p:cNvSpPr/>
            <p:nvPr/>
          </p:nvSpPr>
          <p:spPr>
            <a:xfrm>
              <a:off x="1709681" y="295935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5" name="矩形 194"/>
            <p:cNvSpPr/>
            <p:nvPr/>
          </p:nvSpPr>
          <p:spPr>
            <a:xfrm>
              <a:off x="1113553" y="326465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6" name="矩形 195"/>
            <p:cNvSpPr/>
            <p:nvPr/>
          </p:nvSpPr>
          <p:spPr>
            <a:xfrm>
              <a:off x="1156014"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7" name="矩形 196"/>
            <p:cNvSpPr/>
            <p:nvPr/>
          </p:nvSpPr>
          <p:spPr>
            <a:xfrm>
              <a:off x="1433607" y="329735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6" name="矩形 255"/>
            <p:cNvSpPr/>
            <p:nvPr/>
          </p:nvSpPr>
          <p:spPr>
            <a:xfrm>
              <a:off x="1709681" y="329735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7" name="矩形 256"/>
            <p:cNvSpPr/>
            <p:nvPr/>
          </p:nvSpPr>
          <p:spPr>
            <a:xfrm>
              <a:off x="1113553" y="360265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8" name="矩形 257"/>
            <p:cNvSpPr/>
            <p:nvPr/>
          </p:nvSpPr>
          <p:spPr>
            <a:xfrm>
              <a:off x="1156014"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9" name="矩形 258"/>
            <p:cNvSpPr/>
            <p:nvPr/>
          </p:nvSpPr>
          <p:spPr>
            <a:xfrm>
              <a:off x="1433607"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0" name="矩形 259"/>
            <p:cNvSpPr/>
            <p:nvPr/>
          </p:nvSpPr>
          <p:spPr>
            <a:xfrm>
              <a:off x="1709681"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1" name="矩形 260"/>
            <p:cNvSpPr/>
            <p:nvPr/>
          </p:nvSpPr>
          <p:spPr>
            <a:xfrm>
              <a:off x="1113553" y="394064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2" name="矩形 261"/>
            <p:cNvSpPr/>
            <p:nvPr/>
          </p:nvSpPr>
          <p:spPr>
            <a:xfrm>
              <a:off x="1156014" y="397334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3" name="矩形 262"/>
            <p:cNvSpPr/>
            <p:nvPr/>
          </p:nvSpPr>
          <p:spPr>
            <a:xfrm>
              <a:off x="1433607" y="397334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4" name="矩形 263"/>
            <p:cNvSpPr/>
            <p:nvPr/>
          </p:nvSpPr>
          <p:spPr>
            <a:xfrm>
              <a:off x="1709681" y="397334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5" name="矩形 264"/>
            <p:cNvSpPr/>
            <p:nvPr/>
          </p:nvSpPr>
          <p:spPr>
            <a:xfrm>
              <a:off x="1113553" y="427864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6" name="矩形 265"/>
            <p:cNvSpPr/>
            <p:nvPr/>
          </p:nvSpPr>
          <p:spPr>
            <a:xfrm>
              <a:off x="1156014" y="431134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8" name="矩形 267"/>
            <p:cNvSpPr/>
            <p:nvPr/>
          </p:nvSpPr>
          <p:spPr>
            <a:xfrm>
              <a:off x="1433607"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9" name="矩形 268"/>
            <p:cNvSpPr/>
            <p:nvPr/>
          </p:nvSpPr>
          <p:spPr>
            <a:xfrm>
              <a:off x="1709681"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0" name="矩形 269"/>
            <p:cNvSpPr/>
            <p:nvPr/>
          </p:nvSpPr>
          <p:spPr>
            <a:xfrm>
              <a:off x="1113553" y="461664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1" name="矩形 270"/>
            <p:cNvSpPr/>
            <p:nvPr/>
          </p:nvSpPr>
          <p:spPr>
            <a:xfrm>
              <a:off x="1156014" y="464934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2" name="矩形 271"/>
            <p:cNvSpPr/>
            <p:nvPr/>
          </p:nvSpPr>
          <p:spPr>
            <a:xfrm>
              <a:off x="1433607"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3" name="矩形 272"/>
            <p:cNvSpPr/>
            <p:nvPr/>
          </p:nvSpPr>
          <p:spPr>
            <a:xfrm>
              <a:off x="1709681"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4" name="矩形 273"/>
            <p:cNvSpPr/>
            <p:nvPr/>
          </p:nvSpPr>
          <p:spPr>
            <a:xfrm>
              <a:off x="1113553" y="495464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5" name="矩形 274"/>
            <p:cNvSpPr/>
            <p:nvPr/>
          </p:nvSpPr>
          <p:spPr>
            <a:xfrm>
              <a:off x="1156014" y="498734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6" name="矩形 275"/>
            <p:cNvSpPr/>
            <p:nvPr/>
          </p:nvSpPr>
          <p:spPr>
            <a:xfrm>
              <a:off x="1433607" y="498734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7" name="矩形 276"/>
            <p:cNvSpPr/>
            <p:nvPr/>
          </p:nvSpPr>
          <p:spPr>
            <a:xfrm>
              <a:off x="1709681" y="498734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8" name="矩形 277"/>
            <p:cNvSpPr/>
            <p:nvPr/>
          </p:nvSpPr>
          <p:spPr>
            <a:xfrm>
              <a:off x="1113553" y="52926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9" name="矩形 278"/>
            <p:cNvSpPr/>
            <p:nvPr/>
          </p:nvSpPr>
          <p:spPr>
            <a:xfrm>
              <a:off x="1156014" y="53253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0" name="矩形 279"/>
            <p:cNvSpPr/>
            <p:nvPr/>
          </p:nvSpPr>
          <p:spPr>
            <a:xfrm>
              <a:off x="1433607" y="53253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1" name="矩形 280"/>
            <p:cNvSpPr/>
            <p:nvPr/>
          </p:nvSpPr>
          <p:spPr>
            <a:xfrm>
              <a:off x="1709681" y="532534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2" name="矩形 281"/>
            <p:cNvSpPr/>
            <p:nvPr/>
          </p:nvSpPr>
          <p:spPr>
            <a:xfrm>
              <a:off x="1113553" y="56306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3" name="矩形 282"/>
            <p:cNvSpPr/>
            <p:nvPr/>
          </p:nvSpPr>
          <p:spPr>
            <a:xfrm>
              <a:off x="1156014"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4" name="矩形 283"/>
            <p:cNvSpPr/>
            <p:nvPr/>
          </p:nvSpPr>
          <p:spPr>
            <a:xfrm>
              <a:off x="1433607"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5" name="矩形 284"/>
            <p:cNvSpPr/>
            <p:nvPr/>
          </p:nvSpPr>
          <p:spPr>
            <a:xfrm>
              <a:off x="1709681" y="566333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6" name="矩形 285"/>
            <p:cNvSpPr/>
            <p:nvPr/>
          </p:nvSpPr>
          <p:spPr>
            <a:xfrm>
              <a:off x="1113553" y="59784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7" name="矩形 286"/>
            <p:cNvSpPr/>
            <p:nvPr/>
          </p:nvSpPr>
          <p:spPr>
            <a:xfrm>
              <a:off x="1156014" y="60111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8" name="矩形 287"/>
            <p:cNvSpPr/>
            <p:nvPr/>
          </p:nvSpPr>
          <p:spPr>
            <a:xfrm>
              <a:off x="1433607"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9" name="矩形 288"/>
            <p:cNvSpPr/>
            <p:nvPr/>
          </p:nvSpPr>
          <p:spPr>
            <a:xfrm>
              <a:off x="1709681"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0" name="矩形 289"/>
            <p:cNvSpPr/>
            <p:nvPr/>
          </p:nvSpPr>
          <p:spPr>
            <a:xfrm>
              <a:off x="1113553" y="63164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1" name="矩形 290"/>
            <p:cNvSpPr/>
            <p:nvPr/>
          </p:nvSpPr>
          <p:spPr>
            <a:xfrm>
              <a:off x="1156014"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2" name="矩形 291"/>
            <p:cNvSpPr/>
            <p:nvPr/>
          </p:nvSpPr>
          <p:spPr>
            <a:xfrm>
              <a:off x="1433607" y="63491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3" name="矩形 292"/>
            <p:cNvSpPr/>
            <p:nvPr/>
          </p:nvSpPr>
          <p:spPr>
            <a:xfrm>
              <a:off x="1709681"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4" name="文字方塊 293"/>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grpSp>
        <p:nvGrpSpPr>
          <p:cNvPr id="4" name="群組 3"/>
          <p:cNvGrpSpPr/>
          <p:nvPr/>
        </p:nvGrpSpPr>
        <p:grpSpPr>
          <a:xfrm>
            <a:off x="1071156" y="1281910"/>
            <a:ext cx="6021814" cy="5340528"/>
            <a:chOff x="1071156" y="1281910"/>
            <a:chExt cx="6021814" cy="5340528"/>
          </a:xfrm>
        </p:grpSpPr>
        <p:sp>
          <p:nvSpPr>
            <p:cNvPr id="267" name="向下箭號 266"/>
            <p:cNvSpPr/>
            <p:nvPr/>
          </p:nvSpPr>
          <p:spPr>
            <a:xfrm>
              <a:off x="1171425" y="1281910"/>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3" name="圓角矩形 112"/>
            <p:cNvSpPr/>
            <p:nvPr/>
          </p:nvSpPr>
          <p:spPr>
            <a:xfrm>
              <a:off x="6111954" y="3179116"/>
              <a:ext cx="981016" cy="637312"/>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3" name="群組 2"/>
            <p:cNvGrpSpPr/>
            <p:nvPr/>
          </p:nvGrpSpPr>
          <p:grpSpPr>
            <a:xfrm>
              <a:off x="1071156" y="2912707"/>
              <a:ext cx="1497216" cy="3709731"/>
              <a:chOff x="1071156" y="2912707"/>
              <a:chExt cx="1497216" cy="3709731"/>
            </a:xfrm>
          </p:grpSpPr>
          <p:sp>
            <p:nvSpPr>
              <p:cNvPr id="140" name="圓角矩形 139"/>
              <p:cNvSpPr/>
              <p:nvPr/>
            </p:nvSpPr>
            <p:spPr>
              <a:xfrm>
                <a:off x="1071156" y="2912707"/>
                <a:ext cx="1497216" cy="1000684"/>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2" name="圓角矩形 141"/>
              <p:cNvSpPr/>
              <p:nvPr/>
            </p:nvSpPr>
            <p:spPr>
              <a:xfrm>
                <a:off x="1088520" y="6285960"/>
                <a:ext cx="1427986" cy="336478"/>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3" name="圓角矩形 142"/>
              <p:cNvSpPr/>
              <p:nvPr/>
            </p:nvSpPr>
            <p:spPr>
              <a:xfrm>
                <a:off x="1075835" y="4924514"/>
                <a:ext cx="1435632" cy="356791"/>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spTree>
    <p:extLst>
      <p:ext uri="{BB962C8B-B14F-4D97-AF65-F5344CB8AC3E}">
        <p14:creationId xmlns:p14="http://schemas.microsoft.com/office/powerpoint/2010/main" val="80950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sp>
        <p:nvSpPr>
          <p:cNvPr id="498" name="文字方塊 497"/>
          <p:cNvSpPr txBox="1"/>
          <p:nvPr/>
        </p:nvSpPr>
        <p:spPr>
          <a:xfrm>
            <a:off x="2018095" y="1910761"/>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499" name="文字方塊 498"/>
          <p:cNvSpPr txBox="1"/>
          <p:nvPr/>
        </p:nvSpPr>
        <p:spPr>
          <a:xfrm>
            <a:off x="2058836" y="2619318"/>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500" name="文字方塊 499"/>
          <p:cNvSpPr txBox="1"/>
          <p:nvPr/>
        </p:nvSpPr>
        <p:spPr>
          <a:xfrm>
            <a:off x="2058836" y="2263189"/>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3" name="文字方塊 502"/>
          <p:cNvSpPr txBox="1"/>
          <p:nvPr/>
        </p:nvSpPr>
        <p:spPr>
          <a:xfrm>
            <a:off x="2058836" y="2966166"/>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36" name="文字方塊 535"/>
          <p:cNvSpPr txBox="1"/>
          <p:nvPr/>
        </p:nvSpPr>
        <p:spPr>
          <a:xfrm>
            <a:off x="2071110" y="327679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211" name="矩形 210"/>
          <p:cNvSpPr/>
          <p:nvPr/>
        </p:nvSpPr>
        <p:spPr>
          <a:xfrm>
            <a:off x="1113553" y="1923361"/>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2" name="矩形 211"/>
          <p:cNvSpPr/>
          <p:nvPr/>
        </p:nvSpPr>
        <p:spPr>
          <a:xfrm>
            <a:off x="1156014" y="1956061"/>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3" name="矩形 212"/>
          <p:cNvSpPr/>
          <p:nvPr/>
        </p:nvSpPr>
        <p:spPr>
          <a:xfrm>
            <a:off x="1433607" y="1956061"/>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4" name="矩形 213"/>
          <p:cNvSpPr/>
          <p:nvPr/>
        </p:nvSpPr>
        <p:spPr>
          <a:xfrm>
            <a:off x="1709681" y="1956061"/>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5" name="矩形 214"/>
          <p:cNvSpPr/>
          <p:nvPr/>
        </p:nvSpPr>
        <p:spPr>
          <a:xfrm>
            <a:off x="1113553" y="2261359"/>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6" name="矩形 215"/>
          <p:cNvSpPr/>
          <p:nvPr/>
        </p:nvSpPr>
        <p:spPr>
          <a:xfrm>
            <a:off x="1156014" y="2294059"/>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7" name="矩形 216"/>
          <p:cNvSpPr/>
          <p:nvPr/>
        </p:nvSpPr>
        <p:spPr>
          <a:xfrm>
            <a:off x="1433607" y="2294059"/>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8" name="矩形 217"/>
          <p:cNvSpPr/>
          <p:nvPr/>
        </p:nvSpPr>
        <p:spPr>
          <a:xfrm>
            <a:off x="1709681" y="2294059"/>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9" name="矩形 218"/>
          <p:cNvSpPr/>
          <p:nvPr/>
        </p:nvSpPr>
        <p:spPr>
          <a:xfrm>
            <a:off x="1113553" y="2599357"/>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0" name="矩形 219"/>
          <p:cNvSpPr/>
          <p:nvPr/>
        </p:nvSpPr>
        <p:spPr>
          <a:xfrm>
            <a:off x="1156014" y="2632057"/>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1" name="矩形 220"/>
          <p:cNvSpPr/>
          <p:nvPr/>
        </p:nvSpPr>
        <p:spPr>
          <a:xfrm>
            <a:off x="1433607" y="2632057"/>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2" name="矩形 221"/>
          <p:cNvSpPr/>
          <p:nvPr/>
        </p:nvSpPr>
        <p:spPr>
          <a:xfrm>
            <a:off x="1709681" y="2632057"/>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5" name="矩形 234"/>
          <p:cNvSpPr/>
          <p:nvPr/>
        </p:nvSpPr>
        <p:spPr>
          <a:xfrm>
            <a:off x="1116496" y="293904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6" name="矩形 235"/>
          <p:cNvSpPr/>
          <p:nvPr/>
        </p:nvSpPr>
        <p:spPr>
          <a:xfrm>
            <a:off x="1158957" y="297174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7" name="矩形 236"/>
          <p:cNvSpPr/>
          <p:nvPr/>
        </p:nvSpPr>
        <p:spPr>
          <a:xfrm>
            <a:off x="1436550" y="29717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8" name="矩形 237"/>
          <p:cNvSpPr/>
          <p:nvPr/>
        </p:nvSpPr>
        <p:spPr>
          <a:xfrm>
            <a:off x="1712624" y="297174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1" name="矩形 250"/>
          <p:cNvSpPr/>
          <p:nvPr/>
        </p:nvSpPr>
        <p:spPr>
          <a:xfrm>
            <a:off x="1128770" y="327925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2" name="矩形 251"/>
          <p:cNvSpPr/>
          <p:nvPr/>
        </p:nvSpPr>
        <p:spPr>
          <a:xfrm>
            <a:off x="1171231" y="331195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3" name="矩形 252"/>
          <p:cNvSpPr/>
          <p:nvPr/>
        </p:nvSpPr>
        <p:spPr>
          <a:xfrm>
            <a:off x="1448824" y="33119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4" name="矩形 253"/>
          <p:cNvSpPr/>
          <p:nvPr/>
        </p:nvSpPr>
        <p:spPr>
          <a:xfrm>
            <a:off x="1724898" y="331195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5" name="文字方塊 254"/>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nvGrpSpPr>
          <p:cNvPr id="114" name="群組 113"/>
          <p:cNvGrpSpPr/>
          <p:nvPr/>
        </p:nvGrpSpPr>
        <p:grpSpPr>
          <a:xfrm>
            <a:off x="3408283" y="1800623"/>
            <a:ext cx="2577977" cy="2423963"/>
            <a:chOff x="3783257" y="2121452"/>
            <a:chExt cx="2577977" cy="2423963"/>
          </a:xfrm>
        </p:grpSpPr>
        <p:grpSp>
          <p:nvGrpSpPr>
            <p:cNvPr id="115" name="群組 114"/>
            <p:cNvGrpSpPr/>
            <p:nvPr/>
          </p:nvGrpSpPr>
          <p:grpSpPr>
            <a:xfrm>
              <a:off x="3783257" y="2121452"/>
              <a:ext cx="2577977" cy="2103053"/>
              <a:chOff x="2734387" y="1930387"/>
              <a:chExt cx="2577977" cy="2103053"/>
            </a:xfrm>
          </p:grpSpPr>
          <p:sp>
            <p:nvSpPr>
              <p:cNvPr id="117" name="向左箭號 11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8" name="向左箭號 117"/>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9" name="向左箭號 118"/>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0" name="圓角矩形 119"/>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2</a:t>
                </a:r>
                <a:endParaRPr kumimoji="1" lang="zh-TW" altLang="en-US" dirty="0">
                  <a:solidFill>
                    <a:sysClr val="windowText" lastClr="000000"/>
                  </a:solidFill>
                </a:endParaRPr>
              </a:p>
            </p:txBody>
          </p:sp>
          <p:sp>
            <p:nvSpPr>
              <p:cNvPr id="121" name="矩形 1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2" name="矩形 1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3" name="矩形 122"/>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4" name="矩形 123"/>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5" name="矩形 124"/>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矩形 125"/>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7" name="文字方塊 126"/>
              <p:cNvSpPr txBox="1"/>
              <p:nvPr/>
            </p:nvSpPr>
            <p:spPr>
              <a:xfrm>
                <a:off x="2734387" y="3358042"/>
                <a:ext cx="718082" cy="646331"/>
              </a:xfrm>
              <a:prstGeom prst="rect">
                <a:avLst/>
              </a:prstGeom>
              <a:noFill/>
            </p:spPr>
            <p:txBody>
              <a:bodyPr wrap="none" rtlCol="0">
                <a:spAutoFit/>
              </a:bodyPr>
              <a:lstStyle/>
              <a:p>
                <a:r>
                  <a:rPr kumimoji="1" lang="en-US" altLang="zh-TW" dirty="0" smtClean="0"/>
                  <a:t>Yes=1</a:t>
                </a:r>
              </a:p>
              <a:p>
                <a:r>
                  <a:rPr kumimoji="1" lang="en-US" altLang="zh-TW" dirty="0" smtClean="0"/>
                  <a:t>No=0</a:t>
                </a:r>
              </a:p>
            </p:txBody>
          </p:sp>
          <p:sp>
            <p:nvSpPr>
              <p:cNvPr id="128" name="文字方塊 127"/>
              <p:cNvSpPr txBox="1"/>
              <p:nvPr/>
            </p:nvSpPr>
            <p:spPr>
              <a:xfrm>
                <a:off x="3664334" y="3387109"/>
                <a:ext cx="718082" cy="646331"/>
              </a:xfrm>
              <a:prstGeom prst="rect">
                <a:avLst/>
              </a:prstGeom>
              <a:noFill/>
            </p:spPr>
            <p:txBody>
              <a:bodyPr wrap="none" rtlCol="0">
                <a:spAutoFit/>
              </a:bodyPr>
              <a:lstStyle/>
              <a:p>
                <a:r>
                  <a:rPr kumimoji="1" lang="en-US" altLang="zh-TW" dirty="0" smtClean="0"/>
                  <a:t>Yes=2</a:t>
                </a:r>
              </a:p>
              <a:p>
                <a:r>
                  <a:rPr kumimoji="1" lang="en-US" altLang="zh-TW" dirty="0" smtClean="0"/>
                  <a:t>No=1</a:t>
                </a:r>
              </a:p>
            </p:txBody>
          </p:sp>
          <p:sp>
            <p:nvSpPr>
              <p:cNvPr id="129" name="文字方塊 128"/>
              <p:cNvSpPr txBox="1"/>
              <p:nvPr/>
            </p:nvSpPr>
            <p:spPr>
              <a:xfrm>
                <a:off x="4594282" y="3374528"/>
                <a:ext cx="718082" cy="646331"/>
              </a:xfrm>
              <a:prstGeom prst="rect">
                <a:avLst/>
              </a:prstGeom>
              <a:noFill/>
            </p:spPr>
            <p:txBody>
              <a:bodyPr wrap="none" rtlCol="0">
                <a:spAutoFit/>
              </a:bodyPr>
              <a:lstStyle/>
              <a:p>
                <a:r>
                  <a:rPr kumimoji="1" lang="en-US" altLang="zh-TW" dirty="0" smtClean="0"/>
                  <a:t>Yes=0</a:t>
                </a:r>
              </a:p>
              <a:p>
                <a:r>
                  <a:rPr kumimoji="1" lang="en-US" altLang="zh-TW" dirty="0" smtClean="0"/>
                  <a:t>No=1</a:t>
                </a:r>
              </a:p>
            </p:txBody>
          </p:sp>
        </p:grpSp>
        <mc:AlternateContent xmlns:mc="http://schemas.openxmlformats.org/markup-compatibility/2006" xmlns:a14="http://schemas.microsoft.com/office/drawing/2010/main">
          <mc:Choice Requires="a14">
            <p:sp>
              <p:nvSpPr>
                <p:cNvPr id="116" name="矩形 115"/>
                <p:cNvSpPr/>
                <p:nvPr/>
              </p:nvSpPr>
              <p:spPr>
                <a:xfrm>
                  <a:off x="4194519" y="4176083"/>
                  <a:ext cx="18076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TW" i="1" smtClean="0">
                            <a:latin typeface="Cambria Math" charset="0"/>
                          </a:rPr>
                          <m:t>𝑒𝑛𝑡𝑟𝑜𝑝𝑦</m:t>
                        </m:r>
                        <m:r>
                          <a:rPr kumimoji="1" lang="en-US" altLang="zh-TW">
                            <a:latin typeface="Cambria Math" charset="0"/>
                          </a:rPr>
                          <m:t>=</m:t>
                        </m:r>
                        <m:r>
                          <a:rPr kumimoji="1" lang="en-US" altLang="zh-TW" b="0" i="0" smtClean="0">
                            <a:latin typeface="Cambria Math" charset="0"/>
                          </a:rPr>
                          <m:t>2.75</m:t>
                        </m:r>
                      </m:oMath>
                    </m:oMathPara>
                  </a14:m>
                  <a:endParaRPr lang="en-US" altLang="zh-TW" dirty="0">
                    <a:solidFill>
                      <a:srgbClr val="252525"/>
                    </a:solidFill>
                    <a:effectLst/>
                    <a:latin typeface="Georgia" charset="0"/>
                  </a:endParaRPr>
                </a:p>
              </p:txBody>
            </p:sp>
          </mc:Choice>
          <mc:Fallback xmlns="">
            <p:sp>
              <p:nvSpPr>
                <p:cNvPr id="116" name="矩形 115"/>
                <p:cNvSpPr>
                  <a:spLocks noRot="1" noChangeAspect="1" noMove="1" noResize="1" noEditPoints="1" noAdjustHandles="1" noChangeArrowheads="1" noChangeShapeType="1" noTextEdit="1"/>
                </p:cNvSpPr>
                <p:nvPr/>
              </p:nvSpPr>
              <p:spPr>
                <a:xfrm>
                  <a:off x="4194519" y="4176083"/>
                  <a:ext cx="1807674" cy="369332"/>
                </a:xfrm>
                <a:prstGeom prst="rect">
                  <a:avLst/>
                </a:prstGeom>
                <a:blipFill rotWithShape="0">
                  <a:blip r:embed="rId3"/>
                  <a:stretch>
                    <a:fillRect b="-9836"/>
                  </a:stretch>
                </a:blipFill>
              </p:spPr>
              <p:txBody>
                <a:bodyPr/>
                <a:lstStyle/>
                <a:p>
                  <a:r>
                    <a:rPr lang="zh-TW" altLang="en-US">
                      <a:noFill/>
                    </a:rPr>
                    <a:t> </a:t>
                  </a:r>
                </a:p>
              </p:txBody>
            </p:sp>
          </mc:Fallback>
        </mc:AlternateContent>
      </p:grpSp>
      <p:grpSp>
        <p:nvGrpSpPr>
          <p:cNvPr id="130" name="群組 129"/>
          <p:cNvGrpSpPr/>
          <p:nvPr/>
        </p:nvGrpSpPr>
        <p:grpSpPr>
          <a:xfrm>
            <a:off x="6532761" y="1801851"/>
            <a:ext cx="2577977" cy="2442090"/>
            <a:chOff x="6629801" y="1980002"/>
            <a:chExt cx="2577977" cy="2442090"/>
          </a:xfrm>
        </p:grpSpPr>
        <p:grpSp>
          <p:nvGrpSpPr>
            <p:cNvPr id="131" name="群組 130"/>
            <p:cNvGrpSpPr/>
            <p:nvPr/>
          </p:nvGrpSpPr>
          <p:grpSpPr>
            <a:xfrm>
              <a:off x="6629801" y="1980002"/>
              <a:ext cx="2577977" cy="2103053"/>
              <a:chOff x="2734387" y="1930387"/>
              <a:chExt cx="2577977" cy="2103053"/>
            </a:xfrm>
          </p:grpSpPr>
          <p:sp>
            <p:nvSpPr>
              <p:cNvPr id="133" name="向左箭號 132"/>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向左箭號 133"/>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向左箭號 134"/>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6" name="圓角矩形 135"/>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37" name="矩形 136"/>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1" name="矩形 140"/>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6" name="矩形 145"/>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7" name="矩形 146"/>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8" name="文字方塊 147"/>
              <p:cNvSpPr txBox="1"/>
              <p:nvPr/>
            </p:nvSpPr>
            <p:spPr>
              <a:xfrm>
                <a:off x="2734387" y="3358042"/>
                <a:ext cx="718082" cy="646331"/>
              </a:xfrm>
              <a:prstGeom prst="rect">
                <a:avLst/>
              </a:prstGeom>
              <a:noFill/>
            </p:spPr>
            <p:txBody>
              <a:bodyPr wrap="none" rtlCol="0">
                <a:spAutoFit/>
              </a:bodyPr>
              <a:lstStyle/>
              <a:p>
                <a:r>
                  <a:rPr kumimoji="1" lang="en-US" altLang="zh-TW" dirty="0" smtClean="0"/>
                  <a:t>Yes=2</a:t>
                </a:r>
              </a:p>
              <a:p>
                <a:r>
                  <a:rPr kumimoji="1" lang="en-US" altLang="zh-TW" dirty="0" smtClean="0"/>
                  <a:t>No=0</a:t>
                </a:r>
              </a:p>
            </p:txBody>
          </p:sp>
          <p:sp>
            <p:nvSpPr>
              <p:cNvPr id="149" name="文字方塊 148"/>
              <p:cNvSpPr txBox="1"/>
              <p:nvPr/>
            </p:nvSpPr>
            <p:spPr>
              <a:xfrm>
                <a:off x="3664334" y="3387109"/>
                <a:ext cx="718082" cy="646331"/>
              </a:xfrm>
              <a:prstGeom prst="rect">
                <a:avLst/>
              </a:prstGeom>
              <a:noFill/>
            </p:spPr>
            <p:txBody>
              <a:bodyPr wrap="none" rtlCol="0">
                <a:spAutoFit/>
              </a:bodyPr>
              <a:lstStyle/>
              <a:p>
                <a:r>
                  <a:rPr kumimoji="1" lang="en-US" altLang="zh-TW" dirty="0" smtClean="0"/>
                  <a:t>Yes=1</a:t>
                </a:r>
              </a:p>
              <a:p>
                <a:r>
                  <a:rPr kumimoji="1" lang="en-US" altLang="zh-TW" dirty="0" smtClean="0"/>
                  <a:t>No=0</a:t>
                </a:r>
              </a:p>
            </p:txBody>
          </p:sp>
          <p:sp>
            <p:nvSpPr>
              <p:cNvPr id="150" name="文字方塊 149"/>
              <p:cNvSpPr txBox="1"/>
              <p:nvPr/>
            </p:nvSpPr>
            <p:spPr>
              <a:xfrm>
                <a:off x="4594282" y="3374528"/>
                <a:ext cx="718082" cy="646331"/>
              </a:xfrm>
              <a:prstGeom prst="rect">
                <a:avLst/>
              </a:prstGeom>
              <a:noFill/>
            </p:spPr>
            <p:txBody>
              <a:bodyPr wrap="none" rtlCol="0">
                <a:spAutoFit/>
              </a:bodyPr>
              <a:lstStyle/>
              <a:p>
                <a:r>
                  <a:rPr kumimoji="1" lang="en-US" altLang="zh-TW" dirty="0" smtClean="0"/>
                  <a:t>Yes=0</a:t>
                </a:r>
              </a:p>
              <a:p>
                <a:r>
                  <a:rPr kumimoji="1" lang="en-US" altLang="zh-TW" dirty="0" smtClean="0"/>
                  <a:t>No=2</a:t>
                </a:r>
              </a:p>
            </p:txBody>
          </p:sp>
        </p:grpSp>
        <mc:AlternateContent xmlns:mc="http://schemas.openxmlformats.org/markup-compatibility/2006" xmlns:a14="http://schemas.microsoft.com/office/drawing/2010/main">
          <mc:Choice Requires="a14">
            <p:sp>
              <p:nvSpPr>
                <p:cNvPr id="132" name="矩形 131"/>
                <p:cNvSpPr/>
                <p:nvPr/>
              </p:nvSpPr>
              <p:spPr>
                <a:xfrm>
                  <a:off x="7183520" y="4052760"/>
                  <a:ext cx="15031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TW" i="1" smtClean="0">
                            <a:latin typeface="Cambria Math" charset="0"/>
                          </a:rPr>
                          <m:t>𝑒𝑛𝑡𝑟𝑜𝑝𝑦</m:t>
                        </m:r>
                        <m:r>
                          <a:rPr kumimoji="1" lang="en-US" altLang="zh-TW" b="0" i="0" smtClean="0">
                            <a:latin typeface="Cambria Math" charset="0"/>
                          </a:rPr>
                          <m:t>=0</m:t>
                        </m:r>
                      </m:oMath>
                    </m:oMathPara>
                  </a14:m>
                  <a:endParaRPr lang="en-US" altLang="zh-TW" dirty="0">
                    <a:solidFill>
                      <a:srgbClr val="252525"/>
                    </a:solidFill>
                    <a:effectLst/>
                    <a:latin typeface="Georgia" charset="0"/>
                  </a:endParaRPr>
                </a:p>
              </p:txBody>
            </p:sp>
          </mc:Choice>
          <mc:Fallback xmlns="">
            <p:sp>
              <p:nvSpPr>
                <p:cNvPr id="132" name="矩形 131"/>
                <p:cNvSpPr>
                  <a:spLocks noRot="1" noChangeAspect="1" noMove="1" noResize="1" noEditPoints="1" noAdjustHandles="1" noChangeArrowheads="1" noChangeShapeType="1" noTextEdit="1"/>
                </p:cNvSpPr>
                <p:nvPr/>
              </p:nvSpPr>
              <p:spPr>
                <a:xfrm>
                  <a:off x="7183520" y="4052760"/>
                  <a:ext cx="1503104" cy="369332"/>
                </a:xfrm>
                <a:prstGeom prst="rect">
                  <a:avLst/>
                </a:prstGeom>
                <a:blipFill rotWithShape="0">
                  <a:blip r:embed="rId4"/>
                  <a:stretch>
                    <a:fillRect b="-11667"/>
                  </a:stretch>
                </a:blipFill>
              </p:spPr>
              <p:txBody>
                <a:bodyPr/>
                <a:lstStyle/>
                <a:p>
                  <a:r>
                    <a:rPr lang="zh-TW" altLang="en-US">
                      <a:noFill/>
                    </a:rPr>
                    <a:t> </a:t>
                  </a:r>
                </a:p>
              </p:txBody>
            </p:sp>
          </mc:Fallback>
        </mc:AlternateContent>
      </p:grpSp>
      <p:grpSp>
        <p:nvGrpSpPr>
          <p:cNvPr id="71" name="群組 70"/>
          <p:cNvGrpSpPr/>
          <p:nvPr/>
        </p:nvGrpSpPr>
        <p:grpSpPr>
          <a:xfrm>
            <a:off x="1364532" y="1281910"/>
            <a:ext cx="343622" cy="2348394"/>
            <a:chOff x="1364532" y="1281910"/>
            <a:chExt cx="343622" cy="2348394"/>
          </a:xfrm>
        </p:grpSpPr>
        <p:sp>
          <p:nvSpPr>
            <p:cNvPr id="72" name="向下箭號 71"/>
            <p:cNvSpPr/>
            <p:nvPr/>
          </p:nvSpPr>
          <p:spPr>
            <a:xfrm>
              <a:off x="1483395" y="1281910"/>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3" name="圓角矩形 72"/>
            <p:cNvSpPr/>
            <p:nvPr/>
          </p:nvSpPr>
          <p:spPr>
            <a:xfrm>
              <a:off x="1364532" y="1854908"/>
              <a:ext cx="343622" cy="1775396"/>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74" name="群組 73"/>
          <p:cNvGrpSpPr/>
          <p:nvPr/>
        </p:nvGrpSpPr>
        <p:grpSpPr>
          <a:xfrm>
            <a:off x="1637959" y="1292064"/>
            <a:ext cx="343622" cy="2338240"/>
            <a:chOff x="1637959" y="1292064"/>
            <a:chExt cx="343622" cy="2338240"/>
          </a:xfrm>
        </p:grpSpPr>
        <p:sp>
          <p:nvSpPr>
            <p:cNvPr id="75" name="向下箭號 74"/>
            <p:cNvSpPr/>
            <p:nvPr/>
          </p:nvSpPr>
          <p:spPr>
            <a:xfrm>
              <a:off x="1739782" y="1292064"/>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6" name="圓角矩形 75"/>
            <p:cNvSpPr/>
            <p:nvPr/>
          </p:nvSpPr>
          <p:spPr>
            <a:xfrm>
              <a:off x="1637959" y="1873207"/>
              <a:ext cx="343622" cy="175709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77" name="圓角矩形 76"/>
          <p:cNvSpPr/>
          <p:nvPr/>
        </p:nvSpPr>
        <p:spPr>
          <a:xfrm>
            <a:off x="3279719" y="1729313"/>
            <a:ext cx="2850552" cy="253190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圓角矩形 77"/>
          <p:cNvSpPr/>
          <p:nvPr/>
        </p:nvSpPr>
        <p:spPr>
          <a:xfrm>
            <a:off x="6342137" y="1744574"/>
            <a:ext cx="2870102" cy="2534519"/>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02007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71"/>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77"/>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7" grpId="1" animBg="1"/>
      <p:bldP spid="7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grpSp>
        <p:nvGrpSpPr>
          <p:cNvPr id="8" name="群組 7"/>
          <p:cNvGrpSpPr/>
          <p:nvPr/>
        </p:nvGrpSpPr>
        <p:grpSpPr>
          <a:xfrm>
            <a:off x="2018095" y="1893127"/>
            <a:ext cx="526387" cy="4790184"/>
            <a:chOff x="2018095" y="1893127"/>
            <a:chExt cx="526387" cy="4790184"/>
          </a:xfrm>
        </p:grpSpPr>
        <p:sp>
          <p:nvSpPr>
            <p:cNvPr id="495" name="文字方塊 494"/>
            <p:cNvSpPr txBox="1"/>
            <p:nvPr/>
          </p:nvSpPr>
          <p:spPr>
            <a:xfrm>
              <a:off x="2018095" y="2249256"/>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6" name="文字方塊 495"/>
            <p:cNvSpPr txBox="1"/>
            <p:nvPr/>
          </p:nvSpPr>
          <p:spPr>
            <a:xfrm>
              <a:off x="2018095" y="189312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497" name="文字方塊 496"/>
            <p:cNvSpPr txBox="1"/>
            <p:nvPr/>
          </p:nvSpPr>
          <p:spPr>
            <a:xfrm>
              <a:off x="2018095" y="2596563"/>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8" name="文字方塊 497"/>
            <p:cNvSpPr txBox="1"/>
            <p:nvPr/>
          </p:nvSpPr>
          <p:spPr>
            <a:xfrm>
              <a:off x="2018095" y="2914054"/>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499" name="文字方塊 498"/>
            <p:cNvSpPr txBox="1"/>
            <p:nvPr/>
          </p:nvSpPr>
          <p:spPr>
            <a:xfrm>
              <a:off x="2058836" y="3622611"/>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500" name="文字方塊 499"/>
            <p:cNvSpPr txBox="1"/>
            <p:nvPr/>
          </p:nvSpPr>
          <p:spPr>
            <a:xfrm>
              <a:off x="2058836" y="326648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1" name="文字方塊 500"/>
            <p:cNvSpPr txBox="1"/>
            <p:nvPr/>
          </p:nvSpPr>
          <p:spPr>
            <a:xfrm>
              <a:off x="2058836" y="3969918"/>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2" name="文字方塊 501"/>
            <p:cNvSpPr txBox="1"/>
            <p:nvPr/>
          </p:nvSpPr>
          <p:spPr>
            <a:xfrm>
              <a:off x="2058836" y="4287409"/>
              <a:ext cx="455574" cy="369332"/>
            </a:xfrm>
            <a:prstGeom prst="rect">
              <a:avLst/>
            </a:prstGeom>
            <a:noFill/>
            <a:ln>
              <a:noFill/>
            </a:ln>
          </p:spPr>
          <p:txBody>
            <a:bodyPr wrap="none" rtlCol="0">
              <a:spAutoFit/>
            </a:bodyPr>
            <a:lstStyle/>
            <a:p>
              <a:r>
                <a:rPr kumimoji="1" lang="en-US" altLang="zh-TW" dirty="0"/>
                <a:t>No</a:t>
              </a:r>
              <a:endParaRPr kumimoji="1" lang="zh-TW" altLang="en-US" dirty="0"/>
            </a:p>
          </p:txBody>
        </p:sp>
        <p:sp>
          <p:nvSpPr>
            <p:cNvPr id="503" name="文字方塊 502"/>
            <p:cNvSpPr txBox="1"/>
            <p:nvPr/>
          </p:nvSpPr>
          <p:spPr>
            <a:xfrm>
              <a:off x="2055893" y="498176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4" name="文字方塊 503"/>
            <p:cNvSpPr txBox="1"/>
            <p:nvPr/>
          </p:nvSpPr>
          <p:spPr>
            <a:xfrm>
              <a:off x="2055893" y="4625633"/>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5" name="文字方塊 504"/>
            <p:cNvSpPr txBox="1"/>
            <p:nvPr/>
          </p:nvSpPr>
          <p:spPr>
            <a:xfrm>
              <a:off x="2055893" y="5329069"/>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6" name="文字方塊 505"/>
            <p:cNvSpPr txBox="1"/>
            <p:nvPr/>
          </p:nvSpPr>
          <p:spPr>
            <a:xfrm>
              <a:off x="2055893" y="5646560"/>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7" name="文字方塊 506"/>
            <p:cNvSpPr txBox="1"/>
            <p:nvPr/>
          </p:nvSpPr>
          <p:spPr>
            <a:xfrm>
              <a:off x="2055893" y="6011815"/>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36" name="文字方塊 535"/>
            <p:cNvSpPr txBox="1"/>
            <p:nvPr/>
          </p:nvSpPr>
          <p:spPr>
            <a:xfrm>
              <a:off x="2055893" y="6313979"/>
              <a:ext cx="455574" cy="369332"/>
            </a:xfrm>
            <a:prstGeom prst="rect">
              <a:avLst/>
            </a:prstGeom>
            <a:noFill/>
          </p:spPr>
          <p:txBody>
            <a:bodyPr wrap="none" rtlCol="0">
              <a:spAutoFit/>
            </a:bodyPr>
            <a:lstStyle/>
            <a:p>
              <a:r>
                <a:rPr kumimoji="1" lang="en-US" altLang="zh-TW" dirty="0" smtClean="0"/>
                <a:t>No</a:t>
              </a:r>
              <a:endParaRPr kumimoji="1" lang="zh-TW" altLang="en-US" dirty="0"/>
            </a:p>
          </p:txBody>
        </p:sp>
      </p:grpSp>
      <p:grpSp>
        <p:nvGrpSpPr>
          <p:cNvPr id="49" name="群組 48"/>
          <p:cNvGrpSpPr/>
          <p:nvPr/>
        </p:nvGrpSpPr>
        <p:grpSpPr>
          <a:xfrm>
            <a:off x="5444748" y="1705283"/>
            <a:ext cx="1364752" cy="2103053"/>
            <a:chOff x="3309300" y="1930387"/>
            <a:chExt cx="1364752" cy="2103053"/>
          </a:xfrm>
        </p:grpSpPr>
        <p:sp>
          <p:nvSpPr>
            <p:cNvPr id="567" name="向左箭號 56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6" name="向左箭號 565"/>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向左箭號 44"/>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圓角矩形 14"/>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a:solidFill>
                    <a:sysClr val="windowText" lastClr="000000"/>
                  </a:solidFill>
                </a:rPr>
                <a:t>1</a:t>
              </a:r>
              <a:endParaRPr kumimoji="1" lang="zh-TW" altLang="en-US" dirty="0">
                <a:solidFill>
                  <a:sysClr val="windowText" lastClr="000000"/>
                </a:solidFill>
              </a:endParaRPr>
            </a:p>
          </p:txBody>
        </p:sp>
        <p:sp>
          <p:nvSpPr>
            <p:cNvPr id="521" name="矩形 5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2" name="矩形 5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5" name="矩形 524"/>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6" name="矩形 525"/>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7" name="矩形 526"/>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8" name="矩形 527"/>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31" name="文字方塊 530"/>
            <p:cNvSpPr txBox="1"/>
            <p:nvPr/>
          </p:nvSpPr>
          <p:spPr>
            <a:xfrm>
              <a:off x="3664334" y="3387109"/>
              <a:ext cx="718082" cy="646331"/>
            </a:xfrm>
            <a:prstGeom prst="rect">
              <a:avLst/>
            </a:prstGeom>
            <a:noFill/>
          </p:spPr>
          <p:txBody>
            <a:bodyPr wrap="none" rtlCol="0">
              <a:spAutoFit/>
            </a:bodyPr>
            <a:lstStyle/>
            <a:p>
              <a:r>
                <a:rPr kumimoji="1" lang="en-US" altLang="zh-TW" dirty="0" smtClean="0"/>
                <a:t>Yes=4</a:t>
              </a:r>
            </a:p>
            <a:p>
              <a:r>
                <a:rPr kumimoji="1" lang="en-US" altLang="zh-TW" dirty="0" smtClean="0"/>
                <a:t>No=0</a:t>
              </a:r>
            </a:p>
          </p:txBody>
        </p:sp>
      </p:grpSp>
      <p:grpSp>
        <p:nvGrpSpPr>
          <p:cNvPr id="98" name="群組 97"/>
          <p:cNvGrpSpPr/>
          <p:nvPr/>
        </p:nvGrpSpPr>
        <p:grpSpPr>
          <a:xfrm>
            <a:off x="3563038" y="3192068"/>
            <a:ext cx="2577977" cy="2103053"/>
            <a:chOff x="2734387" y="1930387"/>
            <a:chExt cx="2577977" cy="2103053"/>
          </a:xfrm>
        </p:grpSpPr>
        <p:sp>
          <p:nvSpPr>
            <p:cNvPr id="100" name="向左箭號 99"/>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1" name="向左箭號 100"/>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2" name="向左箭號 101"/>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3" name="圓角矩形 102"/>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04" name="矩形 103"/>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5" name="矩形 104"/>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6" name="矩形 105"/>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7" name="矩形 106"/>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矩形 107"/>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矩形 108"/>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文字方塊 109"/>
            <p:cNvSpPr txBox="1"/>
            <p:nvPr/>
          </p:nvSpPr>
          <p:spPr>
            <a:xfrm>
              <a:off x="2734387" y="3358042"/>
              <a:ext cx="718082" cy="646331"/>
            </a:xfrm>
            <a:prstGeom prst="rect">
              <a:avLst/>
            </a:prstGeom>
            <a:noFill/>
          </p:spPr>
          <p:txBody>
            <a:bodyPr wrap="none" rtlCol="0">
              <a:spAutoFit/>
            </a:bodyPr>
            <a:lstStyle/>
            <a:p>
              <a:r>
                <a:rPr kumimoji="1" lang="en-US" altLang="zh-TW" dirty="0" smtClean="0"/>
                <a:t>Yes=0</a:t>
              </a:r>
            </a:p>
            <a:p>
              <a:r>
                <a:rPr kumimoji="1" lang="en-US" altLang="zh-TW" dirty="0" smtClean="0"/>
                <a:t>No=1</a:t>
              </a:r>
            </a:p>
          </p:txBody>
        </p:sp>
        <p:sp>
          <p:nvSpPr>
            <p:cNvPr id="111" name="文字方塊 110"/>
            <p:cNvSpPr txBox="1"/>
            <p:nvPr/>
          </p:nvSpPr>
          <p:spPr>
            <a:xfrm>
              <a:off x="3664334" y="3387109"/>
              <a:ext cx="718082" cy="646331"/>
            </a:xfrm>
            <a:prstGeom prst="rect">
              <a:avLst/>
            </a:prstGeom>
            <a:noFill/>
          </p:spPr>
          <p:txBody>
            <a:bodyPr wrap="none" rtlCol="0">
              <a:spAutoFit/>
            </a:bodyPr>
            <a:lstStyle/>
            <a:p>
              <a:r>
                <a:rPr kumimoji="1" lang="en-US" altLang="zh-TW" dirty="0" smtClean="0"/>
                <a:t>Yes=0</a:t>
              </a:r>
            </a:p>
            <a:p>
              <a:r>
                <a:rPr kumimoji="1" lang="en-US" altLang="zh-TW" dirty="0" smtClean="0"/>
                <a:t>No=1</a:t>
              </a:r>
            </a:p>
          </p:txBody>
        </p:sp>
        <p:sp>
          <p:nvSpPr>
            <p:cNvPr id="112" name="文字方塊 111"/>
            <p:cNvSpPr txBox="1"/>
            <p:nvPr/>
          </p:nvSpPr>
          <p:spPr>
            <a:xfrm>
              <a:off x="4594282" y="3374528"/>
              <a:ext cx="718082" cy="646331"/>
            </a:xfrm>
            <a:prstGeom prst="rect">
              <a:avLst/>
            </a:prstGeom>
            <a:noFill/>
          </p:spPr>
          <p:txBody>
            <a:bodyPr wrap="none" rtlCol="0">
              <a:spAutoFit/>
            </a:bodyPr>
            <a:lstStyle/>
            <a:p>
              <a:r>
                <a:rPr kumimoji="1" lang="en-US" altLang="zh-TW" dirty="0" smtClean="0"/>
                <a:t>Yes=3</a:t>
              </a:r>
            </a:p>
            <a:p>
              <a:r>
                <a:rPr kumimoji="1" lang="en-US" altLang="zh-TW" dirty="0" smtClean="0"/>
                <a:t>No=0</a:t>
              </a:r>
            </a:p>
          </p:txBody>
        </p:sp>
      </p:grpSp>
      <p:grpSp>
        <p:nvGrpSpPr>
          <p:cNvPr id="115" name="群組 114"/>
          <p:cNvGrpSpPr/>
          <p:nvPr/>
        </p:nvGrpSpPr>
        <p:grpSpPr>
          <a:xfrm>
            <a:off x="6279683" y="3227119"/>
            <a:ext cx="2577977" cy="2103053"/>
            <a:chOff x="2734387" y="1930387"/>
            <a:chExt cx="2577977" cy="2103053"/>
          </a:xfrm>
        </p:grpSpPr>
        <p:sp>
          <p:nvSpPr>
            <p:cNvPr id="117" name="向左箭號 11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8" name="向左箭號 117"/>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9" name="向左箭號 118"/>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0" name="圓角矩形 119"/>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21" name="矩形 1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2" name="矩形 1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3" name="矩形 122"/>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4" name="矩形 123"/>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5" name="矩形 124"/>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矩形 125"/>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7" name="文字方塊 126"/>
            <p:cNvSpPr txBox="1"/>
            <p:nvPr/>
          </p:nvSpPr>
          <p:spPr>
            <a:xfrm>
              <a:off x="2734387" y="3358042"/>
              <a:ext cx="718082" cy="646331"/>
            </a:xfrm>
            <a:prstGeom prst="rect">
              <a:avLst/>
            </a:prstGeom>
            <a:noFill/>
          </p:spPr>
          <p:txBody>
            <a:bodyPr wrap="none" rtlCol="0">
              <a:spAutoFit/>
            </a:bodyPr>
            <a:lstStyle/>
            <a:p>
              <a:r>
                <a:rPr kumimoji="1" lang="en-US" altLang="zh-TW" dirty="0" smtClean="0"/>
                <a:t>Yes=2</a:t>
              </a:r>
            </a:p>
            <a:p>
              <a:r>
                <a:rPr kumimoji="1" lang="en-US" altLang="zh-TW" dirty="0" smtClean="0"/>
                <a:t>No=0</a:t>
              </a:r>
            </a:p>
          </p:txBody>
        </p:sp>
        <p:sp>
          <p:nvSpPr>
            <p:cNvPr id="128" name="文字方塊 127"/>
            <p:cNvSpPr txBox="1"/>
            <p:nvPr/>
          </p:nvSpPr>
          <p:spPr>
            <a:xfrm>
              <a:off x="3664334" y="3387109"/>
              <a:ext cx="718082" cy="646331"/>
            </a:xfrm>
            <a:prstGeom prst="rect">
              <a:avLst/>
            </a:prstGeom>
            <a:noFill/>
          </p:spPr>
          <p:txBody>
            <a:bodyPr wrap="none" rtlCol="0">
              <a:spAutoFit/>
            </a:bodyPr>
            <a:lstStyle/>
            <a:p>
              <a:r>
                <a:rPr kumimoji="1" lang="en-US" altLang="zh-TW" dirty="0" smtClean="0"/>
                <a:t>Yes=1</a:t>
              </a:r>
            </a:p>
            <a:p>
              <a:r>
                <a:rPr kumimoji="1" lang="en-US" altLang="zh-TW" dirty="0" smtClean="0"/>
                <a:t>No=0</a:t>
              </a:r>
            </a:p>
          </p:txBody>
        </p:sp>
        <p:sp>
          <p:nvSpPr>
            <p:cNvPr id="129" name="文字方塊 128"/>
            <p:cNvSpPr txBox="1"/>
            <p:nvPr/>
          </p:nvSpPr>
          <p:spPr>
            <a:xfrm>
              <a:off x="4594282" y="3374528"/>
              <a:ext cx="718082" cy="646331"/>
            </a:xfrm>
            <a:prstGeom prst="rect">
              <a:avLst/>
            </a:prstGeom>
            <a:noFill/>
          </p:spPr>
          <p:txBody>
            <a:bodyPr wrap="none" rtlCol="0">
              <a:spAutoFit/>
            </a:bodyPr>
            <a:lstStyle/>
            <a:p>
              <a:r>
                <a:rPr kumimoji="1" lang="en-US" altLang="zh-TW" dirty="0" smtClean="0"/>
                <a:t>Yes=0</a:t>
              </a:r>
            </a:p>
            <a:p>
              <a:r>
                <a:rPr kumimoji="1" lang="en-US" altLang="zh-TW" dirty="0" smtClean="0"/>
                <a:t>No=2</a:t>
              </a:r>
            </a:p>
          </p:txBody>
        </p:sp>
      </p:grpSp>
      <p:grpSp>
        <p:nvGrpSpPr>
          <p:cNvPr id="130" name="群組 129"/>
          <p:cNvGrpSpPr/>
          <p:nvPr/>
        </p:nvGrpSpPr>
        <p:grpSpPr>
          <a:xfrm>
            <a:off x="1113553" y="1552742"/>
            <a:ext cx="874470" cy="5069696"/>
            <a:chOff x="1113553" y="1552742"/>
            <a:chExt cx="874470" cy="5069696"/>
          </a:xfrm>
        </p:grpSpPr>
        <p:sp>
          <p:nvSpPr>
            <p:cNvPr id="131" name="矩形 130"/>
            <p:cNvSpPr/>
            <p:nvPr/>
          </p:nvSpPr>
          <p:spPr>
            <a:xfrm>
              <a:off x="1113553" y="191266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2" name="矩形 131"/>
            <p:cNvSpPr/>
            <p:nvPr/>
          </p:nvSpPr>
          <p:spPr>
            <a:xfrm>
              <a:off x="1156014"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p:cNvSpPr/>
            <p:nvPr/>
          </p:nvSpPr>
          <p:spPr>
            <a:xfrm>
              <a:off x="1433607"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p:cNvSpPr/>
            <p:nvPr/>
          </p:nvSpPr>
          <p:spPr>
            <a:xfrm>
              <a:off x="1709681"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矩形 134"/>
            <p:cNvSpPr/>
            <p:nvPr/>
          </p:nvSpPr>
          <p:spPr>
            <a:xfrm>
              <a:off x="1113553" y="225065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6" name="矩形 135"/>
            <p:cNvSpPr/>
            <p:nvPr/>
          </p:nvSpPr>
          <p:spPr>
            <a:xfrm>
              <a:off x="1156014"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7" name="矩形 136"/>
            <p:cNvSpPr/>
            <p:nvPr/>
          </p:nvSpPr>
          <p:spPr>
            <a:xfrm>
              <a:off x="1433607"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1" name="矩形 140"/>
            <p:cNvSpPr/>
            <p:nvPr/>
          </p:nvSpPr>
          <p:spPr>
            <a:xfrm>
              <a:off x="1709681" y="228335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p:cNvSpPr/>
            <p:nvPr/>
          </p:nvSpPr>
          <p:spPr>
            <a:xfrm>
              <a:off x="1113553" y="258865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p:cNvSpPr/>
            <p:nvPr/>
          </p:nvSpPr>
          <p:spPr>
            <a:xfrm>
              <a:off x="1156014"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6" name="矩形 145"/>
            <p:cNvSpPr/>
            <p:nvPr/>
          </p:nvSpPr>
          <p:spPr>
            <a:xfrm>
              <a:off x="1433607" y="262135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7" name="矩形 146"/>
            <p:cNvSpPr/>
            <p:nvPr/>
          </p:nvSpPr>
          <p:spPr>
            <a:xfrm>
              <a:off x="1709681"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8" name="矩形 147"/>
            <p:cNvSpPr/>
            <p:nvPr/>
          </p:nvSpPr>
          <p:spPr>
            <a:xfrm>
              <a:off x="1113553" y="292665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9" name="矩形 148"/>
            <p:cNvSpPr/>
            <p:nvPr/>
          </p:nvSpPr>
          <p:spPr>
            <a:xfrm>
              <a:off x="1156014" y="295935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0" name="矩形 149"/>
            <p:cNvSpPr/>
            <p:nvPr/>
          </p:nvSpPr>
          <p:spPr>
            <a:xfrm>
              <a:off x="1433607" y="2959354"/>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1" name="矩形 150"/>
            <p:cNvSpPr/>
            <p:nvPr/>
          </p:nvSpPr>
          <p:spPr>
            <a:xfrm>
              <a:off x="1709681" y="295935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2" name="矩形 151"/>
            <p:cNvSpPr/>
            <p:nvPr/>
          </p:nvSpPr>
          <p:spPr>
            <a:xfrm>
              <a:off x="1113553" y="326465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3" name="矩形 152"/>
            <p:cNvSpPr/>
            <p:nvPr/>
          </p:nvSpPr>
          <p:spPr>
            <a:xfrm>
              <a:off x="1156014"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4" name="矩形 153"/>
            <p:cNvSpPr/>
            <p:nvPr/>
          </p:nvSpPr>
          <p:spPr>
            <a:xfrm>
              <a:off x="1433607" y="329735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5" name="矩形 154"/>
            <p:cNvSpPr/>
            <p:nvPr/>
          </p:nvSpPr>
          <p:spPr>
            <a:xfrm>
              <a:off x="1709681" y="329735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6" name="矩形 155"/>
            <p:cNvSpPr/>
            <p:nvPr/>
          </p:nvSpPr>
          <p:spPr>
            <a:xfrm>
              <a:off x="1113553" y="360265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7" name="矩形 156"/>
            <p:cNvSpPr/>
            <p:nvPr/>
          </p:nvSpPr>
          <p:spPr>
            <a:xfrm>
              <a:off x="1156014"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8" name="矩形 157"/>
            <p:cNvSpPr/>
            <p:nvPr/>
          </p:nvSpPr>
          <p:spPr>
            <a:xfrm>
              <a:off x="1433607"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9" name="矩形 158"/>
            <p:cNvSpPr/>
            <p:nvPr/>
          </p:nvSpPr>
          <p:spPr>
            <a:xfrm>
              <a:off x="1709681"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0" name="矩形 159"/>
            <p:cNvSpPr/>
            <p:nvPr/>
          </p:nvSpPr>
          <p:spPr>
            <a:xfrm>
              <a:off x="1113553" y="394064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1" name="矩形 160"/>
            <p:cNvSpPr/>
            <p:nvPr/>
          </p:nvSpPr>
          <p:spPr>
            <a:xfrm>
              <a:off x="1156014" y="397334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2" name="矩形 161"/>
            <p:cNvSpPr/>
            <p:nvPr/>
          </p:nvSpPr>
          <p:spPr>
            <a:xfrm>
              <a:off x="1433607" y="397334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3" name="矩形 162"/>
            <p:cNvSpPr/>
            <p:nvPr/>
          </p:nvSpPr>
          <p:spPr>
            <a:xfrm>
              <a:off x="1709681" y="397334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4" name="矩形 163"/>
            <p:cNvSpPr/>
            <p:nvPr/>
          </p:nvSpPr>
          <p:spPr>
            <a:xfrm>
              <a:off x="1113553" y="427864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5" name="矩形 164"/>
            <p:cNvSpPr/>
            <p:nvPr/>
          </p:nvSpPr>
          <p:spPr>
            <a:xfrm>
              <a:off x="1156014" y="431134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6" name="矩形 165"/>
            <p:cNvSpPr/>
            <p:nvPr/>
          </p:nvSpPr>
          <p:spPr>
            <a:xfrm>
              <a:off x="1433607"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7" name="矩形 166"/>
            <p:cNvSpPr/>
            <p:nvPr/>
          </p:nvSpPr>
          <p:spPr>
            <a:xfrm>
              <a:off x="1709681"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8" name="矩形 167"/>
            <p:cNvSpPr/>
            <p:nvPr/>
          </p:nvSpPr>
          <p:spPr>
            <a:xfrm>
              <a:off x="1113553" y="461664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9" name="矩形 168"/>
            <p:cNvSpPr/>
            <p:nvPr/>
          </p:nvSpPr>
          <p:spPr>
            <a:xfrm>
              <a:off x="1156014" y="464934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0" name="矩形 169"/>
            <p:cNvSpPr/>
            <p:nvPr/>
          </p:nvSpPr>
          <p:spPr>
            <a:xfrm>
              <a:off x="1433607"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1" name="矩形 170"/>
            <p:cNvSpPr/>
            <p:nvPr/>
          </p:nvSpPr>
          <p:spPr>
            <a:xfrm>
              <a:off x="1709681"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2" name="矩形 171"/>
            <p:cNvSpPr/>
            <p:nvPr/>
          </p:nvSpPr>
          <p:spPr>
            <a:xfrm>
              <a:off x="1113553" y="495464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3" name="矩形 172"/>
            <p:cNvSpPr/>
            <p:nvPr/>
          </p:nvSpPr>
          <p:spPr>
            <a:xfrm>
              <a:off x="1156014" y="498734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4" name="矩形 173"/>
            <p:cNvSpPr/>
            <p:nvPr/>
          </p:nvSpPr>
          <p:spPr>
            <a:xfrm>
              <a:off x="1433607" y="498734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5" name="矩形 174"/>
            <p:cNvSpPr/>
            <p:nvPr/>
          </p:nvSpPr>
          <p:spPr>
            <a:xfrm>
              <a:off x="1709681" y="498734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6" name="矩形 175"/>
            <p:cNvSpPr/>
            <p:nvPr/>
          </p:nvSpPr>
          <p:spPr>
            <a:xfrm>
              <a:off x="1113553" y="52926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7" name="矩形 176"/>
            <p:cNvSpPr/>
            <p:nvPr/>
          </p:nvSpPr>
          <p:spPr>
            <a:xfrm>
              <a:off x="1156014" y="53253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8" name="矩形 177"/>
            <p:cNvSpPr/>
            <p:nvPr/>
          </p:nvSpPr>
          <p:spPr>
            <a:xfrm>
              <a:off x="1433607" y="53253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9" name="矩形 178"/>
            <p:cNvSpPr/>
            <p:nvPr/>
          </p:nvSpPr>
          <p:spPr>
            <a:xfrm>
              <a:off x="1709681" y="532534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0" name="矩形 179"/>
            <p:cNvSpPr/>
            <p:nvPr/>
          </p:nvSpPr>
          <p:spPr>
            <a:xfrm>
              <a:off x="1113553" y="56306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1" name="矩形 180"/>
            <p:cNvSpPr/>
            <p:nvPr/>
          </p:nvSpPr>
          <p:spPr>
            <a:xfrm>
              <a:off x="1156014"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2" name="矩形 181"/>
            <p:cNvSpPr/>
            <p:nvPr/>
          </p:nvSpPr>
          <p:spPr>
            <a:xfrm>
              <a:off x="1433607"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3" name="矩形 182"/>
            <p:cNvSpPr/>
            <p:nvPr/>
          </p:nvSpPr>
          <p:spPr>
            <a:xfrm>
              <a:off x="1709681" y="566333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4" name="矩形 183"/>
            <p:cNvSpPr/>
            <p:nvPr/>
          </p:nvSpPr>
          <p:spPr>
            <a:xfrm>
              <a:off x="1113553" y="59784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5" name="矩形 184"/>
            <p:cNvSpPr/>
            <p:nvPr/>
          </p:nvSpPr>
          <p:spPr>
            <a:xfrm>
              <a:off x="1156014" y="60111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6" name="矩形 185"/>
            <p:cNvSpPr/>
            <p:nvPr/>
          </p:nvSpPr>
          <p:spPr>
            <a:xfrm>
              <a:off x="1433607"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7" name="矩形 186"/>
            <p:cNvSpPr/>
            <p:nvPr/>
          </p:nvSpPr>
          <p:spPr>
            <a:xfrm>
              <a:off x="1709681"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8" name="矩形 187"/>
            <p:cNvSpPr/>
            <p:nvPr/>
          </p:nvSpPr>
          <p:spPr>
            <a:xfrm>
              <a:off x="1113553" y="63164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9" name="矩形 188"/>
            <p:cNvSpPr/>
            <p:nvPr/>
          </p:nvSpPr>
          <p:spPr>
            <a:xfrm>
              <a:off x="1156014"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0" name="矩形 189"/>
            <p:cNvSpPr/>
            <p:nvPr/>
          </p:nvSpPr>
          <p:spPr>
            <a:xfrm>
              <a:off x="1433607" y="63491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1" name="矩形 190"/>
            <p:cNvSpPr/>
            <p:nvPr/>
          </p:nvSpPr>
          <p:spPr>
            <a:xfrm>
              <a:off x="1709681"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2" name="文字方塊 191"/>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spTree>
    <p:extLst>
      <p:ext uri="{BB962C8B-B14F-4D97-AF65-F5344CB8AC3E}">
        <p14:creationId xmlns:p14="http://schemas.microsoft.com/office/powerpoint/2010/main" val="8889663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grpSp>
        <p:nvGrpSpPr>
          <p:cNvPr id="8" name="群組 7"/>
          <p:cNvGrpSpPr/>
          <p:nvPr/>
        </p:nvGrpSpPr>
        <p:grpSpPr>
          <a:xfrm>
            <a:off x="2018095" y="1893127"/>
            <a:ext cx="526387" cy="4790184"/>
            <a:chOff x="2018095" y="1893127"/>
            <a:chExt cx="526387" cy="4790184"/>
          </a:xfrm>
        </p:grpSpPr>
        <p:sp>
          <p:nvSpPr>
            <p:cNvPr id="495" name="文字方塊 494"/>
            <p:cNvSpPr txBox="1"/>
            <p:nvPr/>
          </p:nvSpPr>
          <p:spPr>
            <a:xfrm>
              <a:off x="2018095" y="2249256"/>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6" name="文字方塊 495"/>
            <p:cNvSpPr txBox="1"/>
            <p:nvPr/>
          </p:nvSpPr>
          <p:spPr>
            <a:xfrm>
              <a:off x="2018095" y="189312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497" name="文字方塊 496"/>
            <p:cNvSpPr txBox="1"/>
            <p:nvPr/>
          </p:nvSpPr>
          <p:spPr>
            <a:xfrm>
              <a:off x="2018095" y="2596563"/>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8" name="文字方塊 497"/>
            <p:cNvSpPr txBox="1"/>
            <p:nvPr/>
          </p:nvSpPr>
          <p:spPr>
            <a:xfrm>
              <a:off x="2018095" y="2914054"/>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499" name="文字方塊 498"/>
            <p:cNvSpPr txBox="1"/>
            <p:nvPr/>
          </p:nvSpPr>
          <p:spPr>
            <a:xfrm>
              <a:off x="2058836" y="3622611"/>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500" name="文字方塊 499"/>
            <p:cNvSpPr txBox="1"/>
            <p:nvPr/>
          </p:nvSpPr>
          <p:spPr>
            <a:xfrm>
              <a:off x="2058836" y="326648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1" name="文字方塊 500"/>
            <p:cNvSpPr txBox="1"/>
            <p:nvPr/>
          </p:nvSpPr>
          <p:spPr>
            <a:xfrm>
              <a:off x="2058836" y="3969918"/>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2" name="文字方塊 501"/>
            <p:cNvSpPr txBox="1"/>
            <p:nvPr/>
          </p:nvSpPr>
          <p:spPr>
            <a:xfrm>
              <a:off x="2058836" y="4287409"/>
              <a:ext cx="455574" cy="369332"/>
            </a:xfrm>
            <a:prstGeom prst="rect">
              <a:avLst/>
            </a:prstGeom>
            <a:noFill/>
            <a:ln>
              <a:noFill/>
            </a:ln>
          </p:spPr>
          <p:txBody>
            <a:bodyPr wrap="none" rtlCol="0">
              <a:spAutoFit/>
            </a:bodyPr>
            <a:lstStyle/>
            <a:p>
              <a:r>
                <a:rPr kumimoji="1" lang="en-US" altLang="zh-TW" dirty="0"/>
                <a:t>No</a:t>
              </a:r>
              <a:endParaRPr kumimoji="1" lang="zh-TW" altLang="en-US" dirty="0"/>
            </a:p>
          </p:txBody>
        </p:sp>
        <p:sp>
          <p:nvSpPr>
            <p:cNvPr id="503" name="文字方塊 502"/>
            <p:cNvSpPr txBox="1"/>
            <p:nvPr/>
          </p:nvSpPr>
          <p:spPr>
            <a:xfrm>
              <a:off x="2055893" y="498176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4" name="文字方塊 503"/>
            <p:cNvSpPr txBox="1"/>
            <p:nvPr/>
          </p:nvSpPr>
          <p:spPr>
            <a:xfrm>
              <a:off x="2055893" y="4625633"/>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5" name="文字方塊 504"/>
            <p:cNvSpPr txBox="1"/>
            <p:nvPr/>
          </p:nvSpPr>
          <p:spPr>
            <a:xfrm>
              <a:off x="2055893" y="5329069"/>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6" name="文字方塊 505"/>
            <p:cNvSpPr txBox="1"/>
            <p:nvPr/>
          </p:nvSpPr>
          <p:spPr>
            <a:xfrm>
              <a:off x="2055893" y="5646560"/>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7" name="文字方塊 506"/>
            <p:cNvSpPr txBox="1"/>
            <p:nvPr/>
          </p:nvSpPr>
          <p:spPr>
            <a:xfrm>
              <a:off x="2055893" y="6011815"/>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36" name="文字方塊 535"/>
            <p:cNvSpPr txBox="1"/>
            <p:nvPr/>
          </p:nvSpPr>
          <p:spPr>
            <a:xfrm>
              <a:off x="2055893" y="6313979"/>
              <a:ext cx="455574" cy="369332"/>
            </a:xfrm>
            <a:prstGeom prst="rect">
              <a:avLst/>
            </a:prstGeom>
            <a:noFill/>
          </p:spPr>
          <p:txBody>
            <a:bodyPr wrap="none" rtlCol="0">
              <a:spAutoFit/>
            </a:bodyPr>
            <a:lstStyle/>
            <a:p>
              <a:r>
                <a:rPr kumimoji="1" lang="en-US" altLang="zh-TW" dirty="0" smtClean="0"/>
                <a:t>No</a:t>
              </a:r>
              <a:endParaRPr kumimoji="1" lang="zh-TW" altLang="en-US" dirty="0"/>
            </a:p>
          </p:txBody>
        </p:sp>
      </p:grpSp>
      <p:grpSp>
        <p:nvGrpSpPr>
          <p:cNvPr id="49" name="群組 48"/>
          <p:cNvGrpSpPr/>
          <p:nvPr/>
        </p:nvGrpSpPr>
        <p:grpSpPr>
          <a:xfrm>
            <a:off x="5444748" y="1705283"/>
            <a:ext cx="1364752" cy="1854957"/>
            <a:chOff x="3309300" y="1930387"/>
            <a:chExt cx="1364752" cy="1854957"/>
          </a:xfrm>
        </p:grpSpPr>
        <p:sp>
          <p:nvSpPr>
            <p:cNvPr id="567" name="向左箭號 56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6" name="向左箭號 565"/>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向左箭號 44"/>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圓角矩形 14"/>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a:solidFill>
                    <a:sysClr val="windowText" lastClr="000000"/>
                  </a:solidFill>
                </a:rPr>
                <a:t>1</a:t>
              </a:r>
              <a:endParaRPr kumimoji="1" lang="zh-TW" altLang="en-US" dirty="0">
                <a:solidFill>
                  <a:sysClr val="windowText" lastClr="000000"/>
                </a:solidFill>
              </a:endParaRPr>
            </a:p>
          </p:txBody>
        </p:sp>
        <p:sp>
          <p:nvSpPr>
            <p:cNvPr id="521" name="矩形 5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2" name="矩形 5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5" name="矩形 524"/>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6" name="矩形 525"/>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7" name="矩形 526"/>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8" name="矩形 527"/>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31" name="文字方塊 530"/>
            <p:cNvSpPr txBox="1"/>
            <p:nvPr/>
          </p:nvSpPr>
          <p:spPr>
            <a:xfrm>
              <a:off x="3738284" y="3416012"/>
              <a:ext cx="485646" cy="369332"/>
            </a:xfrm>
            <a:prstGeom prst="rect">
              <a:avLst/>
            </a:prstGeom>
            <a:noFill/>
          </p:spPr>
          <p:txBody>
            <a:bodyPr wrap="none" rtlCol="0">
              <a:spAutoFit/>
            </a:bodyPr>
            <a:lstStyle/>
            <a:p>
              <a:r>
                <a:rPr kumimoji="1" lang="en-US" altLang="zh-TW" dirty="0" smtClean="0"/>
                <a:t>Yes</a:t>
              </a:r>
            </a:p>
          </p:txBody>
        </p:sp>
      </p:grpSp>
      <p:grpSp>
        <p:nvGrpSpPr>
          <p:cNvPr id="98" name="群組 97"/>
          <p:cNvGrpSpPr/>
          <p:nvPr/>
        </p:nvGrpSpPr>
        <p:grpSpPr>
          <a:xfrm>
            <a:off x="3727250" y="3192068"/>
            <a:ext cx="2177580" cy="1882774"/>
            <a:chOff x="2898599" y="1930387"/>
            <a:chExt cx="2177580" cy="1882774"/>
          </a:xfrm>
        </p:grpSpPr>
        <p:sp>
          <p:nvSpPr>
            <p:cNvPr id="100" name="向左箭號 99"/>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1" name="向左箭號 100"/>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2" name="向左箭號 101"/>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3" name="圓角矩形 102"/>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04" name="矩形 103"/>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5" name="矩形 104"/>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6" name="矩形 105"/>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7" name="矩形 106"/>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矩形 107"/>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矩形 108"/>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文字方塊 109"/>
            <p:cNvSpPr txBox="1"/>
            <p:nvPr/>
          </p:nvSpPr>
          <p:spPr>
            <a:xfrm>
              <a:off x="2898599" y="3398761"/>
              <a:ext cx="455574" cy="369332"/>
            </a:xfrm>
            <a:prstGeom prst="rect">
              <a:avLst/>
            </a:prstGeom>
            <a:noFill/>
          </p:spPr>
          <p:txBody>
            <a:bodyPr wrap="none" rtlCol="0">
              <a:spAutoFit/>
            </a:bodyPr>
            <a:lstStyle/>
            <a:p>
              <a:r>
                <a:rPr kumimoji="1" lang="en-US" altLang="zh-TW" dirty="0" smtClean="0"/>
                <a:t>No</a:t>
              </a:r>
            </a:p>
          </p:txBody>
        </p:sp>
        <p:sp>
          <p:nvSpPr>
            <p:cNvPr id="111" name="文字方塊 110"/>
            <p:cNvSpPr txBox="1"/>
            <p:nvPr/>
          </p:nvSpPr>
          <p:spPr>
            <a:xfrm>
              <a:off x="3749075" y="3443829"/>
              <a:ext cx="455574" cy="369332"/>
            </a:xfrm>
            <a:prstGeom prst="rect">
              <a:avLst/>
            </a:prstGeom>
            <a:noFill/>
          </p:spPr>
          <p:txBody>
            <a:bodyPr wrap="none" rtlCol="0">
              <a:spAutoFit/>
            </a:bodyPr>
            <a:lstStyle/>
            <a:p>
              <a:r>
                <a:rPr kumimoji="1" lang="en-US" altLang="zh-TW" dirty="0" smtClean="0"/>
                <a:t>No</a:t>
              </a:r>
            </a:p>
          </p:txBody>
        </p:sp>
        <p:sp>
          <p:nvSpPr>
            <p:cNvPr id="112" name="文字方塊 111"/>
            <p:cNvSpPr txBox="1"/>
            <p:nvPr/>
          </p:nvSpPr>
          <p:spPr>
            <a:xfrm>
              <a:off x="4590533" y="3435592"/>
              <a:ext cx="485646" cy="369332"/>
            </a:xfrm>
            <a:prstGeom prst="rect">
              <a:avLst/>
            </a:prstGeom>
            <a:noFill/>
          </p:spPr>
          <p:txBody>
            <a:bodyPr wrap="none" rtlCol="0">
              <a:spAutoFit/>
            </a:bodyPr>
            <a:lstStyle/>
            <a:p>
              <a:r>
                <a:rPr kumimoji="1" lang="en-US" altLang="zh-TW" dirty="0" smtClean="0"/>
                <a:t>Yes</a:t>
              </a:r>
            </a:p>
          </p:txBody>
        </p:sp>
      </p:grpSp>
      <p:grpSp>
        <p:nvGrpSpPr>
          <p:cNvPr id="115" name="群組 114"/>
          <p:cNvGrpSpPr/>
          <p:nvPr/>
        </p:nvGrpSpPr>
        <p:grpSpPr>
          <a:xfrm>
            <a:off x="6427742" y="3227119"/>
            <a:ext cx="2210840" cy="1840444"/>
            <a:chOff x="2882446" y="1930387"/>
            <a:chExt cx="2210840" cy="1840444"/>
          </a:xfrm>
        </p:grpSpPr>
        <p:sp>
          <p:nvSpPr>
            <p:cNvPr id="117" name="向左箭號 11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8" name="向左箭號 117"/>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9" name="向左箭號 118"/>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0" name="圓角矩形 119"/>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21" name="矩形 1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2" name="矩形 1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3" name="矩形 122"/>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4" name="矩形 123"/>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5" name="矩形 124"/>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矩形 125"/>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7" name="文字方塊 126"/>
            <p:cNvSpPr txBox="1"/>
            <p:nvPr/>
          </p:nvSpPr>
          <p:spPr>
            <a:xfrm>
              <a:off x="2882446" y="3374528"/>
              <a:ext cx="485646" cy="369332"/>
            </a:xfrm>
            <a:prstGeom prst="rect">
              <a:avLst/>
            </a:prstGeom>
            <a:noFill/>
          </p:spPr>
          <p:txBody>
            <a:bodyPr wrap="none" rtlCol="0">
              <a:spAutoFit/>
            </a:bodyPr>
            <a:lstStyle/>
            <a:p>
              <a:r>
                <a:rPr kumimoji="1" lang="en-US" altLang="zh-TW" dirty="0" smtClean="0"/>
                <a:t>Yes</a:t>
              </a:r>
            </a:p>
          </p:txBody>
        </p:sp>
        <p:sp>
          <p:nvSpPr>
            <p:cNvPr id="128" name="文字方塊 127"/>
            <p:cNvSpPr txBox="1"/>
            <p:nvPr/>
          </p:nvSpPr>
          <p:spPr>
            <a:xfrm>
              <a:off x="3738284" y="3401499"/>
              <a:ext cx="485646" cy="369332"/>
            </a:xfrm>
            <a:prstGeom prst="rect">
              <a:avLst/>
            </a:prstGeom>
            <a:noFill/>
          </p:spPr>
          <p:txBody>
            <a:bodyPr wrap="none" rtlCol="0">
              <a:spAutoFit/>
            </a:bodyPr>
            <a:lstStyle/>
            <a:p>
              <a:r>
                <a:rPr kumimoji="1" lang="en-US" altLang="zh-TW" dirty="0" smtClean="0"/>
                <a:t>Yes</a:t>
              </a:r>
            </a:p>
          </p:txBody>
        </p:sp>
        <p:sp>
          <p:nvSpPr>
            <p:cNvPr id="129" name="文字方塊 128"/>
            <p:cNvSpPr txBox="1"/>
            <p:nvPr/>
          </p:nvSpPr>
          <p:spPr>
            <a:xfrm>
              <a:off x="4637712" y="3400541"/>
              <a:ext cx="455574" cy="369332"/>
            </a:xfrm>
            <a:prstGeom prst="rect">
              <a:avLst/>
            </a:prstGeom>
            <a:noFill/>
          </p:spPr>
          <p:txBody>
            <a:bodyPr wrap="none" rtlCol="0">
              <a:spAutoFit/>
            </a:bodyPr>
            <a:lstStyle/>
            <a:p>
              <a:r>
                <a:rPr kumimoji="1" lang="en-US" altLang="zh-TW" dirty="0" smtClean="0"/>
                <a:t>No</a:t>
              </a:r>
            </a:p>
          </p:txBody>
        </p:sp>
      </p:grpSp>
      <p:grpSp>
        <p:nvGrpSpPr>
          <p:cNvPr id="130" name="群組 129"/>
          <p:cNvGrpSpPr/>
          <p:nvPr/>
        </p:nvGrpSpPr>
        <p:grpSpPr>
          <a:xfrm>
            <a:off x="1113553" y="1552742"/>
            <a:ext cx="874470" cy="5069696"/>
            <a:chOff x="1113553" y="1552742"/>
            <a:chExt cx="874470" cy="5069696"/>
          </a:xfrm>
        </p:grpSpPr>
        <p:sp>
          <p:nvSpPr>
            <p:cNvPr id="131" name="矩形 130"/>
            <p:cNvSpPr/>
            <p:nvPr/>
          </p:nvSpPr>
          <p:spPr>
            <a:xfrm>
              <a:off x="1113553" y="191266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2" name="矩形 131"/>
            <p:cNvSpPr/>
            <p:nvPr/>
          </p:nvSpPr>
          <p:spPr>
            <a:xfrm>
              <a:off x="1156014"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p:cNvSpPr/>
            <p:nvPr/>
          </p:nvSpPr>
          <p:spPr>
            <a:xfrm>
              <a:off x="1433607"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p:cNvSpPr/>
            <p:nvPr/>
          </p:nvSpPr>
          <p:spPr>
            <a:xfrm>
              <a:off x="1709681"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矩形 134"/>
            <p:cNvSpPr/>
            <p:nvPr/>
          </p:nvSpPr>
          <p:spPr>
            <a:xfrm>
              <a:off x="1113553" y="225065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6" name="矩形 135"/>
            <p:cNvSpPr/>
            <p:nvPr/>
          </p:nvSpPr>
          <p:spPr>
            <a:xfrm>
              <a:off x="1156014"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7" name="矩形 136"/>
            <p:cNvSpPr/>
            <p:nvPr/>
          </p:nvSpPr>
          <p:spPr>
            <a:xfrm>
              <a:off x="1433607"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1" name="矩形 140"/>
            <p:cNvSpPr/>
            <p:nvPr/>
          </p:nvSpPr>
          <p:spPr>
            <a:xfrm>
              <a:off x="1709681" y="228335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p:cNvSpPr/>
            <p:nvPr/>
          </p:nvSpPr>
          <p:spPr>
            <a:xfrm>
              <a:off x="1113553" y="258865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p:cNvSpPr/>
            <p:nvPr/>
          </p:nvSpPr>
          <p:spPr>
            <a:xfrm>
              <a:off x="1156014"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6" name="矩形 145"/>
            <p:cNvSpPr/>
            <p:nvPr/>
          </p:nvSpPr>
          <p:spPr>
            <a:xfrm>
              <a:off x="1433607" y="262135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7" name="矩形 146"/>
            <p:cNvSpPr/>
            <p:nvPr/>
          </p:nvSpPr>
          <p:spPr>
            <a:xfrm>
              <a:off x="1709681"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8" name="矩形 147"/>
            <p:cNvSpPr/>
            <p:nvPr/>
          </p:nvSpPr>
          <p:spPr>
            <a:xfrm>
              <a:off x="1113553" y="292665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9" name="矩形 148"/>
            <p:cNvSpPr/>
            <p:nvPr/>
          </p:nvSpPr>
          <p:spPr>
            <a:xfrm>
              <a:off x="1156014" y="295935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0" name="矩形 149"/>
            <p:cNvSpPr/>
            <p:nvPr/>
          </p:nvSpPr>
          <p:spPr>
            <a:xfrm>
              <a:off x="1433607" y="2959354"/>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1" name="矩形 150"/>
            <p:cNvSpPr/>
            <p:nvPr/>
          </p:nvSpPr>
          <p:spPr>
            <a:xfrm>
              <a:off x="1709681" y="295935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2" name="矩形 151"/>
            <p:cNvSpPr/>
            <p:nvPr/>
          </p:nvSpPr>
          <p:spPr>
            <a:xfrm>
              <a:off x="1113553" y="326465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3" name="矩形 152"/>
            <p:cNvSpPr/>
            <p:nvPr/>
          </p:nvSpPr>
          <p:spPr>
            <a:xfrm>
              <a:off x="1156014"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4" name="矩形 153"/>
            <p:cNvSpPr/>
            <p:nvPr/>
          </p:nvSpPr>
          <p:spPr>
            <a:xfrm>
              <a:off x="1433607" y="329735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5" name="矩形 154"/>
            <p:cNvSpPr/>
            <p:nvPr/>
          </p:nvSpPr>
          <p:spPr>
            <a:xfrm>
              <a:off x="1709681" y="329735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6" name="矩形 155"/>
            <p:cNvSpPr/>
            <p:nvPr/>
          </p:nvSpPr>
          <p:spPr>
            <a:xfrm>
              <a:off x="1113553" y="360265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7" name="矩形 156"/>
            <p:cNvSpPr/>
            <p:nvPr/>
          </p:nvSpPr>
          <p:spPr>
            <a:xfrm>
              <a:off x="1156014"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8" name="矩形 157"/>
            <p:cNvSpPr/>
            <p:nvPr/>
          </p:nvSpPr>
          <p:spPr>
            <a:xfrm>
              <a:off x="1433607"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9" name="矩形 158"/>
            <p:cNvSpPr/>
            <p:nvPr/>
          </p:nvSpPr>
          <p:spPr>
            <a:xfrm>
              <a:off x="1709681"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0" name="矩形 159"/>
            <p:cNvSpPr/>
            <p:nvPr/>
          </p:nvSpPr>
          <p:spPr>
            <a:xfrm>
              <a:off x="1113553" y="394064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1" name="矩形 160"/>
            <p:cNvSpPr/>
            <p:nvPr/>
          </p:nvSpPr>
          <p:spPr>
            <a:xfrm>
              <a:off x="1156014" y="397334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2" name="矩形 161"/>
            <p:cNvSpPr/>
            <p:nvPr/>
          </p:nvSpPr>
          <p:spPr>
            <a:xfrm>
              <a:off x="1433607" y="397334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3" name="矩形 162"/>
            <p:cNvSpPr/>
            <p:nvPr/>
          </p:nvSpPr>
          <p:spPr>
            <a:xfrm>
              <a:off x="1709681" y="397334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4" name="矩形 163"/>
            <p:cNvSpPr/>
            <p:nvPr/>
          </p:nvSpPr>
          <p:spPr>
            <a:xfrm>
              <a:off x="1113553" y="427864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5" name="矩形 164"/>
            <p:cNvSpPr/>
            <p:nvPr/>
          </p:nvSpPr>
          <p:spPr>
            <a:xfrm>
              <a:off x="1156014" y="431134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6" name="矩形 165"/>
            <p:cNvSpPr/>
            <p:nvPr/>
          </p:nvSpPr>
          <p:spPr>
            <a:xfrm>
              <a:off x="1433607"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7" name="矩形 166"/>
            <p:cNvSpPr/>
            <p:nvPr/>
          </p:nvSpPr>
          <p:spPr>
            <a:xfrm>
              <a:off x="1709681"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8" name="矩形 167"/>
            <p:cNvSpPr/>
            <p:nvPr/>
          </p:nvSpPr>
          <p:spPr>
            <a:xfrm>
              <a:off x="1113553" y="461664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9" name="矩形 168"/>
            <p:cNvSpPr/>
            <p:nvPr/>
          </p:nvSpPr>
          <p:spPr>
            <a:xfrm>
              <a:off x="1156014" y="464934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0" name="矩形 169"/>
            <p:cNvSpPr/>
            <p:nvPr/>
          </p:nvSpPr>
          <p:spPr>
            <a:xfrm>
              <a:off x="1433607"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1" name="矩形 170"/>
            <p:cNvSpPr/>
            <p:nvPr/>
          </p:nvSpPr>
          <p:spPr>
            <a:xfrm>
              <a:off x="1709681"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2" name="矩形 171"/>
            <p:cNvSpPr/>
            <p:nvPr/>
          </p:nvSpPr>
          <p:spPr>
            <a:xfrm>
              <a:off x="1113553" y="495464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3" name="矩形 172"/>
            <p:cNvSpPr/>
            <p:nvPr/>
          </p:nvSpPr>
          <p:spPr>
            <a:xfrm>
              <a:off x="1156014" y="498734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4" name="矩形 173"/>
            <p:cNvSpPr/>
            <p:nvPr/>
          </p:nvSpPr>
          <p:spPr>
            <a:xfrm>
              <a:off x="1433607" y="498734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5" name="矩形 174"/>
            <p:cNvSpPr/>
            <p:nvPr/>
          </p:nvSpPr>
          <p:spPr>
            <a:xfrm>
              <a:off x="1709681" y="498734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6" name="矩形 175"/>
            <p:cNvSpPr/>
            <p:nvPr/>
          </p:nvSpPr>
          <p:spPr>
            <a:xfrm>
              <a:off x="1113553" y="52926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7" name="矩形 176"/>
            <p:cNvSpPr/>
            <p:nvPr/>
          </p:nvSpPr>
          <p:spPr>
            <a:xfrm>
              <a:off x="1156014" y="53253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8" name="矩形 177"/>
            <p:cNvSpPr/>
            <p:nvPr/>
          </p:nvSpPr>
          <p:spPr>
            <a:xfrm>
              <a:off x="1433607" y="53253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9" name="矩形 178"/>
            <p:cNvSpPr/>
            <p:nvPr/>
          </p:nvSpPr>
          <p:spPr>
            <a:xfrm>
              <a:off x="1709681" y="532534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0" name="矩形 179"/>
            <p:cNvSpPr/>
            <p:nvPr/>
          </p:nvSpPr>
          <p:spPr>
            <a:xfrm>
              <a:off x="1113553" y="56306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1" name="矩形 180"/>
            <p:cNvSpPr/>
            <p:nvPr/>
          </p:nvSpPr>
          <p:spPr>
            <a:xfrm>
              <a:off x="1156014"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2" name="矩形 181"/>
            <p:cNvSpPr/>
            <p:nvPr/>
          </p:nvSpPr>
          <p:spPr>
            <a:xfrm>
              <a:off x="1433607"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3" name="矩形 182"/>
            <p:cNvSpPr/>
            <p:nvPr/>
          </p:nvSpPr>
          <p:spPr>
            <a:xfrm>
              <a:off x="1709681" y="566333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4" name="矩形 183"/>
            <p:cNvSpPr/>
            <p:nvPr/>
          </p:nvSpPr>
          <p:spPr>
            <a:xfrm>
              <a:off x="1113553" y="59784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5" name="矩形 184"/>
            <p:cNvSpPr/>
            <p:nvPr/>
          </p:nvSpPr>
          <p:spPr>
            <a:xfrm>
              <a:off x="1156014" y="60111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6" name="矩形 185"/>
            <p:cNvSpPr/>
            <p:nvPr/>
          </p:nvSpPr>
          <p:spPr>
            <a:xfrm>
              <a:off x="1433607"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7" name="矩形 186"/>
            <p:cNvSpPr/>
            <p:nvPr/>
          </p:nvSpPr>
          <p:spPr>
            <a:xfrm>
              <a:off x="1709681"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8" name="矩形 187"/>
            <p:cNvSpPr/>
            <p:nvPr/>
          </p:nvSpPr>
          <p:spPr>
            <a:xfrm>
              <a:off x="1113553" y="63164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9" name="矩形 188"/>
            <p:cNvSpPr/>
            <p:nvPr/>
          </p:nvSpPr>
          <p:spPr>
            <a:xfrm>
              <a:off x="1156014"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0" name="矩形 189"/>
            <p:cNvSpPr/>
            <p:nvPr/>
          </p:nvSpPr>
          <p:spPr>
            <a:xfrm>
              <a:off x="1433607" y="63491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1" name="矩形 190"/>
            <p:cNvSpPr/>
            <p:nvPr/>
          </p:nvSpPr>
          <p:spPr>
            <a:xfrm>
              <a:off x="1709681"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2" name="文字方塊 191"/>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spTree>
    <p:extLst>
      <p:ext uri="{BB962C8B-B14F-4D97-AF65-F5344CB8AC3E}">
        <p14:creationId xmlns:p14="http://schemas.microsoft.com/office/powerpoint/2010/main" val="3966863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b="1" i="1" dirty="0"/>
              <a:t>Timing results</a:t>
            </a:r>
            <a:endParaRPr kumimoji="1"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9350" y="2680494"/>
            <a:ext cx="7353300" cy="2641600"/>
          </a:xfrm>
        </p:spPr>
      </p:pic>
    </p:spTree>
    <p:extLst>
      <p:ext uri="{BB962C8B-B14F-4D97-AF65-F5344CB8AC3E}">
        <p14:creationId xmlns:p14="http://schemas.microsoft.com/office/powerpoint/2010/main" val="13808852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sp>
        <p:nvSpPr>
          <p:cNvPr id="495" name="文字方塊 494"/>
          <p:cNvSpPr txBox="1"/>
          <p:nvPr/>
        </p:nvSpPr>
        <p:spPr>
          <a:xfrm>
            <a:off x="2018095" y="2249256"/>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6" name="文字方塊 495"/>
          <p:cNvSpPr txBox="1"/>
          <p:nvPr/>
        </p:nvSpPr>
        <p:spPr>
          <a:xfrm>
            <a:off x="2018095" y="189312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497" name="文字方塊 496"/>
          <p:cNvSpPr txBox="1"/>
          <p:nvPr/>
        </p:nvSpPr>
        <p:spPr>
          <a:xfrm>
            <a:off x="2018095" y="2596563"/>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8" name="文字方塊 497"/>
          <p:cNvSpPr txBox="1"/>
          <p:nvPr/>
        </p:nvSpPr>
        <p:spPr>
          <a:xfrm>
            <a:off x="2018095" y="2914054"/>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499" name="文字方塊 498"/>
          <p:cNvSpPr txBox="1"/>
          <p:nvPr/>
        </p:nvSpPr>
        <p:spPr>
          <a:xfrm>
            <a:off x="2058836" y="3622611"/>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500" name="文字方塊 499"/>
          <p:cNvSpPr txBox="1"/>
          <p:nvPr/>
        </p:nvSpPr>
        <p:spPr>
          <a:xfrm>
            <a:off x="2058836" y="326648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1" name="文字方塊 500"/>
          <p:cNvSpPr txBox="1"/>
          <p:nvPr/>
        </p:nvSpPr>
        <p:spPr>
          <a:xfrm>
            <a:off x="2058836" y="3969918"/>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2" name="文字方塊 501"/>
          <p:cNvSpPr txBox="1"/>
          <p:nvPr/>
        </p:nvSpPr>
        <p:spPr>
          <a:xfrm>
            <a:off x="2058836" y="4287409"/>
            <a:ext cx="455574" cy="369332"/>
          </a:xfrm>
          <a:prstGeom prst="rect">
            <a:avLst/>
          </a:prstGeom>
          <a:noFill/>
          <a:ln>
            <a:solidFill>
              <a:schemeClr val="bg1">
                <a:lumMod val="95000"/>
              </a:schemeClr>
            </a:solidFill>
          </a:ln>
        </p:spPr>
        <p:txBody>
          <a:bodyPr wrap="none" rtlCol="0">
            <a:spAutoFit/>
          </a:bodyPr>
          <a:lstStyle/>
          <a:p>
            <a:r>
              <a:rPr kumimoji="1" lang="en-US" altLang="zh-TW" dirty="0"/>
              <a:t>No</a:t>
            </a:r>
            <a:endParaRPr kumimoji="1" lang="zh-TW" altLang="en-US" dirty="0"/>
          </a:p>
        </p:txBody>
      </p:sp>
      <p:sp>
        <p:nvSpPr>
          <p:cNvPr id="503" name="文字方塊 502"/>
          <p:cNvSpPr txBox="1"/>
          <p:nvPr/>
        </p:nvSpPr>
        <p:spPr>
          <a:xfrm>
            <a:off x="2055893" y="498176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4" name="文字方塊 503"/>
          <p:cNvSpPr txBox="1"/>
          <p:nvPr/>
        </p:nvSpPr>
        <p:spPr>
          <a:xfrm>
            <a:off x="2055893" y="4625633"/>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5" name="文字方塊 504"/>
          <p:cNvSpPr txBox="1"/>
          <p:nvPr/>
        </p:nvSpPr>
        <p:spPr>
          <a:xfrm>
            <a:off x="2055893" y="5329069"/>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6" name="文字方塊 505"/>
          <p:cNvSpPr txBox="1"/>
          <p:nvPr/>
        </p:nvSpPr>
        <p:spPr>
          <a:xfrm>
            <a:off x="2055893" y="5646560"/>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7" name="文字方塊 506"/>
          <p:cNvSpPr txBox="1"/>
          <p:nvPr/>
        </p:nvSpPr>
        <p:spPr>
          <a:xfrm>
            <a:off x="2055893" y="6011815"/>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36" name="文字方塊 535"/>
          <p:cNvSpPr txBox="1"/>
          <p:nvPr/>
        </p:nvSpPr>
        <p:spPr>
          <a:xfrm>
            <a:off x="2055893" y="6313979"/>
            <a:ext cx="455574" cy="369332"/>
          </a:xfrm>
          <a:prstGeom prst="rect">
            <a:avLst/>
          </a:prstGeom>
          <a:noFill/>
        </p:spPr>
        <p:txBody>
          <a:bodyPr wrap="none" rtlCol="0">
            <a:spAutoFit/>
          </a:bodyPr>
          <a:lstStyle/>
          <a:p>
            <a:r>
              <a:rPr kumimoji="1" lang="en-US" altLang="zh-TW" dirty="0" smtClean="0"/>
              <a:t>No</a:t>
            </a:r>
            <a:endParaRPr kumimoji="1" lang="zh-TW" altLang="en-US" dirty="0"/>
          </a:p>
        </p:txBody>
      </p:sp>
      <p:grpSp>
        <p:nvGrpSpPr>
          <p:cNvPr id="48" name="群組 47"/>
          <p:cNvGrpSpPr/>
          <p:nvPr/>
        </p:nvGrpSpPr>
        <p:grpSpPr>
          <a:xfrm>
            <a:off x="837567" y="2001415"/>
            <a:ext cx="156186" cy="3551769"/>
            <a:chOff x="299676" y="1961074"/>
            <a:chExt cx="156186" cy="3551769"/>
          </a:xfrm>
        </p:grpSpPr>
        <p:sp>
          <p:nvSpPr>
            <p:cNvPr id="44" name="橢圓 43"/>
            <p:cNvSpPr/>
            <p:nvPr/>
          </p:nvSpPr>
          <p:spPr>
            <a:xfrm>
              <a:off x="304668" y="1961074"/>
              <a:ext cx="147515" cy="1475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42" name="橢圓 541"/>
            <p:cNvSpPr/>
            <p:nvPr/>
          </p:nvSpPr>
          <p:spPr>
            <a:xfrm>
              <a:off x="304440" y="2299072"/>
              <a:ext cx="147515" cy="14751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1" name="橢圓 550"/>
            <p:cNvSpPr/>
            <p:nvPr/>
          </p:nvSpPr>
          <p:spPr>
            <a:xfrm>
              <a:off x="308347" y="4357043"/>
              <a:ext cx="147515" cy="147515"/>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0" name="橢圓 559"/>
            <p:cNvSpPr/>
            <p:nvPr/>
          </p:nvSpPr>
          <p:spPr>
            <a:xfrm>
              <a:off x="305753" y="4690375"/>
              <a:ext cx="147515" cy="14751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2" name="橢圓 561"/>
            <p:cNvSpPr/>
            <p:nvPr/>
          </p:nvSpPr>
          <p:spPr>
            <a:xfrm>
              <a:off x="299676" y="5365328"/>
              <a:ext cx="147515" cy="14751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47" name="向下箭號 46"/>
          <p:cNvSpPr/>
          <p:nvPr/>
        </p:nvSpPr>
        <p:spPr>
          <a:xfrm>
            <a:off x="1739782" y="1292064"/>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4" name="群組 3"/>
          <p:cNvGrpSpPr/>
          <p:nvPr/>
        </p:nvGrpSpPr>
        <p:grpSpPr>
          <a:xfrm>
            <a:off x="3408283" y="1800623"/>
            <a:ext cx="2577977" cy="2460598"/>
            <a:chOff x="3783257" y="2121452"/>
            <a:chExt cx="2577977" cy="2460598"/>
          </a:xfrm>
        </p:grpSpPr>
        <p:grpSp>
          <p:nvGrpSpPr>
            <p:cNvPr id="49" name="群組 48"/>
            <p:cNvGrpSpPr/>
            <p:nvPr/>
          </p:nvGrpSpPr>
          <p:grpSpPr>
            <a:xfrm>
              <a:off x="3783257" y="2121452"/>
              <a:ext cx="2577977" cy="2103053"/>
              <a:chOff x="2734387" y="1930387"/>
              <a:chExt cx="2577977" cy="2103053"/>
            </a:xfrm>
          </p:grpSpPr>
          <p:sp>
            <p:nvSpPr>
              <p:cNvPr id="567" name="向左箭號 56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6" name="向左箭號 565"/>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向左箭號 44"/>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圓角矩形 14"/>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2</a:t>
                </a:r>
                <a:endParaRPr kumimoji="1" lang="zh-TW" altLang="en-US" dirty="0">
                  <a:solidFill>
                    <a:sysClr val="windowText" lastClr="000000"/>
                  </a:solidFill>
                </a:endParaRPr>
              </a:p>
            </p:txBody>
          </p:sp>
          <p:sp>
            <p:nvSpPr>
              <p:cNvPr id="521" name="矩形 5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2" name="矩形 5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5" name="矩形 524"/>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6" name="矩形 525"/>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7" name="矩形 526"/>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8" name="矩形 527"/>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9" name="文字方塊 528"/>
              <p:cNvSpPr txBox="1"/>
              <p:nvPr/>
            </p:nvSpPr>
            <p:spPr>
              <a:xfrm>
                <a:off x="2734387" y="3358042"/>
                <a:ext cx="718082" cy="646331"/>
              </a:xfrm>
              <a:prstGeom prst="rect">
                <a:avLst/>
              </a:prstGeom>
              <a:noFill/>
            </p:spPr>
            <p:txBody>
              <a:bodyPr wrap="none" rtlCol="0">
                <a:spAutoFit/>
              </a:bodyPr>
              <a:lstStyle/>
              <a:p>
                <a:r>
                  <a:rPr kumimoji="1" lang="en-US" altLang="zh-TW" dirty="0" smtClean="0"/>
                  <a:t>Yes=1</a:t>
                </a:r>
              </a:p>
              <a:p>
                <a:r>
                  <a:rPr kumimoji="1" lang="en-US" altLang="zh-TW" dirty="0" smtClean="0"/>
                  <a:t>No=1</a:t>
                </a:r>
              </a:p>
            </p:txBody>
          </p:sp>
          <p:sp>
            <p:nvSpPr>
              <p:cNvPr id="531" name="文字方塊 530"/>
              <p:cNvSpPr txBox="1"/>
              <p:nvPr/>
            </p:nvSpPr>
            <p:spPr>
              <a:xfrm>
                <a:off x="3664334" y="3387109"/>
                <a:ext cx="718082" cy="646331"/>
              </a:xfrm>
              <a:prstGeom prst="rect">
                <a:avLst/>
              </a:prstGeom>
              <a:noFill/>
            </p:spPr>
            <p:txBody>
              <a:bodyPr wrap="none" rtlCol="0">
                <a:spAutoFit/>
              </a:bodyPr>
              <a:lstStyle/>
              <a:p>
                <a:r>
                  <a:rPr kumimoji="1" lang="en-US" altLang="zh-TW" dirty="0" smtClean="0"/>
                  <a:t>Yes=4</a:t>
                </a:r>
              </a:p>
              <a:p>
                <a:r>
                  <a:rPr kumimoji="1" lang="en-US" altLang="zh-TW" dirty="0" smtClean="0"/>
                  <a:t>No=0</a:t>
                </a:r>
              </a:p>
            </p:txBody>
          </p:sp>
          <p:sp>
            <p:nvSpPr>
              <p:cNvPr id="532" name="文字方塊 531"/>
              <p:cNvSpPr txBox="1"/>
              <p:nvPr/>
            </p:nvSpPr>
            <p:spPr>
              <a:xfrm>
                <a:off x="4594282" y="3374528"/>
                <a:ext cx="718082" cy="646331"/>
              </a:xfrm>
              <a:prstGeom prst="rect">
                <a:avLst/>
              </a:prstGeom>
              <a:noFill/>
            </p:spPr>
            <p:txBody>
              <a:bodyPr wrap="none" rtlCol="0">
                <a:spAutoFit/>
              </a:bodyPr>
              <a:lstStyle/>
              <a:p>
                <a:r>
                  <a:rPr kumimoji="1" lang="en-US" altLang="zh-TW" dirty="0" smtClean="0"/>
                  <a:t>Yes=3</a:t>
                </a:r>
              </a:p>
              <a:p>
                <a:r>
                  <a:rPr kumimoji="1" lang="en-US" altLang="zh-TW" dirty="0" smtClean="0"/>
                  <a:t>No=2</a:t>
                </a:r>
              </a:p>
            </p:txBody>
          </p:sp>
        </p:grpSp>
        <p:sp>
          <p:nvSpPr>
            <p:cNvPr id="3" name="矩形 2"/>
            <p:cNvSpPr/>
            <p:nvPr/>
          </p:nvSpPr>
          <p:spPr>
            <a:xfrm>
              <a:off x="3783257" y="4212718"/>
              <a:ext cx="2385589" cy="369332"/>
            </a:xfrm>
            <a:prstGeom prst="rect">
              <a:avLst/>
            </a:prstGeom>
          </p:spPr>
          <p:txBody>
            <a:bodyPr wrap="none">
              <a:spAutoFit/>
            </a:bodyPr>
            <a:lstStyle/>
            <a:p>
              <a:r>
                <a:rPr lang="en-US" altLang="zh-TW" dirty="0">
                  <a:solidFill>
                    <a:srgbClr val="252525"/>
                  </a:solidFill>
                  <a:latin typeface="Georgia" charset="0"/>
                </a:rPr>
                <a:t>Information </a:t>
              </a:r>
              <a:r>
                <a:rPr lang="en-US" altLang="zh-TW" dirty="0" smtClean="0">
                  <a:solidFill>
                    <a:srgbClr val="252525"/>
                  </a:solidFill>
                  <a:latin typeface="Georgia" charset="0"/>
                </a:rPr>
                <a:t>gain=2.3</a:t>
              </a:r>
              <a:endParaRPr lang="en-US" altLang="zh-TW" dirty="0">
                <a:solidFill>
                  <a:srgbClr val="252525"/>
                </a:solidFill>
                <a:effectLst/>
                <a:latin typeface="Georgia" charset="0"/>
              </a:endParaRPr>
            </a:p>
          </p:txBody>
        </p:sp>
      </p:grpSp>
      <p:grpSp>
        <p:nvGrpSpPr>
          <p:cNvPr id="7" name="群組 6"/>
          <p:cNvGrpSpPr/>
          <p:nvPr/>
        </p:nvGrpSpPr>
        <p:grpSpPr>
          <a:xfrm>
            <a:off x="6532761" y="1801851"/>
            <a:ext cx="2577977" cy="2477243"/>
            <a:chOff x="6629801" y="1980002"/>
            <a:chExt cx="2577977" cy="2477243"/>
          </a:xfrm>
        </p:grpSpPr>
        <p:grpSp>
          <p:nvGrpSpPr>
            <p:cNvPr id="106" name="群組 105"/>
            <p:cNvGrpSpPr/>
            <p:nvPr/>
          </p:nvGrpSpPr>
          <p:grpSpPr>
            <a:xfrm>
              <a:off x="6629801" y="1980002"/>
              <a:ext cx="2577977" cy="2103053"/>
              <a:chOff x="2734387" y="1930387"/>
              <a:chExt cx="2577977" cy="2103053"/>
            </a:xfrm>
          </p:grpSpPr>
          <p:sp>
            <p:nvSpPr>
              <p:cNvPr id="107" name="向左箭號 10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向左箭號 107"/>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向左箭號 108"/>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圓角矩形 109"/>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11" name="矩形 11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2" name="矩形 11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3" name="矩形 112"/>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4" name="矩形 113"/>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5" name="矩形 114"/>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6" name="矩形 115"/>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7" name="文字方塊 116"/>
              <p:cNvSpPr txBox="1"/>
              <p:nvPr/>
            </p:nvSpPr>
            <p:spPr>
              <a:xfrm>
                <a:off x="2734387" y="3358042"/>
                <a:ext cx="718082" cy="646331"/>
              </a:xfrm>
              <a:prstGeom prst="rect">
                <a:avLst/>
              </a:prstGeom>
              <a:noFill/>
            </p:spPr>
            <p:txBody>
              <a:bodyPr wrap="none" rtlCol="0">
                <a:spAutoFit/>
              </a:bodyPr>
              <a:lstStyle/>
              <a:p>
                <a:r>
                  <a:rPr kumimoji="1" lang="en-US" altLang="zh-TW" dirty="0" smtClean="0"/>
                  <a:t>Yes=2</a:t>
                </a:r>
              </a:p>
              <a:p>
                <a:r>
                  <a:rPr kumimoji="1" lang="en-US" altLang="zh-TW" dirty="0" smtClean="0"/>
                  <a:t>No=0</a:t>
                </a:r>
              </a:p>
            </p:txBody>
          </p:sp>
          <p:sp>
            <p:nvSpPr>
              <p:cNvPr id="118" name="文字方塊 117"/>
              <p:cNvSpPr txBox="1"/>
              <p:nvPr/>
            </p:nvSpPr>
            <p:spPr>
              <a:xfrm>
                <a:off x="3664334" y="3387109"/>
                <a:ext cx="718082" cy="646331"/>
              </a:xfrm>
              <a:prstGeom prst="rect">
                <a:avLst/>
              </a:prstGeom>
              <a:noFill/>
            </p:spPr>
            <p:txBody>
              <a:bodyPr wrap="none" rtlCol="0">
                <a:spAutoFit/>
              </a:bodyPr>
              <a:lstStyle/>
              <a:p>
                <a:r>
                  <a:rPr kumimoji="1" lang="en-US" altLang="zh-TW" dirty="0" smtClean="0"/>
                  <a:t>Yes=1</a:t>
                </a:r>
              </a:p>
              <a:p>
                <a:r>
                  <a:rPr kumimoji="1" lang="en-US" altLang="zh-TW" dirty="0" smtClean="0"/>
                  <a:t>No=0</a:t>
                </a:r>
              </a:p>
            </p:txBody>
          </p:sp>
          <p:sp>
            <p:nvSpPr>
              <p:cNvPr id="119" name="文字方塊 118"/>
              <p:cNvSpPr txBox="1"/>
              <p:nvPr/>
            </p:nvSpPr>
            <p:spPr>
              <a:xfrm>
                <a:off x="4594282" y="3374528"/>
                <a:ext cx="718082" cy="646331"/>
              </a:xfrm>
              <a:prstGeom prst="rect">
                <a:avLst/>
              </a:prstGeom>
              <a:noFill/>
            </p:spPr>
            <p:txBody>
              <a:bodyPr wrap="none" rtlCol="0">
                <a:spAutoFit/>
              </a:bodyPr>
              <a:lstStyle/>
              <a:p>
                <a:r>
                  <a:rPr kumimoji="1" lang="en-US" altLang="zh-TW" dirty="0" smtClean="0"/>
                  <a:t>Yes=0</a:t>
                </a:r>
              </a:p>
              <a:p>
                <a:r>
                  <a:rPr kumimoji="1" lang="en-US" altLang="zh-TW" dirty="0" smtClean="0"/>
                  <a:t>No=2</a:t>
                </a:r>
              </a:p>
            </p:txBody>
          </p:sp>
        </p:grpSp>
        <p:sp>
          <p:nvSpPr>
            <p:cNvPr id="120" name="矩形 119"/>
            <p:cNvSpPr/>
            <p:nvPr/>
          </p:nvSpPr>
          <p:spPr>
            <a:xfrm>
              <a:off x="6629801" y="4087913"/>
              <a:ext cx="2529860" cy="369332"/>
            </a:xfrm>
            <a:prstGeom prst="rect">
              <a:avLst/>
            </a:prstGeom>
          </p:spPr>
          <p:txBody>
            <a:bodyPr wrap="none">
              <a:spAutoFit/>
            </a:bodyPr>
            <a:lstStyle/>
            <a:p>
              <a:r>
                <a:rPr lang="en-US" altLang="zh-TW" dirty="0">
                  <a:solidFill>
                    <a:srgbClr val="252525"/>
                  </a:solidFill>
                  <a:latin typeface="Georgia" charset="0"/>
                </a:rPr>
                <a:t>Information </a:t>
              </a:r>
              <a:r>
                <a:rPr lang="en-US" altLang="zh-TW" dirty="0" smtClean="0">
                  <a:solidFill>
                    <a:srgbClr val="252525"/>
                  </a:solidFill>
                  <a:latin typeface="Georgia" charset="0"/>
                </a:rPr>
                <a:t>gain=4.85</a:t>
              </a:r>
              <a:endParaRPr lang="en-US" altLang="zh-TW" dirty="0">
                <a:solidFill>
                  <a:srgbClr val="252525"/>
                </a:solidFill>
                <a:effectLst/>
                <a:latin typeface="Georgia" charset="0"/>
              </a:endParaRPr>
            </a:p>
          </p:txBody>
        </p:sp>
      </p:grpSp>
      <p:sp>
        <p:nvSpPr>
          <p:cNvPr id="138" name="矩形 137"/>
          <p:cNvSpPr/>
          <p:nvPr/>
        </p:nvSpPr>
        <p:spPr>
          <a:xfrm>
            <a:off x="6456858" y="5183141"/>
            <a:ext cx="5134595" cy="830997"/>
          </a:xfrm>
          <a:prstGeom prst="rect">
            <a:avLst/>
          </a:prstGeom>
        </p:spPr>
        <p:txBody>
          <a:bodyPr wrap="square">
            <a:spAutoFit/>
          </a:bodyPr>
          <a:lstStyle/>
          <a:p>
            <a:r>
              <a:rPr lang="en-US" altLang="zh-TW" sz="1600" dirty="0">
                <a:latin typeface="CMMI10" charset="0"/>
              </a:rPr>
              <a:t>H </a:t>
            </a:r>
            <a:r>
              <a:rPr lang="en-US" altLang="zh-TW" sz="1600" dirty="0">
                <a:latin typeface="CMR10" charset="0"/>
              </a:rPr>
              <a:t>( </a:t>
            </a:r>
            <a:r>
              <a:rPr lang="en-US" altLang="zh-TW" sz="1600" dirty="0">
                <a:latin typeface="CMMI10" charset="0"/>
              </a:rPr>
              <a:t>P </a:t>
            </a:r>
            <a:r>
              <a:rPr lang="en-US" altLang="zh-TW" sz="1600" dirty="0">
                <a:latin typeface="CMR10" charset="0"/>
              </a:rPr>
              <a:t>) = ( </a:t>
            </a:r>
            <a:r>
              <a:rPr lang="en-US" altLang="zh-TW" sz="1600" dirty="0">
                <a:latin typeface="CMMI10" charset="0"/>
              </a:rPr>
              <a:t>c </a:t>
            </a:r>
            <a:r>
              <a:rPr lang="en-US" altLang="zh-TW" sz="1600" dirty="0">
                <a:latin typeface="CMR10" charset="0"/>
              </a:rPr>
              <a:t>+ </a:t>
            </a:r>
            <a:r>
              <a:rPr lang="en-US" altLang="zh-TW" sz="1600" dirty="0">
                <a:latin typeface="CMMI10" charset="0"/>
              </a:rPr>
              <a:t>c</a:t>
            </a:r>
            <a:r>
              <a:rPr lang="en-US" altLang="zh-TW" sz="1600" dirty="0">
                <a:latin typeface="CMR10" charset="0"/>
              </a:rPr>
              <a:t> ̄ ) l o g </a:t>
            </a:r>
            <a:r>
              <a:rPr lang="en-US" altLang="zh-TW" sz="1600" dirty="0">
                <a:latin typeface="CMR7" charset="0"/>
              </a:rPr>
              <a:t>2 </a:t>
            </a:r>
            <a:r>
              <a:rPr lang="en-US" altLang="zh-TW" sz="1600" dirty="0">
                <a:latin typeface="CMR10" charset="0"/>
              </a:rPr>
              <a:t>( </a:t>
            </a:r>
            <a:r>
              <a:rPr lang="en-US" altLang="zh-TW" sz="1600" dirty="0">
                <a:latin typeface="CMMI10" charset="0"/>
              </a:rPr>
              <a:t>c </a:t>
            </a:r>
            <a:r>
              <a:rPr lang="en-US" altLang="zh-TW" sz="1600" dirty="0">
                <a:latin typeface="CMR10" charset="0"/>
              </a:rPr>
              <a:t>+ </a:t>
            </a:r>
            <a:r>
              <a:rPr lang="en-US" altLang="zh-TW" sz="1600" dirty="0">
                <a:latin typeface="CMMI10" charset="0"/>
              </a:rPr>
              <a:t>c</a:t>
            </a:r>
            <a:r>
              <a:rPr lang="en-US" altLang="zh-TW" sz="1600" dirty="0">
                <a:latin typeface="CMR10" charset="0"/>
              </a:rPr>
              <a:t> ̄ ) </a:t>
            </a:r>
            <a:r>
              <a:rPr lang="en-US" altLang="zh-TW" sz="1600" dirty="0">
                <a:latin typeface="CMSY10" charset="0"/>
              </a:rPr>
              <a:t>− </a:t>
            </a:r>
            <a:r>
              <a:rPr lang="en-US" altLang="zh-TW" sz="1600" dirty="0">
                <a:latin typeface="CMMI10" charset="0"/>
              </a:rPr>
              <a:t>c </a:t>
            </a:r>
            <a:r>
              <a:rPr lang="en-US" altLang="zh-TW" sz="1600" dirty="0">
                <a:latin typeface="CMR10" charset="0"/>
              </a:rPr>
              <a:t>l o g </a:t>
            </a:r>
            <a:r>
              <a:rPr lang="en-US" altLang="zh-TW" sz="1600" dirty="0">
                <a:latin typeface="CMR7" charset="0"/>
              </a:rPr>
              <a:t>2 </a:t>
            </a:r>
            <a:r>
              <a:rPr lang="en-US" altLang="zh-TW" sz="1600" dirty="0">
                <a:latin typeface="CMMI10" charset="0"/>
              </a:rPr>
              <a:t>c </a:t>
            </a:r>
            <a:r>
              <a:rPr lang="en-US" altLang="zh-TW" sz="1600" dirty="0">
                <a:latin typeface="CMSY10" charset="0"/>
              </a:rPr>
              <a:t>− </a:t>
            </a:r>
            <a:r>
              <a:rPr lang="en-US" altLang="zh-TW" sz="1600" dirty="0">
                <a:latin typeface="CMMI10" charset="0"/>
              </a:rPr>
              <a:t>c</a:t>
            </a:r>
            <a:r>
              <a:rPr lang="en-US" altLang="zh-TW" sz="1600" dirty="0">
                <a:latin typeface="CMR10" charset="0"/>
              </a:rPr>
              <a:t> ̄ l o g </a:t>
            </a:r>
            <a:r>
              <a:rPr lang="en-US" altLang="zh-TW" sz="1600" dirty="0">
                <a:latin typeface="CMR7" charset="0"/>
              </a:rPr>
              <a:t>2 </a:t>
            </a:r>
            <a:r>
              <a:rPr lang="en-US" altLang="zh-TW" sz="1600" dirty="0">
                <a:latin typeface="CMMI10" charset="0"/>
              </a:rPr>
              <a:t>c</a:t>
            </a:r>
            <a:r>
              <a:rPr lang="en-US" altLang="zh-TW" sz="1600" dirty="0">
                <a:latin typeface="CMR10" charset="0"/>
              </a:rPr>
              <a:t> ̄ </a:t>
            </a:r>
            <a:r>
              <a:rPr lang="en-US" altLang="zh-TW" sz="1600" dirty="0" smtClean="0">
                <a:latin typeface="CMR10" charset="0"/>
              </a:rPr>
              <a:t> </a:t>
            </a:r>
          </a:p>
          <a:p>
            <a:r>
              <a:rPr lang="en-US" altLang="zh-TW" sz="1600" dirty="0" smtClean="0">
                <a:latin typeface="CMR10" charset="0"/>
              </a:rPr>
              <a:t>where </a:t>
            </a:r>
            <a:r>
              <a:rPr lang="en-US" altLang="zh-TW" sz="1600" dirty="0">
                <a:latin typeface="CMMI10" charset="0"/>
              </a:rPr>
              <a:t>c </a:t>
            </a:r>
            <a:r>
              <a:rPr lang="en-US" altLang="zh-TW" sz="1600" dirty="0">
                <a:latin typeface="CMR10" charset="0"/>
              </a:rPr>
              <a:t>= </a:t>
            </a:r>
            <a:r>
              <a:rPr lang="en-US" altLang="zh-TW" sz="1600" dirty="0" smtClean="0">
                <a:latin typeface="CMR10" charset="0"/>
              </a:rPr>
              <a:t>number </a:t>
            </a:r>
            <a:r>
              <a:rPr lang="en-US" altLang="zh-TW" sz="1600" dirty="0">
                <a:latin typeface="CMR10" charset="0"/>
              </a:rPr>
              <a:t>of </a:t>
            </a:r>
            <a:r>
              <a:rPr lang="en-US" altLang="zh-TW" sz="1600" dirty="0" smtClean="0">
                <a:latin typeface="CMR10" charset="0"/>
              </a:rPr>
              <a:t>corners</a:t>
            </a:r>
            <a:endParaRPr lang="en-US" altLang="zh-TW" sz="1600" dirty="0"/>
          </a:p>
          <a:p>
            <a:r>
              <a:rPr lang="en-US" altLang="zh-TW" sz="1600" dirty="0">
                <a:latin typeface="CMR10" charset="0"/>
              </a:rPr>
              <a:t>and </a:t>
            </a:r>
            <a:r>
              <a:rPr lang="en-US" altLang="zh-TW" sz="1600" dirty="0">
                <a:latin typeface="CMMI10" charset="0"/>
              </a:rPr>
              <a:t>c</a:t>
            </a:r>
            <a:r>
              <a:rPr lang="en-US" altLang="zh-TW" sz="1600" dirty="0">
                <a:latin typeface="CMR10" charset="0"/>
              </a:rPr>
              <a:t> ̄ = </a:t>
            </a:r>
            <a:r>
              <a:rPr lang="en-US" altLang="zh-TW" sz="1600" dirty="0" smtClean="0">
                <a:latin typeface="CMR10" charset="0"/>
              </a:rPr>
              <a:t>number </a:t>
            </a:r>
            <a:r>
              <a:rPr lang="en-US" altLang="zh-TW" sz="1600" dirty="0">
                <a:latin typeface="CMR10" charset="0"/>
              </a:rPr>
              <a:t>of non </a:t>
            </a:r>
            <a:r>
              <a:rPr lang="en-US" altLang="zh-TW" sz="1600" dirty="0" smtClean="0">
                <a:latin typeface="CMR10" charset="0"/>
              </a:rPr>
              <a:t>corners</a:t>
            </a:r>
            <a:endParaRPr lang="en-US" altLang="zh-TW" sz="1600" dirty="0"/>
          </a:p>
        </p:txBody>
      </p:sp>
      <p:sp>
        <p:nvSpPr>
          <p:cNvPr id="139" name="矩形 138"/>
          <p:cNvSpPr/>
          <p:nvPr/>
        </p:nvSpPr>
        <p:spPr>
          <a:xfrm>
            <a:off x="6456859" y="6265899"/>
            <a:ext cx="4163832" cy="338554"/>
          </a:xfrm>
          <a:prstGeom prst="rect">
            <a:avLst/>
          </a:prstGeom>
        </p:spPr>
        <p:txBody>
          <a:bodyPr wrap="none">
            <a:spAutoFit/>
          </a:bodyPr>
          <a:lstStyle/>
          <a:p>
            <a:r>
              <a:rPr lang="en-US" altLang="zh-TW" sz="1600" dirty="0"/>
              <a:t>Information </a:t>
            </a:r>
            <a:r>
              <a:rPr lang="en-US" altLang="zh-TW" sz="1600" dirty="0" smtClean="0"/>
              <a:t>gain=</a:t>
            </a:r>
            <a:r>
              <a:rPr lang="mr-IN" altLang="zh-TW" sz="1600" dirty="0" err="1" smtClean="0">
                <a:latin typeface="CMMI10" charset="0"/>
              </a:rPr>
              <a:t>H</a:t>
            </a:r>
            <a:r>
              <a:rPr lang="mr-IN" altLang="zh-TW" sz="1600" dirty="0" smtClean="0">
                <a:latin typeface="CMR10" charset="0"/>
              </a:rPr>
              <a:t>(</a:t>
            </a:r>
            <a:r>
              <a:rPr lang="mr-IN" altLang="zh-TW" sz="1600" dirty="0" err="1" smtClean="0">
                <a:latin typeface="CMMI10" charset="0"/>
              </a:rPr>
              <a:t>P</a:t>
            </a:r>
            <a:r>
              <a:rPr lang="mr-IN" altLang="zh-TW" sz="1600" dirty="0" smtClean="0">
                <a:latin typeface="CMR10" charset="0"/>
              </a:rPr>
              <a:t>)</a:t>
            </a:r>
            <a:r>
              <a:rPr lang="mr-IN" altLang="zh-TW" sz="1600" dirty="0" smtClean="0">
                <a:latin typeface="CMSY10" charset="0"/>
              </a:rPr>
              <a:t>−</a:t>
            </a:r>
            <a:r>
              <a:rPr lang="mr-IN" altLang="zh-TW" sz="1600" dirty="0" err="1" smtClean="0">
                <a:latin typeface="CMMI10" charset="0"/>
              </a:rPr>
              <a:t>H</a:t>
            </a:r>
            <a:r>
              <a:rPr lang="mr-IN" altLang="zh-TW" sz="1600" dirty="0" smtClean="0">
                <a:latin typeface="CMR10" charset="0"/>
              </a:rPr>
              <a:t>(</a:t>
            </a:r>
            <a:r>
              <a:rPr lang="mr-IN" altLang="zh-TW" sz="1600" dirty="0" err="1" smtClean="0">
                <a:latin typeface="CMMI10" charset="0"/>
              </a:rPr>
              <a:t>P</a:t>
            </a:r>
            <a:r>
              <a:rPr lang="mr-IN" altLang="zh-TW" sz="1600" dirty="0" err="1" smtClean="0">
                <a:latin typeface="CMMI7" charset="0"/>
              </a:rPr>
              <a:t>d</a:t>
            </a:r>
            <a:r>
              <a:rPr lang="mr-IN" altLang="zh-TW" sz="1600" dirty="0" smtClean="0">
                <a:latin typeface="CMR10" charset="0"/>
              </a:rPr>
              <a:t>)</a:t>
            </a:r>
            <a:r>
              <a:rPr lang="mr-IN" altLang="zh-TW" sz="1600" dirty="0" smtClean="0">
                <a:latin typeface="CMSY10" charset="0"/>
              </a:rPr>
              <a:t>−</a:t>
            </a:r>
            <a:r>
              <a:rPr lang="mr-IN" altLang="zh-TW" sz="1600" dirty="0" err="1" smtClean="0">
                <a:latin typeface="CMMI10" charset="0"/>
              </a:rPr>
              <a:t>H</a:t>
            </a:r>
            <a:r>
              <a:rPr lang="mr-IN" altLang="zh-TW" sz="1600" dirty="0" smtClean="0">
                <a:latin typeface="CMR10" charset="0"/>
              </a:rPr>
              <a:t>(</a:t>
            </a:r>
            <a:r>
              <a:rPr lang="mr-IN" altLang="zh-TW" sz="1600" dirty="0" err="1" smtClean="0">
                <a:latin typeface="CMMI10" charset="0"/>
              </a:rPr>
              <a:t>P</a:t>
            </a:r>
            <a:r>
              <a:rPr lang="mr-IN" altLang="zh-TW" sz="1600" dirty="0" err="1" smtClean="0">
                <a:latin typeface="CMMI7" charset="0"/>
              </a:rPr>
              <a:t>s</a:t>
            </a:r>
            <a:r>
              <a:rPr lang="mr-IN" altLang="zh-TW" sz="1600" dirty="0" smtClean="0">
                <a:latin typeface="CMR10" charset="0"/>
              </a:rPr>
              <a:t>)</a:t>
            </a:r>
            <a:r>
              <a:rPr lang="mr-IN" altLang="zh-TW" sz="1600" dirty="0" smtClean="0">
                <a:latin typeface="CMSY10" charset="0"/>
              </a:rPr>
              <a:t>−</a:t>
            </a:r>
            <a:r>
              <a:rPr lang="mr-IN" altLang="zh-TW" sz="1600" dirty="0" err="1" smtClean="0">
                <a:latin typeface="CMMI10" charset="0"/>
              </a:rPr>
              <a:t>H</a:t>
            </a:r>
            <a:r>
              <a:rPr lang="mr-IN" altLang="zh-TW" sz="1600" dirty="0" smtClean="0">
                <a:latin typeface="CMR10" charset="0"/>
              </a:rPr>
              <a:t>(</a:t>
            </a:r>
            <a:r>
              <a:rPr lang="mr-IN" altLang="zh-TW" sz="1600" dirty="0" err="1" smtClean="0">
                <a:latin typeface="CMMI10" charset="0"/>
              </a:rPr>
              <a:t>P</a:t>
            </a:r>
            <a:r>
              <a:rPr lang="mr-IN" altLang="zh-TW" sz="1600" dirty="0" err="1" smtClean="0">
                <a:latin typeface="CMMI7" charset="0"/>
              </a:rPr>
              <a:t>b</a:t>
            </a:r>
            <a:r>
              <a:rPr lang="mr-IN" altLang="zh-TW" sz="1600" dirty="0">
                <a:latin typeface="CMR10" charset="0"/>
              </a:rPr>
              <a:t>) </a:t>
            </a:r>
            <a:endParaRPr lang="mr-IN" altLang="zh-TW" sz="1600" dirty="0"/>
          </a:p>
        </p:txBody>
      </p:sp>
      <p:grpSp>
        <p:nvGrpSpPr>
          <p:cNvPr id="141" name="群組 140"/>
          <p:cNvGrpSpPr/>
          <p:nvPr/>
        </p:nvGrpSpPr>
        <p:grpSpPr>
          <a:xfrm>
            <a:off x="1113553" y="1552742"/>
            <a:ext cx="874470" cy="5069696"/>
            <a:chOff x="1113553" y="1552742"/>
            <a:chExt cx="874470" cy="5069696"/>
          </a:xfrm>
        </p:grpSpPr>
        <p:sp>
          <p:nvSpPr>
            <p:cNvPr id="142" name="矩形 141"/>
            <p:cNvSpPr/>
            <p:nvPr/>
          </p:nvSpPr>
          <p:spPr>
            <a:xfrm>
              <a:off x="1113553" y="191266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3" name="矩形 142"/>
            <p:cNvSpPr/>
            <p:nvPr/>
          </p:nvSpPr>
          <p:spPr>
            <a:xfrm>
              <a:off x="1156014"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p:cNvSpPr/>
            <p:nvPr/>
          </p:nvSpPr>
          <p:spPr>
            <a:xfrm>
              <a:off x="1433607"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p:cNvSpPr/>
            <p:nvPr/>
          </p:nvSpPr>
          <p:spPr>
            <a:xfrm>
              <a:off x="1709681"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6" name="矩形 145"/>
            <p:cNvSpPr/>
            <p:nvPr/>
          </p:nvSpPr>
          <p:spPr>
            <a:xfrm>
              <a:off x="1113553" y="225065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7" name="矩形 146"/>
            <p:cNvSpPr/>
            <p:nvPr/>
          </p:nvSpPr>
          <p:spPr>
            <a:xfrm>
              <a:off x="1156014"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8" name="矩形 147"/>
            <p:cNvSpPr/>
            <p:nvPr/>
          </p:nvSpPr>
          <p:spPr>
            <a:xfrm>
              <a:off x="1433607"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9" name="矩形 148"/>
            <p:cNvSpPr/>
            <p:nvPr/>
          </p:nvSpPr>
          <p:spPr>
            <a:xfrm>
              <a:off x="1709681" y="228335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0" name="矩形 149"/>
            <p:cNvSpPr/>
            <p:nvPr/>
          </p:nvSpPr>
          <p:spPr>
            <a:xfrm>
              <a:off x="1113553" y="258865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1" name="矩形 150"/>
            <p:cNvSpPr/>
            <p:nvPr/>
          </p:nvSpPr>
          <p:spPr>
            <a:xfrm>
              <a:off x="1156014"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2" name="矩形 151"/>
            <p:cNvSpPr/>
            <p:nvPr/>
          </p:nvSpPr>
          <p:spPr>
            <a:xfrm>
              <a:off x="1433607" y="262135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3" name="矩形 152"/>
            <p:cNvSpPr/>
            <p:nvPr/>
          </p:nvSpPr>
          <p:spPr>
            <a:xfrm>
              <a:off x="1709681"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4" name="矩形 153"/>
            <p:cNvSpPr/>
            <p:nvPr/>
          </p:nvSpPr>
          <p:spPr>
            <a:xfrm>
              <a:off x="1113553" y="292665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5" name="矩形 154"/>
            <p:cNvSpPr/>
            <p:nvPr/>
          </p:nvSpPr>
          <p:spPr>
            <a:xfrm>
              <a:off x="1156014" y="295935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6" name="矩形 155"/>
            <p:cNvSpPr/>
            <p:nvPr/>
          </p:nvSpPr>
          <p:spPr>
            <a:xfrm>
              <a:off x="1433607" y="2959354"/>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7" name="矩形 156"/>
            <p:cNvSpPr/>
            <p:nvPr/>
          </p:nvSpPr>
          <p:spPr>
            <a:xfrm>
              <a:off x="1709681" y="295935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8" name="矩形 157"/>
            <p:cNvSpPr/>
            <p:nvPr/>
          </p:nvSpPr>
          <p:spPr>
            <a:xfrm>
              <a:off x="1113553" y="326465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9" name="矩形 158"/>
            <p:cNvSpPr/>
            <p:nvPr/>
          </p:nvSpPr>
          <p:spPr>
            <a:xfrm>
              <a:off x="1156014"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0" name="矩形 159"/>
            <p:cNvSpPr/>
            <p:nvPr/>
          </p:nvSpPr>
          <p:spPr>
            <a:xfrm>
              <a:off x="1433607"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1" name="矩形 160"/>
            <p:cNvSpPr/>
            <p:nvPr/>
          </p:nvSpPr>
          <p:spPr>
            <a:xfrm>
              <a:off x="1709681" y="329735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2" name="矩形 161"/>
            <p:cNvSpPr/>
            <p:nvPr/>
          </p:nvSpPr>
          <p:spPr>
            <a:xfrm>
              <a:off x="1113553" y="360265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3" name="矩形 162"/>
            <p:cNvSpPr/>
            <p:nvPr/>
          </p:nvSpPr>
          <p:spPr>
            <a:xfrm>
              <a:off x="1156014"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4" name="矩形 163"/>
            <p:cNvSpPr/>
            <p:nvPr/>
          </p:nvSpPr>
          <p:spPr>
            <a:xfrm>
              <a:off x="1433607"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5" name="矩形 164"/>
            <p:cNvSpPr/>
            <p:nvPr/>
          </p:nvSpPr>
          <p:spPr>
            <a:xfrm>
              <a:off x="1709681"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6" name="矩形 165"/>
            <p:cNvSpPr/>
            <p:nvPr/>
          </p:nvSpPr>
          <p:spPr>
            <a:xfrm>
              <a:off x="1113553" y="394064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7" name="矩形 166"/>
            <p:cNvSpPr/>
            <p:nvPr/>
          </p:nvSpPr>
          <p:spPr>
            <a:xfrm>
              <a:off x="1156014" y="397334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8" name="矩形 167"/>
            <p:cNvSpPr/>
            <p:nvPr/>
          </p:nvSpPr>
          <p:spPr>
            <a:xfrm>
              <a:off x="1433607" y="397334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9" name="矩形 168"/>
            <p:cNvSpPr/>
            <p:nvPr/>
          </p:nvSpPr>
          <p:spPr>
            <a:xfrm>
              <a:off x="1709681" y="397334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0" name="矩形 169"/>
            <p:cNvSpPr/>
            <p:nvPr/>
          </p:nvSpPr>
          <p:spPr>
            <a:xfrm>
              <a:off x="1113553" y="427864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1" name="矩形 170"/>
            <p:cNvSpPr/>
            <p:nvPr/>
          </p:nvSpPr>
          <p:spPr>
            <a:xfrm>
              <a:off x="1156014" y="431134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2" name="矩形 171"/>
            <p:cNvSpPr/>
            <p:nvPr/>
          </p:nvSpPr>
          <p:spPr>
            <a:xfrm>
              <a:off x="1433607"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3" name="矩形 172"/>
            <p:cNvSpPr/>
            <p:nvPr/>
          </p:nvSpPr>
          <p:spPr>
            <a:xfrm>
              <a:off x="1709681"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4" name="矩形 173"/>
            <p:cNvSpPr/>
            <p:nvPr/>
          </p:nvSpPr>
          <p:spPr>
            <a:xfrm>
              <a:off x="1113553" y="461664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5" name="矩形 174"/>
            <p:cNvSpPr/>
            <p:nvPr/>
          </p:nvSpPr>
          <p:spPr>
            <a:xfrm>
              <a:off x="1156014" y="464934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6" name="矩形 175"/>
            <p:cNvSpPr/>
            <p:nvPr/>
          </p:nvSpPr>
          <p:spPr>
            <a:xfrm>
              <a:off x="1433607"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7" name="矩形 176"/>
            <p:cNvSpPr/>
            <p:nvPr/>
          </p:nvSpPr>
          <p:spPr>
            <a:xfrm>
              <a:off x="1709681"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8" name="矩形 177"/>
            <p:cNvSpPr/>
            <p:nvPr/>
          </p:nvSpPr>
          <p:spPr>
            <a:xfrm>
              <a:off x="1113553" y="495464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9" name="矩形 178"/>
            <p:cNvSpPr/>
            <p:nvPr/>
          </p:nvSpPr>
          <p:spPr>
            <a:xfrm>
              <a:off x="1156014" y="498734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0" name="矩形 179"/>
            <p:cNvSpPr/>
            <p:nvPr/>
          </p:nvSpPr>
          <p:spPr>
            <a:xfrm>
              <a:off x="1433607" y="498734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1" name="矩形 180"/>
            <p:cNvSpPr/>
            <p:nvPr/>
          </p:nvSpPr>
          <p:spPr>
            <a:xfrm>
              <a:off x="1709681" y="498734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2" name="矩形 181"/>
            <p:cNvSpPr/>
            <p:nvPr/>
          </p:nvSpPr>
          <p:spPr>
            <a:xfrm>
              <a:off x="1113553" y="52926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3" name="矩形 182"/>
            <p:cNvSpPr/>
            <p:nvPr/>
          </p:nvSpPr>
          <p:spPr>
            <a:xfrm>
              <a:off x="1156014" y="53253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4" name="矩形 183"/>
            <p:cNvSpPr/>
            <p:nvPr/>
          </p:nvSpPr>
          <p:spPr>
            <a:xfrm>
              <a:off x="1433607" y="53253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5" name="矩形 184"/>
            <p:cNvSpPr/>
            <p:nvPr/>
          </p:nvSpPr>
          <p:spPr>
            <a:xfrm>
              <a:off x="1709681" y="532534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6" name="矩形 185"/>
            <p:cNvSpPr/>
            <p:nvPr/>
          </p:nvSpPr>
          <p:spPr>
            <a:xfrm>
              <a:off x="1113553" y="56306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7" name="矩形 186"/>
            <p:cNvSpPr/>
            <p:nvPr/>
          </p:nvSpPr>
          <p:spPr>
            <a:xfrm>
              <a:off x="1156014"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8" name="矩形 187"/>
            <p:cNvSpPr/>
            <p:nvPr/>
          </p:nvSpPr>
          <p:spPr>
            <a:xfrm>
              <a:off x="1433607"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9" name="矩形 188"/>
            <p:cNvSpPr/>
            <p:nvPr/>
          </p:nvSpPr>
          <p:spPr>
            <a:xfrm>
              <a:off x="1709681" y="566333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0" name="矩形 189"/>
            <p:cNvSpPr/>
            <p:nvPr/>
          </p:nvSpPr>
          <p:spPr>
            <a:xfrm>
              <a:off x="1113553" y="59784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1" name="矩形 190"/>
            <p:cNvSpPr/>
            <p:nvPr/>
          </p:nvSpPr>
          <p:spPr>
            <a:xfrm>
              <a:off x="1156014" y="60111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2" name="矩形 191"/>
            <p:cNvSpPr/>
            <p:nvPr/>
          </p:nvSpPr>
          <p:spPr>
            <a:xfrm>
              <a:off x="1433607"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3" name="矩形 192"/>
            <p:cNvSpPr/>
            <p:nvPr/>
          </p:nvSpPr>
          <p:spPr>
            <a:xfrm>
              <a:off x="1709681"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4" name="矩形 193"/>
            <p:cNvSpPr/>
            <p:nvPr/>
          </p:nvSpPr>
          <p:spPr>
            <a:xfrm>
              <a:off x="1113553" y="63164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5" name="矩形 194"/>
            <p:cNvSpPr/>
            <p:nvPr/>
          </p:nvSpPr>
          <p:spPr>
            <a:xfrm>
              <a:off x="1156014"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6" name="矩形 195"/>
            <p:cNvSpPr/>
            <p:nvPr/>
          </p:nvSpPr>
          <p:spPr>
            <a:xfrm>
              <a:off x="1433607" y="63491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7" name="矩形 196"/>
            <p:cNvSpPr/>
            <p:nvPr/>
          </p:nvSpPr>
          <p:spPr>
            <a:xfrm>
              <a:off x="1709681"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8" name="文字方塊 197"/>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sp>
        <p:nvSpPr>
          <p:cNvPr id="199" name="圓角矩形 198"/>
          <p:cNvSpPr/>
          <p:nvPr/>
        </p:nvSpPr>
        <p:spPr>
          <a:xfrm>
            <a:off x="1671600" y="1844420"/>
            <a:ext cx="295766" cy="4828403"/>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793415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sp>
        <p:nvSpPr>
          <p:cNvPr id="495" name="文字方塊 494"/>
          <p:cNvSpPr txBox="1"/>
          <p:nvPr/>
        </p:nvSpPr>
        <p:spPr>
          <a:xfrm>
            <a:off x="2018095" y="2249256"/>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6" name="文字方塊 495"/>
          <p:cNvSpPr txBox="1"/>
          <p:nvPr/>
        </p:nvSpPr>
        <p:spPr>
          <a:xfrm>
            <a:off x="2018095" y="1893127"/>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497" name="文字方塊 496"/>
          <p:cNvSpPr txBox="1"/>
          <p:nvPr/>
        </p:nvSpPr>
        <p:spPr>
          <a:xfrm>
            <a:off x="2018095" y="2596563"/>
            <a:ext cx="485646" cy="369332"/>
          </a:xfrm>
          <a:prstGeom prst="rect">
            <a:avLst/>
          </a:prstGeom>
          <a:noFill/>
        </p:spPr>
        <p:txBody>
          <a:bodyPr wrap="none" rtlCol="0">
            <a:spAutoFit/>
          </a:bodyPr>
          <a:lstStyle/>
          <a:p>
            <a:r>
              <a:rPr kumimoji="1" lang="en-US" altLang="zh-TW" dirty="0" smtClean="0"/>
              <a:t>Yes</a:t>
            </a:r>
            <a:endParaRPr kumimoji="1" lang="zh-TW" altLang="en-US" dirty="0"/>
          </a:p>
        </p:txBody>
      </p:sp>
      <p:sp>
        <p:nvSpPr>
          <p:cNvPr id="498" name="文字方塊 497"/>
          <p:cNvSpPr txBox="1"/>
          <p:nvPr/>
        </p:nvSpPr>
        <p:spPr>
          <a:xfrm>
            <a:off x="2018095" y="2914054"/>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499" name="文字方塊 498"/>
          <p:cNvSpPr txBox="1"/>
          <p:nvPr/>
        </p:nvSpPr>
        <p:spPr>
          <a:xfrm>
            <a:off x="2058836" y="3622611"/>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500" name="文字方塊 499"/>
          <p:cNvSpPr txBox="1"/>
          <p:nvPr/>
        </p:nvSpPr>
        <p:spPr>
          <a:xfrm>
            <a:off x="2058836" y="326648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1" name="文字方塊 500"/>
          <p:cNvSpPr txBox="1"/>
          <p:nvPr/>
        </p:nvSpPr>
        <p:spPr>
          <a:xfrm>
            <a:off x="2058836" y="3969918"/>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2" name="文字方塊 501"/>
          <p:cNvSpPr txBox="1"/>
          <p:nvPr/>
        </p:nvSpPr>
        <p:spPr>
          <a:xfrm>
            <a:off x="2058836" y="4287409"/>
            <a:ext cx="455574" cy="369332"/>
          </a:xfrm>
          <a:prstGeom prst="rect">
            <a:avLst/>
          </a:prstGeom>
          <a:noFill/>
          <a:ln>
            <a:solidFill>
              <a:schemeClr val="bg1">
                <a:lumMod val="95000"/>
              </a:schemeClr>
            </a:solidFill>
          </a:ln>
        </p:spPr>
        <p:txBody>
          <a:bodyPr wrap="none" rtlCol="0">
            <a:spAutoFit/>
          </a:bodyPr>
          <a:lstStyle/>
          <a:p>
            <a:r>
              <a:rPr kumimoji="1" lang="en-US" altLang="zh-TW" dirty="0"/>
              <a:t>No</a:t>
            </a:r>
            <a:endParaRPr kumimoji="1" lang="zh-TW" altLang="en-US" dirty="0"/>
          </a:p>
        </p:txBody>
      </p:sp>
      <p:sp>
        <p:nvSpPr>
          <p:cNvPr id="503" name="文字方塊 502"/>
          <p:cNvSpPr txBox="1"/>
          <p:nvPr/>
        </p:nvSpPr>
        <p:spPr>
          <a:xfrm>
            <a:off x="2055893" y="4981762"/>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4" name="文字方塊 503"/>
          <p:cNvSpPr txBox="1"/>
          <p:nvPr/>
        </p:nvSpPr>
        <p:spPr>
          <a:xfrm>
            <a:off x="2055893" y="4625633"/>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5" name="文字方塊 504"/>
          <p:cNvSpPr txBox="1"/>
          <p:nvPr/>
        </p:nvSpPr>
        <p:spPr>
          <a:xfrm>
            <a:off x="2055893" y="5329069"/>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6" name="文字方塊 505"/>
          <p:cNvSpPr txBox="1"/>
          <p:nvPr/>
        </p:nvSpPr>
        <p:spPr>
          <a:xfrm>
            <a:off x="2055893" y="5646560"/>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07" name="文字方塊 506"/>
          <p:cNvSpPr txBox="1"/>
          <p:nvPr/>
        </p:nvSpPr>
        <p:spPr>
          <a:xfrm>
            <a:off x="2055893" y="6011815"/>
            <a:ext cx="485646" cy="369332"/>
          </a:xfrm>
          <a:prstGeom prst="rect">
            <a:avLst/>
          </a:prstGeom>
          <a:noFill/>
        </p:spPr>
        <p:txBody>
          <a:bodyPr wrap="none" rtlCol="0">
            <a:spAutoFit/>
          </a:bodyPr>
          <a:lstStyle/>
          <a:p>
            <a:r>
              <a:rPr kumimoji="1" lang="en-US" altLang="zh-TW" dirty="0"/>
              <a:t>Yes</a:t>
            </a:r>
            <a:endParaRPr kumimoji="1" lang="zh-TW" altLang="en-US" dirty="0"/>
          </a:p>
        </p:txBody>
      </p:sp>
      <p:sp>
        <p:nvSpPr>
          <p:cNvPr id="536" name="文字方塊 535"/>
          <p:cNvSpPr txBox="1"/>
          <p:nvPr/>
        </p:nvSpPr>
        <p:spPr>
          <a:xfrm>
            <a:off x="2055893" y="6313979"/>
            <a:ext cx="455574" cy="369332"/>
          </a:xfrm>
          <a:prstGeom prst="rect">
            <a:avLst/>
          </a:prstGeom>
          <a:noFill/>
        </p:spPr>
        <p:txBody>
          <a:bodyPr wrap="none" rtlCol="0">
            <a:spAutoFit/>
          </a:bodyPr>
          <a:lstStyle/>
          <a:p>
            <a:r>
              <a:rPr kumimoji="1" lang="en-US" altLang="zh-TW" dirty="0" smtClean="0"/>
              <a:t>No</a:t>
            </a:r>
            <a:endParaRPr kumimoji="1" lang="zh-TW" altLang="en-US" dirty="0"/>
          </a:p>
        </p:txBody>
      </p:sp>
      <p:sp>
        <p:nvSpPr>
          <p:cNvPr id="47" name="向下箭號 46"/>
          <p:cNvSpPr/>
          <p:nvPr/>
        </p:nvSpPr>
        <p:spPr>
          <a:xfrm>
            <a:off x="1739782" y="1292064"/>
            <a:ext cx="111216" cy="30216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4" name="群組 3"/>
          <p:cNvGrpSpPr/>
          <p:nvPr/>
        </p:nvGrpSpPr>
        <p:grpSpPr>
          <a:xfrm>
            <a:off x="3408283" y="1800623"/>
            <a:ext cx="2577977" cy="2460598"/>
            <a:chOff x="3783257" y="2121452"/>
            <a:chExt cx="2577977" cy="2460598"/>
          </a:xfrm>
        </p:grpSpPr>
        <p:grpSp>
          <p:nvGrpSpPr>
            <p:cNvPr id="49" name="群組 48"/>
            <p:cNvGrpSpPr/>
            <p:nvPr/>
          </p:nvGrpSpPr>
          <p:grpSpPr>
            <a:xfrm>
              <a:off x="3783257" y="2121452"/>
              <a:ext cx="2577977" cy="2103053"/>
              <a:chOff x="2734387" y="1930387"/>
              <a:chExt cx="2577977" cy="2103053"/>
            </a:xfrm>
          </p:grpSpPr>
          <p:sp>
            <p:nvSpPr>
              <p:cNvPr id="567" name="向左箭號 56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6" name="向左箭號 565"/>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向左箭號 44"/>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圓角矩形 14"/>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2</a:t>
                </a:r>
                <a:endParaRPr kumimoji="1" lang="zh-TW" altLang="en-US" dirty="0">
                  <a:solidFill>
                    <a:sysClr val="windowText" lastClr="000000"/>
                  </a:solidFill>
                </a:endParaRPr>
              </a:p>
            </p:txBody>
          </p:sp>
          <p:sp>
            <p:nvSpPr>
              <p:cNvPr id="521" name="矩形 52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2" name="矩形 52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5" name="矩形 524"/>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6" name="矩形 525"/>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7" name="矩形 526"/>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8" name="矩形 527"/>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9" name="文字方塊 528"/>
              <p:cNvSpPr txBox="1"/>
              <p:nvPr/>
            </p:nvSpPr>
            <p:spPr>
              <a:xfrm>
                <a:off x="2734387" y="3358042"/>
                <a:ext cx="718082" cy="646331"/>
              </a:xfrm>
              <a:prstGeom prst="rect">
                <a:avLst/>
              </a:prstGeom>
              <a:noFill/>
            </p:spPr>
            <p:txBody>
              <a:bodyPr wrap="none" rtlCol="0">
                <a:spAutoFit/>
              </a:bodyPr>
              <a:lstStyle/>
              <a:p>
                <a:r>
                  <a:rPr kumimoji="1" lang="en-US" altLang="zh-TW" dirty="0" smtClean="0"/>
                  <a:t>Yes=1</a:t>
                </a:r>
              </a:p>
              <a:p>
                <a:r>
                  <a:rPr kumimoji="1" lang="en-US" altLang="zh-TW" dirty="0" smtClean="0"/>
                  <a:t>No=1</a:t>
                </a:r>
              </a:p>
            </p:txBody>
          </p:sp>
          <p:sp>
            <p:nvSpPr>
              <p:cNvPr id="531" name="文字方塊 530"/>
              <p:cNvSpPr txBox="1"/>
              <p:nvPr/>
            </p:nvSpPr>
            <p:spPr>
              <a:xfrm>
                <a:off x="3664334" y="3387109"/>
                <a:ext cx="718082" cy="646331"/>
              </a:xfrm>
              <a:prstGeom prst="rect">
                <a:avLst/>
              </a:prstGeom>
              <a:noFill/>
            </p:spPr>
            <p:txBody>
              <a:bodyPr wrap="none" rtlCol="0">
                <a:spAutoFit/>
              </a:bodyPr>
              <a:lstStyle/>
              <a:p>
                <a:r>
                  <a:rPr kumimoji="1" lang="en-US" altLang="zh-TW" dirty="0" smtClean="0"/>
                  <a:t>Yes=4</a:t>
                </a:r>
              </a:p>
              <a:p>
                <a:r>
                  <a:rPr kumimoji="1" lang="en-US" altLang="zh-TW" dirty="0" smtClean="0"/>
                  <a:t>No=0</a:t>
                </a:r>
              </a:p>
            </p:txBody>
          </p:sp>
          <p:sp>
            <p:nvSpPr>
              <p:cNvPr id="532" name="文字方塊 531"/>
              <p:cNvSpPr txBox="1"/>
              <p:nvPr/>
            </p:nvSpPr>
            <p:spPr>
              <a:xfrm>
                <a:off x="4594282" y="3374528"/>
                <a:ext cx="718082" cy="646331"/>
              </a:xfrm>
              <a:prstGeom prst="rect">
                <a:avLst/>
              </a:prstGeom>
              <a:noFill/>
            </p:spPr>
            <p:txBody>
              <a:bodyPr wrap="none" rtlCol="0">
                <a:spAutoFit/>
              </a:bodyPr>
              <a:lstStyle/>
              <a:p>
                <a:r>
                  <a:rPr kumimoji="1" lang="en-US" altLang="zh-TW" dirty="0" smtClean="0"/>
                  <a:t>Yes=3</a:t>
                </a:r>
              </a:p>
              <a:p>
                <a:r>
                  <a:rPr kumimoji="1" lang="en-US" altLang="zh-TW" dirty="0" smtClean="0"/>
                  <a:t>No=2</a:t>
                </a:r>
              </a:p>
            </p:txBody>
          </p:sp>
        </p:grpSp>
        <p:sp>
          <p:nvSpPr>
            <p:cNvPr id="3" name="矩形 2"/>
            <p:cNvSpPr/>
            <p:nvPr/>
          </p:nvSpPr>
          <p:spPr>
            <a:xfrm>
              <a:off x="3783257" y="4212718"/>
              <a:ext cx="2385589" cy="369332"/>
            </a:xfrm>
            <a:prstGeom prst="rect">
              <a:avLst/>
            </a:prstGeom>
          </p:spPr>
          <p:txBody>
            <a:bodyPr wrap="none">
              <a:spAutoFit/>
            </a:bodyPr>
            <a:lstStyle/>
            <a:p>
              <a:r>
                <a:rPr lang="en-US" altLang="zh-TW" dirty="0">
                  <a:solidFill>
                    <a:srgbClr val="252525"/>
                  </a:solidFill>
                  <a:latin typeface="Georgia" charset="0"/>
                </a:rPr>
                <a:t>Information </a:t>
              </a:r>
              <a:r>
                <a:rPr lang="en-US" altLang="zh-TW" dirty="0" smtClean="0">
                  <a:solidFill>
                    <a:srgbClr val="252525"/>
                  </a:solidFill>
                  <a:latin typeface="Georgia" charset="0"/>
                </a:rPr>
                <a:t>gain=2.3</a:t>
              </a:r>
              <a:endParaRPr lang="en-US" altLang="zh-TW" dirty="0">
                <a:solidFill>
                  <a:srgbClr val="252525"/>
                </a:solidFill>
                <a:effectLst/>
                <a:latin typeface="Georgia" charset="0"/>
              </a:endParaRPr>
            </a:p>
          </p:txBody>
        </p:sp>
      </p:grpSp>
      <p:grpSp>
        <p:nvGrpSpPr>
          <p:cNvPr id="7" name="群組 6"/>
          <p:cNvGrpSpPr/>
          <p:nvPr/>
        </p:nvGrpSpPr>
        <p:grpSpPr>
          <a:xfrm>
            <a:off x="6532761" y="1801851"/>
            <a:ext cx="2577977" cy="2477243"/>
            <a:chOff x="6629801" y="1980002"/>
            <a:chExt cx="2577977" cy="2477243"/>
          </a:xfrm>
        </p:grpSpPr>
        <p:grpSp>
          <p:nvGrpSpPr>
            <p:cNvPr id="106" name="群組 105"/>
            <p:cNvGrpSpPr/>
            <p:nvPr/>
          </p:nvGrpSpPr>
          <p:grpSpPr>
            <a:xfrm>
              <a:off x="6629801" y="1980002"/>
              <a:ext cx="2577977" cy="2103053"/>
              <a:chOff x="2734387" y="1930387"/>
              <a:chExt cx="2577977" cy="2103053"/>
            </a:xfrm>
          </p:grpSpPr>
          <p:sp>
            <p:nvSpPr>
              <p:cNvPr id="107" name="向左箭號 106"/>
              <p:cNvSpPr/>
              <p:nvPr/>
            </p:nvSpPr>
            <p:spPr>
              <a:xfrm rot="14208486">
                <a:off x="4057298" y="2739166"/>
                <a:ext cx="992021" cy="24148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8" name="向左箭號 107"/>
              <p:cNvSpPr/>
              <p:nvPr/>
            </p:nvSpPr>
            <p:spPr>
              <a:xfrm rot="16200000">
                <a:off x="3576440" y="2747333"/>
                <a:ext cx="780441" cy="238913"/>
              </a:xfrm>
              <a:prstGeom prst="leftArrow">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9" name="向左箭號 108"/>
              <p:cNvSpPr/>
              <p:nvPr/>
            </p:nvSpPr>
            <p:spPr>
              <a:xfrm rot="18402341">
                <a:off x="2934033" y="2745273"/>
                <a:ext cx="992021" cy="241487"/>
              </a:xfrm>
              <a:prstGeom prst="lef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0" name="圓角矩形 109"/>
              <p:cNvSpPr/>
              <p:nvPr/>
            </p:nvSpPr>
            <p:spPr>
              <a:xfrm>
                <a:off x="3738284" y="1930387"/>
                <a:ext cx="442443" cy="442443"/>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TW" dirty="0" smtClean="0">
                    <a:solidFill>
                      <a:sysClr val="windowText" lastClr="000000"/>
                    </a:solidFill>
                  </a:rPr>
                  <a:t>3</a:t>
                </a:r>
                <a:endParaRPr kumimoji="1" lang="zh-TW" altLang="en-US" dirty="0">
                  <a:solidFill>
                    <a:sysClr val="windowText" lastClr="000000"/>
                  </a:solidFill>
                </a:endParaRPr>
              </a:p>
            </p:txBody>
          </p:sp>
          <p:sp>
            <p:nvSpPr>
              <p:cNvPr id="111" name="矩形 110"/>
              <p:cNvSpPr/>
              <p:nvPr/>
            </p:nvSpPr>
            <p:spPr>
              <a:xfrm>
                <a:off x="4329389" y="265186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2" name="矩形 111"/>
              <p:cNvSpPr/>
              <p:nvPr/>
            </p:nvSpPr>
            <p:spPr>
              <a:xfrm>
                <a:off x="4371850" y="2684566"/>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3" name="矩形 112"/>
              <p:cNvSpPr/>
              <p:nvPr/>
            </p:nvSpPr>
            <p:spPr>
              <a:xfrm>
                <a:off x="3342561" y="2654503"/>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4" name="矩形 113"/>
              <p:cNvSpPr/>
              <p:nvPr/>
            </p:nvSpPr>
            <p:spPr>
              <a:xfrm>
                <a:off x="3385022" y="26872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5" name="矩形 114"/>
              <p:cNvSpPr/>
              <p:nvPr/>
            </p:nvSpPr>
            <p:spPr>
              <a:xfrm>
                <a:off x="3802082" y="2654946"/>
                <a:ext cx="308323"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6" name="矩形 115"/>
              <p:cNvSpPr/>
              <p:nvPr/>
            </p:nvSpPr>
            <p:spPr>
              <a:xfrm>
                <a:off x="3844543" y="26876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7" name="文字方塊 116"/>
              <p:cNvSpPr txBox="1"/>
              <p:nvPr/>
            </p:nvSpPr>
            <p:spPr>
              <a:xfrm>
                <a:off x="2734387" y="3358042"/>
                <a:ext cx="718082" cy="646331"/>
              </a:xfrm>
              <a:prstGeom prst="rect">
                <a:avLst/>
              </a:prstGeom>
              <a:noFill/>
            </p:spPr>
            <p:txBody>
              <a:bodyPr wrap="none" rtlCol="0">
                <a:spAutoFit/>
              </a:bodyPr>
              <a:lstStyle/>
              <a:p>
                <a:r>
                  <a:rPr kumimoji="1" lang="en-US" altLang="zh-TW" dirty="0" smtClean="0"/>
                  <a:t>Yes=2</a:t>
                </a:r>
              </a:p>
              <a:p>
                <a:r>
                  <a:rPr kumimoji="1" lang="en-US" altLang="zh-TW" dirty="0" smtClean="0"/>
                  <a:t>No=0</a:t>
                </a:r>
              </a:p>
            </p:txBody>
          </p:sp>
          <p:sp>
            <p:nvSpPr>
              <p:cNvPr id="118" name="文字方塊 117"/>
              <p:cNvSpPr txBox="1"/>
              <p:nvPr/>
            </p:nvSpPr>
            <p:spPr>
              <a:xfrm>
                <a:off x="3664334" y="3387109"/>
                <a:ext cx="718082" cy="646331"/>
              </a:xfrm>
              <a:prstGeom prst="rect">
                <a:avLst/>
              </a:prstGeom>
              <a:noFill/>
            </p:spPr>
            <p:txBody>
              <a:bodyPr wrap="none" rtlCol="0">
                <a:spAutoFit/>
              </a:bodyPr>
              <a:lstStyle/>
              <a:p>
                <a:r>
                  <a:rPr kumimoji="1" lang="en-US" altLang="zh-TW" dirty="0" smtClean="0"/>
                  <a:t>Yes=1</a:t>
                </a:r>
              </a:p>
              <a:p>
                <a:r>
                  <a:rPr kumimoji="1" lang="en-US" altLang="zh-TW" dirty="0" smtClean="0"/>
                  <a:t>No=0</a:t>
                </a:r>
              </a:p>
            </p:txBody>
          </p:sp>
          <p:sp>
            <p:nvSpPr>
              <p:cNvPr id="119" name="文字方塊 118"/>
              <p:cNvSpPr txBox="1"/>
              <p:nvPr/>
            </p:nvSpPr>
            <p:spPr>
              <a:xfrm>
                <a:off x="4594282" y="3374528"/>
                <a:ext cx="718082" cy="646331"/>
              </a:xfrm>
              <a:prstGeom prst="rect">
                <a:avLst/>
              </a:prstGeom>
              <a:noFill/>
            </p:spPr>
            <p:txBody>
              <a:bodyPr wrap="none" rtlCol="0">
                <a:spAutoFit/>
              </a:bodyPr>
              <a:lstStyle/>
              <a:p>
                <a:r>
                  <a:rPr kumimoji="1" lang="en-US" altLang="zh-TW" dirty="0" smtClean="0"/>
                  <a:t>Yes=0</a:t>
                </a:r>
              </a:p>
              <a:p>
                <a:r>
                  <a:rPr kumimoji="1" lang="en-US" altLang="zh-TW" dirty="0" smtClean="0"/>
                  <a:t>No=2</a:t>
                </a:r>
              </a:p>
            </p:txBody>
          </p:sp>
        </p:grpSp>
        <p:sp>
          <p:nvSpPr>
            <p:cNvPr id="120" name="矩形 119"/>
            <p:cNvSpPr/>
            <p:nvPr/>
          </p:nvSpPr>
          <p:spPr>
            <a:xfrm>
              <a:off x="6629801" y="4087913"/>
              <a:ext cx="2529860" cy="369332"/>
            </a:xfrm>
            <a:prstGeom prst="rect">
              <a:avLst/>
            </a:prstGeom>
          </p:spPr>
          <p:txBody>
            <a:bodyPr wrap="none">
              <a:spAutoFit/>
            </a:bodyPr>
            <a:lstStyle/>
            <a:p>
              <a:r>
                <a:rPr lang="en-US" altLang="zh-TW" dirty="0">
                  <a:solidFill>
                    <a:srgbClr val="252525"/>
                  </a:solidFill>
                  <a:latin typeface="Georgia" charset="0"/>
                </a:rPr>
                <a:t>Information </a:t>
              </a:r>
              <a:r>
                <a:rPr lang="en-US" altLang="zh-TW" dirty="0" smtClean="0">
                  <a:solidFill>
                    <a:srgbClr val="252525"/>
                  </a:solidFill>
                  <a:latin typeface="Georgia" charset="0"/>
                </a:rPr>
                <a:t>gain=4.85</a:t>
              </a:r>
              <a:endParaRPr lang="en-US" altLang="zh-TW" dirty="0">
                <a:solidFill>
                  <a:srgbClr val="252525"/>
                </a:solidFill>
                <a:effectLst/>
                <a:latin typeface="Georgia" charset="0"/>
              </a:endParaRPr>
            </a:p>
          </p:txBody>
        </p:sp>
      </p:grpSp>
      <p:sp>
        <p:nvSpPr>
          <p:cNvPr id="138" name="矩形 137"/>
          <p:cNvSpPr/>
          <p:nvPr/>
        </p:nvSpPr>
        <p:spPr>
          <a:xfrm>
            <a:off x="6456858" y="5183141"/>
            <a:ext cx="5134595" cy="830997"/>
          </a:xfrm>
          <a:prstGeom prst="rect">
            <a:avLst/>
          </a:prstGeom>
        </p:spPr>
        <p:txBody>
          <a:bodyPr wrap="square">
            <a:spAutoFit/>
          </a:bodyPr>
          <a:lstStyle/>
          <a:p>
            <a:r>
              <a:rPr lang="en-US" altLang="zh-TW" sz="1600" dirty="0">
                <a:latin typeface="CMMI10" charset="0"/>
              </a:rPr>
              <a:t>H </a:t>
            </a:r>
            <a:r>
              <a:rPr lang="en-US" altLang="zh-TW" sz="1600" dirty="0">
                <a:latin typeface="CMR10" charset="0"/>
              </a:rPr>
              <a:t>( </a:t>
            </a:r>
            <a:r>
              <a:rPr lang="en-US" altLang="zh-TW" sz="1600" dirty="0">
                <a:latin typeface="CMMI10" charset="0"/>
              </a:rPr>
              <a:t>P </a:t>
            </a:r>
            <a:r>
              <a:rPr lang="en-US" altLang="zh-TW" sz="1600" dirty="0">
                <a:latin typeface="CMR10" charset="0"/>
              </a:rPr>
              <a:t>) = ( </a:t>
            </a:r>
            <a:r>
              <a:rPr lang="en-US" altLang="zh-TW" sz="1600" dirty="0">
                <a:latin typeface="CMMI10" charset="0"/>
              </a:rPr>
              <a:t>c </a:t>
            </a:r>
            <a:r>
              <a:rPr lang="en-US" altLang="zh-TW" sz="1600" dirty="0">
                <a:latin typeface="CMR10" charset="0"/>
              </a:rPr>
              <a:t>+ </a:t>
            </a:r>
            <a:r>
              <a:rPr lang="en-US" altLang="zh-TW" sz="1600" dirty="0">
                <a:latin typeface="CMMI10" charset="0"/>
              </a:rPr>
              <a:t>c</a:t>
            </a:r>
            <a:r>
              <a:rPr lang="en-US" altLang="zh-TW" sz="1600" dirty="0">
                <a:latin typeface="CMR10" charset="0"/>
              </a:rPr>
              <a:t> ̄ ) l o g </a:t>
            </a:r>
            <a:r>
              <a:rPr lang="en-US" altLang="zh-TW" sz="1600" dirty="0">
                <a:latin typeface="CMR7" charset="0"/>
              </a:rPr>
              <a:t>2 </a:t>
            </a:r>
            <a:r>
              <a:rPr lang="en-US" altLang="zh-TW" sz="1600" dirty="0">
                <a:latin typeface="CMR10" charset="0"/>
              </a:rPr>
              <a:t>( </a:t>
            </a:r>
            <a:r>
              <a:rPr lang="en-US" altLang="zh-TW" sz="1600" dirty="0">
                <a:latin typeface="CMMI10" charset="0"/>
              </a:rPr>
              <a:t>c </a:t>
            </a:r>
            <a:r>
              <a:rPr lang="en-US" altLang="zh-TW" sz="1600" dirty="0">
                <a:latin typeface="CMR10" charset="0"/>
              </a:rPr>
              <a:t>+ </a:t>
            </a:r>
            <a:r>
              <a:rPr lang="en-US" altLang="zh-TW" sz="1600" dirty="0">
                <a:latin typeface="CMMI10" charset="0"/>
              </a:rPr>
              <a:t>c</a:t>
            </a:r>
            <a:r>
              <a:rPr lang="en-US" altLang="zh-TW" sz="1600" dirty="0">
                <a:latin typeface="CMR10" charset="0"/>
              </a:rPr>
              <a:t> ̄ ) </a:t>
            </a:r>
            <a:r>
              <a:rPr lang="en-US" altLang="zh-TW" sz="1600" dirty="0">
                <a:latin typeface="CMSY10" charset="0"/>
              </a:rPr>
              <a:t>− </a:t>
            </a:r>
            <a:r>
              <a:rPr lang="en-US" altLang="zh-TW" sz="1600" dirty="0">
                <a:latin typeface="CMMI10" charset="0"/>
              </a:rPr>
              <a:t>c </a:t>
            </a:r>
            <a:r>
              <a:rPr lang="en-US" altLang="zh-TW" sz="1600" dirty="0">
                <a:latin typeface="CMR10" charset="0"/>
              </a:rPr>
              <a:t>l o g </a:t>
            </a:r>
            <a:r>
              <a:rPr lang="en-US" altLang="zh-TW" sz="1600" dirty="0">
                <a:latin typeface="CMR7" charset="0"/>
              </a:rPr>
              <a:t>2 </a:t>
            </a:r>
            <a:r>
              <a:rPr lang="en-US" altLang="zh-TW" sz="1600" dirty="0">
                <a:latin typeface="CMMI10" charset="0"/>
              </a:rPr>
              <a:t>c </a:t>
            </a:r>
            <a:r>
              <a:rPr lang="en-US" altLang="zh-TW" sz="1600" dirty="0">
                <a:latin typeface="CMSY10" charset="0"/>
              </a:rPr>
              <a:t>− </a:t>
            </a:r>
            <a:r>
              <a:rPr lang="en-US" altLang="zh-TW" sz="1600" dirty="0">
                <a:latin typeface="CMMI10" charset="0"/>
              </a:rPr>
              <a:t>c</a:t>
            </a:r>
            <a:r>
              <a:rPr lang="en-US" altLang="zh-TW" sz="1600" dirty="0">
                <a:latin typeface="CMR10" charset="0"/>
              </a:rPr>
              <a:t> ̄ l o g </a:t>
            </a:r>
            <a:r>
              <a:rPr lang="en-US" altLang="zh-TW" sz="1600" dirty="0">
                <a:latin typeface="CMR7" charset="0"/>
              </a:rPr>
              <a:t>2 </a:t>
            </a:r>
            <a:r>
              <a:rPr lang="en-US" altLang="zh-TW" sz="1600" dirty="0">
                <a:latin typeface="CMMI10" charset="0"/>
              </a:rPr>
              <a:t>c</a:t>
            </a:r>
            <a:r>
              <a:rPr lang="en-US" altLang="zh-TW" sz="1600" dirty="0">
                <a:latin typeface="CMR10" charset="0"/>
              </a:rPr>
              <a:t> ̄ </a:t>
            </a:r>
            <a:r>
              <a:rPr lang="en-US" altLang="zh-TW" sz="1600" dirty="0" smtClean="0">
                <a:latin typeface="CMR10" charset="0"/>
              </a:rPr>
              <a:t> </a:t>
            </a:r>
          </a:p>
          <a:p>
            <a:r>
              <a:rPr lang="en-US" altLang="zh-TW" sz="1600" dirty="0" smtClean="0">
                <a:latin typeface="CMR10" charset="0"/>
              </a:rPr>
              <a:t>where </a:t>
            </a:r>
            <a:r>
              <a:rPr lang="en-US" altLang="zh-TW" sz="1600" dirty="0">
                <a:latin typeface="CMMI10" charset="0"/>
              </a:rPr>
              <a:t>c </a:t>
            </a:r>
            <a:r>
              <a:rPr lang="en-US" altLang="zh-TW" sz="1600" dirty="0">
                <a:latin typeface="CMR10" charset="0"/>
              </a:rPr>
              <a:t>= </a:t>
            </a:r>
            <a:r>
              <a:rPr lang="en-US" altLang="zh-TW" sz="1600" dirty="0" smtClean="0">
                <a:latin typeface="CMR10" charset="0"/>
              </a:rPr>
              <a:t>number </a:t>
            </a:r>
            <a:r>
              <a:rPr lang="en-US" altLang="zh-TW" sz="1600" dirty="0">
                <a:latin typeface="CMR10" charset="0"/>
              </a:rPr>
              <a:t>of </a:t>
            </a:r>
            <a:r>
              <a:rPr lang="en-US" altLang="zh-TW" sz="1600" dirty="0" smtClean="0">
                <a:latin typeface="CMR10" charset="0"/>
              </a:rPr>
              <a:t>corners</a:t>
            </a:r>
            <a:endParaRPr lang="en-US" altLang="zh-TW" sz="1600" dirty="0"/>
          </a:p>
          <a:p>
            <a:r>
              <a:rPr lang="en-US" altLang="zh-TW" sz="1600" dirty="0">
                <a:latin typeface="CMR10" charset="0"/>
              </a:rPr>
              <a:t>and </a:t>
            </a:r>
            <a:r>
              <a:rPr lang="en-US" altLang="zh-TW" sz="1600" dirty="0">
                <a:latin typeface="CMMI10" charset="0"/>
              </a:rPr>
              <a:t>c</a:t>
            </a:r>
            <a:r>
              <a:rPr lang="en-US" altLang="zh-TW" sz="1600" dirty="0">
                <a:latin typeface="CMR10" charset="0"/>
              </a:rPr>
              <a:t> ̄ = </a:t>
            </a:r>
            <a:r>
              <a:rPr lang="en-US" altLang="zh-TW" sz="1600" dirty="0" smtClean="0">
                <a:latin typeface="CMR10" charset="0"/>
              </a:rPr>
              <a:t>number </a:t>
            </a:r>
            <a:r>
              <a:rPr lang="en-US" altLang="zh-TW" sz="1600" dirty="0">
                <a:latin typeface="CMR10" charset="0"/>
              </a:rPr>
              <a:t>of non </a:t>
            </a:r>
            <a:r>
              <a:rPr lang="en-US" altLang="zh-TW" sz="1600" dirty="0" smtClean="0">
                <a:latin typeface="CMR10" charset="0"/>
              </a:rPr>
              <a:t>corners</a:t>
            </a:r>
            <a:endParaRPr lang="en-US" altLang="zh-TW" sz="1600" dirty="0"/>
          </a:p>
        </p:txBody>
      </p:sp>
      <p:sp>
        <p:nvSpPr>
          <p:cNvPr id="139" name="矩形 138"/>
          <p:cNvSpPr/>
          <p:nvPr/>
        </p:nvSpPr>
        <p:spPr>
          <a:xfrm>
            <a:off x="6456859" y="6265899"/>
            <a:ext cx="4163832" cy="338554"/>
          </a:xfrm>
          <a:prstGeom prst="rect">
            <a:avLst/>
          </a:prstGeom>
        </p:spPr>
        <p:txBody>
          <a:bodyPr wrap="none">
            <a:spAutoFit/>
          </a:bodyPr>
          <a:lstStyle/>
          <a:p>
            <a:r>
              <a:rPr lang="en-US" altLang="zh-TW" sz="1600" dirty="0"/>
              <a:t>Information </a:t>
            </a:r>
            <a:r>
              <a:rPr lang="en-US" altLang="zh-TW" sz="1600" dirty="0" smtClean="0"/>
              <a:t>gain=</a:t>
            </a:r>
            <a:r>
              <a:rPr lang="mr-IN" altLang="zh-TW" sz="1600" dirty="0" err="1" smtClean="0">
                <a:latin typeface="CMMI10" charset="0"/>
              </a:rPr>
              <a:t>H</a:t>
            </a:r>
            <a:r>
              <a:rPr lang="mr-IN" altLang="zh-TW" sz="1600" dirty="0" smtClean="0">
                <a:latin typeface="CMR10" charset="0"/>
              </a:rPr>
              <a:t>(</a:t>
            </a:r>
            <a:r>
              <a:rPr lang="mr-IN" altLang="zh-TW" sz="1600" dirty="0" err="1" smtClean="0">
                <a:latin typeface="CMMI10" charset="0"/>
              </a:rPr>
              <a:t>P</a:t>
            </a:r>
            <a:r>
              <a:rPr lang="mr-IN" altLang="zh-TW" sz="1600" dirty="0" smtClean="0">
                <a:latin typeface="CMR10" charset="0"/>
              </a:rPr>
              <a:t>)</a:t>
            </a:r>
            <a:r>
              <a:rPr lang="mr-IN" altLang="zh-TW" sz="1600" dirty="0" smtClean="0">
                <a:latin typeface="CMSY10" charset="0"/>
              </a:rPr>
              <a:t>−</a:t>
            </a:r>
            <a:r>
              <a:rPr lang="mr-IN" altLang="zh-TW" sz="1600" dirty="0" err="1" smtClean="0">
                <a:latin typeface="CMMI10" charset="0"/>
              </a:rPr>
              <a:t>H</a:t>
            </a:r>
            <a:r>
              <a:rPr lang="mr-IN" altLang="zh-TW" sz="1600" dirty="0" smtClean="0">
                <a:latin typeface="CMR10" charset="0"/>
              </a:rPr>
              <a:t>(</a:t>
            </a:r>
            <a:r>
              <a:rPr lang="mr-IN" altLang="zh-TW" sz="1600" dirty="0" err="1" smtClean="0">
                <a:latin typeface="CMMI10" charset="0"/>
              </a:rPr>
              <a:t>P</a:t>
            </a:r>
            <a:r>
              <a:rPr lang="mr-IN" altLang="zh-TW" sz="1600" dirty="0" err="1" smtClean="0">
                <a:latin typeface="CMMI7" charset="0"/>
              </a:rPr>
              <a:t>d</a:t>
            </a:r>
            <a:r>
              <a:rPr lang="mr-IN" altLang="zh-TW" sz="1600" dirty="0" smtClean="0">
                <a:latin typeface="CMR10" charset="0"/>
              </a:rPr>
              <a:t>)</a:t>
            </a:r>
            <a:r>
              <a:rPr lang="mr-IN" altLang="zh-TW" sz="1600" dirty="0" smtClean="0">
                <a:latin typeface="CMSY10" charset="0"/>
              </a:rPr>
              <a:t>−</a:t>
            </a:r>
            <a:r>
              <a:rPr lang="mr-IN" altLang="zh-TW" sz="1600" dirty="0" err="1" smtClean="0">
                <a:latin typeface="CMMI10" charset="0"/>
              </a:rPr>
              <a:t>H</a:t>
            </a:r>
            <a:r>
              <a:rPr lang="mr-IN" altLang="zh-TW" sz="1600" dirty="0" smtClean="0">
                <a:latin typeface="CMR10" charset="0"/>
              </a:rPr>
              <a:t>(</a:t>
            </a:r>
            <a:r>
              <a:rPr lang="mr-IN" altLang="zh-TW" sz="1600" dirty="0" err="1" smtClean="0">
                <a:latin typeface="CMMI10" charset="0"/>
              </a:rPr>
              <a:t>P</a:t>
            </a:r>
            <a:r>
              <a:rPr lang="mr-IN" altLang="zh-TW" sz="1600" dirty="0" err="1" smtClean="0">
                <a:latin typeface="CMMI7" charset="0"/>
              </a:rPr>
              <a:t>s</a:t>
            </a:r>
            <a:r>
              <a:rPr lang="mr-IN" altLang="zh-TW" sz="1600" dirty="0" smtClean="0">
                <a:latin typeface="CMR10" charset="0"/>
              </a:rPr>
              <a:t>)</a:t>
            </a:r>
            <a:r>
              <a:rPr lang="mr-IN" altLang="zh-TW" sz="1600" dirty="0" smtClean="0">
                <a:latin typeface="CMSY10" charset="0"/>
              </a:rPr>
              <a:t>−</a:t>
            </a:r>
            <a:r>
              <a:rPr lang="mr-IN" altLang="zh-TW" sz="1600" dirty="0" err="1" smtClean="0">
                <a:latin typeface="CMMI10" charset="0"/>
              </a:rPr>
              <a:t>H</a:t>
            </a:r>
            <a:r>
              <a:rPr lang="mr-IN" altLang="zh-TW" sz="1600" dirty="0" smtClean="0">
                <a:latin typeface="CMR10" charset="0"/>
              </a:rPr>
              <a:t>(</a:t>
            </a:r>
            <a:r>
              <a:rPr lang="mr-IN" altLang="zh-TW" sz="1600" dirty="0" err="1" smtClean="0">
                <a:latin typeface="CMMI10" charset="0"/>
              </a:rPr>
              <a:t>P</a:t>
            </a:r>
            <a:r>
              <a:rPr lang="mr-IN" altLang="zh-TW" sz="1600" dirty="0" err="1" smtClean="0">
                <a:latin typeface="CMMI7" charset="0"/>
              </a:rPr>
              <a:t>b</a:t>
            </a:r>
            <a:r>
              <a:rPr lang="mr-IN" altLang="zh-TW" sz="1600" dirty="0">
                <a:latin typeface="CMR10" charset="0"/>
              </a:rPr>
              <a:t>) </a:t>
            </a:r>
            <a:endParaRPr lang="mr-IN" altLang="zh-TW" sz="1600" dirty="0"/>
          </a:p>
        </p:txBody>
      </p:sp>
      <p:grpSp>
        <p:nvGrpSpPr>
          <p:cNvPr id="141" name="群組 140"/>
          <p:cNvGrpSpPr/>
          <p:nvPr/>
        </p:nvGrpSpPr>
        <p:grpSpPr>
          <a:xfrm>
            <a:off x="1113553" y="1552742"/>
            <a:ext cx="874470" cy="5069696"/>
            <a:chOff x="1113553" y="1552742"/>
            <a:chExt cx="874470" cy="5069696"/>
          </a:xfrm>
        </p:grpSpPr>
        <p:sp>
          <p:nvSpPr>
            <p:cNvPr id="142" name="矩形 141"/>
            <p:cNvSpPr/>
            <p:nvPr/>
          </p:nvSpPr>
          <p:spPr>
            <a:xfrm>
              <a:off x="1113553" y="191266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3" name="矩形 142"/>
            <p:cNvSpPr/>
            <p:nvPr/>
          </p:nvSpPr>
          <p:spPr>
            <a:xfrm>
              <a:off x="1156014"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4" name="矩形 143"/>
            <p:cNvSpPr/>
            <p:nvPr/>
          </p:nvSpPr>
          <p:spPr>
            <a:xfrm>
              <a:off x="1433607"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5" name="矩形 144"/>
            <p:cNvSpPr/>
            <p:nvPr/>
          </p:nvSpPr>
          <p:spPr>
            <a:xfrm>
              <a:off x="1709681" y="194536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6" name="矩形 145"/>
            <p:cNvSpPr/>
            <p:nvPr/>
          </p:nvSpPr>
          <p:spPr>
            <a:xfrm>
              <a:off x="1113553" y="225065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7" name="矩形 146"/>
            <p:cNvSpPr/>
            <p:nvPr/>
          </p:nvSpPr>
          <p:spPr>
            <a:xfrm>
              <a:off x="1156014"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8" name="矩形 147"/>
            <p:cNvSpPr/>
            <p:nvPr/>
          </p:nvSpPr>
          <p:spPr>
            <a:xfrm>
              <a:off x="1433607" y="228335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9" name="矩形 148"/>
            <p:cNvSpPr/>
            <p:nvPr/>
          </p:nvSpPr>
          <p:spPr>
            <a:xfrm>
              <a:off x="1709681" y="228335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0" name="矩形 149"/>
            <p:cNvSpPr/>
            <p:nvPr/>
          </p:nvSpPr>
          <p:spPr>
            <a:xfrm>
              <a:off x="1113553" y="258865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1" name="矩形 150"/>
            <p:cNvSpPr/>
            <p:nvPr/>
          </p:nvSpPr>
          <p:spPr>
            <a:xfrm>
              <a:off x="1156014"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2" name="矩形 151"/>
            <p:cNvSpPr/>
            <p:nvPr/>
          </p:nvSpPr>
          <p:spPr>
            <a:xfrm>
              <a:off x="1433607" y="262135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3" name="矩形 152"/>
            <p:cNvSpPr/>
            <p:nvPr/>
          </p:nvSpPr>
          <p:spPr>
            <a:xfrm>
              <a:off x="1709681" y="262135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4" name="矩形 153"/>
            <p:cNvSpPr/>
            <p:nvPr/>
          </p:nvSpPr>
          <p:spPr>
            <a:xfrm>
              <a:off x="1113553" y="292665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5" name="矩形 154"/>
            <p:cNvSpPr/>
            <p:nvPr/>
          </p:nvSpPr>
          <p:spPr>
            <a:xfrm>
              <a:off x="1156014" y="295935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6" name="矩形 155"/>
            <p:cNvSpPr/>
            <p:nvPr/>
          </p:nvSpPr>
          <p:spPr>
            <a:xfrm>
              <a:off x="1433607" y="2959354"/>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7" name="矩形 156"/>
            <p:cNvSpPr/>
            <p:nvPr/>
          </p:nvSpPr>
          <p:spPr>
            <a:xfrm>
              <a:off x="1709681" y="295935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8" name="矩形 157"/>
            <p:cNvSpPr/>
            <p:nvPr/>
          </p:nvSpPr>
          <p:spPr>
            <a:xfrm>
              <a:off x="1113553" y="326465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9" name="矩形 158"/>
            <p:cNvSpPr/>
            <p:nvPr/>
          </p:nvSpPr>
          <p:spPr>
            <a:xfrm>
              <a:off x="1156014"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0" name="矩形 159"/>
            <p:cNvSpPr/>
            <p:nvPr/>
          </p:nvSpPr>
          <p:spPr>
            <a:xfrm>
              <a:off x="1433607" y="329735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1" name="矩形 160"/>
            <p:cNvSpPr/>
            <p:nvPr/>
          </p:nvSpPr>
          <p:spPr>
            <a:xfrm>
              <a:off x="1709681" y="329735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2" name="矩形 161"/>
            <p:cNvSpPr/>
            <p:nvPr/>
          </p:nvSpPr>
          <p:spPr>
            <a:xfrm>
              <a:off x="1113553" y="360265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3" name="矩形 162"/>
            <p:cNvSpPr/>
            <p:nvPr/>
          </p:nvSpPr>
          <p:spPr>
            <a:xfrm>
              <a:off x="1156014"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4" name="矩形 163"/>
            <p:cNvSpPr/>
            <p:nvPr/>
          </p:nvSpPr>
          <p:spPr>
            <a:xfrm>
              <a:off x="1433607"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5" name="矩形 164"/>
            <p:cNvSpPr/>
            <p:nvPr/>
          </p:nvSpPr>
          <p:spPr>
            <a:xfrm>
              <a:off x="1709681" y="363535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6" name="矩形 165"/>
            <p:cNvSpPr/>
            <p:nvPr/>
          </p:nvSpPr>
          <p:spPr>
            <a:xfrm>
              <a:off x="1113553" y="394064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7" name="矩形 166"/>
            <p:cNvSpPr/>
            <p:nvPr/>
          </p:nvSpPr>
          <p:spPr>
            <a:xfrm>
              <a:off x="1156014" y="397334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8" name="矩形 167"/>
            <p:cNvSpPr/>
            <p:nvPr/>
          </p:nvSpPr>
          <p:spPr>
            <a:xfrm>
              <a:off x="1433607" y="397334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9" name="矩形 168"/>
            <p:cNvSpPr/>
            <p:nvPr/>
          </p:nvSpPr>
          <p:spPr>
            <a:xfrm>
              <a:off x="1709681" y="397334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0" name="矩形 169"/>
            <p:cNvSpPr/>
            <p:nvPr/>
          </p:nvSpPr>
          <p:spPr>
            <a:xfrm>
              <a:off x="1113553" y="4278646"/>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1" name="矩形 170"/>
            <p:cNvSpPr/>
            <p:nvPr/>
          </p:nvSpPr>
          <p:spPr>
            <a:xfrm>
              <a:off x="1156014" y="4311346"/>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2" name="矩形 171"/>
            <p:cNvSpPr/>
            <p:nvPr/>
          </p:nvSpPr>
          <p:spPr>
            <a:xfrm>
              <a:off x="1433607"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3" name="矩形 172"/>
            <p:cNvSpPr/>
            <p:nvPr/>
          </p:nvSpPr>
          <p:spPr>
            <a:xfrm>
              <a:off x="1709681" y="4311346"/>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4" name="矩形 173"/>
            <p:cNvSpPr/>
            <p:nvPr/>
          </p:nvSpPr>
          <p:spPr>
            <a:xfrm>
              <a:off x="1113553" y="4616644"/>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5" name="矩形 174"/>
            <p:cNvSpPr/>
            <p:nvPr/>
          </p:nvSpPr>
          <p:spPr>
            <a:xfrm>
              <a:off x="1156014" y="4649344"/>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6" name="矩形 175"/>
            <p:cNvSpPr/>
            <p:nvPr/>
          </p:nvSpPr>
          <p:spPr>
            <a:xfrm>
              <a:off x="1433607"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7" name="矩形 176"/>
            <p:cNvSpPr/>
            <p:nvPr/>
          </p:nvSpPr>
          <p:spPr>
            <a:xfrm>
              <a:off x="1709681" y="4649344"/>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8" name="矩形 177"/>
            <p:cNvSpPr/>
            <p:nvPr/>
          </p:nvSpPr>
          <p:spPr>
            <a:xfrm>
              <a:off x="1113553" y="4954642"/>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9" name="矩形 178"/>
            <p:cNvSpPr/>
            <p:nvPr/>
          </p:nvSpPr>
          <p:spPr>
            <a:xfrm>
              <a:off x="1156014" y="4987342"/>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0" name="矩形 179"/>
            <p:cNvSpPr/>
            <p:nvPr/>
          </p:nvSpPr>
          <p:spPr>
            <a:xfrm>
              <a:off x="1433607" y="4987342"/>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1" name="矩形 180"/>
            <p:cNvSpPr/>
            <p:nvPr/>
          </p:nvSpPr>
          <p:spPr>
            <a:xfrm>
              <a:off x="1709681" y="4987342"/>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2" name="矩形 181"/>
            <p:cNvSpPr/>
            <p:nvPr/>
          </p:nvSpPr>
          <p:spPr>
            <a:xfrm>
              <a:off x="1113553" y="52926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3" name="矩形 182"/>
            <p:cNvSpPr/>
            <p:nvPr/>
          </p:nvSpPr>
          <p:spPr>
            <a:xfrm>
              <a:off x="1156014" y="53253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4" name="矩形 183"/>
            <p:cNvSpPr/>
            <p:nvPr/>
          </p:nvSpPr>
          <p:spPr>
            <a:xfrm>
              <a:off x="1433607" y="53253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5" name="矩形 184"/>
            <p:cNvSpPr/>
            <p:nvPr/>
          </p:nvSpPr>
          <p:spPr>
            <a:xfrm>
              <a:off x="1709681" y="532534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6" name="矩形 185"/>
            <p:cNvSpPr/>
            <p:nvPr/>
          </p:nvSpPr>
          <p:spPr>
            <a:xfrm>
              <a:off x="1113553" y="56306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7" name="矩形 186"/>
            <p:cNvSpPr/>
            <p:nvPr/>
          </p:nvSpPr>
          <p:spPr>
            <a:xfrm>
              <a:off x="1156014"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8" name="矩形 187"/>
            <p:cNvSpPr/>
            <p:nvPr/>
          </p:nvSpPr>
          <p:spPr>
            <a:xfrm>
              <a:off x="1433607" y="56633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9" name="矩形 188"/>
            <p:cNvSpPr/>
            <p:nvPr/>
          </p:nvSpPr>
          <p:spPr>
            <a:xfrm>
              <a:off x="1709681" y="566333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0" name="矩形 189"/>
            <p:cNvSpPr/>
            <p:nvPr/>
          </p:nvSpPr>
          <p:spPr>
            <a:xfrm>
              <a:off x="1113553" y="5978440"/>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1" name="矩形 190"/>
            <p:cNvSpPr/>
            <p:nvPr/>
          </p:nvSpPr>
          <p:spPr>
            <a:xfrm>
              <a:off x="1156014" y="601114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2" name="矩形 191"/>
            <p:cNvSpPr/>
            <p:nvPr/>
          </p:nvSpPr>
          <p:spPr>
            <a:xfrm>
              <a:off x="1433607"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3" name="矩形 192"/>
            <p:cNvSpPr/>
            <p:nvPr/>
          </p:nvSpPr>
          <p:spPr>
            <a:xfrm>
              <a:off x="1709681" y="601114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4" name="矩形 193"/>
            <p:cNvSpPr/>
            <p:nvPr/>
          </p:nvSpPr>
          <p:spPr>
            <a:xfrm>
              <a:off x="1113553" y="6316438"/>
              <a:ext cx="8509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5" name="矩形 194"/>
            <p:cNvSpPr/>
            <p:nvPr/>
          </p:nvSpPr>
          <p:spPr>
            <a:xfrm>
              <a:off x="1156014"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6" name="矩形 195"/>
            <p:cNvSpPr/>
            <p:nvPr/>
          </p:nvSpPr>
          <p:spPr>
            <a:xfrm>
              <a:off x="1433607" y="6349138"/>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7" name="矩形 196"/>
            <p:cNvSpPr/>
            <p:nvPr/>
          </p:nvSpPr>
          <p:spPr>
            <a:xfrm>
              <a:off x="1709681" y="6349138"/>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8" name="文字方塊 197"/>
            <p:cNvSpPr txBox="1"/>
            <p:nvPr/>
          </p:nvSpPr>
          <p:spPr>
            <a:xfrm>
              <a:off x="1113553" y="1552742"/>
              <a:ext cx="874470" cy="369332"/>
            </a:xfrm>
            <a:prstGeom prst="rect">
              <a:avLst/>
            </a:prstGeom>
            <a:noFill/>
          </p:spPr>
          <p:txBody>
            <a:bodyPr wrap="square" rtlCol="0">
              <a:spAutoFit/>
            </a:bodyPr>
            <a:lstStyle/>
            <a:p>
              <a:r>
                <a:rPr kumimoji="1" lang="en-US" altLang="zh-TW" dirty="0" smtClean="0"/>
                <a:t>1   2   3</a:t>
              </a:r>
              <a:endParaRPr kumimoji="1" lang="zh-TW" altLang="en-US" dirty="0"/>
            </a:p>
          </p:txBody>
        </p:sp>
      </p:grpSp>
      <p:grpSp>
        <p:nvGrpSpPr>
          <p:cNvPr id="121" name="群組 120"/>
          <p:cNvGrpSpPr/>
          <p:nvPr/>
        </p:nvGrpSpPr>
        <p:grpSpPr>
          <a:xfrm>
            <a:off x="841246" y="3030922"/>
            <a:ext cx="153592" cy="3551769"/>
            <a:chOff x="303355" y="2990581"/>
            <a:chExt cx="153592" cy="3551769"/>
          </a:xfrm>
        </p:grpSpPr>
        <p:sp>
          <p:nvSpPr>
            <p:cNvPr id="125" name="橢圓 124"/>
            <p:cNvSpPr/>
            <p:nvPr/>
          </p:nvSpPr>
          <p:spPr>
            <a:xfrm>
              <a:off x="309432" y="2990581"/>
              <a:ext cx="147515" cy="1475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橢圓 125"/>
            <p:cNvSpPr/>
            <p:nvPr/>
          </p:nvSpPr>
          <p:spPr>
            <a:xfrm>
              <a:off x="303583" y="3327536"/>
              <a:ext cx="147515" cy="147515"/>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27" name="橢圓 126"/>
            <p:cNvSpPr/>
            <p:nvPr/>
          </p:nvSpPr>
          <p:spPr>
            <a:xfrm>
              <a:off x="303355" y="3665534"/>
              <a:ext cx="147515" cy="14751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1" name="橢圓 130"/>
            <p:cNvSpPr/>
            <p:nvPr/>
          </p:nvSpPr>
          <p:spPr>
            <a:xfrm>
              <a:off x="305525" y="5028373"/>
              <a:ext cx="147515" cy="14751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橢圓 134"/>
            <p:cNvSpPr/>
            <p:nvPr/>
          </p:nvSpPr>
          <p:spPr>
            <a:xfrm>
              <a:off x="304440" y="6394835"/>
              <a:ext cx="147515" cy="14751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Tree>
    <p:extLst>
      <p:ext uri="{BB962C8B-B14F-4D97-AF65-F5344CB8AC3E}">
        <p14:creationId xmlns:p14="http://schemas.microsoft.com/office/powerpoint/2010/main" val="13962654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a:xfrm>
            <a:off x="825500" y="403751"/>
            <a:ext cx="10515600" cy="1325563"/>
          </a:xfrm>
        </p:spPr>
        <p:txBody>
          <a:bodyPr/>
          <a:lstStyle/>
          <a:p>
            <a:pPr algn="ctr"/>
            <a:r>
              <a:rPr lang="en-US" altLang="zh-TW" b="1" i="1" dirty="0" smtClean="0"/>
              <a:t>Machine Learning Approach </a:t>
            </a:r>
            <a:endParaRPr kumimoji="1" lang="zh-TW" altLang="en-US" dirty="0"/>
          </a:p>
        </p:txBody>
      </p:sp>
      <p:grpSp>
        <p:nvGrpSpPr>
          <p:cNvPr id="260" name="群組 259"/>
          <p:cNvGrpSpPr/>
          <p:nvPr/>
        </p:nvGrpSpPr>
        <p:grpSpPr>
          <a:xfrm>
            <a:off x="1028700" y="1981200"/>
            <a:ext cx="4483100" cy="306000"/>
            <a:chOff x="1143000" y="2374900"/>
            <a:chExt cx="4483100" cy="306000"/>
          </a:xfrm>
        </p:grpSpPr>
        <p:sp>
          <p:nvSpPr>
            <p:cNvPr id="5" name="矩形 4"/>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矩形 5"/>
            <p:cNvSpPr/>
            <p:nvPr/>
          </p:nvSpPr>
          <p:spPr>
            <a:xfrm>
              <a:off x="118546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7" name="矩形 16"/>
            <p:cNvSpPr/>
            <p:nvPr/>
          </p:nvSpPr>
          <p:spPr>
            <a:xfrm>
              <a:off x="1463054"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7" name="矩形 86"/>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8" name="矩形 87"/>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3" name="矩形 92"/>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4" name="矩形 93"/>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5" name="矩形 94"/>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6" name="矩形 95"/>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7" name="矩形 96"/>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8" name="矩形 97"/>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9" name="矩形 98"/>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0" name="矩形 99"/>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1" name="矩形 100"/>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2" name="矩形 101"/>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3" name="矩形 102"/>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4" name="矩形 103"/>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261" name="群組 260"/>
          <p:cNvGrpSpPr/>
          <p:nvPr/>
        </p:nvGrpSpPr>
        <p:grpSpPr>
          <a:xfrm>
            <a:off x="1028700" y="2319198"/>
            <a:ext cx="4483100" cy="306000"/>
            <a:chOff x="1143000" y="2374900"/>
            <a:chExt cx="4483100" cy="306000"/>
          </a:xfrm>
        </p:grpSpPr>
        <p:sp>
          <p:nvSpPr>
            <p:cNvPr id="262" name="矩形 261"/>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3" name="矩形 262"/>
            <p:cNvSpPr/>
            <p:nvPr/>
          </p:nvSpPr>
          <p:spPr>
            <a:xfrm>
              <a:off x="118546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4" name="矩形 263"/>
            <p:cNvSpPr/>
            <p:nvPr/>
          </p:nvSpPr>
          <p:spPr>
            <a:xfrm>
              <a:off x="1463054"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5" name="矩形 264"/>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6" name="矩形 265"/>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7" name="矩形 266"/>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8" name="矩形 267"/>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9" name="矩形 268"/>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0" name="矩形 269"/>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1" name="矩形 270"/>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2" name="矩形 271"/>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3" name="矩形 272"/>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4" name="矩形 273"/>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5" name="矩形 274"/>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6" name="矩形 275"/>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7" name="矩形 276"/>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8" name="矩形 277"/>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279" name="群組 278"/>
          <p:cNvGrpSpPr/>
          <p:nvPr/>
        </p:nvGrpSpPr>
        <p:grpSpPr>
          <a:xfrm>
            <a:off x="1028700" y="2657196"/>
            <a:ext cx="4483100" cy="306000"/>
            <a:chOff x="1143000" y="2374900"/>
            <a:chExt cx="4483100" cy="306000"/>
          </a:xfrm>
        </p:grpSpPr>
        <p:sp>
          <p:nvSpPr>
            <p:cNvPr id="280" name="矩形 279"/>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1" name="矩形 280"/>
            <p:cNvSpPr/>
            <p:nvPr/>
          </p:nvSpPr>
          <p:spPr>
            <a:xfrm>
              <a:off x="1185461"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2" name="矩形 281"/>
            <p:cNvSpPr/>
            <p:nvPr/>
          </p:nvSpPr>
          <p:spPr>
            <a:xfrm>
              <a:off x="1463054"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3" name="矩形 282"/>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4" name="矩形 283"/>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5" name="矩形 284"/>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6" name="矩形 285"/>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7" name="矩形 286"/>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8" name="矩形 287"/>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89" name="矩形 288"/>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0" name="矩形 289"/>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1" name="矩形 290"/>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2" name="矩形 291"/>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3" name="矩形 292"/>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4" name="矩形 293"/>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5" name="矩形 294"/>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6" name="矩形 295"/>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297" name="群組 296"/>
          <p:cNvGrpSpPr/>
          <p:nvPr/>
        </p:nvGrpSpPr>
        <p:grpSpPr>
          <a:xfrm>
            <a:off x="1028700" y="2995194"/>
            <a:ext cx="4483100" cy="306000"/>
            <a:chOff x="1143000" y="2374900"/>
            <a:chExt cx="4483100" cy="306000"/>
          </a:xfrm>
        </p:grpSpPr>
        <p:sp>
          <p:nvSpPr>
            <p:cNvPr id="298" name="矩形 297"/>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9" name="矩形 298"/>
            <p:cNvSpPr/>
            <p:nvPr/>
          </p:nvSpPr>
          <p:spPr>
            <a:xfrm>
              <a:off x="1185461" y="240760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0" name="矩形 299"/>
            <p:cNvSpPr/>
            <p:nvPr/>
          </p:nvSpPr>
          <p:spPr>
            <a:xfrm>
              <a:off x="1463054"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1" name="矩形 300"/>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2" name="矩形 301"/>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3" name="矩形 302"/>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4" name="矩形 303"/>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5" name="矩形 304"/>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6" name="矩形 305"/>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7" name="矩形 306"/>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8" name="矩形 307"/>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9" name="矩形 308"/>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0" name="矩形 309"/>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1" name="矩形 310"/>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2" name="矩形 311"/>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3" name="矩形 312"/>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4" name="矩形 313"/>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315" name="群組 314"/>
          <p:cNvGrpSpPr/>
          <p:nvPr/>
        </p:nvGrpSpPr>
        <p:grpSpPr>
          <a:xfrm>
            <a:off x="1028700" y="3333192"/>
            <a:ext cx="4483100" cy="306000"/>
            <a:chOff x="1143000" y="2374900"/>
            <a:chExt cx="4483100" cy="306000"/>
          </a:xfrm>
        </p:grpSpPr>
        <p:sp>
          <p:nvSpPr>
            <p:cNvPr id="316" name="矩形 315"/>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7" name="矩形 316"/>
            <p:cNvSpPr/>
            <p:nvPr/>
          </p:nvSpPr>
          <p:spPr>
            <a:xfrm>
              <a:off x="1185461" y="240760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8" name="矩形 317"/>
            <p:cNvSpPr/>
            <p:nvPr/>
          </p:nvSpPr>
          <p:spPr>
            <a:xfrm>
              <a:off x="1463054" y="240760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9" name="矩形 318"/>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0" name="矩形 319"/>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1" name="矩形 320"/>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2" name="矩形 321"/>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3" name="矩形 322"/>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4" name="矩形 323"/>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5" name="矩形 324"/>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6" name="矩形 325"/>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7" name="矩形 326"/>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8" name="矩形 327"/>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9" name="矩形 328"/>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0" name="矩形 329"/>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1" name="矩形 330"/>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2" name="矩形 331"/>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333" name="群組 332"/>
          <p:cNvGrpSpPr/>
          <p:nvPr/>
        </p:nvGrpSpPr>
        <p:grpSpPr>
          <a:xfrm>
            <a:off x="1028700" y="3671190"/>
            <a:ext cx="4483100" cy="306000"/>
            <a:chOff x="1143000" y="2374900"/>
            <a:chExt cx="4483100" cy="306000"/>
          </a:xfrm>
        </p:grpSpPr>
        <p:sp>
          <p:nvSpPr>
            <p:cNvPr id="334" name="矩形 333"/>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5" name="矩形 334"/>
            <p:cNvSpPr/>
            <p:nvPr/>
          </p:nvSpPr>
          <p:spPr>
            <a:xfrm>
              <a:off x="1185461" y="240760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6" name="矩形 335"/>
            <p:cNvSpPr/>
            <p:nvPr/>
          </p:nvSpPr>
          <p:spPr>
            <a:xfrm>
              <a:off x="1463054" y="240760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7" name="矩形 336"/>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8" name="矩形 337"/>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9" name="矩形 338"/>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0" name="矩形 339"/>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1" name="矩形 340"/>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2" name="矩形 341"/>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3" name="矩形 342"/>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4" name="矩形 343"/>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5" name="矩形 344"/>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6" name="矩形 345"/>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7" name="矩形 346"/>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8" name="矩形 347"/>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9" name="矩形 348"/>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0" name="矩形 349"/>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351" name="群組 350"/>
          <p:cNvGrpSpPr/>
          <p:nvPr/>
        </p:nvGrpSpPr>
        <p:grpSpPr>
          <a:xfrm>
            <a:off x="1028700" y="4009188"/>
            <a:ext cx="4483100" cy="306000"/>
            <a:chOff x="1143000" y="2374900"/>
            <a:chExt cx="4483100" cy="306000"/>
          </a:xfrm>
        </p:grpSpPr>
        <p:sp>
          <p:nvSpPr>
            <p:cNvPr id="352" name="矩形 351"/>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3" name="矩形 352"/>
            <p:cNvSpPr/>
            <p:nvPr/>
          </p:nvSpPr>
          <p:spPr>
            <a:xfrm>
              <a:off x="1185461"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4" name="矩形 353"/>
            <p:cNvSpPr/>
            <p:nvPr/>
          </p:nvSpPr>
          <p:spPr>
            <a:xfrm>
              <a:off x="1463054" y="240760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5" name="矩形 354"/>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6" name="矩形 355"/>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7" name="矩形 356"/>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8" name="矩形 357"/>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9" name="矩形 358"/>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0" name="矩形 359"/>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1" name="矩形 360"/>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2" name="矩形 361"/>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3" name="矩形 362"/>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4" name="矩形 363"/>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5" name="矩形 364"/>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6" name="矩形 365"/>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7" name="矩形 366"/>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8" name="矩形 367"/>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369" name="群組 368"/>
          <p:cNvGrpSpPr/>
          <p:nvPr/>
        </p:nvGrpSpPr>
        <p:grpSpPr>
          <a:xfrm>
            <a:off x="1028700" y="4347186"/>
            <a:ext cx="4483100" cy="306000"/>
            <a:chOff x="1143000" y="2374900"/>
            <a:chExt cx="4483100" cy="306000"/>
          </a:xfrm>
        </p:grpSpPr>
        <p:sp>
          <p:nvSpPr>
            <p:cNvPr id="370" name="矩形 369"/>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1" name="矩形 370"/>
            <p:cNvSpPr/>
            <p:nvPr/>
          </p:nvSpPr>
          <p:spPr>
            <a:xfrm>
              <a:off x="118546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2" name="矩形 371"/>
            <p:cNvSpPr/>
            <p:nvPr/>
          </p:nvSpPr>
          <p:spPr>
            <a:xfrm>
              <a:off x="1463054"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3" name="矩形 372"/>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4" name="矩形 373"/>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5" name="矩形 374"/>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6" name="矩形 375"/>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7" name="矩形 376"/>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8" name="矩形 377"/>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9" name="矩形 378"/>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0" name="矩形 379"/>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1" name="矩形 380"/>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2" name="矩形 381"/>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3" name="矩形 382"/>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4" name="矩形 383"/>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5" name="矩形 384"/>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6" name="矩形 385"/>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387" name="群組 386"/>
          <p:cNvGrpSpPr/>
          <p:nvPr/>
        </p:nvGrpSpPr>
        <p:grpSpPr>
          <a:xfrm>
            <a:off x="1028700" y="4685184"/>
            <a:ext cx="4483100" cy="306000"/>
            <a:chOff x="1143000" y="2374900"/>
            <a:chExt cx="4483100" cy="306000"/>
          </a:xfrm>
        </p:grpSpPr>
        <p:sp>
          <p:nvSpPr>
            <p:cNvPr id="388" name="矩形 387"/>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9" name="矩形 388"/>
            <p:cNvSpPr/>
            <p:nvPr/>
          </p:nvSpPr>
          <p:spPr>
            <a:xfrm>
              <a:off x="118546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0" name="矩形 389"/>
            <p:cNvSpPr/>
            <p:nvPr/>
          </p:nvSpPr>
          <p:spPr>
            <a:xfrm>
              <a:off x="1463054" y="240760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1" name="矩形 390"/>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2" name="矩形 391"/>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3" name="矩形 392"/>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4" name="矩形 393"/>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5" name="矩形 394"/>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6" name="矩形 395"/>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7" name="矩形 396"/>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8" name="矩形 397"/>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9" name="矩形 398"/>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0" name="矩形 399"/>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1" name="矩形 400"/>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2" name="矩形 401"/>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3" name="矩形 402"/>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4" name="矩形 403"/>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405" name="群組 404"/>
          <p:cNvGrpSpPr/>
          <p:nvPr/>
        </p:nvGrpSpPr>
        <p:grpSpPr>
          <a:xfrm>
            <a:off x="1028700" y="5023182"/>
            <a:ext cx="4483100" cy="306000"/>
            <a:chOff x="1143000" y="2374900"/>
            <a:chExt cx="4483100" cy="306000"/>
          </a:xfrm>
        </p:grpSpPr>
        <p:sp>
          <p:nvSpPr>
            <p:cNvPr id="406" name="矩形 405"/>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7" name="矩形 406"/>
            <p:cNvSpPr/>
            <p:nvPr/>
          </p:nvSpPr>
          <p:spPr>
            <a:xfrm>
              <a:off x="1185461" y="240760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8" name="矩形 407"/>
            <p:cNvSpPr/>
            <p:nvPr/>
          </p:nvSpPr>
          <p:spPr>
            <a:xfrm>
              <a:off x="1463054"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9" name="矩形 408"/>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0" name="矩形 409"/>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1" name="矩形 410"/>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2" name="矩形 411"/>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3" name="矩形 412"/>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4" name="矩形 413"/>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5" name="矩形 414"/>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6" name="矩形 415"/>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7" name="矩形 416"/>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8" name="矩形 417"/>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9" name="矩形 418"/>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0" name="矩形 419"/>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1" name="矩形 420"/>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2" name="矩形 421"/>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423" name="群組 422"/>
          <p:cNvGrpSpPr/>
          <p:nvPr/>
        </p:nvGrpSpPr>
        <p:grpSpPr>
          <a:xfrm>
            <a:off x="1028700" y="5361180"/>
            <a:ext cx="4483100" cy="306000"/>
            <a:chOff x="1143000" y="2374900"/>
            <a:chExt cx="4483100" cy="306000"/>
          </a:xfrm>
        </p:grpSpPr>
        <p:sp>
          <p:nvSpPr>
            <p:cNvPr id="424" name="矩形 423"/>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5" name="矩形 424"/>
            <p:cNvSpPr/>
            <p:nvPr/>
          </p:nvSpPr>
          <p:spPr>
            <a:xfrm>
              <a:off x="118546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6" name="矩形 425"/>
            <p:cNvSpPr/>
            <p:nvPr/>
          </p:nvSpPr>
          <p:spPr>
            <a:xfrm>
              <a:off x="1463054"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7" name="矩形 426"/>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8" name="矩形 427"/>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9" name="矩形 428"/>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0" name="矩形 429"/>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1" name="矩形 430"/>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2" name="矩形 431"/>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3" name="矩形 432"/>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4" name="矩形 433"/>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5" name="矩形 434"/>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6" name="矩形 435"/>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7" name="矩形 436"/>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8" name="矩形 437"/>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9" name="矩形 438"/>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0" name="矩形 439"/>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441" name="群組 440"/>
          <p:cNvGrpSpPr/>
          <p:nvPr/>
        </p:nvGrpSpPr>
        <p:grpSpPr>
          <a:xfrm>
            <a:off x="1028700" y="5699178"/>
            <a:ext cx="4483100" cy="306000"/>
            <a:chOff x="1143000" y="2374900"/>
            <a:chExt cx="4483100" cy="306000"/>
          </a:xfrm>
        </p:grpSpPr>
        <p:sp>
          <p:nvSpPr>
            <p:cNvPr id="442" name="矩形 441"/>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3" name="矩形 442"/>
            <p:cNvSpPr/>
            <p:nvPr/>
          </p:nvSpPr>
          <p:spPr>
            <a:xfrm>
              <a:off x="1185461"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4" name="矩形 443"/>
            <p:cNvSpPr/>
            <p:nvPr/>
          </p:nvSpPr>
          <p:spPr>
            <a:xfrm>
              <a:off x="1463054"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5" name="矩形 444"/>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6" name="矩形 445"/>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7" name="矩形 446"/>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8" name="矩形 447"/>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9" name="矩形 448"/>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0" name="矩形 449"/>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1" name="矩形 450"/>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2" name="矩形 451"/>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3" name="矩形 452"/>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4" name="矩形 453"/>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5" name="矩形 454"/>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6" name="矩形 455"/>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7" name="矩形 456"/>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8" name="矩形 457"/>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459" name="群組 458"/>
          <p:cNvGrpSpPr/>
          <p:nvPr/>
        </p:nvGrpSpPr>
        <p:grpSpPr>
          <a:xfrm>
            <a:off x="1028700" y="6046980"/>
            <a:ext cx="4483100" cy="306000"/>
            <a:chOff x="1143000" y="2374900"/>
            <a:chExt cx="4483100" cy="306000"/>
          </a:xfrm>
        </p:grpSpPr>
        <p:sp>
          <p:nvSpPr>
            <p:cNvPr id="460" name="矩形 459"/>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1" name="矩形 460"/>
            <p:cNvSpPr/>
            <p:nvPr/>
          </p:nvSpPr>
          <p:spPr>
            <a:xfrm>
              <a:off x="1185461"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2" name="矩形 461"/>
            <p:cNvSpPr/>
            <p:nvPr/>
          </p:nvSpPr>
          <p:spPr>
            <a:xfrm>
              <a:off x="1463054"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3" name="矩形 462"/>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4" name="矩形 463"/>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5" name="矩形 464"/>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6" name="矩形 465"/>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7" name="矩形 466"/>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8" name="矩形 467"/>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9" name="矩形 468"/>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0" name="矩形 469"/>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1" name="矩形 470"/>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2" name="矩形 471"/>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3" name="矩形 472"/>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4" name="矩形 473"/>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5" name="矩形 474"/>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6" name="矩形 475"/>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477" name="群組 476"/>
          <p:cNvGrpSpPr/>
          <p:nvPr/>
        </p:nvGrpSpPr>
        <p:grpSpPr>
          <a:xfrm>
            <a:off x="1028700" y="6384978"/>
            <a:ext cx="4483100" cy="306000"/>
            <a:chOff x="1143000" y="2374900"/>
            <a:chExt cx="4483100" cy="306000"/>
          </a:xfrm>
        </p:grpSpPr>
        <p:sp>
          <p:nvSpPr>
            <p:cNvPr id="478" name="矩形 477"/>
            <p:cNvSpPr/>
            <p:nvPr/>
          </p:nvSpPr>
          <p:spPr>
            <a:xfrm>
              <a:off x="1143000" y="2374900"/>
              <a:ext cx="4483100" cy="306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9" name="矩形 478"/>
            <p:cNvSpPr/>
            <p:nvPr/>
          </p:nvSpPr>
          <p:spPr>
            <a:xfrm>
              <a:off x="1185461" y="2407600"/>
              <a:ext cx="222432" cy="23355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0" name="矩形 479"/>
            <p:cNvSpPr/>
            <p:nvPr/>
          </p:nvSpPr>
          <p:spPr>
            <a:xfrm>
              <a:off x="1463054" y="2407600"/>
              <a:ext cx="222432" cy="23355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1" name="矩形 480"/>
            <p:cNvSpPr/>
            <p:nvPr/>
          </p:nvSpPr>
          <p:spPr>
            <a:xfrm>
              <a:off x="1739128"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2" name="矩形 481"/>
            <p:cNvSpPr/>
            <p:nvPr/>
          </p:nvSpPr>
          <p:spPr>
            <a:xfrm>
              <a:off x="2016721" y="2407600"/>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3" name="矩形 482"/>
            <p:cNvSpPr/>
            <p:nvPr/>
          </p:nvSpPr>
          <p:spPr>
            <a:xfrm>
              <a:off x="229431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4" name="矩形 483"/>
            <p:cNvSpPr/>
            <p:nvPr/>
          </p:nvSpPr>
          <p:spPr>
            <a:xfrm>
              <a:off x="2571907"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5" name="矩形 484"/>
            <p:cNvSpPr/>
            <p:nvPr/>
          </p:nvSpPr>
          <p:spPr>
            <a:xfrm>
              <a:off x="2847981"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6" name="矩形 485"/>
            <p:cNvSpPr/>
            <p:nvPr/>
          </p:nvSpPr>
          <p:spPr>
            <a:xfrm>
              <a:off x="3125574" y="2409005"/>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7" name="矩形 486"/>
            <p:cNvSpPr/>
            <p:nvPr/>
          </p:nvSpPr>
          <p:spPr>
            <a:xfrm>
              <a:off x="340753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8" name="矩形 487"/>
            <p:cNvSpPr/>
            <p:nvPr/>
          </p:nvSpPr>
          <p:spPr>
            <a:xfrm>
              <a:off x="3685128"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9" name="矩形 488"/>
            <p:cNvSpPr/>
            <p:nvPr/>
          </p:nvSpPr>
          <p:spPr>
            <a:xfrm>
              <a:off x="3961202"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0" name="矩形 489"/>
            <p:cNvSpPr/>
            <p:nvPr/>
          </p:nvSpPr>
          <p:spPr>
            <a:xfrm>
              <a:off x="4238795" y="2406898"/>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1" name="矩形 490"/>
            <p:cNvSpPr/>
            <p:nvPr/>
          </p:nvSpPr>
          <p:spPr>
            <a:xfrm>
              <a:off x="451638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2" name="矩形 491"/>
            <p:cNvSpPr/>
            <p:nvPr/>
          </p:nvSpPr>
          <p:spPr>
            <a:xfrm>
              <a:off x="4793981"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3" name="矩形 492"/>
            <p:cNvSpPr/>
            <p:nvPr/>
          </p:nvSpPr>
          <p:spPr>
            <a:xfrm>
              <a:off x="5070055"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4" name="矩形 493"/>
            <p:cNvSpPr/>
            <p:nvPr/>
          </p:nvSpPr>
          <p:spPr>
            <a:xfrm>
              <a:off x="5347648" y="2408303"/>
              <a:ext cx="222432" cy="233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495" name="文字方塊 494"/>
          <p:cNvSpPr txBox="1"/>
          <p:nvPr/>
        </p:nvSpPr>
        <p:spPr>
          <a:xfrm>
            <a:off x="5510941" y="2273997"/>
            <a:ext cx="1290738" cy="369332"/>
          </a:xfrm>
          <a:prstGeom prst="rect">
            <a:avLst/>
          </a:prstGeom>
          <a:noFill/>
        </p:spPr>
        <p:txBody>
          <a:bodyPr wrap="none" rtlCol="0">
            <a:spAutoFit/>
          </a:bodyPr>
          <a:lstStyle/>
          <a:p>
            <a:r>
              <a:rPr kumimoji="1" lang="en-US" altLang="zh-TW" dirty="0" smtClean="0"/>
              <a:t>Non-Corner</a:t>
            </a:r>
            <a:endParaRPr kumimoji="1" lang="zh-TW" altLang="en-US" dirty="0"/>
          </a:p>
        </p:txBody>
      </p:sp>
      <p:sp>
        <p:nvSpPr>
          <p:cNvPr id="496" name="文字方塊 495"/>
          <p:cNvSpPr txBox="1"/>
          <p:nvPr/>
        </p:nvSpPr>
        <p:spPr>
          <a:xfrm>
            <a:off x="5510941" y="1917868"/>
            <a:ext cx="1290738" cy="369332"/>
          </a:xfrm>
          <a:prstGeom prst="rect">
            <a:avLst/>
          </a:prstGeom>
          <a:noFill/>
        </p:spPr>
        <p:txBody>
          <a:bodyPr wrap="none" rtlCol="0">
            <a:spAutoFit/>
          </a:bodyPr>
          <a:lstStyle/>
          <a:p>
            <a:r>
              <a:rPr kumimoji="1" lang="en-US" altLang="zh-TW" dirty="0" smtClean="0"/>
              <a:t>Non-Corner</a:t>
            </a:r>
            <a:endParaRPr kumimoji="1" lang="zh-TW" altLang="en-US" dirty="0"/>
          </a:p>
        </p:txBody>
      </p:sp>
      <p:sp>
        <p:nvSpPr>
          <p:cNvPr id="497" name="文字方塊 496"/>
          <p:cNvSpPr txBox="1"/>
          <p:nvPr/>
        </p:nvSpPr>
        <p:spPr>
          <a:xfrm>
            <a:off x="5510941" y="2621304"/>
            <a:ext cx="827471" cy="369332"/>
          </a:xfrm>
          <a:prstGeom prst="rect">
            <a:avLst/>
          </a:prstGeom>
          <a:noFill/>
        </p:spPr>
        <p:txBody>
          <a:bodyPr wrap="none" rtlCol="0">
            <a:spAutoFit/>
          </a:bodyPr>
          <a:lstStyle/>
          <a:p>
            <a:r>
              <a:rPr kumimoji="1" lang="en-US" altLang="zh-TW" dirty="0" smtClean="0"/>
              <a:t>Corner</a:t>
            </a:r>
            <a:endParaRPr kumimoji="1" lang="zh-TW" altLang="en-US" dirty="0"/>
          </a:p>
        </p:txBody>
      </p:sp>
      <p:sp>
        <p:nvSpPr>
          <p:cNvPr id="498" name="文字方塊 497"/>
          <p:cNvSpPr txBox="1"/>
          <p:nvPr/>
        </p:nvSpPr>
        <p:spPr>
          <a:xfrm>
            <a:off x="5510941" y="2938795"/>
            <a:ext cx="827471" cy="369332"/>
          </a:xfrm>
          <a:prstGeom prst="rect">
            <a:avLst/>
          </a:prstGeom>
          <a:noFill/>
        </p:spPr>
        <p:txBody>
          <a:bodyPr wrap="none" rtlCol="0">
            <a:spAutoFit/>
          </a:bodyPr>
          <a:lstStyle/>
          <a:p>
            <a:r>
              <a:rPr kumimoji="1" lang="en-US" altLang="zh-TW" dirty="0" smtClean="0"/>
              <a:t>Corner</a:t>
            </a:r>
            <a:endParaRPr kumimoji="1" lang="zh-TW" altLang="en-US" dirty="0"/>
          </a:p>
        </p:txBody>
      </p:sp>
      <p:sp>
        <p:nvSpPr>
          <p:cNvPr id="499" name="文字方塊 498"/>
          <p:cNvSpPr txBox="1"/>
          <p:nvPr/>
        </p:nvSpPr>
        <p:spPr>
          <a:xfrm>
            <a:off x="5551682" y="3647352"/>
            <a:ext cx="1290738" cy="369332"/>
          </a:xfrm>
          <a:prstGeom prst="rect">
            <a:avLst/>
          </a:prstGeom>
          <a:noFill/>
        </p:spPr>
        <p:txBody>
          <a:bodyPr wrap="none" rtlCol="0">
            <a:spAutoFit/>
          </a:bodyPr>
          <a:lstStyle/>
          <a:p>
            <a:r>
              <a:rPr kumimoji="1" lang="en-US" altLang="zh-TW" dirty="0" smtClean="0"/>
              <a:t>Non-Corner</a:t>
            </a:r>
            <a:endParaRPr kumimoji="1" lang="zh-TW" altLang="en-US" dirty="0"/>
          </a:p>
        </p:txBody>
      </p:sp>
      <p:sp>
        <p:nvSpPr>
          <p:cNvPr id="500" name="文字方塊 499"/>
          <p:cNvSpPr txBox="1"/>
          <p:nvPr/>
        </p:nvSpPr>
        <p:spPr>
          <a:xfrm>
            <a:off x="5551682" y="3291223"/>
            <a:ext cx="827471" cy="369332"/>
          </a:xfrm>
          <a:prstGeom prst="rect">
            <a:avLst/>
          </a:prstGeom>
          <a:noFill/>
        </p:spPr>
        <p:txBody>
          <a:bodyPr wrap="none" rtlCol="0">
            <a:spAutoFit/>
          </a:bodyPr>
          <a:lstStyle/>
          <a:p>
            <a:r>
              <a:rPr kumimoji="1" lang="en-US" altLang="zh-TW" dirty="0" smtClean="0"/>
              <a:t>Corner</a:t>
            </a:r>
            <a:endParaRPr kumimoji="1" lang="zh-TW" altLang="en-US" dirty="0"/>
          </a:p>
        </p:txBody>
      </p:sp>
      <p:sp>
        <p:nvSpPr>
          <p:cNvPr id="501" name="文字方塊 500"/>
          <p:cNvSpPr txBox="1"/>
          <p:nvPr/>
        </p:nvSpPr>
        <p:spPr>
          <a:xfrm>
            <a:off x="5551682" y="3994659"/>
            <a:ext cx="827471" cy="369332"/>
          </a:xfrm>
          <a:prstGeom prst="rect">
            <a:avLst/>
          </a:prstGeom>
          <a:noFill/>
        </p:spPr>
        <p:txBody>
          <a:bodyPr wrap="none" rtlCol="0">
            <a:spAutoFit/>
          </a:bodyPr>
          <a:lstStyle/>
          <a:p>
            <a:r>
              <a:rPr kumimoji="1" lang="en-US" altLang="zh-TW" dirty="0" smtClean="0"/>
              <a:t>Corner</a:t>
            </a:r>
            <a:endParaRPr kumimoji="1" lang="zh-TW" altLang="en-US" dirty="0"/>
          </a:p>
        </p:txBody>
      </p:sp>
      <p:sp>
        <p:nvSpPr>
          <p:cNvPr id="502" name="文字方塊 501"/>
          <p:cNvSpPr txBox="1"/>
          <p:nvPr/>
        </p:nvSpPr>
        <p:spPr>
          <a:xfrm>
            <a:off x="5551682" y="4312150"/>
            <a:ext cx="1290738" cy="369332"/>
          </a:xfrm>
          <a:prstGeom prst="rect">
            <a:avLst/>
          </a:prstGeom>
          <a:noFill/>
        </p:spPr>
        <p:txBody>
          <a:bodyPr wrap="none" rtlCol="0">
            <a:spAutoFit/>
          </a:bodyPr>
          <a:lstStyle/>
          <a:p>
            <a:r>
              <a:rPr kumimoji="1" lang="en-US" altLang="zh-TW" dirty="0" smtClean="0"/>
              <a:t>Non-Corner</a:t>
            </a:r>
            <a:endParaRPr kumimoji="1" lang="zh-TW" altLang="en-US" dirty="0"/>
          </a:p>
        </p:txBody>
      </p:sp>
      <p:sp>
        <p:nvSpPr>
          <p:cNvPr id="503" name="文字方塊 502"/>
          <p:cNvSpPr txBox="1"/>
          <p:nvPr/>
        </p:nvSpPr>
        <p:spPr>
          <a:xfrm>
            <a:off x="5548739" y="5006503"/>
            <a:ext cx="827471" cy="369332"/>
          </a:xfrm>
          <a:prstGeom prst="rect">
            <a:avLst/>
          </a:prstGeom>
          <a:noFill/>
        </p:spPr>
        <p:txBody>
          <a:bodyPr wrap="none" rtlCol="0">
            <a:spAutoFit/>
          </a:bodyPr>
          <a:lstStyle/>
          <a:p>
            <a:r>
              <a:rPr kumimoji="1" lang="en-US" altLang="zh-TW" dirty="0" smtClean="0"/>
              <a:t>Corner</a:t>
            </a:r>
            <a:endParaRPr kumimoji="1" lang="zh-TW" altLang="en-US" dirty="0"/>
          </a:p>
        </p:txBody>
      </p:sp>
      <p:sp>
        <p:nvSpPr>
          <p:cNvPr id="504" name="文字方塊 503"/>
          <p:cNvSpPr txBox="1"/>
          <p:nvPr/>
        </p:nvSpPr>
        <p:spPr>
          <a:xfrm>
            <a:off x="5548739" y="4650374"/>
            <a:ext cx="827471" cy="369332"/>
          </a:xfrm>
          <a:prstGeom prst="rect">
            <a:avLst/>
          </a:prstGeom>
          <a:noFill/>
        </p:spPr>
        <p:txBody>
          <a:bodyPr wrap="none" rtlCol="0">
            <a:spAutoFit/>
          </a:bodyPr>
          <a:lstStyle/>
          <a:p>
            <a:r>
              <a:rPr kumimoji="1" lang="en-US" altLang="zh-TW" dirty="0" smtClean="0"/>
              <a:t>Corner</a:t>
            </a:r>
            <a:endParaRPr kumimoji="1" lang="zh-TW" altLang="en-US" dirty="0"/>
          </a:p>
        </p:txBody>
      </p:sp>
      <p:sp>
        <p:nvSpPr>
          <p:cNvPr id="505" name="文字方塊 504"/>
          <p:cNvSpPr txBox="1"/>
          <p:nvPr/>
        </p:nvSpPr>
        <p:spPr>
          <a:xfrm>
            <a:off x="5548739" y="5353810"/>
            <a:ext cx="827471" cy="369332"/>
          </a:xfrm>
          <a:prstGeom prst="rect">
            <a:avLst/>
          </a:prstGeom>
          <a:noFill/>
        </p:spPr>
        <p:txBody>
          <a:bodyPr wrap="none" rtlCol="0">
            <a:spAutoFit/>
          </a:bodyPr>
          <a:lstStyle/>
          <a:p>
            <a:r>
              <a:rPr kumimoji="1" lang="en-US" altLang="zh-TW" dirty="0" smtClean="0"/>
              <a:t>Corner</a:t>
            </a:r>
            <a:endParaRPr kumimoji="1" lang="zh-TW" altLang="en-US" dirty="0"/>
          </a:p>
        </p:txBody>
      </p:sp>
      <p:sp>
        <p:nvSpPr>
          <p:cNvPr id="506" name="文字方塊 505"/>
          <p:cNvSpPr txBox="1"/>
          <p:nvPr/>
        </p:nvSpPr>
        <p:spPr>
          <a:xfrm>
            <a:off x="5548739" y="5671301"/>
            <a:ext cx="827471" cy="369332"/>
          </a:xfrm>
          <a:prstGeom prst="rect">
            <a:avLst/>
          </a:prstGeom>
          <a:noFill/>
        </p:spPr>
        <p:txBody>
          <a:bodyPr wrap="none" rtlCol="0">
            <a:spAutoFit/>
          </a:bodyPr>
          <a:lstStyle/>
          <a:p>
            <a:r>
              <a:rPr kumimoji="1" lang="en-US" altLang="zh-TW" dirty="0" smtClean="0"/>
              <a:t>Corner</a:t>
            </a:r>
            <a:endParaRPr kumimoji="1" lang="zh-TW" altLang="en-US" dirty="0"/>
          </a:p>
        </p:txBody>
      </p:sp>
      <p:sp>
        <p:nvSpPr>
          <p:cNvPr id="507" name="文字方塊 506"/>
          <p:cNvSpPr txBox="1"/>
          <p:nvPr/>
        </p:nvSpPr>
        <p:spPr>
          <a:xfrm>
            <a:off x="5548739" y="6036556"/>
            <a:ext cx="827471" cy="369332"/>
          </a:xfrm>
          <a:prstGeom prst="rect">
            <a:avLst/>
          </a:prstGeom>
          <a:noFill/>
        </p:spPr>
        <p:txBody>
          <a:bodyPr wrap="none" rtlCol="0">
            <a:spAutoFit/>
          </a:bodyPr>
          <a:lstStyle/>
          <a:p>
            <a:r>
              <a:rPr kumimoji="1" lang="en-US" altLang="zh-TW" dirty="0" smtClean="0"/>
              <a:t>Corner</a:t>
            </a:r>
            <a:endParaRPr kumimoji="1" lang="zh-TW" altLang="en-US" dirty="0"/>
          </a:p>
        </p:txBody>
      </p:sp>
      <p:sp>
        <p:nvSpPr>
          <p:cNvPr id="508" name="文字方塊 507"/>
          <p:cNvSpPr txBox="1"/>
          <p:nvPr/>
        </p:nvSpPr>
        <p:spPr>
          <a:xfrm>
            <a:off x="5548739" y="6354047"/>
            <a:ext cx="1290738" cy="369332"/>
          </a:xfrm>
          <a:prstGeom prst="rect">
            <a:avLst/>
          </a:prstGeom>
          <a:noFill/>
        </p:spPr>
        <p:txBody>
          <a:bodyPr wrap="none" rtlCol="0">
            <a:spAutoFit/>
          </a:bodyPr>
          <a:lstStyle/>
          <a:p>
            <a:r>
              <a:rPr kumimoji="1" lang="en-US" altLang="zh-TW" dirty="0" smtClean="0"/>
              <a:t>Non-Corner</a:t>
            </a:r>
            <a:endParaRPr kumimoji="1" lang="zh-TW" altLang="en-US" dirty="0"/>
          </a:p>
        </p:txBody>
      </p:sp>
    </p:spTree>
    <p:extLst>
      <p:ext uri="{BB962C8B-B14F-4D97-AF65-F5344CB8AC3E}">
        <p14:creationId xmlns:p14="http://schemas.microsoft.com/office/powerpoint/2010/main" val="736921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6964</TotalTime>
  <Words>838</Words>
  <Application>Microsoft Office PowerPoint</Application>
  <PresentationFormat>寬螢幕</PresentationFormat>
  <Paragraphs>347</Paragraphs>
  <Slides>17</Slides>
  <Notes>11</Notes>
  <HiddenSlides>3</HiddenSlides>
  <MMClips>0</MMClips>
  <ScaleCrop>false</ScaleCrop>
  <HeadingPairs>
    <vt:vector size="6" baseType="variant">
      <vt:variant>
        <vt:lpstr>使用字型</vt:lpstr>
      </vt:variant>
      <vt:variant>
        <vt:i4>14</vt:i4>
      </vt:variant>
      <vt:variant>
        <vt:lpstr>佈景主題</vt:lpstr>
      </vt:variant>
      <vt:variant>
        <vt:i4>1</vt:i4>
      </vt:variant>
      <vt:variant>
        <vt:lpstr>投影片標題</vt:lpstr>
      </vt:variant>
      <vt:variant>
        <vt:i4>17</vt:i4>
      </vt:variant>
    </vt:vector>
  </HeadingPairs>
  <TitlesOfParts>
    <vt:vector size="32" baseType="lpstr">
      <vt:lpstr>CMMI10</vt:lpstr>
      <vt:lpstr>CMMI7</vt:lpstr>
      <vt:lpstr>CMR10</vt:lpstr>
      <vt:lpstr>CMR7</vt:lpstr>
      <vt:lpstr>CMSY10</vt:lpstr>
      <vt:lpstr>Liberation Sans Narrow</vt:lpstr>
      <vt:lpstr>微軟正黑體</vt:lpstr>
      <vt:lpstr>新細明體</vt:lpstr>
      <vt:lpstr>Arial</vt:lpstr>
      <vt:lpstr>Calibri</vt:lpstr>
      <vt:lpstr>Calibri Light</vt:lpstr>
      <vt:lpstr>Cambria Math</vt:lpstr>
      <vt:lpstr>Georgia</vt:lpstr>
      <vt:lpstr>Mangal</vt:lpstr>
      <vt:lpstr>Office 佈景主題</vt:lpstr>
      <vt:lpstr>Machine learning for high-speed corner detection  </vt:lpstr>
      <vt:lpstr>Abstract(1/2)</vt:lpstr>
      <vt:lpstr>Abstract(2/2)</vt:lpstr>
      <vt:lpstr>Feature Detection using FAST </vt:lpstr>
      <vt:lpstr>Machine Learning Approach </vt:lpstr>
      <vt:lpstr>Machine Learning Approach </vt:lpstr>
      <vt:lpstr>Machine Learning Approach </vt:lpstr>
      <vt:lpstr>Machine Learning Approach </vt:lpstr>
      <vt:lpstr>Machine Learning Approach </vt:lpstr>
      <vt:lpstr>Machine Learning Approach </vt:lpstr>
      <vt:lpstr>Machine Learning Approach </vt:lpstr>
      <vt:lpstr>Machine Learning Approach </vt:lpstr>
      <vt:lpstr>Machine Learning Approach </vt:lpstr>
      <vt:lpstr>Timing results</vt:lpstr>
      <vt:lpstr>Machine Learning Approach </vt:lpstr>
      <vt:lpstr>Machine Learning Approach </vt:lpstr>
      <vt:lpstr>Machine Learning Approach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for high-speed corner detection  </dc:title>
  <dc:creator>M053040058</dc:creator>
  <cp:lastModifiedBy>pplab-class</cp:lastModifiedBy>
  <cp:revision>88</cp:revision>
  <dcterms:created xsi:type="dcterms:W3CDTF">2016-11-24T06:23:47Z</dcterms:created>
  <dcterms:modified xsi:type="dcterms:W3CDTF">2016-12-15T10:30:47Z</dcterms:modified>
</cp:coreProperties>
</file>