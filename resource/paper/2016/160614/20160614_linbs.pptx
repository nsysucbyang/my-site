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354" r:id="rId5"/>
    <p:sldId id="374" r:id="rId6"/>
    <p:sldId id="375" r:id="rId7"/>
    <p:sldId id="415" r:id="rId8"/>
    <p:sldId id="376" r:id="rId9"/>
    <p:sldId id="377" r:id="rId10"/>
    <p:sldId id="378" r:id="rId11"/>
    <p:sldId id="379" r:id="rId12"/>
    <p:sldId id="380" r:id="rId13"/>
    <p:sldId id="381" r:id="rId14"/>
    <p:sldId id="383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98" r:id="rId29"/>
    <p:sldId id="399" r:id="rId30"/>
    <p:sldId id="400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9" r:id="rId39"/>
    <p:sldId id="408" r:id="rId40"/>
    <p:sldId id="410" r:id="rId41"/>
    <p:sldId id="411" r:id="rId42"/>
    <p:sldId id="412" r:id="rId43"/>
    <p:sldId id="413" r:id="rId44"/>
    <p:sldId id="414" r:id="rId4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000"/>
    <a:srgbClr val="FFFF66"/>
    <a:srgbClr val="FF00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9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algorithms for LCS Consecutive Suffix Alignment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Gad M. Landau, Eugene Myers, Michal </a:t>
            </a:r>
            <a:r>
              <a:rPr lang="en-US" altLang="zh-TW" sz="2000" dirty="0" err="1" smtClean="0"/>
              <a:t>Ziv-Ukelson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2751"/>
              </p:ext>
            </p:extLst>
          </p:nvPr>
        </p:nvGraphicFramePr>
        <p:xfrm>
          <a:off x="2698748" y="3848099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Computer and System</a:t>
                      </a:r>
                      <a:r>
                        <a:rPr lang="en-US" altLang="zh-TW" sz="1800" b="0" i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Sciences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Vol.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</a:t>
                      </a: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No.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</a:t>
                      </a: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pp.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1095-1117,</a:t>
                      </a: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2007</a:t>
                      </a:r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2016/6/14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 anchor="t" anchorCtr="0"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of aligning two sequences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determine their similarity is one of the fundamental problems in pattern matching.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challenging, basic variation of the sequence similarity problem is the incremental string comparison problem, denoted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𝐶𝑜𝑛𝑠𝑒𝑐𝑢𝑡𝑖𝑣𝑒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𝑆𝑢𝑓𝑓𝑖𝑥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𝐴𝑙𝑖𝑔𝑛𝑚𝑒𝑛𝑡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is, given two strings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to compute the alignment solution of each suffix of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 rotWithShape="0">
                <a:blip r:embed="rId2"/>
                <a:stretch>
                  <a:fillRect l="-1468" r="-1468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we present two solutions to the Consecutive Suffix Alignment Problem under the LCS (Longest Common Subsequence) metric, where the LCS metric measures the subsequence of maximal length common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solution is an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space algorithm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constant alphabets, where the size of the compared string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 the size of the LCS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second solution is an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𝑛𝐿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</m:d>
                      </m:e>
                    </m:func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algorithm for general alphabets,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alphabet of the compared strings.</a:t>
                </a:r>
              </a:p>
            </p:txBody>
          </p:sp>
        </mc:Choice>
        <mc:Fallback xmlns="">
          <p:sp>
            <p:nvSpPr>
              <p:cNvPr id="4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2"/>
                <a:stretch>
                  <a:fillRect l="-1546" r="-1623" b="-10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55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Suffix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Problem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LCS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331" y="1825625"/>
            <a:ext cx="6225338" cy="4351338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85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𝐵𝐶𝐵𝐴𝐷𝐵𝐷𝐶𝐷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56567"/>
              </p:ext>
            </p:extLst>
          </p:nvPr>
        </p:nvGraphicFramePr>
        <p:xfrm>
          <a:off x="2514600" y="2630488"/>
          <a:ext cx="4114800" cy="3546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709295">
                <a:tc>
                  <a:txBody>
                    <a:bodyPr/>
                    <a:lstStyle/>
                    <a:p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9295"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709295"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709295"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709295"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98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Result.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58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34192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878343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9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032917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09557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1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5137" t="-70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89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75570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207420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923330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12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9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84428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63397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2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5137" t="-70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51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913541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190500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25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063159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85494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向右箭號 1"/>
          <p:cNvSpPr/>
          <p:nvPr/>
        </p:nvSpPr>
        <p:spPr>
          <a:xfrm>
            <a:off x="7291387" y="4257675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67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788099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16567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00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81096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455040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3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66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31184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86679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22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065842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89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988613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877526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4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0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32543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22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97094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5881687" y="4257675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66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2714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37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63402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6577012" y="4257675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02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23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997747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26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688073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7291387" y="4257675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07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88476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7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34524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05506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5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17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170737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908433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03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19247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480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064761"/>
              </p:ext>
            </p:extLst>
          </p:nvPr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6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30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14410" y="3543298"/>
          <a:ext cx="7115180" cy="27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2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114729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3380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: 7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0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6503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7825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35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33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403549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79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03339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4443412" y="4257675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33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22191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90519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4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233501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36613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/>
          <p:cNvCxnSpPr/>
          <p:nvPr/>
        </p:nvCxnSpPr>
        <p:spPr>
          <a:xfrm>
            <a:off x="2667000" y="1955381"/>
            <a:ext cx="2838450" cy="2788069"/>
          </a:xfrm>
          <a:prstGeom prst="straightConnector1">
            <a:avLst/>
          </a:prstGeom>
          <a:ln w="1016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55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96124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51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38147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5862637" y="4814411"/>
            <a:ext cx="295275" cy="228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434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79339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07768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96387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/>
          <p:cNvCxnSpPr/>
          <p:nvPr/>
        </p:nvCxnSpPr>
        <p:spPr>
          <a:xfrm>
            <a:off x="6534150" y="5476875"/>
            <a:ext cx="409575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18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74568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831819"/>
              </p:ext>
            </p:extLst>
          </p:nvPr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19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07047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137" t="-16038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5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43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32556"/>
              </p:ext>
            </p:extLst>
          </p:nvPr>
        </p:nvGraphicFramePr>
        <p:xfrm>
          <a:off x="1014410" y="3543298"/>
          <a:ext cx="7115180" cy="2770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  <a:gridCol w="711518"/>
              </a:tblGrid>
              <a:tr h="555308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49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5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4410" y="527052"/>
          <a:ext cx="3495678" cy="2530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613"/>
                <a:gridCol w="582613"/>
                <a:gridCol w="582613"/>
                <a:gridCol w="582613"/>
                <a:gridCol w="582613"/>
                <a:gridCol w="582613"/>
              </a:tblGrid>
              <a:tr h="5060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𝐵𝐶𝐵𝐷</m:t>
                    </m:r>
                  </m:oMath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Result.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09050"/>
                <a:ext cx="3559244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5137" t="-8629" b="-17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08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Table 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space.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 the solution 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space.</a:t>
                </a: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constant alphabets.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78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5645</TotalTime>
  <Words>2368</Words>
  <Application>Microsoft Office PowerPoint</Application>
  <PresentationFormat>如螢幕大小 (4:3)</PresentationFormat>
  <Paragraphs>2026</Paragraphs>
  <Slides>44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4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Consecutive Suffix Alignment Problem under LCS</vt:lpstr>
      <vt:lpstr>The first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497</cp:revision>
  <dcterms:created xsi:type="dcterms:W3CDTF">2015-06-30T03:57:49Z</dcterms:created>
  <dcterms:modified xsi:type="dcterms:W3CDTF">2016-06-14T10:33:41Z</dcterms:modified>
</cp:coreProperties>
</file>