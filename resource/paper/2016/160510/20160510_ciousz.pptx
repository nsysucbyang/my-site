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52A6-69A8-4812-AE80-73E92E88DA97}" type="datetimeFigureOut">
              <a:rPr lang="zh-TW" altLang="en-US" smtClean="0"/>
              <a:t>2016/5/8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158E-3502-467F-9A1E-AEB668115C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1753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52A6-69A8-4812-AE80-73E92E88DA97}" type="datetimeFigureOut">
              <a:rPr lang="zh-TW" altLang="en-US" smtClean="0"/>
              <a:t>2016/5/8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158E-3502-467F-9A1E-AEB668115C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3802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52A6-69A8-4812-AE80-73E92E88DA97}" type="datetimeFigureOut">
              <a:rPr lang="zh-TW" altLang="en-US" smtClean="0"/>
              <a:t>2016/5/8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158E-3502-467F-9A1E-AEB668115C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7232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52A6-69A8-4812-AE80-73E92E88DA97}" type="datetimeFigureOut">
              <a:rPr lang="zh-TW" altLang="en-US" smtClean="0"/>
              <a:t>2016/5/8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158E-3502-467F-9A1E-AEB668115C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7191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52A6-69A8-4812-AE80-73E92E88DA97}" type="datetimeFigureOut">
              <a:rPr lang="zh-TW" altLang="en-US" smtClean="0"/>
              <a:t>2016/5/8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158E-3502-467F-9A1E-AEB668115C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415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52A6-69A8-4812-AE80-73E92E88DA97}" type="datetimeFigureOut">
              <a:rPr lang="zh-TW" altLang="en-US" smtClean="0"/>
              <a:t>2016/5/8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158E-3502-467F-9A1E-AEB668115C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8563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52A6-69A8-4812-AE80-73E92E88DA97}" type="datetimeFigureOut">
              <a:rPr lang="zh-TW" altLang="en-US" smtClean="0"/>
              <a:t>2016/5/8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158E-3502-467F-9A1E-AEB668115C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3561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52A6-69A8-4812-AE80-73E92E88DA97}" type="datetimeFigureOut">
              <a:rPr lang="zh-TW" altLang="en-US" smtClean="0"/>
              <a:t>2016/5/8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158E-3502-467F-9A1E-AEB668115C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152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52A6-69A8-4812-AE80-73E92E88DA97}" type="datetimeFigureOut">
              <a:rPr lang="zh-TW" altLang="en-US" smtClean="0"/>
              <a:t>2016/5/8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158E-3502-467F-9A1E-AEB668115C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2518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52A6-69A8-4812-AE80-73E92E88DA97}" type="datetimeFigureOut">
              <a:rPr lang="zh-TW" altLang="en-US" smtClean="0"/>
              <a:t>2016/5/8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158E-3502-467F-9A1E-AEB668115C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1595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52A6-69A8-4812-AE80-73E92E88DA97}" type="datetimeFigureOut">
              <a:rPr lang="zh-TW" altLang="en-US" smtClean="0"/>
              <a:t>2016/5/8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158E-3502-467F-9A1E-AEB668115C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9461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652A6-69A8-4812-AE80-73E92E88DA97}" type="datetimeFigureOut">
              <a:rPr lang="zh-TW" altLang="en-US" smtClean="0"/>
              <a:t>2016/5/8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F158E-3502-467F-9A1E-AEB668115C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8277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706364"/>
            <a:ext cx="9144000" cy="1790700"/>
          </a:xfrm>
        </p:spPr>
        <p:txBody>
          <a:bodyPr>
            <a:noAutofit/>
          </a:bodyPr>
          <a:lstStyle/>
          <a:p>
            <a:r>
              <a:rPr lang="en-US" altLang="zh-TW" sz="5000" dirty="0" smtClean="0"/>
              <a:t>The maximum edge </a:t>
            </a:r>
            <a:r>
              <a:rPr lang="en-US" altLang="zh-TW" sz="5000" dirty="0" err="1" smtClean="0"/>
              <a:t>biclique</a:t>
            </a:r>
            <a:r>
              <a:rPr lang="en-US" altLang="zh-TW" sz="5000" dirty="0" smtClean="0"/>
              <a:t> problem is NP-complete</a:t>
            </a:r>
            <a:endParaRPr lang="zh-TW" altLang="en-US" sz="5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807308" y="3268395"/>
            <a:ext cx="7529384" cy="1241822"/>
          </a:xfrm>
        </p:spPr>
        <p:txBody>
          <a:bodyPr/>
          <a:lstStyle/>
          <a:p>
            <a:r>
              <a:rPr lang="en-US" altLang="zh-TW" dirty="0"/>
              <a:t>René </a:t>
            </a:r>
            <a:r>
              <a:rPr lang="en-US" altLang="zh-TW" dirty="0" err="1" smtClean="0"/>
              <a:t>Peeters</a:t>
            </a:r>
            <a:endParaRPr lang="en-US" altLang="zh-TW" dirty="0" smtClean="0"/>
          </a:p>
          <a:p>
            <a:r>
              <a:rPr lang="en-US" altLang="zh-TW" dirty="0"/>
              <a:t>Discrete Applied </a:t>
            </a:r>
            <a:r>
              <a:rPr lang="en-US" altLang="zh-TW" dirty="0" smtClean="0"/>
              <a:t>Mathematics, Vol.131, pp.651-654(2003)</a:t>
            </a:r>
            <a:endParaRPr lang="en-US" altLang="zh-TW" dirty="0"/>
          </a:p>
        </p:txBody>
      </p:sp>
      <p:sp>
        <p:nvSpPr>
          <p:cNvPr id="4" name="文字方塊 3"/>
          <p:cNvSpPr txBox="1"/>
          <p:nvPr/>
        </p:nvSpPr>
        <p:spPr>
          <a:xfrm>
            <a:off x="2998973" y="4927605"/>
            <a:ext cx="31460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dirty="0"/>
              <a:t>Presenter: </a:t>
            </a:r>
            <a:r>
              <a:rPr lang="en-US" altLang="zh-TW" sz="2000" dirty="0" err="1"/>
              <a:t>Shiou-Zong</a:t>
            </a:r>
            <a:r>
              <a:rPr lang="en-US" altLang="zh-TW" sz="2000" dirty="0"/>
              <a:t> </a:t>
            </a:r>
            <a:r>
              <a:rPr lang="en-US" altLang="zh-TW" sz="2000" dirty="0" err="1"/>
              <a:t>Chiou</a:t>
            </a:r>
            <a:endParaRPr lang="en-US" altLang="zh-TW" sz="2000" dirty="0"/>
          </a:p>
          <a:p>
            <a:r>
              <a:rPr lang="en-US" altLang="zh-TW" sz="2000" dirty="0" smtClean="0"/>
              <a:t>Date:2016/05/10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08472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We prove that the maximum edge </a:t>
            </a:r>
            <a:r>
              <a:rPr lang="en-US" altLang="zh-TW" dirty="0" err="1"/>
              <a:t>biclique</a:t>
            </a:r>
            <a:r>
              <a:rPr lang="en-US" altLang="zh-TW" dirty="0"/>
              <a:t> problem in bipartite graphs is NP-complete.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8130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Biclique</a:t>
            </a:r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078" y="2652927"/>
            <a:ext cx="2311400" cy="3098800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690689"/>
            <a:ext cx="3176102" cy="481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461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Clique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en-US" altLang="zh-TW" dirty="0" smtClean="0"/>
                  <a:t> Biclique</a:t>
                </a:r>
                <a:endParaRPr lang="zh-TW" altLang="en-US" dirty="0"/>
              </a:p>
            </p:txBody>
          </p:sp>
        </mc:Choice>
        <mc:Fallback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Clique: </a:t>
                </a:r>
                <a:r>
                  <a:rPr lang="zh-TW" altLang="en-US" dirty="0" smtClean="0"/>
                  <a:t>一個無向圖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altLang="zh-TW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zh-TW" altLang="en-US" dirty="0" smtClean="0"/>
                  <a:t>，是否有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TW" altLang="en-US" dirty="0" smtClean="0"/>
                  <a:t>個點的完</a:t>
                </a:r>
                <a:r>
                  <a:rPr lang="en-US" altLang="zh-TW" dirty="0" smtClean="0"/>
                  <a:t>	</a:t>
                </a:r>
                <a:r>
                  <a:rPr lang="zh-TW" altLang="en-US" dirty="0" smtClean="0"/>
                  <a:t>全子圖。</a:t>
                </a: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err="1" smtClean="0"/>
                  <a:t>Biclque</a:t>
                </a:r>
                <a:r>
                  <a:rPr lang="en-US" altLang="zh-TW" dirty="0" smtClean="0"/>
                  <a:t>: </a:t>
                </a:r>
                <a:r>
                  <a:rPr lang="zh-TW" altLang="en-US" dirty="0" smtClean="0"/>
                  <a:t>一個無向二分圖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′=</m:t>
                    </m:r>
                    <m:d>
                      <m:dPr>
                        <m:ctrlPr>
                          <a:rPr lang="en-US" altLang="zh-TW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zh-TW" altLang="en-US" b="0" dirty="0" smtClean="0"/>
                  <a:t>，</a:t>
                </a:r>
                <a:r>
                  <a:rPr lang="zh-TW" altLang="en-US" dirty="0" smtClean="0"/>
                  <a:t>是否</a:t>
                </a:r>
                <a:r>
                  <a:rPr lang="en-US" altLang="zh-TW" dirty="0" smtClean="0"/>
                  <a:t>	</a:t>
                </a:r>
                <a:r>
                  <a:rPr lang="zh-TW" altLang="en-US" dirty="0" smtClean="0"/>
                  <a:t>有邊數為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zh-TW" altLang="en-US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TW" altLang="en-US" b="0" dirty="0" smtClean="0"/>
                  <a:t>完全子二分圖。</a:t>
                </a:r>
                <a:endParaRPr lang="en-US" altLang="zh-TW" b="0" dirty="0" smtClean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546" t="-25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6566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Transform 1/2</a:t>
            </a:r>
            <a:endParaRPr lang="zh-TW" altLang="en-US" dirty="0"/>
          </a:p>
        </p:txBody>
      </p:sp>
      <p:pic>
        <p:nvPicPr>
          <p:cNvPr id="11" name="內容版面配置區 10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690689"/>
            <a:ext cx="4165600" cy="3848100"/>
          </a:xfr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132" y="1690689"/>
            <a:ext cx="2978218" cy="46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45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Transform 2/2</a:t>
            </a:r>
            <a:endParaRPr lang="zh-TW" altLang="en-US" dirty="0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522" y="1825625"/>
            <a:ext cx="3396955" cy="4351338"/>
          </a:xfrm>
        </p:spPr>
      </p:pic>
    </p:spTree>
    <p:extLst>
      <p:ext uri="{BB962C8B-B14F-4D97-AF65-F5344CB8AC3E}">
        <p14:creationId xmlns:p14="http://schemas.microsoft.com/office/powerpoint/2010/main" val="3354101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Proof 1/3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96563" y="1825625"/>
                <a:ext cx="8847438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Let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and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provide an instance of CLIQUE.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Without loss of generality we my assume that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zh-TW" dirty="0" smtClean="0"/>
                  <a:t>.</a:t>
                </a:r>
                <a:r>
                  <a:rPr lang="zh-TW" altLang="en-US" dirty="0" smtClean="0"/>
                  <a:t> </a:t>
                </a: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altLang="zh-TW">
                        <a:latin typeface="Cambria Math" panose="02040503050406030204" pitchFamily="18" charset="0"/>
                      </a:rPr>
                      <m:t>′=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and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 smtClean="0"/>
                  <a:t>of MBP as </a:t>
                </a:r>
                <a:r>
                  <a:rPr lang="en-US" altLang="zh-TW" dirty="0" err="1" smtClean="0"/>
                  <a:t>fllow</a:t>
                </a:r>
                <a:r>
                  <a:rPr lang="en-US" altLang="zh-TW" dirty="0" smtClean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/>
                  <a:t>	</a:t>
                </a:r>
                <a:r>
                  <a:rPr lang="en-US" altLang="zh-TW" dirty="0" smtClean="0"/>
                  <a:t>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∉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: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6563" y="1825625"/>
                <a:ext cx="8847438" cy="4351338"/>
              </a:xfrm>
              <a:blipFill rotWithShape="0">
                <a:blip r:embed="rId2"/>
                <a:stretch>
                  <a:fillRect l="-1241" t="-28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5855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Proof 2/3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內容版面配置區 5"/>
              <p:cNvSpPr>
                <a:spLocks noGrp="1"/>
              </p:cNvSpPr>
              <p:nvPr>
                <p:ph sz="half" idx="2"/>
              </p:nvPr>
            </p:nvSpPr>
            <p:spPr>
              <a:xfrm>
                <a:off x="3146854" y="1816099"/>
                <a:ext cx="5997146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f>
                                    <m:f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−1)</m:t>
                          </m:r>
                          <m:r>
                            <m:rPr>
                              <m:nor/>
                            </m:rPr>
                            <a:rPr lang="zh-TW" altLang="en-US" dirty="0"/>
                            <m:t> 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>
          <p:sp>
            <p:nvSpPr>
              <p:cNvPr id="6" name="內容版面配置區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3146854" y="1816099"/>
                <a:ext cx="5997146" cy="4351338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/>
              <p:cNvSpPr txBox="1"/>
              <p:nvPr/>
            </p:nvSpPr>
            <p:spPr>
              <a:xfrm>
                <a:off x="1968844" y="6052108"/>
                <a:ext cx="1130181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844" y="6052108"/>
                <a:ext cx="1130181" cy="61093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內容版面配置區 9"/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5974"/>
            <a:ext cx="3396955" cy="4351338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301429" y="5787980"/>
                <a:ext cx="3856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429" y="5787980"/>
                <a:ext cx="385683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1517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Proof 3/3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內容版面配置區 4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8515350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3+</m:t>
                          </m:r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=35&lt;</m:t>
                      </m:r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=40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8515350" cy="4351338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79" y="2576257"/>
            <a:ext cx="3761104" cy="3474435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229" y="2576257"/>
            <a:ext cx="3342624" cy="428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426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</TotalTime>
  <Words>77</Words>
  <Application>Microsoft Office PowerPoint</Application>
  <PresentationFormat>如螢幕大小 (4:3)</PresentationFormat>
  <Paragraphs>30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新細明體</vt:lpstr>
      <vt:lpstr>Arial</vt:lpstr>
      <vt:lpstr>Calibri</vt:lpstr>
      <vt:lpstr>Calibri Light</vt:lpstr>
      <vt:lpstr>Cambria Math</vt:lpstr>
      <vt:lpstr>Office 佈景主題</vt:lpstr>
      <vt:lpstr>The maximum edge biclique problem is NP-complete</vt:lpstr>
      <vt:lpstr>Abstract</vt:lpstr>
      <vt:lpstr>Biclique</vt:lpstr>
      <vt:lpstr>Clique ∝ Biclique</vt:lpstr>
      <vt:lpstr>Transform 1/2</vt:lpstr>
      <vt:lpstr>Transform 2/2</vt:lpstr>
      <vt:lpstr>Proof 1/3</vt:lpstr>
      <vt:lpstr>Proof 2/3</vt:lpstr>
      <vt:lpstr>Proof 3/3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maximum edge biclique problem is NP-complete</dc:title>
  <dc:creator>sizuka</dc:creator>
  <cp:lastModifiedBy>sizuka</cp:lastModifiedBy>
  <cp:revision>11</cp:revision>
  <dcterms:created xsi:type="dcterms:W3CDTF">2016-05-08T13:42:58Z</dcterms:created>
  <dcterms:modified xsi:type="dcterms:W3CDTF">2016-05-08T17:20:47Z</dcterms:modified>
</cp:coreProperties>
</file>