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60" r:id="rId4"/>
    <p:sldId id="261" r:id="rId5"/>
    <p:sldId id="277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8" r:id="rId16"/>
    <p:sldId id="271" r:id="rId17"/>
    <p:sldId id="272" r:id="rId18"/>
    <p:sldId id="273" r:id="rId19"/>
    <p:sldId id="274" r:id="rId20"/>
    <p:sldId id="279" r:id="rId21"/>
    <p:sldId id="275" r:id="rId22"/>
    <p:sldId id="276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9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033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608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54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86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5170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873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5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407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92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93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84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140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53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607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978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9305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885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936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543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95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D33D-6920-49C9-BD5B-0C0D85FA0340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3E486-6A60-4EDA-BC68-DE7B5D5D14C9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159C-A7EE-4402-A9E1-F5C768C7B964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40366-0D2E-4DBF-A4DB-63EF4915A4E1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DEB-A01D-4AF4-97EE-6BB7504F226E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82A2-4BD0-4708-B70C-B5887DEA0B1F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81FE-D062-4501-AF67-F6F13AB557C4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BBBC-FAB9-4F8E-B87C-E92E8C50AA1F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B5C7-F62C-4562-B6D8-707E3DE2FF75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2113-ABB1-4EA4-8AEB-6052D5EE5BEE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E917-8D65-4AD0-8E2F-50C5DBAAC474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F453C-B32A-44BE-9370-F66BE2CFC793}" type="datetime1">
              <a:rPr lang="zh-TW" altLang="en-US" smtClean="0"/>
              <a:t>2016/6/21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799" y="584141"/>
            <a:ext cx="7508383" cy="983808"/>
          </a:xfrm>
        </p:spPr>
        <p:txBody>
          <a:bodyPr>
            <a:normAutofit fontScale="90000"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 to find the length of the longest common subsequence of two strings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86444"/>
            <a:ext cx="8040190" cy="3573055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/>
              <a:t>Shufen</a:t>
            </a:r>
            <a:r>
              <a:rPr lang="en-US" altLang="zh-TW" dirty="0"/>
              <a:t>  </a:t>
            </a:r>
            <a:r>
              <a:rPr lang="en-US" altLang="zh-TW" dirty="0" err="1"/>
              <a:t>Kuo</a:t>
            </a:r>
            <a:r>
              <a:rPr lang="en-US" altLang="zh-TW" dirty="0"/>
              <a:t> </a:t>
            </a:r>
            <a:r>
              <a:rPr lang="en-US" altLang="zh-TW" dirty="0" smtClean="0"/>
              <a:t>,George </a:t>
            </a:r>
            <a:r>
              <a:rPr lang="en-US" altLang="zh-TW" dirty="0"/>
              <a:t>R.  Cross </a:t>
            </a:r>
            <a:endParaRPr lang="en-US" altLang="zh-TW" dirty="0" smtClean="0"/>
          </a:p>
          <a:p>
            <a:r>
              <a:rPr lang="en-US" altLang="zh-TW" dirty="0"/>
              <a:t>ACM SIGIR </a:t>
            </a:r>
            <a:r>
              <a:rPr lang="en-US" altLang="zh-TW" dirty="0" smtClean="0"/>
              <a:t>Forum</a:t>
            </a:r>
          </a:p>
          <a:p>
            <a:r>
              <a:rPr lang="en-US" altLang="zh-TW" dirty="0"/>
              <a:t>Volume 23 Issue 3-4, Spring 1989 </a:t>
            </a:r>
          </a:p>
          <a:p>
            <a:r>
              <a:rPr lang="en-US" altLang="zh-TW" dirty="0"/>
              <a:t>Pages 89-99 </a:t>
            </a:r>
          </a:p>
          <a:p>
            <a:r>
              <a:rPr lang="en-US" altLang="zh-TW"/>
              <a:t>ACM New York, NY, USA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Presenter: </a:t>
            </a:r>
            <a:r>
              <a:rPr lang="en-US" altLang="zh-TW" dirty="0" smtClean="0"/>
              <a:t>Chong-</a:t>
            </a:r>
            <a:r>
              <a:rPr lang="en-US" altLang="zh-TW" dirty="0"/>
              <a:t>X</a:t>
            </a:r>
            <a:r>
              <a:rPr lang="en-US" altLang="zh-TW" dirty="0" smtClean="0"/>
              <a:t>uan </a:t>
            </a:r>
            <a:r>
              <a:rPr lang="en-US" altLang="zh-TW" dirty="0" smtClean="0"/>
              <a:t>L</a:t>
            </a:r>
            <a:r>
              <a:rPr lang="en-US" altLang="zh-TW" dirty="0" smtClean="0"/>
              <a:t>o</a:t>
            </a:r>
            <a:endParaRPr lang="en-US" altLang="zh-TW" dirty="0" smtClean="0"/>
          </a:p>
          <a:p>
            <a:r>
              <a:rPr lang="en-US" altLang="zh-TW" dirty="0" smtClean="0"/>
              <a:t>Date:2016/6/21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46507" y="656177"/>
            <a:ext cx="5186966" cy="674715"/>
          </a:xfrm>
        </p:spPr>
        <p:txBody>
          <a:bodyPr>
            <a:normAutofit/>
          </a:bodyPr>
          <a:lstStyle/>
          <a:p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10990" y="2051949"/>
                <a:ext cx="6858000" cy="4383685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A and B  be strings of common length n.  Define LLCS(A, B) to be the length of the longest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of A  and  B.  Hunt  and  Szymanski presented  an  algorithm for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finding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LLCS(A, B) with time complexity O((r +  n)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where r  is the number of elements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j) | A[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B[j]}.  In the worst case the algorithm has running time of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1ogn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present  an  improvement to  this  algorithm which changes  the  time  complexity to  O(r +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n(LLCS(A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B) +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)). Some experimental results show dramatic improvements for large n.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10990" y="2051949"/>
                <a:ext cx="6858000" cy="4383685"/>
              </a:xfrm>
              <a:blipFill rotWithShape="0">
                <a:blip r:embed="rId3"/>
                <a:stretch>
                  <a:fillRect l="-1422" t="-1947" r="-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52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Hunt-Szymanski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90600" y="1803400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abcbdda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badbabd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(5, 2)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(6, 4, 1)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 )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MATCHLIST[2]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(7, 3)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MATCHLIST[5]</a:t>
            </a:r>
          </a:p>
          <a:p>
            <a:pPr algn="l">
              <a:spcBef>
                <a:spcPct val="0"/>
              </a:spcBef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12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127678" y="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Hunt-Szymanski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-41848" y="337357"/>
            <a:ext cx="7755717" cy="5132175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插入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number of matches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rlogn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length = 4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15892"/>
              </p:ext>
            </p:extLst>
          </p:nvPr>
        </p:nvGraphicFramePr>
        <p:xfrm>
          <a:off x="3072720" y="835238"/>
          <a:ext cx="5944280" cy="5916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4577"/>
                <a:gridCol w="464279"/>
                <a:gridCol w="594428"/>
                <a:gridCol w="594428"/>
                <a:gridCol w="594428"/>
                <a:gridCol w="594428"/>
                <a:gridCol w="594428"/>
                <a:gridCol w="594428"/>
                <a:gridCol w="594428"/>
                <a:gridCol w="594428"/>
              </a:tblGrid>
              <a:tr h="49307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initial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930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0" y="5200080"/>
            <a:ext cx="334010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(5, 2)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(6, 4, 1)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 3)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pPr>
              <a:spcBef>
                <a:spcPct val="0"/>
              </a:spcBef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</a:p>
          <a:p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412259" y="1375719"/>
            <a:ext cx="601362" cy="6343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6112475" y="4794422"/>
            <a:ext cx="468526" cy="4695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5478677" y="4324866"/>
            <a:ext cx="468526" cy="4695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893275" y="3340443"/>
            <a:ext cx="468526" cy="4695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4328983" y="2327190"/>
            <a:ext cx="468526" cy="4695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911546" y="179104"/>
            <a:ext cx="1481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abcbdda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badbabd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3064476" y="848497"/>
            <a:ext cx="716692" cy="4613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3063960" y="10063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259139" y="76810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9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Hunt-Szymanski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501785"/>
              </p:ext>
            </p:extLst>
          </p:nvPr>
        </p:nvGraphicFramePr>
        <p:xfrm>
          <a:off x="2713038" y="1975464"/>
          <a:ext cx="3744912" cy="3779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114"/>
                <a:gridCol w="468114"/>
                <a:gridCol w="468114"/>
                <a:gridCol w="468114"/>
                <a:gridCol w="468114"/>
                <a:gridCol w="468114"/>
                <a:gridCol w="468114"/>
                <a:gridCol w="468114"/>
              </a:tblGrid>
              <a:tr h="472480"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b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a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d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b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a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b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d</a:t>
                      </a:r>
                      <a:endParaRPr lang="zh-TW" altLang="en-US" sz="2500" b="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a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500" dirty="0" smtClean="0"/>
                        <a:t>v</a:t>
                      </a:r>
                      <a:endParaRPr lang="zh-TW" altLang="en-US" sz="2500" dirty="0" smtClean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b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c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b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d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>
                          <a:solidFill>
                            <a:srgbClr val="FF0000"/>
                          </a:solidFill>
                        </a:rPr>
                        <a:t>v</a:t>
                      </a:r>
                      <a:endParaRPr lang="zh-TW" alt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d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  <a:tr h="472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a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 smtClean="0"/>
                        <a:t>v</a:t>
                      </a:r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500" dirty="0"/>
                    </a:p>
                  </a:txBody>
                  <a:tcPr marL="91452" marR="91452" marT="45724" marB="45724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38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768223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75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90694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60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21331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77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00039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46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981461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01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73766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51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207603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58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457553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6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01610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04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 52, 20, 17, 14, 13, 10, 8, 3, 1  &gt;,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value  in  THRESH[3]  will  be  overwritten  six  times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01620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58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3, 8, 10, 13, 14, 17, 20, 52  &gt;,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29365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31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3, 8, 10, 13, 14, 17, 20, 52  &gt;,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19159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93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3, 8, 10, 13, 14, 17, 20, 52  &gt;,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494017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89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3, 8, 10, 13, 14, 17, 20, 52  &gt;,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temp=30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112917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43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algorithm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</a:p>
          <a:p>
            <a:pPr algn="l">
              <a:lnSpc>
                <a:spcPct val="15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=&lt;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 3, 8, 10, 13, 14, 17, 20, 52  &gt;,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temp=78</a:t>
            </a:r>
          </a:p>
          <a:p>
            <a:pPr algn="l">
              <a:lnSpc>
                <a:spcPct val="150000"/>
              </a:lnSpc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290079"/>
              </p:ext>
            </p:extLst>
          </p:nvPr>
        </p:nvGraphicFramePr>
        <p:xfrm>
          <a:off x="1257302" y="3365500"/>
          <a:ext cx="6451598" cy="9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4898"/>
                <a:gridCol w="635000"/>
                <a:gridCol w="615837"/>
                <a:gridCol w="577963"/>
                <a:gridCol w="584200"/>
                <a:gridCol w="622300"/>
                <a:gridCol w="711200"/>
                <a:gridCol w="660400"/>
                <a:gridCol w="9398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Contents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93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Hunt-Szymanski Algorithm: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complexity:O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((r + n) log n)</a:t>
            </a:r>
          </a:p>
          <a:p>
            <a:pPr algn="l">
              <a:defRPr/>
            </a:pP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Worst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case:O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defRPr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algn="l">
              <a:defRPr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Time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complexity:O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(r+ n*LLCS(A,B)+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nlog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</a:p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4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28122" y="695510"/>
            <a:ext cx="5728377" cy="674715"/>
          </a:xfrm>
        </p:spPr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4910" y="1722051"/>
            <a:ext cx="6654800" cy="51435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860" y="1722051"/>
            <a:ext cx="64389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5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4957</TotalTime>
  <Words>1101</Words>
  <Application>Microsoft Office PowerPoint</Application>
  <PresentationFormat>如螢幕大小 (4:3)</PresentationFormat>
  <Paragraphs>567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An improved algorithm to find the length of the longest common subsequence of two strings</vt:lpstr>
      <vt:lpstr>Abstract</vt:lpstr>
      <vt:lpstr>Hunt-Szymanski algorithm</vt:lpstr>
      <vt:lpstr>Hunt-Szymanski algorithm</vt:lpstr>
      <vt:lpstr>Hunt-Szymanski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Improved algorithm</vt:lpstr>
      <vt:lpstr>Conclusion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 </dc:title>
  <dc:creator>muchmuch</dc:creator>
  <cp:lastModifiedBy>pplab-class</cp:lastModifiedBy>
  <cp:revision>70</cp:revision>
  <dcterms:created xsi:type="dcterms:W3CDTF">2016-04-23T07:31:56Z</dcterms:created>
  <dcterms:modified xsi:type="dcterms:W3CDTF">2016-06-21T12:39:04Z</dcterms:modified>
</cp:coreProperties>
</file>