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62" r:id="rId14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03" d="100"/>
          <a:sy n="103" d="100"/>
        </p:scale>
        <p:origin x="23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7E849-A6E3-4997-ACC1-22F3BB492578}" type="datetimeFigureOut">
              <a:rPr lang="zh-TW" altLang="en-US" smtClean="0"/>
              <a:t>2016/5/31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0230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7E849-A6E3-4997-ACC1-22F3BB492578}" type="datetimeFigureOut">
              <a:rPr lang="zh-TW" altLang="en-US" smtClean="0"/>
              <a:t>2016/5/31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1932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7E849-A6E3-4997-ACC1-22F3BB492578}" type="datetimeFigureOut">
              <a:rPr lang="zh-TW" altLang="en-US" smtClean="0"/>
              <a:t>2016/5/31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7651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7E849-A6E3-4997-ACC1-22F3BB492578}" type="datetimeFigureOut">
              <a:rPr lang="zh-TW" altLang="en-US" smtClean="0"/>
              <a:t>2016/5/31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0674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7E849-A6E3-4997-ACC1-22F3BB492578}" type="datetimeFigureOut">
              <a:rPr lang="zh-TW" altLang="en-US" smtClean="0"/>
              <a:t>2016/5/31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9399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7E849-A6E3-4997-ACC1-22F3BB492578}" type="datetimeFigureOut">
              <a:rPr lang="zh-TW" altLang="en-US" smtClean="0"/>
              <a:t>2016/5/31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8315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7E849-A6E3-4997-ACC1-22F3BB492578}" type="datetimeFigureOut">
              <a:rPr lang="zh-TW" altLang="en-US" smtClean="0"/>
              <a:t>2016/5/31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1395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7E849-A6E3-4997-ACC1-22F3BB492578}" type="datetimeFigureOut">
              <a:rPr lang="zh-TW" altLang="en-US" smtClean="0"/>
              <a:t>2016/5/31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14510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7E849-A6E3-4997-ACC1-22F3BB492578}" type="datetimeFigureOut">
              <a:rPr lang="zh-TW" altLang="en-US" smtClean="0"/>
              <a:t>2016/5/31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9484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7E849-A6E3-4997-ACC1-22F3BB492578}" type="datetimeFigureOut">
              <a:rPr lang="zh-TW" altLang="en-US" smtClean="0"/>
              <a:t>2016/5/31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5438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7E849-A6E3-4997-ACC1-22F3BB492578}" type="datetimeFigureOut">
              <a:rPr lang="zh-TW" altLang="en-US" smtClean="0"/>
              <a:t>2016/5/31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7697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47E849-A6E3-4997-ACC1-22F3BB492578}" type="datetimeFigureOut">
              <a:rPr lang="zh-TW" altLang="en-US" smtClean="0"/>
              <a:t>2016/5/31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7838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764704"/>
            <a:ext cx="7772400" cy="1470025"/>
          </a:xfrm>
        </p:spPr>
        <p:txBody>
          <a:bodyPr>
            <a:no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algorithms for the longest common subsequence problem with sequential substring constraints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23528" y="3068960"/>
            <a:ext cx="7992888" cy="1752600"/>
          </a:xfrm>
        </p:spPr>
        <p:txBody>
          <a:bodyPr>
            <a:normAutofit/>
          </a:bodyPr>
          <a:lstStyle/>
          <a:p>
            <a:pPr fontAlgn="base"/>
            <a:r>
              <a:rPr lang="en-US" altLang="zh-TW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Chiou</a:t>
            </a: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-Ting Tseng, Chang-</a:t>
            </a:r>
            <a:r>
              <a:rPr lang="en-US" altLang="zh-TW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Biau</a:t>
            </a: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Yang, </a:t>
            </a:r>
            <a:r>
              <a:rPr lang="en-US" altLang="zh-TW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Hsing</a:t>
            </a:r>
            <a:r>
              <a:rPr lang="en-US" altLang="zh-TW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-Yen </a:t>
            </a:r>
            <a:r>
              <a:rPr lang="en-US" altLang="zh-TW" sz="2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</a:t>
            </a:r>
            <a:endParaRPr lang="en-US" altLang="zh-TW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altLang="zh-TW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Journal </a:t>
            </a:r>
            <a:r>
              <a:rPr lang="en-US" altLang="zh-TW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Complexity 29 (2013) 44–52</a:t>
            </a:r>
            <a:endParaRPr lang="zh-TW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826060" y="5029744"/>
            <a:ext cx="29878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Siang-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Huai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Hung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2016/05/31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3640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Abstract(1/2)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2941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paper, we generalize the inclusion constrained 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subsequence (CLCS) problem to the hybrid CLCS 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 which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combination of the sequence inclusion CLCS and 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string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inclusion CLCS, called the sequential substring 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constrained longest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subsequence (SSCLCS) problem. In the 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SSCLCS problem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we are given two strings A and B of lengths m and 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n, respectively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formed by alphabet Σ and a constraint sequence 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 formed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ordered strings (C</a:t>
            </a:r>
            <a:r>
              <a:rPr lang="en-US" altLang="zh-TW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</a:t>
            </a:r>
            <a:r>
              <a:rPr lang="en-US" altLang="zh-TW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</a:t>
            </a:r>
            <a:r>
              <a:rPr lang="en-US" altLang="zh-TW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. . . , C</a:t>
            </a:r>
            <a:r>
              <a:rPr lang="en-US" altLang="zh-TW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with total length r.</a:t>
            </a:r>
            <a:endParaRPr lang="zh-TW" alt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1463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Abstract(2/2)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2941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 is that of finding the longest common subsequence 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 of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and B containing C</a:t>
            </a:r>
            <a:r>
              <a:rPr lang="en-US" altLang="zh-TW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</a:t>
            </a:r>
            <a:r>
              <a:rPr lang="en-US" altLang="zh-TW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</a:t>
            </a:r>
            <a:r>
              <a:rPr lang="en-US" altLang="zh-TW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. . . , C</a:t>
            </a:r>
            <a:r>
              <a:rPr lang="en-US" altLang="zh-TW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substrings and with 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order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C’s retained. This problem has two variants, 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depending on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whether the strings in C cannot overlap or may overlap. 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</a:t>
            </a:r>
            <a:r>
              <a:rPr lang="pt-BR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propose </a:t>
            </a:r>
            <a:r>
              <a:rPr lang="pt-BR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with O(mnl+(m+n)(|Σ|+r)) and O(mnr </a:t>
            </a:r>
            <a:r>
              <a:rPr lang="pt-BR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m+n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)|Σ|) time for the two variants. For the special case with 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one or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constraints, our algorithm runs in O(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mn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+(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m+n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)(|Σ|+r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)) or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mnr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(m + n)|Σ|) time, respectively—an order faster 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than the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proposed by Chen and Chao.</a:t>
            </a:r>
          </a:p>
        </p:txBody>
      </p:sp>
    </p:spTree>
    <p:extLst>
      <p:ext uri="{BB962C8B-B14F-4D97-AF65-F5344CB8AC3E}">
        <p14:creationId xmlns:p14="http://schemas.microsoft.com/office/powerpoint/2010/main" val="1320971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SSCLCS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Two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strings A and B of lengths m and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n, respectively</a:t>
            </a:r>
          </a:p>
          <a:p>
            <a:pPr marL="0" indent="0"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 sequence C formed by ordered strings (C1, C2, C3, . . . , Cl) of total length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atcatatgag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 = 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atcatctagg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 = (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acat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tag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SSCLCS = 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acatagg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5424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improved algorithm for the string inclusion CLCS problem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內容版面配置區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97" y="2204864"/>
            <a:ext cx="8934005" cy="864096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404" y="4005064"/>
            <a:ext cx="8777189" cy="859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400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3528" y="332656"/>
            <a:ext cx="8229600" cy="3230570"/>
          </a:xfrm>
          <a:prstGeom prst="rect">
            <a:avLst/>
          </a:prstGeom>
        </p:spPr>
      </p:pic>
      <p:sp>
        <p:nvSpPr>
          <p:cNvPr id="8" name="文字方塊 7"/>
          <p:cNvSpPr txBox="1"/>
          <p:nvPr/>
        </p:nvSpPr>
        <p:spPr>
          <a:xfrm>
            <a:off x="467544" y="3933056"/>
            <a:ext cx="669674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StartPos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table:</a:t>
            </a:r>
          </a:p>
          <a:p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atcatatgag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 =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acat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ζ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[−1,−1,−1,−1, 1,−1, 1,−1,−1,−1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atcatatgag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 =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tag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ζ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=[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−1,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1, 5,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 7]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8420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74366"/>
            <a:ext cx="4776573" cy="1132548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1306914"/>
            <a:ext cx="7272808" cy="5346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996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for non-overlapping partitions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StartPos tables for two partitions are denoted as </a:t>
                </a:r>
                <a:r>
                  <a:rPr lang="el-GR" altLang="zh-TW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ζ</a:t>
                </a:r>
                <a:r>
                  <a:rPr lang="en-US" altLang="zh-TW" sz="2800" baseline="30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TW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l-GR" altLang="zh-TW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ζ</a:t>
                </a:r>
                <a:r>
                  <a:rPr lang="en-US" altLang="zh-TW" sz="2800" baseline="30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</a:p>
              <a:p>
                <a:pPr marL="0" indent="0">
                  <a:buNone/>
                </a:pPr>
                <a:r>
                  <a:rPr lang="en-US" altLang="zh-TW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l-GR" altLang="zh-TW" sz="280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l-GR" altLang="zh-TW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ζ</m:t>
                        </m:r>
                      </m:e>
                      <m:sub>
                        <m:r>
                          <a:rPr lang="en-US" altLang="zh-TW" sz="2800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en-US" altLang="zh-TW" sz="28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</m:oMath>
                </a14:m>
                <a:r>
                  <a:rPr lang="en-US" altLang="zh-TW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l-GR" altLang="zh-TW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ζ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2000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B</m:t>
                        </m:r>
                      </m:sub>
                      <m:sup>
                        <m:r>
                          <m:rPr>
                            <m:nor/>
                          </m:rPr>
                          <a:rPr lang="en-US" altLang="zh-TW" sz="2000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k</m:t>
                        </m:r>
                      </m:sup>
                    </m:sSubSup>
                    <m:r>
                      <a:rPr lang="en-US" altLang="zh-TW" sz="2000" b="0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denote the </a:t>
                </a:r>
                <a:r>
                  <a:rPr lang="en-US" altLang="zh-TW" sz="28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StartPos</a:t>
                </a:r>
                <a:r>
                  <a:rPr lang="en-US" altLang="zh-TW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tables for </a:t>
                </a:r>
                <a:r>
                  <a:rPr lang="en-US" altLang="zh-TW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zh-TW" sz="2800" baseline="30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on A and B</a:t>
                </a:r>
                <a:endPara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481" t="-14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3501008"/>
            <a:ext cx="7250393" cy="2445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783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for overlapping partitions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algorithm for two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partitions:</a:t>
            </a:r>
          </a:p>
          <a:p>
            <a:pPr marL="0" indent="0">
              <a:buNone/>
            </a:pP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 =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overlapping length, 1 ≤ </a:t>
            </a: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 ≤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min(l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l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– 1</a:t>
            </a:r>
          </a:p>
          <a:p>
            <a:pPr marL="0" indent="0"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[i,j,1] be the lattice same as layer 1</a:t>
            </a: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j, 1] is the lattice for recording the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SSCLCS length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98" y="3501008"/>
            <a:ext cx="8137920" cy="244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176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5" y="404664"/>
            <a:ext cx="7056785" cy="1909696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2314360"/>
            <a:ext cx="6552728" cy="4429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972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algorithm for an arbitrary number of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partitions:</a:t>
            </a:r>
          </a:p>
          <a:p>
            <a:pPr marL="0" indent="0">
              <a:buNone/>
            </a:pP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First, construct the 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PrevMatch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tables for A and B.</a:t>
            </a:r>
          </a:p>
          <a:p>
            <a:pPr marL="0" indent="0">
              <a:buNone/>
            </a:pP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Second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use the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PrevMatch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tables to construct the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StartPos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tables for all partitions with all overlapping lengths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Third, find all valid lengths of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overlap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every two consecutive partitions C</a:t>
            </a:r>
            <a:r>
              <a:rPr lang="en-US" altLang="zh-TW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k−1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400" baseline="30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form the set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zh-TW" altLang="en-US" sz="24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2784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j, k] record the SSCLCS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length.</a:t>
            </a: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j, k] store the SSCLCS length with matching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Ck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exactly at the end.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2" y="2560307"/>
            <a:ext cx="4680520" cy="1920707"/>
          </a:xfrm>
          <a:prstGeom prst="rect">
            <a:avLst/>
          </a:prstGeom>
        </p:spPr>
      </p:pic>
      <p:pic>
        <p:nvPicPr>
          <p:cNvPr id="5" name="內容版面配置區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2947" y="4483742"/>
            <a:ext cx="6058106" cy="2374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830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195736" y="2852936"/>
            <a:ext cx="4752528" cy="86409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Thanks for listening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5175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2234</TotalTime>
  <Words>574</Words>
  <Application>Microsoft Office PowerPoint</Application>
  <PresentationFormat>如螢幕大小 (4:3)</PresentationFormat>
  <Paragraphs>44</Paragraphs>
  <Slides>13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9" baseType="lpstr">
      <vt:lpstr>新細明體</vt:lpstr>
      <vt:lpstr>Arial</vt:lpstr>
      <vt:lpstr>Calibri</vt:lpstr>
      <vt:lpstr>Cambria Math</vt:lpstr>
      <vt:lpstr>Times New Roman</vt:lpstr>
      <vt:lpstr>Office 佈景主題</vt:lpstr>
      <vt:lpstr>Efficient algorithms for the longest common subsequence problem with sequential substring constraints</vt:lpstr>
      <vt:lpstr>Abstract(1/2)</vt:lpstr>
      <vt:lpstr>Abstract(2/2)</vt:lpstr>
      <vt:lpstr>SSCLCS</vt:lpstr>
      <vt:lpstr>An improved algorithm for the string inclusion CLCS problem</vt:lpstr>
      <vt:lpstr>PowerPoint 簡報</vt:lpstr>
      <vt:lpstr>PowerPoint 簡報</vt:lpstr>
      <vt:lpstr>Algorithms for non-overlapping partitions</vt:lpstr>
      <vt:lpstr>Algorithms for overlapping partitions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Longest Common Subsequence Algorithm Suitable for Similar Text Strings</dc:title>
  <dc:creator>yotsuki</dc:creator>
  <cp:lastModifiedBy>jhan</cp:lastModifiedBy>
  <cp:revision>112</cp:revision>
  <dcterms:created xsi:type="dcterms:W3CDTF">2014-03-03T17:19:54Z</dcterms:created>
  <dcterms:modified xsi:type="dcterms:W3CDTF">2016-05-31T13:55:21Z</dcterms:modified>
</cp:coreProperties>
</file>