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77AF9-C96C-4E65-B578-761BF466EC98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3E80F0-1D79-4101-8103-22A1B701AE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3E80F0-1D79-4101-8103-22A1B701AE3E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C-2100-4F4B-A835-B5C731F13C5F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5E4F-9F97-420D-B685-3F08689D43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C-2100-4F4B-A835-B5C731F13C5F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5E4F-9F97-420D-B685-3F08689D43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C-2100-4F4B-A835-B5C731F13C5F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5E4F-9F97-420D-B685-3F08689D43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C-2100-4F4B-A835-B5C731F13C5F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5E4F-9F97-420D-B685-3F08689D43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C-2100-4F4B-A835-B5C731F13C5F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5E4F-9F97-420D-B685-3F08689D43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C-2100-4F4B-A835-B5C731F13C5F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5E4F-9F97-420D-B685-3F08689D43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C-2100-4F4B-A835-B5C731F13C5F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5E4F-9F97-420D-B685-3F08689D43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C-2100-4F4B-A835-B5C731F13C5F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5E4F-9F97-420D-B685-3F08689D43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C-2100-4F4B-A835-B5C731F13C5F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5E4F-9F97-420D-B685-3F08689D43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C-2100-4F4B-A835-B5C731F13C5F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5E4F-9F97-420D-B685-3F08689D43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12C-2100-4F4B-A835-B5C731F13C5F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5E4F-9F97-420D-B685-3F08689D43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4D12C-2100-4F4B-A835-B5C731F13C5F}" type="datetimeFigureOut">
              <a:rPr lang="zh-TW" altLang="en-US" smtClean="0"/>
              <a:pPr/>
              <a:t>2010/6/28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45E4F-9F97-420D-B685-3F08689D437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1470025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SCANMOT: searching for similar sequences using</a:t>
            </a:r>
            <a:br>
              <a:rPr lang="en-US" altLang="zh-TW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a simultaneous scan of multiple sequence motifs</a:t>
            </a:r>
            <a:endParaRPr lang="zh-TW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Saikat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Chakrabarti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A.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Prem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Anand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Nitin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Bhardwaj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Ganesan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Pugalenthi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R.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Sowdhamini</a:t>
            </a:r>
            <a:endParaRPr lang="en-US" altLang="zh-TW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Nucleic Acids Research, 2005, Vol. 33, Web Server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issue</a:t>
            </a:r>
          </a:p>
          <a:p>
            <a:pPr>
              <a:lnSpc>
                <a:spcPct val="80000"/>
              </a:lnSpc>
            </a:pP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Speaker: Chong-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Jie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Wang</a:t>
            </a:r>
          </a:p>
          <a:p>
            <a:pPr>
              <a:lnSpc>
                <a:spcPct val="80000"/>
              </a:lnSpc>
            </a:pP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Date: June 28, 2010</a:t>
            </a:r>
          </a:p>
          <a:p>
            <a:endParaRPr lang="zh-TW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err="1" smtClean="0">
                <a:latin typeface="Times New Roman" pitchFamily="18" charset="0"/>
                <a:cs typeface="Times New Roman" pitchFamily="18" charset="0"/>
              </a:rPr>
              <a:t>Abrstract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Establishment of similarities between proteins is 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very important 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for the study of the relationship 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between sequence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, structure and function and for the 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analysis of 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evolutionary relationships. Motif-based 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search methods 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play a crucial role in establishing 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the connections 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between proteins that are 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particularly useful 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for distant relationships. This paper 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reports SCANMOT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, a web-based server that searches 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for similarities 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between proteins by 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simultaneous matching 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of multiple motifs. SCANMOT 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searches for 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similar sequences in entire sequence 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databases using 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multiple conserved regions and utilizes </a:t>
            </a:r>
            <a:r>
              <a:rPr lang="en-US" altLang="zh-TW" sz="3600" dirty="0" err="1" smtClean="0">
                <a:latin typeface="Times New Roman" pitchFamily="18" charset="0"/>
                <a:cs typeface="Times New Roman" pitchFamily="18" charset="0"/>
              </a:rPr>
              <a:t>intermotif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 spacing 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as restraints. The SCANMOT 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server is </a:t>
            </a:r>
            <a:r>
              <a:rPr lang="en-US" altLang="zh-TW" sz="3600" dirty="0">
                <a:latin typeface="Times New Roman" pitchFamily="18" charset="0"/>
                <a:cs typeface="Times New Roman" pitchFamily="18" charset="0"/>
              </a:rPr>
              <a:t>available via http://www.ncbs.res.in/~</a:t>
            </a:r>
            <a:r>
              <a:rPr lang="en-US" altLang="zh-TW" sz="3600" dirty="0" smtClean="0">
                <a:latin typeface="Times New Roman" pitchFamily="18" charset="0"/>
                <a:cs typeface="Times New Roman" pitchFamily="18" charset="0"/>
              </a:rPr>
              <a:t>faculty/mini/scanmot/scanmot.html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SCANMOT(1)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Works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in three different steps to find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similar proteins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with the specified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motifs.</a:t>
            </a:r>
            <a:br>
              <a:rPr lang="en-US" altLang="zh-TW" dirty="0" smtClean="0">
                <a:latin typeface="Times New Roman" pitchFamily="18" charset="0"/>
                <a:cs typeface="Times New Roman" pitchFamily="18" charset="0"/>
              </a:rPr>
            </a:b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first step is to scan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motifs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within the query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sequence itself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to record the inter-motif spacing for all possible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combinations of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specified motifs. The order of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occurrence of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motif within the query sequence is also recorded.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SCANMOT(2)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Next, the program scans the motifs into a sequence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database and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reports the sequences with a specified number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of motifs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in a similar order to the query sequence.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SCANMOT(3)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third step is to align the query sequence and each of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‘hits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’ using an algorithm which fixes the motif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regions between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query and hit and aligns the rest by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dividing them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into several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parts.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Sequeces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ranked by two grading methods:</a:t>
            </a:r>
          </a:p>
          <a:p>
            <a:pPr lvl="1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motif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spacing</a:t>
            </a:r>
          </a:p>
          <a:p>
            <a:pPr lvl="1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alignment score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otif spacer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motifs for a given query protein,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· (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- 1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)/2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combinations of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inter-motif spacing are possible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30% relaxation of equivalent motif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spacing provides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optimal results with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high specificity.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Grade A(&lt; 20%), B(20~40%), C(40~60%) and D(&gt; 60%).</a:t>
            </a: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itchFamily="18" charset="0"/>
                <a:cs typeface="Times New Roman" pitchFamily="18" charset="0"/>
              </a:rPr>
              <a:t>Percentile alignment score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Using a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pairwise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fixed motif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alignment algorithm.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alignment score is represented as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measure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of similarity between the two.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 descr="FMALIGN.jpg"/>
          <p:cNvPicPr>
            <a:picLocks noGrp="1" noChangeAspect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>
          <a:xfrm>
            <a:off x="971600" y="116632"/>
            <a:ext cx="7128792" cy="628842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SCANMOT functions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Scanning similar sequences in custom </a:t>
            </a:r>
            <a:r>
              <a:rPr lang="en-US" altLang="zh-TW" dirty="0" smtClean="0"/>
              <a:t>databases</a:t>
            </a:r>
          </a:p>
          <a:p>
            <a:endParaRPr lang="en-US" altLang="zh-TW" dirty="0"/>
          </a:p>
          <a:p>
            <a:r>
              <a:rPr lang="en-US" altLang="zh-TW" dirty="0"/>
              <a:t>Filtering and validating PSI-BLAST outputs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itchFamily="18" charset="0"/>
                <a:cs typeface="Times New Roman" pitchFamily="18" charset="0"/>
              </a:rPr>
              <a:t>Results and applications</a:t>
            </a:r>
            <a:endParaRPr lang="zh-TW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Large-scale benchmarking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studies using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structural motifs for 110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superfamilies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from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SMoS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database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yielded very high specificity (86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%) and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70% coverage.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resul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72363" y="1600200"/>
            <a:ext cx="3999273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PSI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469072" y="1600200"/>
            <a:ext cx="4205856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Thank you!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375</Words>
  <Application>Microsoft Office PowerPoint</Application>
  <PresentationFormat>如螢幕大小 (4:3)</PresentationFormat>
  <Paragraphs>34</Paragraphs>
  <Slides>13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SCANMOT: searching for similar sequences using a simultaneous scan of multiple sequence motifs</vt:lpstr>
      <vt:lpstr>Abrstract</vt:lpstr>
      <vt:lpstr>SCANMOT(1)</vt:lpstr>
      <vt:lpstr>SCANMOT(2)</vt:lpstr>
      <vt:lpstr>SCANMOT(3)</vt:lpstr>
      <vt:lpstr>Motif spacer</vt:lpstr>
      <vt:lpstr>Percentile alignment score</vt:lpstr>
      <vt:lpstr>投影片 8</vt:lpstr>
      <vt:lpstr>SCANMOT functions</vt:lpstr>
      <vt:lpstr>Results and applications</vt:lpstr>
      <vt:lpstr>投影片 11</vt:lpstr>
      <vt:lpstr>投影片 12</vt:lpstr>
      <vt:lpstr>Thank you!</vt:lpstr>
    </vt:vector>
  </TitlesOfParts>
  <Company>pplab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SCANMOT: searching for similar sequences using a simultaneous scan of multiple sequence motifs</dc:title>
  <dc:creator>王重傑</dc:creator>
  <cp:lastModifiedBy>kai</cp:lastModifiedBy>
  <cp:revision>13</cp:revision>
  <dcterms:created xsi:type="dcterms:W3CDTF">2010-06-28T08:38:36Z</dcterms:created>
  <dcterms:modified xsi:type="dcterms:W3CDTF">2010-06-28T13:28:58Z</dcterms:modified>
</cp:coreProperties>
</file>