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Finding the maximum bounded intersection of k out of 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Peter Brass, Hyeon-Suk Na</a:t>
            </a: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Information Processing Letters 110 (2010) 113–115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Wang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Jan. 5, 2010</a:t>
            </a:r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altLang="zh-TW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In this note we study the following question: Given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, find the maximum-area bounded intersection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out of them. We solve this problem in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O(n</a:t>
            </a:r>
            <a:r>
              <a:rPr lang="en-US" altLang="zh-TW" sz="2800" i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O(n</a:t>
            </a:r>
            <a:r>
              <a:rPr lang="en-US" altLang="zh-TW" sz="2800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k)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space.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Theorem 1.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Given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we can find the maximum-area bounded intersection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out of them, in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O(n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time and O(n</a:t>
            </a:r>
            <a:r>
              <a:rPr lang="en-US" altLang="zh-TW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k) space.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fig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9275" y="733425"/>
            <a:ext cx="550545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H(t)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be the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halfplane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of points with x-coordinate not greater than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t,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let </a:t>
            </a:r>
            <a:r>
              <a:rPr lang="en-US" altLang="zh-TW" sz="2800" i="1" dirty="0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(t)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be its bounding line.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(a, b, c)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: the maximum-area of any bounded intersection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H(t)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out of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8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among which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Ha, H(t)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occur consecutively in the clockwise ordering of (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+1)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outer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normals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(a, b, c)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is the area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of some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polygon bounded by </a:t>
            </a:r>
            <a:r>
              <a:rPr lang="en-US" altLang="zh-TW" sz="2800" i="1" dirty="0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800" i="1" dirty="0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altLang="zh-TW" sz="2800" i="1" dirty="0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−2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linesegments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left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of</a:t>
            </a:r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TW" sz="2800" i="1" dirty="0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or 0 if no such polygon exists.</a:t>
            </a:r>
            <a:endParaRPr lang="en-US" altLang="zh-TW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As a preprocessing step, we generate all intersection points </a:t>
            </a:r>
            <a:r>
              <a:rPr lang="en-US" altLang="zh-TW" dirty="0" err="1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∩ </a:t>
            </a:r>
            <a:r>
              <a:rPr lang="en-US" altLang="zh-TW" i="1" dirty="0" err="1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and sort them by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-coordinate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nondecreasing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order, and for each intersection point, we compute how many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halfplanes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satisfy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∩ H 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⊆ H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This can be done in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O(n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time and requires 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Θ(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space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step(a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20" y="2285992"/>
            <a:ext cx="3981450" cy="2105025"/>
          </a:xfrm>
          <a:prstGeom prst="rect">
            <a:avLst/>
          </a:prstGeom>
        </p:spPr>
      </p:pic>
      <p:pic>
        <p:nvPicPr>
          <p:cNvPr id="5" name="圖片 4" descr="fig(a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57752" y="2071678"/>
            <a:ext cx="283845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step(b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20" y="2285992"/>
            <a:ext cx="3981450" cy="2295525"/>
          </a:xfrm>
          <a:prstGeom prst="rect">
            <a:avLst/>
          </a:prstGeom>
        </p:spPr>
      </p:pic>
      <p:pic>
        <p:nvPicPr>
          <p:cNvPr id="1026" name="Picture 2" descr="C:\Documents and Settings\tacoman\桌面\20091229報告\fig(b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2143116"/>
            <a:ext cx="2790825" cy="2657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tacoman\桌面\20091229報告\step(c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285992"/>
            <a:ext cx="3981450" cy="2333625"/>
          </a:xfrm>
          <a:prstGeom prst="rect">
            <a:avLst/>
          </a:prstGeom>
          <a:noFill/>
        </p:spPr>
      </p:pic>
      <p:pic>
        <p:nvPicPr>
          <p:cNvPr id="2051" name="Picture 3" descr="C:\Documents and Settings\tacoman\桌面\20091229報告\fig(c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285992"/>
            <a:ext cx="3133725" cy="2686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tacoman\桌面\20091229報告\step(d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285992"/>
            <a:ext cx="3495675" cy="228600"/>
          </a:xfrm>
          <a:prstGeom prst="rect">
            <a:avLst/>
          </a:prstGeom>
          <a:noFill/>
        </p:spPr>
      </p:pic>
      <p:pic>
        <p:nvPicPr>
          <p:cNvPr id="3076" name="Picture 4" descr="C:\Documents and Settings\tacoman\桌面\20091229報告\step(d2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571744"/>
            <a:ext cx="3476625" cy="523875"/>
          </a:xfrm>
          <a:prstGeom prst="rect">
            <a:avLst/>
          </a:prstGeom>
          <a:noFill/>
        </p:spPr>
      </p:pic>
      <p:pic>
        <p:nvPicPr>
          <p:cNvPr id="3078" name="Picture 6" descr="C:\Documents and Settings\tacoman\桌面\20091229報告\fig(d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29190" y="2000240"/>
            <a:ext cx="2714625" cy="2619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Θ(n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intersection points (events) in total, and at each intersection point </a:t>
            </a:r>
            <a:r>
              <a:rPr lang="en-US" altLang="zh-TW" dirty="0" err="1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∩  </a:t>
            </a:r>
            <a:r>
              <a:rPr lang="en-US" altLang="zh-TW" i="1" dirty="0" err="1" smtClean="0">
                <a:latin typeface="Brush Script MT" pitchFamily="66" charset="0"/>
                <a:cs typeface="Times New Roman" pitchFamily="18" charset="0"/>
              </a:rPr>
              <a:t>l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update the coefficients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O(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nk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At (a, b, c)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such that {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j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∩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= ∅.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Therefore the sweeping step requires in total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O(n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time and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O(n</a:t>
            </a:r>
            <a:r>
              <a:rPr lang="en-US" altLang="zh-TW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space, and so does the whole algorithm.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Thank you!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357</Words>
  <Application>Microsoft Office PowerPoint</Application>
  <PresentationFormat>如螢幕大小 (4:3)</PresentationFormat>
  <Paragraphs>16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Finding the maximum bounded intersection of k out of n halfplanes</vt:lpstr>
      <vt:lpstr>Abstract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Conclusion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the maximum bounded intersection of k out of n halfplanes</dc:title>
  <cp:lastModifiedBy>王重傑</cp:lastModifiedBy>
  <cp:revision>9</cp:revision>
  <dcterms:modified xsi:type="dcterms:W3CDTF">2010-01-05T09:03:32Z</dcterms:modified>
</cp:coreProperties>
</file>