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58" r:id="rId3"/>
    <p:sldId id="307" r:id="rId4"/>
    <p:sldId id="308" r:id="rId5"/>
    <p:sldId id="309" r:id="rId6"/>
    <p:sldId id="310" r:id="rId7"/>
    <p:sldId id="311" r:id="rId8"/>
    <p:sldId id="312" r:id="rId9"/>
    <p:sldId id="313" r:id="rId10"/>
    <p:sldId id="314" r:id="rId11"/>
    <p:sldId id="315" r:id="rId12"/>
    <p:sldId id="316" r:id="rId13"/>
    <p:sldId id="319" r:id="rId14"/>
    <p:sldId id="317"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290" r:id="rId3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4578-5835-485D-A797-12C6B257B115}" v="11" dt="2023-09-04T04:31:32.037"/>
    <p1510:client id="{E7DA5099-78A1-408B-84DF-074DE53BB9A0}" v="2911" dt="2023-08-31T07:26:23.869"/>
    <p1510:client id="{F70ECEBF-8AD3-43A7-BF35-843D2F9F26F7}" v="22" dt="2023-09-04T05:18:59.6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5529" autoAdjust="0"/>
  </p:normalViewPr>
  <p:slideViewPr>
    <p:cSldViewPr snapToGrid="0">
      <p:cViewPr varScale="1">
        <p:scale>
          <a:sx n="59" d="100"/>
          <a:sy n="59" d="100"/>
        </p:scale>
        <p:origin x="1146" y="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適宏" userId="ba70bf4345ae8a18" providerId="Windows Live" clId="Web-{60414578-5835-485D-A797-12C6B257B115}"/>
    <pc:docChg chg="modSld sldOrd">
      <pc:chgData name="李 適宏" userId="ba70bf4345ae8a18" providerId="Windows Live" clId="Web-{60414578-5835-485D-A797-12C6B257B115}" dt="2023-09-04T04:31:32.037" v="10"/>
      <pc:docMkLst>
        <pc:docMk/>
      </pc:docMkLst>
      <pc:sldChg chg="modSp">
        <pc:chgData name="李 適宏" userId="ba70bf4345ae8a18" providerId="Windows Live" clId="Web-{60414578-5835-485D-A797-12C6B257B115}" dt="2023-09-04T04:27:19.961" v="9" actId="20577"/>
        <pc:sldMkLst>
          <pc:docMk/>
          <pc:sldMk cId="3671907888" sldId="258"/>
        </pc:sldMkLst>
        <pc:spChg chg="mod">
          <ac:chgData name="李 適宏" userId="ba70bf4345ae8a18" providerId="Windows Live" clId="Web-{60414578-5835-485D-A797-12C6B257B115}" dt="2023-09-04T04:27:19.961" v="9" actId="20577"/>
          <ac:spMkLst>
            <pc:docMk/>
            <pc:sldMk cId="3671907888" sldId="258"/>
            <ac:spMk id="3" creationId="{2E60A558-83F5-DC4B-E8C9-3EB0801F3EAE}"/>
          </ac:spMkLst>
        </pc:spChg>
      </pc:sldChg>
      <pc:sldChg chg="modSp">
        <pc:chgData name="李 適宏" userId="ba70bf4345ae8a18" providerId="Windows Live" clId="Web-{60414578-5835-485D-A797-12C6B257B115}" dt="2023-09-04T04:26:39.037" v="4" actId="20577"/>
        <pc:sldMkLst>
          <pc:docMk/>
          <pc:sldMk cId="3428300884" sldId="270"/>
        </pc:sldMkLst>
        <pc:spChg chg="mod">
          <ac:chgData name="李 適宏" userId="ba70bf4345ae8a18" providerId="Windows Live" clId="Web-{60414578-5835-485D-A797-12C6B257B115}" dt="2023-09-04T04:26:39.037" v="4" actId="20577"/>
          <ac:spMkLst>
            <pc:docMk/>
            <pc:sldMk cId="3428300884" sldId="270"/>
            <ac:spMk id="3" creationId="{2E60A558-83F5-DC4B-E8C9-3EB0801F3EAE}"/>
          </ac:spMkLst>
        </pc:spChg>
      </pc:sldChg>
      <pc:sldChg chg="ord">
        <pc:chgData name="李 適宏" userId="ba70bf4345ae8a18" providerId="Windows Live" clId="Web-{60414578-5835-485D-A797-12C6B257B115}" dt="2023-09-04T04:31:32.037" v="10"/>
        <pc:sldMkLst>
          <pc:docMk/>
          <pc:sldMk cId="3552292399" sldId="274"/>
        </pc:sldMkLst>
      </pc:sldChg>
    </pc:docChg>
  </pc:docChgLst>
  <pc:docChgLst>
    <pc:chgData name="李 適宏" userId="ba70bf4345ae8a18" providerId="Windows Live" clId="Web-{E7DA5099-78A1-408B-84DF-074DE53BB9A0}"/>
    <pc:docChg chg="addSld delSld modSld sldOrd">
      <pc:chgData name="李 適宏" userId="ba70bf4345ae8a18" providerId="Windows Live" clId="Web-{E7DA5099-78A1-408B-84DF-074DE53BB9A0}" dt="2023-08-31T07:26:23.869" v="2559" actId="20577"/>
      <pc:docMkLst>
        <pc:docMk/>
      </pc:docMkLst>
      <pc:sldChg chg="modSp modTransition">
        <pc:chgData name="李 適宏" userId="ba70bf4345ae8a18" providerId="Windows Live" clId="Web-{E7DA5099-78A1-408B-84DF-074DE53BB9A0}" dt="2023-08-31T07:19:27.153" v="2517"/>
        <pc:sldMkLst>
          <pc:docMk/>
          <pc:sldMk cId="2067857472" sldId="257"/>
        </pc:sldMkLst>
        <pc:spChg chg="mod">
          <ac:chgData name="李 適宏" userId="ba70bf4345ae8a18" providerId="Windows Live" clId="Web-{E7DA5099-78A1-408B-84DF-074DE53BB9A0}" dt="2023-08-30T09:50:44.315" v="7" actId="20577"/>
          <ac:spMkLst>
            <pc:docMk/>
            <pc:sldMk cId="2067857472" sldId="257"/>
            <ac:spMk id="2" creationId="{CC7901A9-EC42-0349-C42C-1EF1F72BF040}"/>
          </ac:spMkLst>
        </pc:spChg>
        <pc:spChg chg="mod">
          <ac:chgData name="李 適宏" userId="ba70bf4345ae8a18" providerId="Windows Live" clId="Web-{E7DA5099-78A1-408B-84DF-074DE53BB9A0}" dt="2023-08-30T09:51:59.990" v="17" actId="20577"/>
          <ac:spMkLst>
            <pc:docMk/>
            <pc:sldMk cId="2067857472" sldId="257"/>
            <ac:spMk id="3" creationId="{54DBE6CB-9CF8-48E7-B831-C6B10B6C080F}"/>
          </ac:spMkLst>
        </pc:spChg>
        <pc:spChg chg="mod">
          <ac:chgData name="李 適宏" userId="ba70bf4345ae8a18" providerId="Windows Live" clId="Web-{E7DA5099-78A1-408B-84DF-074DE53BB9A0}" dt="2023-08-30T09:56:00.011" v="36" actId="20577"/>
          <ac:spMkLst>
            <pc:docMk/>
            <pc:sldMk cId="2067857472" sldId="257"/>
            <ac:spMk id="4" creationId="{272805CA-C188-EA0E-0232-5E39FC11B582}"/>
          </ac:spMkLst>
        </pc:spChg>
      </pc:sldChg>
      <pc:sldChg chg="modSp modTransition">
        <pc:chgData name="李 適宏" userId="ba70bf4345ae8a18" providerId="Windows Live" clId="Web-{E7DA5099-78A1-408B-84DF-074DE53BB9A0}" dt="2023-08-31T07:24:26.568" v="2550" actId="20577"/>
        <pc:sldMkLst>
          <pc:docMk/>
          <pc:sldMk cId="3671907888" sldId="258"/>
        </pc:sldMkLst>
        <pc:spChg chg="mod">
          <ac:chgData name="李 適宏" userId="ba70bf4345ae8a18" providerId="Windows Live" clId="Web-{E7DA5099-78A1-408B-84DF-074DE53BB9A0}" dt="2023-08-31T07:24:26.568" v="2550" actId="20577"/>
          <ac:spMkLst>
            <pc:docMk/>
            <pc:sldMk cId="3671907888" sldId="258"/>
            <ac:spMk id="3" creationId="{2E60A558-83F5-DC4B-E8C9-3EB0801F3EAE}"/>
          </ac:spMkLst>
        </pc:spChg>
      </pc:sldChg>
      <pc:sldChg chg="modSp del">
        <pc:chgData name="李 適宏" userId="ba70bf4345ae8a18" providerId="Windows Live" clId="Web-{E7DA5099-78A1-408B-84DF-074DE53BB9A0}" dt="2023-08-31T07:19:04.762" v="2516"/>
        <pc:sldMkLst>
          <pc:docMk/>
          <pc:sldMk cId="3664592898" sldId="269"/>
        </pc:sldMkLst>
        <pc:spChg chg="mod">
          <ac:chgData name="李 適宏" userId="ba70bf4345ae8a18" providerId="Windows Live" clId="Web-{E7DA5099-78A1-408B-84DF-074DE53BB9A0}" dt="2023-08-31T07:18:55.121" v="2515" actId="20577"/>
          <ac:spMkLst>
            <pc:docMk/>
            <pc:sldMk cId="3664592898" sldId="269"/>
            <ac:spMk id="3" creationId="{09049979-F5A7-6534-10C1-F736244053A9}"/>
          </ac:spMkLst>
        </pc:spChg>
      </pc:sldChg>
      <pc:sldChg chg="modSp modTransition">
        <pc:chgData name="李 適宏" userId="ba70bf4345ae8a18" providerId="Windows Live" clId="Web-{E7DA5099-78A1-408B-84DF-074DE53BB9A0}" dt="2023-08-31T07:25:13.742" v="2557" actId="20577"/>
        <pc:sldMkLst>
          <pc:docMk/>
          <pc:sldMk cId="3428300884" sldId="270"/>
        </pc:sldMkLst>
        <pc:spChg chg="mod">
          <ac:chgData name="李 適宏" userId="ba70bf4345ae8a18" providerId="Windows Live" clId="Web-{E7DA5099-78A1-408B-84DF-074DE53BB9A0}" dt="2023-08-31T07:25:13.742" v="2557" actId="20577"/>
          <ac:spMkLst>
            <pc:docMk/>
            <pc:sldMk cId="3428300884" sldId="270"/>
            <ac:spMk id="3" creationId="{2E60A558-83F5-DC4B-E8C9-3EB0801F3EAE}"/>
          </ac:spMkLst>
        </pc:spChg>
      </pc:sldChg>
      <pc:sldChg chg="addSp delSp modSp new modNotes">
        <pc:chgData name="李 適宏" userId="ba70bf4345ae8a18" providerId="Windows Live" clId="Web-{E7DA5099-78A1-408B-84DF-074DE53BB9A0}" dt="2023-08-31T07:23:07.363" v="2522"/>
        <pc:sldMkLst>
          <pc:docMk/>
          <pc:sldMk cId="1196738268" sldId="271"/>
        </pc:sldMkLst>
        <pc:spChg chg="mod">
          <ac:chgData name="李 適宏" userId="ba70bf4345ae8a18" providerId="Windows Live" clId="Web-{E7DA5099-78A1-408B-84DF-074DE53BB9A0}" dt="2023-08-30T11:08:30.829" v="81" actId="20577"/>
          <ac:spMkLst>
            <pc:docMk/>
            <pc:sldMk cId="1196738268" sldId="271"/>
            <ac:spMk id="2" creationId="{714A1471-B659-9AFA-9FB7-C296825199DF}"/>
          </ac:spMkLst>
        </pc:spChg>
        <pc:spChg chg="mod">
          <ac:chgData name="李 適宏" userId="ba70bf4345ae8a18" providerId="Windows Live" clId="Web-{E7DA5099-78A1-408B-84DF-074DE53BB9A0}" dt="2023-08-30T11:23:34.912" v="208" actId="20577"/>
          <ac:spMkLst>
            <pc:docMk/>
            <pc:sldMk cId="1196738268" sldId="271"/>
            <ac:spMk id="3" creationId="{BB23D789-6263-68FE-1828-B082C1D4C87F}"/>
          </ac:spMkLst>
        </pc:spChg>
        <pc:spChg chg="add del mod">
          <ac:chgData name="李 適宏" userId="ba70bf4345ae8a18" providerId="Windows Live" clId="Web-{E7DA5099-78A1-408B-84DF-074DE53BB9A0}" dt="2023-08-31T07:23:06.441" v="2521"/>
          <ac:spMkLst>
            <pc:docMk/>
            <pc:sldMk cId="1196738268" sldId="271"/>
            <ac:spMk id="4" creationId="{634F2545-DE7D-59B6-0CD0-FEC5C2642F0D}"/>
          </ac:spMkLst>
        </pc:spChg>
        <pc:spChg chg="add mod">
          <ac:chgData name="李 適宏" userId="ba70bf4345ae8a18" providerId="Windows Live" clId="Web-{E7DA5099-78A1-408B-84DF-074DE53BB9A0}" dt="2023-08-31T07:23:07.363" v="2522"/>
          <ac:spMkLst>
            <pc:docMk/>
            <pc:sldMk cId="1196738268" sldId="271"/>
            <ac:spMk id="6" creationId="{E11BD203-F3E3-C11F-86C8-9E21F0E172C7}"/>
          </ac:spMkLst>
        </pc:spChg>
        <pc:picChg chg="add del mod">
          <ac:chgData name="李 適宏" userId="ba70bf4345ae8a18" providerId="Windows Live" clId="Web-{E7DA5099-78A1-408B-84DF-074DE53BB9A0}" dt="2023-08-30T11:11:19.630" v="107"/>
          <ac:picMkLst>
            <pc:docMk/>
            <pc:sldMk cId="1196738268" sldId="271"/>
            <ac:picMk id="4" creationId="{804AC9F9-0CD1-C557-D554-94CE053E334C}"/>
          </ac:picMkLst>
        </pc:picChg>
        <pc:picChg chg="add mod">
          <ac:chgData name="李 適宏" userId="ba70bf4345ae8a18" providerId="Windows Live" clId="Web-{E7DA5099-78A1-408B-84DF-074DE53BB9A0}" dt="2023-08-30T11:12:20.115" v="111" actId="1076"/>
          <ac:picMkLst>
            <pc:docMk/>
            <pc:sldMk cId="1196738268" sldId="271"/>
            <ac:picMk id="5" creationId="{080D0FF3-29DD-DCF0-135A-09ABBF2E9829}"/>
          </ac:picMkLst>
        </pc:picChg>
      </pc:sldChg>
      <pc:sldChg chg="addSp delSp modSp new">
        <pc:chgData name="李 適宏" userId="ba70bf4345ae8a18" providerId="Windows Live" clId="Web-{E7DA5099-78A1-408B-84DF-074DE53BB9A0}" dt="2023-08-31T07:23:12.519" v="2523"/>
        <pc:sldMkLst>
          <pc:docMk/>
          <pc:sldMk cId="3110931882" sldId="272"/>
        </pc:sldMkLst>
        <pc:spChg chg="mod">
          <ac:chgData name="李 適宏" userId="ba70bf4345ae8a18" providerId="Windows Live" clId="Web-{E7DA5099-78A1-408B-84DF-074DE53BB9A0}" dt="2023-08-30T11:24:07.913" v="225" actId="20577"/>
          <ac:spMkLst>
            <pc:docMk/>
            <pc:sldMk cId="3110931882" sldId="272"/>
            <ac:spMk id="2" creationId="{54FBA7F6-8A44-6BC2-C112-79F7BCAF0400}"/>
          </ac:spMkLst>
        </pc:spChg>
        <pc:spChg chg="del">
          <ac:chgData name="李 適宏" userId="ba70bf4345ae8a18" providerId="Windows Live" clId="Web-{E7DA5099-78A1-408B-84DF-074DE53BB9A0}" dt="2023-08-30T11:35:05.131" v="226"/>
          <ac:spMkLst>
            <pc:docMk/>
            <pc:sldMk cId="3110931882" sldId="272"/>
            <ac:spMk id="3" creationId="{12799C6B-A928-A441-5D1D-6BAB4CDA6B60}"/>
          </ac:spMkLst>
        </pc:spChg>
        <pc:spChg chg="add mod">
          <ac:chgData name="李 適宏" userId="ba70bf4345ae8a18" providerId="Windows Live" clId="Web-{E7DA5099-78A1-408B-84DF-074DE53BB9A0}" dt="2023-08-31T07:23:12.519" v="2523"/>
          <ac:spMkLst>
            <pc:docMk/>
            <pc:sldMk cId="3110931882" sldId="272"/>
            <ac:spMk id="3" creationId="{39F43FE4-649D-A30D-F15B-BC859062ED8E}"/>
          </ac:spMkLst>
        </pc:spChg>
        <pc:spChg chg="add mod">
          <ac:chgData name="李 適宏" userId="ba70bf4345ae8a18" providerId="Windows Live" clId="Web-{E7DA5099-78A1-408B-84DF-074DE53BB9A0}" dt="2023-08-30T12:40:57.912" v="373" actId="20577"/>
          <ac:spMkLst>
            <pc:docMk/>
            <pc:sldMk cId="3110931882" sldId="272"/>
            <ac:spMk id="5" creationId="{384F1F5F-5F06-AAE2-AC0F-0AC1575C90F4}"/>
          </ac:spMkLst>
        </pc:spChg>
        <pc:spChg chg="add mod">
          <ac:chgData name="李 適宏" userId="ba70bf4345ae8a18" providerId="Windows Live" clId="Web-{E7DA5099-78A1-408B-84DF-074DE53BB9A0}" dt="2023-08-30T12:27:47.810" v="317" actId="1076"/>
          <ac:spMkLst>
            <pc:docMk/>
            <pc:sldMk cId="3110931882" sldId="272"/>
            <ac:spMk id="6" creationId="{74604AC9-0E71-854D-B06A-0AE291917F90}"/>
          </ac:spMkLst>
        </pc:spChg>
        <pc:spChg chg="add del mod">
          <ac:chgData name="李 適宏" userId="ba70bf4345ae8a18" providerId="Windows Live" clId="Web-{E7DA5099-78A1-408B-84DF-074DE53BB9A0}" dt="2023-08-30T11:39:15.043" v="275"/>
          <ac:spMkLst>
            <pc:docMk/>
            <pc:sldMk cId="3110931882" sldId="272"/>
            <ac:spMk id="8" creationId="{897DCAF1-1538-888B-49C6-DF2645F3105F}"/>
          </ac:spMkLst>
        </pc:spChg>
        <pc:picChg chg="add del mod ord">
          <ac:chgData name="李 適宏" userId="ba70bf4345ae8a18" providerId="Windows Live" clId="Web-{E7DA5099-78A1-408B-84DF-074DE53BB9A0}" dt="2023-08-30T11:39:13.762" v="274"/>
          <ac:picMkLst>
            <pc:docMk/>
            <pc:sldMk cId="3110931882" sldId="272"/>
            <ac:picMk id="4" creationId="{20C506AE-7AFF-84D0-241C-9C12D4B5104B}"/>
          </ac:picMkLst>
        </pc:picChg>
        <pc:picChg chg="add mod ord">
          <ac:chgData name="李 適宏" userId="ba70bf4345ae8a18" providerId="Windows Live" clId="Web-{E7DA5099-78A1-408B-84DF-074DE53BB9A0}" dt="2023-08-30T11:40:40.529" v="293" actId="1076"/>
          <ac:picMkLst>
            <pc:docMk/>
            <pc:sldMk cId="3110931882" sldId="272"/>
            <ac:picMk id="9" creationId="{8073A0C4-4503-13E4-6ED3-879BE34D695B}"/>
          </ac:picMkLst>
        </pc:picChg>
        <pc:picChg chg="add mod">
          <ac:chgData name="李 適宏" userId="ba70bf4345ae8a18" providerId="Windows Live" clId="Web-{E7DA5099-78A1-408B-84DF-074DE53BB9A0}" dt="2023-08-30T12:28:59.359" v="331" actId="1076"/>
          <ac:picMkLst>
            <pc:docMk/>
            <pc:sldMk cId="3110931882" sldId="272"/>
            <ac:picMk id="10" creationId="{7330CB98-7BB0-E390-137A-91A7077C8187}"/>
          </ac:picMkLst>
        </pc:picChg>
      </pc:sldChg>
      <pc:sldChg chg="addSp delSp modSp new ord">
        <pc:chgData name="李 適宏" userId="ba70bf4345ae8a18" providerId="Windows Live" clId="Web-{E7DA5099-78A1-408B-84DF-074DE53BB9A0}" dt="2023-08-31T07:23:23.129" v="2541"/>
        <pc:sldMkLst>
          <pc:docMk/>
          <pc:sldMk cId="1551935164" sldId="273"/>
        </pc:sldMkLst>
        <pc:spChg chg="mod">
          <ac:chgData name="李 適宏" userId="ba70bf4345ae8a18" providerId="Windows Live" clId="Web-{E7DA5099-78A1-408B-84DF-074DE53BB9A0}" dt="2023-08-30T12:33:19.726" v="344" actId="20577"/>
          <ac:spMkLst>
            <pc:docMk/>
            <pc:sldMk cId="1551935164" sldId="273"/>
            <ac:spMk id="2" creationId="{586E7B9E-57DC-CBEB-89A8-BAB4955671D3}"/>
          </ac:spMkLst>
        </pc:spChg>
        <pc:spChg chg="add del mod">
          <ac:chgData name="李 適宏" userId="ba70bf4345ae8a18" providerId="Windows Live" clId="Web-{E7DA5099-78A1-408B-84DF-074DE53BB9A0}" dt="2023-08-30T12:27:55.201" v="320"/>
          <ac:spMkLst>
            <pc:docMk/>
            <pc:sldMk cId="1551935164" sldId="273"/>
            <ac:spMk id="3" creationId="{71F32AE9-BD79-625B-809D-90E1D46A9DCC}"/>
          </ac:spMkLst>
        </pc:spChg>
        <pc:spChg chg="add mod">
          <ac:chgData name="李 適宏" userId="ba70bf4345ae8a18" providerId="Windows Live" clId="Web-{E7DA5099-78A1-408B-84DF-074DE53BB9A0}" dt="2023-08-31T07:23:23.129" v="2541"/>
          <ac:spMkLst>
            <pc:docMk/>
            <pc:sldMk cId="1551935164" sldId="273"/>
            <ac:spMk id="3" creationId="{BF74973F-E3B6-DDD4-C893-02C5039B2550}"/>
          </ac:spMkLst>
        </pc:spChg>
        <pc:spChg chg="del">
          <ac:chgData name="李 適宏" userId="ba70bf4345ae8a18" providerId="Windows Live" clId="Web-{E7DA5099-78A1-408B-84DF-074DE53BB9A0}" dt="2023-08-30T11:39:55.294" v="278"/>
          <ac:spMkLst>
            <pc:docMk/>
            <pc:sldMk cId="1551935164" sldId="273"/>
            <ac:spMk id="3" creationId="{CD4351F0-137F-6239-55F6-4D76C8E6A942}"/>
          </ac:spMkLst>
        </pc:spChg>
        <pc:spChg chg="add del mod">
          <ac:chgData name="李 適宏" userId="ba70bf4345ae8a18" providerId="Windows Live" clId="Web-{E7DA5099-78A1-408B-84DF-074DE53BB9A0}" dt="2023-08-30T12:27:32.169" v="315"/>
          <ac:spMkLst>
            <pc:docMk/>
            <pc:sldMk cId="1551935164" sldId="273"/>
            <ac:spMk id="6" creationId="{B3826738-D20A-4EE0-70C8-E17CB48C9D3C}"/>
          </ac:spMkLst>
        </pc:spChg>
        <pc:spChg chg="add mod">
          <ac:chgData name="李 適宏" userId="ba70bf4345ae8a18" providerId="Windows Live" clId="Web-{E7DA5099-78A1-408B-84DF-074DE53BB9A0}" dt="2023-08-30T12:40:39.208" v="369" actId="20577"/>
          <ac:spMkLst>
            <pc:docMk/>
            <pc:sldMk cId="1551935164" sldId="273"/>
            <ac:spMk id="7" creationId="{7B70283C-D4CF-1F44-716D-03B304C2249A}"/>
          </ac:spMkLst>
        </pc:spChg>
        <pc:spChg chg="add mod">
          <ac:chgData name="李 適宏" userId="ba70bf4345ae8a18" providerId="Windows Live" clId="Web-{E7DA5099-78A1-408B-84DF-074DE53BB9A0}" dt="2023-08-30T12:40:44.817" v="370" actId="20577"/>
          <ac:spMkLst>
            <pc:docMk/>
            <pc:sldMk cId="1551935164" sldId="273"/>
            <ac:spMk id="9" creationId="{642B57A3-6253-FD80-BA86-C5EC45DB1705}"/>
          </ac:spMkLst>
        </pc:spChg>
        <pc:picChg chg="add del mod ord">
          <ac:chgData name="李 適宏" userId="ba70bf4345ae8a18" providerId="Windows Live" clId="Web-{E7DA5099-78A1-408B-84DF-074DE53BB9A0}" dt="2023-08-30T11:39:56.997" v="279"/>
          <ac:picMkLst>
            <pc:docMk/>
            <pc:sldMk cId="1551935164" sldId="273"/>
            <ac:picMk id="4" creationId="{A62D658F-7C38-CF0E-1888-A7686B01785B}"/>
          </ac:picMkLst>
        </pc:picChg>
        <pc:picChg chg="add del mod">
          <ac:chgData name="李 適宏" userId="ba70bf4345ae8a18" providerId="Windows Live" clId="Web-{E7DA5099-78A1-408B-84DF-074DE53BB9A0}" dt="2023-08-30T12:28:12.217" v="325"/>
          <ac:picMkLst>
            <pc:docMk/>
            <pc:sldMk cId="1551935164" sldId="273"/>
            <ac:picMk id="4" creationId="{C686695A-5C23-33FF-2152-A018B98C31F6}"/>
          </ac:picMkLst>
        </pc:picChg>
        <pc:picChg chg="add del mod">
          <ac:chgData name="李 適宏" userId="ba70bf4345ae8a18" providerId="Windows Live" clId="Web-{E7DA5099-78A1-408B-84DF-074DE53BB9A0}" dt="2023-08-30T12:34:08.212" v="353"/>
          <ac:picMkLst>
            <pc:docMk/>
            <pc:sldMk cId="1551935164" sldId="273"/>
            <ac:picMk id="5" creationId="{C5EBC955-CFAA-9004-9472-6E9370FE16DE}"/>
          </ac:picMkLst>
        </pc:picChg>
        <pc:picChg chg="add del mod">
          <ac:chgData name="李 適宏" userId="ba70bf4345ae8a18" providerId="Windows Live" clId="Web-{E7DA5099-78A1-408B-84DF-074DE53BB9A0}" dt="2023-08-30T12:34:08.509" v="354"/>
          <ac:picMkLst>
            <pc:docMk/>
            <pc:sldMk cId="1551935164" sldId="273"/>
            <ac:picMk id="8" creationId="{D6E5D283-BF59-6B40-1E21-1923DDC26443}"/>
          </ac:picMkLst>
        </pc:picChg>
        <pc:picChg chg="add mod">
          <ac:chgData name="李 適宏" userId="ba70bf4345ae8a18" providerId="Windows Live" clId="Web-{E7DA5099-78A1-408B-84DF-074DE53BB9A0}" dt="2023-08-30T12:36:11.919" v="358" actId="1076"/>
          <ac:picMkLst>
            <pc:docMk/>
            <pc:sldMk cId="1551935164" sldId="273"/>
            <ac:picMk id="10" creationId="{0A853D1A-5AA9-E382-60A2-92187BA88AF4}"/>
          </ac:picMkLst>
        </pc:picChg>
        <pc:picChg chg="add mod">
          <ac:chgData name="李 適宏" userId="ba70bf4345ae8a18" providerId="Windows Live" clId="Web-{E7DA5099-78A1-408B-84DF-074DE53BB9A0}" dt="2023-08-30T12:40:28.520" v="368" actId="1076"/>
          <ac:picMkLst>
            <pc:docMk/>
            <pc:sldMk cId="1551935164" sldId="273"/>
            <ac:picMk id="11" creationId="{CF88C92D-8DC9-8A55-B97C-4ED72EB2789F}"/>
          </ac:picMkLst>
        </pc:picChg>
      </pc:sldChg>
      <pc:sldChg chg="modSp new del">
        <pc:chgData name="李 適宏" userId="ba70bf4345ae8a18" providerId="Windows Live" clId="Web-{E7DA5099-78A1-408B-84DF-074DE53BB9A0}" dt="2023-08-30T12:33:27.164" v="345"/>
        <pc:sldMkLst>
          <pc:docMk/>
          <pc:sldMk cId="225342217" sldId="274"/>
        </pc:sldMkLst>
        <pc:spChg chg="mod">
          <ac:chgData name="李 適宏" userId="ba70bf4345ae8a18" providerId="Windows Live" clId="Web-{E7DA5099-78A1-408B-84DF-074DE53BB9A0}" dt="2023-08-30T12:33:06.882" v="343" actId="20577"/>
          <ac:spMkLst>
            <pc:docMk/>
            <pc:sldMk cId="225342217" sldId="274"/>
            <ac:spMk id="2" creationId="{6B4936EE-B8B0-5E65-CBD2-D9F303D20049}"/>
          </ac:spMkLst>
        </pc:spChg>
      </pc:sldChg>
      <pc:sldChg chg="addSp modSp add ord replId">
        <pc:chgData name="李 適宏" userId="ba70bf4345ae8a18" providerId="Windows Live" clId="Web-{E7DA5099-78A1-408B-84DF-074DE53BB9A0}" dt="2023-08-31T07:23:23.129" v="2540"/>
        <pc:sldMkLst>
          <pc:docMk/>
          <pc:sldMk cId="3552292399" sldId="274"/>
        </pc:sldMkLst>
        <pc:spChg chg="add mod">
          <ac:chgData name="李 適宏" userId="ba70bf4345ae8a18" providerId="Windows Live" clId="Web-{E7DA5099-78A1-408B-84DF-074DE53BB9A0}" dt="2023-08-31T07:23:23.129" v="2540"/>
          <ac:spMkLst>
            <pc:docMk/>
            <pc:sldMk cId="3552292399" sldId="274"/>
            <ac:spMk id="3" creationId="{8A139FA2-7E2C-5C5B-0677-F6275AE3FAE2}"/>
          </ac:spMkLst>
        </pc:spChg>
        <pc:spChg chg="mod">
          <ac:chgData name="李 適宏" userId="ba70bf4345ae8a18" providerId="Windows Live" clId="Web-{E7DA5099-78A1-408B-84DF-074DE53BB9A0}" dt="2023-08-30T12:40:48.927" v="371" actId="20577"/>
          <ac:spMkLst>
            <pc:docMk/>
            <pc:sldMk cId="3552292399" sldId="274"/>
            <ac:spMk id="7" creationId="{7B70283C-D4CF-1F44-716D-03B304C2249A}"/>
          </ac:spMkLst>
        </pc:spChg>
        <pc:spChg chg="mod">
          <ac:chgData name="李 適宏" userId="ba70bf4345ae8a18" providerId="Windows Live" clId="Web-{E7DA5099-78A1-408B-84DF-074DE53BB9A0}" dt="2023-08-30T12:40:52.318" v="372" actId="20577"/>
          <ac:spMkLst>
            <pc:docMk/>
            <pc:sldMk cId="3552292399" sldId="274"/>
            <ac:spMk id="9" creationId="{642B57A3-6253-FD80-BA86-C5EC45DB1705}"/>
          </ac:spMkLst>
        </pc:spChg>
      </pc:sldChg>
      <pc:sldChg chg="addSp delSp modSp add replId">
        <pc:chgData name="李 適宏" userId="ba70bf4345ae8a18" providerId="Windows Live" clId="Web-{E7DA5099-78A1-408B-84DF-074DE53BB9A0}" dt="2023-08-31T07:23:22.926" v="2525"/>
        <pc:sldMkLst>
          <pc:docMk/>
          <pc:sldMk cId="4084616550" sldId="275"/>
        </pc:sldMkLst>
        <pc:spChg chg="add mod">
          <ac:chgData name="李 適宏" userId="ba70bf4345ae8a18" providerId="Windows Live" clId="Web-{E7DA5099-78A1-408B-84DF-074DE53BB9A0}" dt="2023-08-31T07:23:22.926" v="2525"/>
          <ac:spMkLst>
            <pc:docMk/>
            <pc:sldMk cId="4084616550" sldId="275"/>
            <ac:spMk id="5" creationId="{6FAE04C4-35A8-4F06-8FC5-2899B7014F78}"/>
          </ac:spMkLst>
        </pc:spChg>
        <pc:spChg chg="mod">
          <ac:chgData name="李 適宏" userId="ba70bf4345ae8a18" providerId="Windows Live" clId="Web-{E7DA5099-78A1-408B-84DF-074DE53BB9A0}" dt="2023-08-30T12:46:11.811" v="379" actId="20577"/>
          <ac:spMkLst>
            <pc:docMk/>
            <pc:sldMk cId="4084616550" sldId="275"/>
            <ac:spMk id="7" creationId="{7B70283C-D4CF-1F44-716D-03B304C2249A}"/>
          </ac:spMkLst>
        </pc:spChg>
        <pc:spChg chg="mod">
          <ac:chgData name="李 適宏" userId="ba70bf4345ae8a18" providerId="Windows Live" clId="Web-{E7DA5099-78A1-408B-84DF-074DE53BB9A0}" dt="2023-08-30T12:46:27.296" v="383" actId="20577"/>
          <ac:spMkLst>
            <pc:docMk/>
            <pc:sldMk cId="4084616550" sldId="275"/>
            <ac:spMk id="9" creationId="{642B57A3-6253-FD80-BA86-C5EC45DB1705}"/>
          </ac:spMkLst>
        </pc:spChg>
        <pc:picChg chg="add mod">
          <ac:chgData name="李 適宏" userId="ba70bf4345ae8a18" providerId="Windows Live" clId="Web-{E7DA5099-78A1-408B-84DF-074DE53BB9A0}" dt="2023-08-30T20:39:45.504" v="1795" actId="1076"/>
          <ac:picMkLst>
            <pc:docMk/>
            <pc:sldMk cId="4084616550" sldId="275"/>
            <ac:picMk id="3" creationId="{AF46341E-6136-CD40-DA84-CE90AC9A2A39}"/>
          </ac:picMkLst>
        </pc:picChg>
        <pc:picChg chg="add mod">
          <ac:chgData name="李 適宏" userId="ba70bf4345ae8a18" providerId="Windows Live" clId="Web-{E7DA5099-78A1-408B-84DF-074DE53BB9A0}" dt="2023-08-30T12:49:53.521" v="392" actId="1076"/>
          <ac:picMkLst>
            <pc:docMk/>
            <pc:sldMk cId="4084616550" sldId="275"/>
            <ac:picMk id="4" creationId="{56DD295D-F342-2168-632F-290BF055947C}"/>
          </ac:picMkLst>
        </pc:picChg>
        <pc:picChg chg="del">
          <ac:chgData name="李 適宏" userId="ba70bf4345ae8a18" providerId="Windows Live" clId="Web-{E7DA5099-78A1-408B-84DF-074DE53BB9A0}" dt="2023-08-30T12:45:57.295" v="376"/>
          <ac:picMkLst>
            <pc:docMk/>
            <pc:sldMk cId="4084616550" sldId="275"/>
            <ac:picMk id="10" creationId="{0A853D1A-5AA9-E382-60A2-92187BA88AF4}"/>
          </ac:picMkLst>
        </pc:picChg>
        <pc:picChg chg="del">
          <ac:chgData name="李 適宏" userId="ba70bf4345ae8a18" providerId="Windows Live" clId="Web-{E7DA5099-78A1-408B-84DF-074DE53BB9A0}" dt="2023-08-30T12:45:45.951" v="375"/>
          <ac:picMkLst>
            <pc:docMk/>
            <pc:sldMk cId="4084616550" sldId="275"/>
            <ac:picMk id="11" creationId="{CF88C92D-8DC9-8A55-B97C-4ED72EB2789F}"/>
          </ac:picMkLst>
        </pc:picChg>
        <pc:cxnChg chg="add mod">
          <ac:chgData name="李 適宏" userId="ba70bf4345ae8a18" providerId="Windows Live" clId="Web-{E7DA5099-78A1-408B-84DF-074DE53BB9A0}" dt="2023-08-30T20:48:34.579" v="1892" actId="1076"/>
          <ac:cxnSpMkLst>
            <pc:docMk/>
            <pc:sldMk cId="4084616550" sldId="275"/>
            <ac:cxnSpMk id="6" creationId="{E61B31FE-B5A6-2D60-AF0B-2019933CD9BC}"/>
          </ac:cxnSpMkLst>
        </pc:cxnChg>
        <pc:cxnChg chg="add mod">
          <ac:chgData name="李 適宏" userId="ba70bf4345ae8a18" providerId="Windows Live" clId="Web-{E7DA5099-78A1-408B-84DF-074DE53BB9A0}" dt="2023-08-30T20:48:41.736" v="1895" actId="14100"/>
          <ac:cxnSpMkLst>
            <pc:docMk/>
            <pc:sldMk cId="4084616550" sldId="275"/>
            <ac:cxnSpMk id="10" creationId="{D0AB796D-9176-F1B0-1104-0F80EAC66D6B}"/>
          </ac:cxnSpMkLst>
        </pc:cxnChg>
      </pc:sldChg>
      <pc:sldChg chg="del">
        <pc:chgData name="李 適宏" userId="ba70bf4345ae8a18" providerId="Windows Live" clId="Web-{E7DA5099-78A1-408B-84DF-074DE53BB9A0}" dt="2023-08-30T09:56:24.434" v="46"/>
        <pc:sldMkLst>
          <pc:docMk/>
          <pc:sldMk cId="976314453" sldId="276"/>
        </pc:sldMkLst>
      </pc:sldChg>
      <pc:sldChg chg="addSp delSp modSp add replId">
        <pc:chgData name="李 適宏" userId="ba70bf4345ae8a18" providerId="Windows Live" clId="Web-{E7DA5099-78A1-408B-84DF-074DE53BB9A0}" dt="2023-08-31T07:23:22.926" v="2526"/>
        <pc:sldMkLst>
          <pc:docMk/>
          <pc:sldMk cId="1644202037" sldId="276"/>
        </pc:sldMkLst>
        <pc:spChg chg="add mod">
          <ac:chgData name="李 適宏" userId="ba70bf4345ae8a18" providerId="Windows Live" clId="Web-{E7DA5099-78A1-408B-84DF-074DE53BB9A0}" dt="2023-08-31T07:23:22.926" v="2526"/>
          <ac:spMkLst>
            <pc:docMk/>
            <pc:sldMk cId="1644202037" sldId="276"/>
            <ac:spMk id="3" creationId="{B4A54FD1-341D-5662-D4FA-A44C40142FE9}"/>
          </ac:spMkLst>
        </pc:spChg>
        <pc:spChg chg="mod">
          <ac:chgData name="李 適宏" userId="ba70bf4345ae8a18" providerId="Windows Live" clId="Web-{E7DA5099-78A1-408B-84DF-074DE53BB9A0}" dt="2023-08-30T12:50:11.006" v="397" actId="20577"/>
          <ac:spMkLst>
            <pc:docMk/>
            <pc:sldMk cId="1644202037" sldId="276"/>
            <ac:spMk id="7" creationId="{7B70283C-D4CF-1F44-716D-03B304C2249A}"/>
          </ac:spMkLst>
        </pc:spChg>
        <pc:spChg chg="mod">
          <ac:chgData name="李 適宏" userId="ba70bf4345ae8a18" providerId="Windows Live" clId="Web-{E7DA5099-78A1-408B-84DF-074DE53BB9A0}" dt="2023-08-30T12:50:19.256" v="399" actId="20577"/>
          <ac:spMkLst>
            <pc:docMk/>
            <pc:sldMk cId="1644202037" sldId="276"/>
            <ac:spMk id="9" creationId="{642B57A3-6253-FD80-BA86-C5EC45DB1705}"/>
          </ac:spMkLst>
        </pc:spChg>
        <pc:picChg chg="del">
          <ac:chgData name="李 適宏" userId="ba70bf4345ae8a18" providerId="Windows Live" clId="Web-{E7DA5099-78A1-408B-84DF-074DE53BB9A0}" dt="2023-08-30T12:50:04.318" v="394"/>
          <ac:picMkLst>
            <pc:docMk/>
            <pc:sldMk cId="1644202037" sldId="276"/>
            <ac:picMk id="3" creationId="{AF46341E-6136-CD40-DA84-CE90AC9A2A39}"/>
          </ac:picMkLst>
        </pc:picChg>
        <pc:picChg chg="del">
          <ac:chgData name="李 適宏" userId="ba70bf4345ae8a18" providerId="Windows Live" clId="Web-{E7DA5099-78A1-408B-84DF-074DE53BB9A0}" dt="2023-08-30T12:50:04.959" v="395"/>
          <ac:picMkLst>
            <pc:docMk/>
            <pc:sldMk cId="1644202037" sldId="276"/>
            <ac:picMk id="4" creationId="{56DD295D-F342-2168-632F-290BF055947C}"/>
          </ac:picMkLst>
        </pc:picChg>
        <pc:picChg chg="add mod">
          <ac:chgData name="李 適宏" userId="ba70bf4345ae8a18" providerId="Windows Live" clId="Web-{E7DA5099-78A1-408B-84DF-074DE53BB9A0}" dt="2023-08-30T12:53:10.917" v="402" actId="14100"/>
          <ac:picMkLst>
            <pc:docMk/>
            <pc:sldMk cId="1644202037" sldId="276"/>
            <ac:picMk id="5" creationId="{BD25DD76-FF56-5B83-29AA-A8A5C3CD9172}"/>
          </ac:picMkLst>
        </pc:picChg>
        <pc:picChg chg="add mod">
          <ac:chgData name="李 適宏" userId="ba70bf4345ae8a18" providerId="Windows Live" clId="Web-{E7DA5099-78A1-408B-84DF-074DE53BB9A0}" dt="2023-08-30T12:55:01.170" v="407" actId="1076"/>
          <ac:picMkLst>
            <pc:docMk/>
            <pc:sldMk cId="1644202037" sldId="276"/>
            <ac:picMk id="6" creationId="{586B9764-7AFF-2A7D-C0F9-9F9B3BCED405}"/>
          </ac:picMkLst>
        </pc:picChg>
        <pc:cxnChg chg="add mod">
          <ac:chgData name="李 適宏" userId="ba70bf4345ae8a18" providerId="Windows Live" clId="Web-{E7DA5099-78A1-408B-84DF-074DE53BB9A0}" dt="2023-08-30T20:48:18.360" v="1887" actId="14100"/>
          <ac:cxnSpMkLst>
            <pc:docMk/>
            <pc:sldMk cId="1644202037" sldId="276"/>
            <ac:cxnSpMk id="4" creationId="{1314AD16-A450-867F-CDE8-52C82295DC4A}"/>
          </ac:cxnSpMkLst>
        </pc:cxnChg>
        <pc:cxnChg chg="add mod">
          <ac:chgData name="李 適宏" userId="ba70bf4345ae8a18" providerId="Windows Live" clId="Web-{E7DA5099-78A1-408B-84DF-074DE53BB9A0}" dt="2023-08-30T20:48:25.829" v="1890" actId="14100"/>
          <ac:cxnSpMkLst>
            <pc:docMk/>
            <pc:sldMk cId="1644202037" sldId="276"/>
            <ac:cxnSpMk id="10" creationId="{8707903F-50EE-4843-2377-44DB3DFC00D6}"/>
          </ac:cxnSpMkLst>
        </pc:cxnChg>
      </pc:sldChg>
      <pc:sldChg chg="addSp delSp modSp add replId">
        <pc:chgData name="李 適宏" userId="ba70bf4345ae8a18" providerId="Windows Live" clId="Web-{E7DA5099-78A1-408B-84DF-074DE53BB9A0}" dt="2023-08-31T07:23:22.941" v="2527"/>
        <pc:sldMkLst>
          <pc:docMk/>
          <pc:sldMk cId="1108261142" sldId="277"/>
        </pc:sldMkLst>
        <pc:spChg chg="mod">
          <ac:chgData name="李 適宏" userId="ba70bf4345ae8a18" providerId="Windows Live" clId="Web-{E7DA5099-78A1-408B-84DF-074DE53BB9A0}" dt="2023-08-30T18:46:13.743" v="601" actId="20577"/>
          <ac:spMkLst>
            <pc:docMk/>
            <pc:sldMk cId="1108261142" sldId="277"/>
            <ac:spMk id="2" creationId="{586E7B9E-57DC-CBEB-89A8-BAB4955671D3}"/>
          </ac:spMkLst>
        </pc:spChg>
        <pc:spChg chg="add mod">
          <ac:chgData name="李 適宏" userId="ba70bf4345ae8a18" providerId="Windows Live" clId="Web-{E7DA5099-78A1-408B-84DF-074DE53BB9A0}" dt="2023-08-31T07:23:22.941" v="2527"/>
          <ac:spMkLst>
            <pc:docMk/>
            <pc:sldMk cId="1108261142" sldId="277"/>
            <ac:spMk id="5" creationId="{93E866EE-CA50-DC17-3BDB-3DD0EA87EF37}"/>
          </ac:spMkLst>
        </pc:spChg>
        <pc:spChg chg="mod">
          <ac:chgData name="李 適宏" userId="ba70bf4345ae8a18" providerId="Windows Live" clId="Web-{E7DA5099-78A1-408B-84DF-074DE53BB9A0}" dt="2023-08-30T12:55:26.234" v="413" actId="20577"/>
          <ac:spMkLst>
            <pc:docMk/>
            <pc:sldMk cId="1108261142" sldId="277"/>
            <ac:spMk id="7" creationId="{7B70283C-D4CF-1F44-716D-03B304C2249A}"/>
          </ac:spMkLst>
        </pc:spChg>
        <pc:spChg chg="mod">
          <ac:chgData name="李 適宏" userId="ba70bf4345ae8a18" providerId="Windows Live" clId="Web-{E7DA5099-78A1-408B-84DF-074DE53BB9A0}" dt="2023-08-30T13:00:10.086" v="427" actId="20577"/>
          <ac:spMkLst>
            <pc:docMk/>
            <pc:sldMk cId="1108261142" sldId="277"/>
            <ac:spMk id="9" creationId="{642B57A3-6253-FD80-BA86-C5EC45DB1705}"/>
          </ac:spMkLst>
        </pc:spChg>
        <pc:picChg chg="add mod">
          <ac:chgData name="李 適宏" userId="ba70bf4345ae8a18" providerId="Windows Live" clId="Web-{E7DA5099-78A1-408B-84DF-074DE53BB9A0}" dt="2023-08-30T12:57:04.237" v="420" actId="14100"/>
          <ac:picMkLst>
            <pc:docMk/>
            <pc:sldMk cId="1108261142" sldId="277"/>
            <ac:picMk id="3" creationId="{31790599-A2DE-5C16-3410-92521D5E9D47}"/>
          </ac:picMkLst>
        </pc:picChg>
        <pc:picChg chg="add mod">
          <ac:chgData name="李 適宏" userId="ba70bf4345ae8a18" providerId="Windows Live" clId="Web-{E7DA5099-78A1-408B-84DF-074DE53BB9A0}" dt="2023-08-30T12:59:47.944" v="424" actId="1076"/>
          <ac:picMkLst>
            <pc:docMk/>
            <pc:sldMk cId="1108261142" sldId="277"/>
            <ac:picMk id="4" creationId="{4D1C6ADD-071C-C7E0-64FA-1922A67FE4E8}"/>
          </ac:picMkLst>
        </pc:picChg>
        <pc:picChg chg="del">
          <ac:chgData name="李 適宏" userId="ba70bf4345ae8a18" providerId="Windows Live" clId="Web-{E7DA5099-78A1-408B-84DF-074DE53BB9A0}" dt="2023-08-30T12:55:18.124" v="409"/>
          <ac:picMkLst>
            <pc:docMk/>
            <pc:sldMk cId="1108261142" sldId="277"/>
            <ac:picMk id="5" creationId="{BD25DD76-FF56-5B83-29AA-A8A5C3CD9172}"/>
          </ac:picMkLst>
        </pc:picChg>
        <pc:picChg chg="del">
          <ac:chgData name="李 適宏" userId="ba70bf4345ae8a18" providerId="Windows Live" clId="Web-{E7DA5099-78A1-408B-84DF-074DE53BB9A0}" dt="2023-08-30T12:55:18.687" v="410"/>
          <ac:picMkLst>
            <pc:docMk/>
            <pc:sldMk cId="1108261142" sldId="277"/>
            <ac:picMk id="6" creationId="{586B9764-7AFF-2A7D-C0F9-9F9B3BCED405}"/>
          </ac:picMkLst>
        </pc:picChg>
        <pc:cxnChg chg="add mod">
          <ac:chgData name="李 適宏" userId="ba70bf4345ae8a18" providerId="Windows Live" clId="Web-{E7DA5099-78A1-408B-84DF-074DE53BB9A0}" dt="2023-08-30T20:47:58.094" v="1880" actId="1076"/>
          <ac:cxnSpMkLst>
            <pc:docMk/>
            <pc:sldMk cId="1108261142" sldId="277"/>
            <ac:cxnSpMk id="6" creationId="{92DCA5B9-0901-8CB0-6416-01C86CAB0D16}"/>
          </ac:cxnSpMkLst>
        </pc:cxnChg>
        <pc:cxnChg chg="add mod">
          <ac:chgData name="李 適宏" userId="ba70bf4345ae8a18" providerId="Windows Live" clId="Web-{E7DA5099-78A1-408B-84DF-074DE53BB9A0}" dt="2023-08-30T20:48:09.297" v="1884" actId="14100"/>
          <ac:cxnSpMkLst>
            <pc:docMk/>
            <pc:sldMk cId="1108261142" sldId="277"/>
            <ac:cxnSpMk id="10" creationId="{6C1A636E-AD67-5DA5-AB87-9CC192303540}"/>
          </ac:cxnSpMkLst>
        </pc:cxnChg>
      </pc:sldChg>
      <pc:sldChg chg="del">
        <pc:chgData name="李 適宏" userId="ba70bf4345ae8a18" providerId="Windows Live" clId="Web-{E7DA5099-78A1-408B-84DF-074DE53BB9A0}" dt="2023-08-30T09:56:24.606" v="47"/>
        <pc:sldMkLst>
          <pc:docMk/>
          <pc:sldMk cId="1562261445" sldId="277"/>
        </pc:sldMkLst>
      </pc:sldChg>
      <pc:sldChg chg="addSp delSp modSp add replId">
        <pc:chgData name="李 適宏" userId="ba70bf4345ae8a18" providerId="Windows Live" clId="Web-{E7DA5099-78A1-408B-84DF-074DE53BB9A0}" dt="2023-08-31T07:23:22.957" v="2528"/>
        <pc:sldMkLst>
          <pc:docMk/>
          <pc:sldMk cId="2778347549" sldId="278"/>
        </pc:sldMkLst>
        <pc:spChg chg="mod">
          <ac:chgData name="李 適宏" userId="ba70bf4345ae8a18" providerId="Windows Live" clId="Web-{E7DA5099-78A1-408B-84DF-074DE53BB9A0}" dt="2023-08-30T18:46:21.540" v="603" actId="20577"/>
          <ac:spMkLst>
            <pc:docMk/>
            <pc:sldMk cId="2778347549" sldId="278"/>
            <ac:spMk id="2" creationId="{586E7B9E-57DC-CBEB-89A8-BAB4955671D3}"/>
          </ac:spMkLst>
        </pc:spChg>
        <pc:spChg chg="add mod">
          <ac:chgData name="李 適宏" userId="ba70bf4345ae8a18" providerId="Windows Live" clId="Web-{E7DA5099-78A1-408B-84DF-074DE53BB9A0}" dt="2023-08-31T07:23:22.957" v="2528"/>
          <ac:spMkLst>
            <pc:docMk/>
            <pc:sldMk cId="2778347549" sldId="278"/>
            <ac:spMk id="3" creationId="{5B8EAAD2-E307-242C-3D1C-2124E7695518}"/>
          </ac:spMkLst>
        </pc:spChg>
        <pc:spChg chg="add del mod">
          <ac:chgData name="李 適宏" userId="ba70bf4345ae8a18" providerId="Windows Live" clId="Web-{E7DA5099-78A1-408B-84DF-074DE53BB9A0}" dt="2023-08-30T13:03:10.763" v="446"/>
          <ac:spMkLst>
            <pc:docMk/>
            <pc:sldMk cId="2778347549" sldId="278"/>
            <ac:spMk id="5" creationId="{59F03AF3-C7ED-5FD8-319E-09229F8F672A}"/>
          </ac:spMkLst>
        </pc:spChg>
        <pc:spChg chg="mod">
          <ac:chgData name="李 適宏" userId="ba70bf4345ae8a18" providerId="Windows Live" clId="Web-{E7DA5099-78A1-408B-84DF-074DE53BB9A0}" dt="2023-08-30T13:00:32.946" v="437" actId="20577"/>
          <ac:spMkLst>
            <pc:docMk/>
            <pc:sldMk cId="2778347549" sldId="278"/>
            <ac:spMk id="7" creationId="{7B70283C-D4CF-1F44-716D-03B304C2249A}"/>
          </ac:spMkLst>
        </pc:spChg>
        <pc:spChg chg="mod">
          <ac:chgData name="李 適宏" userId="ba70bf4345ae8a18" providerId="Windows Live" clId="Web-{E7DA5099-78A1-408B-84DF-074DE53BB9A0}" dt="2023-08-30T13:00:39.758" v="440" actId="20577"/>
          <ac:spMkLst>
            <pc:docMk/>
            <pc:sldMk cId="2778347549" sldId="278"/>
            <ac:spMk id="9" creationId="{642B57A3-6253-FD80-BA86-C5EC45DB1705}"/>
          </ac:spMkLst>
        </pc:spChg>
        <pc:picChg chg="del">
          <ac:chgData name="李 適宏" userId="ba70bf4345ae8a18" providerId="Windows Live" clId="Web-{E7DA5099-78A1-408B-84DF-074DE53BB9A0}" dt="2023-08-30T13:00:46.368" v="441"/>
          <ac:picMkLst>
            <pc:docMk/>
            <pc:sldMk cId="2778347549" sldId="278"/>
            <ac:picMk id="3" creationId="{31790599-A2DE-5C16-3410-92521D5E9D47}"/>
          </ac:picMkLst>
        </pc:picChg>
        <pc:picChg chg="del">
          <ac:chgData name="李 適宏" userId="ba70bf4345ae8a18" providerId="Windows Live" clId="Web-{E7DA5099-78A1-408B-84DF-074DE53BB9A0}" dt="2023-08-30T13:00:46.571" v="442"/>
          <ac:picMkLst>
            <pc:docMk/>
            <pc:sldMk cId="2778347549" sldId="278"/>
            <ac:picMk id="4" creationId="{4D1C6ADD-071C-C7E0-64FA-1922A67FE4E8}"/>
          </ac:picMkLst>
        </pc:picChg>
        <pc:picChg chg="add mod">
          <ac:chgData name="李 適宏" userId="ba70bf4345ae8a18" providerId="Windows Live" clId="Web-{E7DA5099-78A1-408B-84DF-074DE53BB9A0}" dt="2023-08-30T13:03:29.560" v="450" actId="1076"/>
          <ac:picMkLst>
            <pc:docMk/>
            <pc:sldMk cId="2778347549" sldId="278"/>
            <ac:picMk id="6" creationId="{5D0A4FC2-3D58-E499-5175-88A846022B55}"/>
          </ac:picMkLst>
        </pc:picChg>
        <pc:picChg chg="add mod">
          <ac:chgData name="李 適宏" userId="ba70bf4345ae8a18" providerId="Windows Live" clId="Web-{E7DA5099-78A1-408B-84DF-074DE53BB9A0}" dt="2023-08-30T13:04:46.906" v="454" actId="1076"/>
          <ac:picMkLst>
            <pc:docMk/>
            <pc:sldMk cId="2778347549" sldId="278"/>
            <ac:picMk id="8" creationId="{176243BC-6B65-BF69-6D42-5D8D52CC3A8F}"/>
          </ac:picMkLst>
        </pc:picChg>
        <pc:cxnChg chg="add mod">
          <ac:chgData name="李 適宏" userId="ba70bf4345ae8a18" providerId="Windows Live" clId="Web-{E7DA5099-78A1-408B-84DF-074DE53BB9A0}" dt="2023-08-30T20:47:35.921" v="1875" actId="14100"/>
          <ac:cxnSpMkLst>
            <pc:docMk/>
            <pc:sldMk cId="2778347549" sldId="278"/>
            <ac:cxnSpMk id="4" creationId="{2F117D60-DB32-F27F-F202-745DE38E991D}"/>
          </ac:cxnSpMkLst>
        </pc:cxnChg>
        <pc:cxnChg chg="add mod">
          <ac:chgData name="李 適宏" userId="ba70bf4345ae8a18" providerId="Windows Live" clId="Web-{E7DA5099-78A1-408B-84DF-074DE53BB9A0}" dt="2023-08-30T20:47:45.656" v="1878" actId="14100"/>
          <ac:cxnSpMkLst>
            <pc:docMk/>
            <pc:sldMk cId="2778347549" sldId="278"/>
            <ac:cxnSpMk id="10" creationId="{BAE26980-54EC-4ADF-5E7C-A0AD63CACEE3}"/>
          </ac:cxnSpMkLst>
        </pc:cxnChg>
      </pc:sldChg>
      <pc:sldChg chg="del">
        <pc:chgData name="李 適宏" userId="ba70bf4345ae8a18" providerId="Windows Live" clId="Web-{E7DA5099-78A1-408B-84DF-074DE53BB9A0}" dt="2023-08-30T09:56:24.434" v="44"/>
        <pc:sldMkLst>
          <pc:docMk/>
          <pc:sldMk cId="1139216738" sldId="279"/>
        </pc:sldMkLst>
      </pc:sldChg>
      <pc:sldChg chg="addSp delSp modSp add replId">
        <pc:chgData name="李 適宏" userId="ba70bf4345ae8a18" providerId="Windows Live" clId="Web-{E7DA5099-78A1-408B-84DF-074DE53BB9A0}" dt="2023-08-31T07:23:22.957" v="2529"/>
        <pc:sldMkLst>
          <pc:docMk/>
          <pc:sldMk cId="2876509648" sldId="279"/>
        </pc:sldMkLst>
        <pc:spChg chg="add mod">
          <ac:chgData name="李 適宏" userId="ba70bf4345ae8a18" providerId="Windows Live" clId="Web-{E7DA5099-78A1-408B-84DF-074DE53BB9A0}" dt="2023-08-31T07:23:22.957" v="2529"/>
          <ac:spMkLst>
            <pc:docMk/>
            <pc:sldMk cId="2876509648" sldId="279"/>
            <ac:spMk id="4" creationId="{2AB043E5-7C75-04A2-0A97-DAC773960FD2}"/>
          </ac:spMkLst>
        </pc:spChg>
        <pc:spChg chg="mod">
          <ac:chgData name="李 適宏" userId="ba70bf4345ae8a18" providerId="Windows Live" clId="Web-{E7DA5099-78A1-408B-84DF-074DE53BB9A0}" dt="2023-08-30T13:20:23.855" v="565" actId="20577"/>
          <ac:spMkLst>
            <pc:docMk/>
            <pc:sldMk cId="2876509648" sldId="279"/>
            <ac:spMk id="7" creationId="{7B70283C-D4CF-1F44-716D-03B304C2249A}"/>
          </ac:spMkLst>
        </pc:spChg>
        <pc:spChg chg="del">
          <ac:chgData name="李 適宏" userId="ba70bf4345ae8a18" providerId="Windows Live" clId="Web-{E7DA5099-78A1-408B-84DF-074DE53BB9A0}" dt="2023-08-30T13:05:16.001" v="462"/>
          <ac:spMkLst>
            <pc:docMk/>
            <pc:sldMk cId="2876509648" sldId="279"/>
            <ac:spMk id="9" creationId="{642B57A3-6253-FD80-BA86-C5EC45DB1705}"/>
          </ac:spMkLst>
        </pc:spChg>
        <pc:spChg chg="add mod">
          <ac:chgData name="李 適宏" userId="ba70bf4345ae8a18" providerId="Windows Live" clId="Web-{E7DA5099-78A1-408B-84DF-074DE53BB9A0}" dt="2023-08-30T19:19:00.638" v="808" actId="20577"/>
          <ac:spMkLst>
            <pc:docMk/>
            <pc:sldMk cId="2876509648" sldId="279"/>
            <ac:spMk id="10" creationId="{57B27060-23DD-C14E-2199-90760FF9DE5F}"/>
          </ac:spMkLst>
        </pc:spChg>
        <pc:spChg chg="add del">
          <ac:chgData name="李 適宏" userId="ba70bf4345ae8a18" providerId="Windows Live" clId="Web-{E7DA5099-78A1-408B-84DF-074DE53BB9A0}" dt="2023-08-30T13:09:33.165" v="485"/>
          <ac:spMkLst>
            <pc:docMk/>
            <pc:sldMk cId="2876509648" sldId="279"/>
            <ac:spMk id="11" creationId="{3DBDFE4C-0451-AF39-1607-FA31B17A58D9}"/>
          </ac:spMkLst>
        </pc:spChg>
        <pc:picChg chg="add mod">
          <ac:chgData name="李 適宏" userId="ba70bf4345ae8a18" providerId="Windows Live" clId="Web-{E7DA5099-78A1-408B-84DF-074DE53BB9A0}" dt="2023-08-30T13:06:39.378" v="467" actId="1076"/>
          <ac:picMkLst>
            <pc:docMk/>
            <pc:sldMk cId="2876509648" sldId="279"/>
            <ac:picMk id="3" creationId="{3AE7C658-6F42-8BFB-3AC0-E0A9B05E94D8}"/>
          </ac:picMkLst>
        </pc:picChg>
        <pc:picChg chg="add del mod">
          <ac:chgData name="李 適宏" userId="ba70bf4345ae8a18" providerId="Windows Live" clId="Web-{E7DA5099-78A1-408B-84DF-074DE53BB9A0}" dt="2023-08-30T13:07:25.536" v="470"/>
          <ac:picMkLst>
            <pc:docMk/>
            <pc:sldMk cId="2876509648" sldId="279"/>
            <ac:picMk id="5" creationId="{32D88D96-F8B6-4AF4-BFC2-0F538B57C691}"/>
          </ac:picMkLst>
        </pc:picChg>
        <pc:picChg chg="del">
          <ac:chgData name="李 適宏" userId="ba70bf4345ae8a18" providerId="Windows Live" clId="Web-{E7DA5099-78A1-408B-84DF-074DE53BB9A0}" dt="2023-08-30T13:04:58.922" v="456"/>
          <ac:picMkLst>
            <pc:docMk/>
            <pc:sldMk cId="2876509648" sldId="279"/>
            <ac:picMk id="6" creationId="{5D0A4FC2-3D58-E499-5175-88A846022B55}"/>
          </ac:picMkLst>
        </pc:picChg>
        <pc:picChg chg="del">
          <ac:chgData name="李 適宏" userId="ba70bf4345ae8a18" providerId="Windows Live" clId="Web-{E7DA5099-78A1-408B-84DF-074DE53BB9A0}" dt="2023-08-30T13:04:59.453" v="457"/>
          <ac:picMkLst>
            <pc:docMk/>
            <pc:sldMk cId="2876509648" sldId="279"/>
            <ac:picMk id="8" creationId="{176243BC-6B65-BF69-6D42-5D8D52CC3A8F}"/>
          </ac:picMkLst>
        </pc:picChg>
        <pc:cxnChg chg="add mod">
          <ac:chgData name="李 適宏" userId="ba70bf4345ae8a18" providerId="Windows Live" clId="Web-{E7DA5099-78A1-408B-84DF-074DE53BB9A0}" dt="2023-08-30T20:47:24.749" v="1872" actId="1076"/>
          <ac:cxnSpMkLst>
            <pc:docMk/>
            <pc:sldMk cId="2876509648" sldId="279"/>
            <ac:cxnSpMk id="5" creationId="{12E06FFC-7339-CACA-18CD-9B3B6B363754}"/>
          </ac:cxnSpMkLst>
        </pc:cxnChg>
      </pc:sldChg>
      <pc:sldChg chg="del">
        <pc:chgData name="李 適宏" userId="ba70bf4345ae8a18" providerId="Windows Live" clId="Web-{E7DA5099-78A1-408B-84DF-074DE53BB9A0}" dt="2023-08-30T09:56:24.434" v="45"/>
        <pc:sldMkLst>
          <pc:docMk/>
          <pc:sldMk cId="2089769532" sldId="280"/>
        </pc:sldMkLst>
      </pc:sldChg>
      <pc:sldChg chg="addSp modSp new ord modNotes">
        <pc:chgData name="李 適宏" userId="ba70bf4345ae8a18" providerId="Windows Live" clId="Web-{E7DA5099-78A1-408B-84DF-074DE53BB9A0}" dt="2023-08-31T07:23:22.988" v="2531"/>
        <pc:sldMkLst>
          <pc:docMk/>
          <pc:sldMk cId="2366481983" sldId="280"/>
        </pc:sldMkLst>
        <pc:spChg chg="mod">
          <ac:chgData name="李 適宏" userId="ba70bf4345ae8a18" providerId="Windows Live" clId="Web-{E7DA5099-78A1-408B-84DF-074DE53BB9A0}" dt="2023-08-30T18:46:01.071" v="600" actId="20577"/>
          <ac:spMkLst>
            <pc:docMk/>
            <pc:sldMk cId="2366481983" sldId="280"/>
            <ac:spMk id="2" creationId="{22B757A1-34EF-296F-C492-509B10CCA717}"/>
          </ac:spMkLst>
        </pc:spChg>
        <pc:spChg chg="mod">
          <ac:chgData name="李 適宏" userId="ba70bf4345ae8a18" providerId="Windows Live" clId="Web-{E7DA5099-78A1-408B-84DF-074DE53BB9A0}" dt="2023-08-30T18:56:33.840" v="713" actId="20577"/>
          <ac:spMkLst>
            <pc:docMk/>
            <pc:sldMk cId="2366481983" sldId="280"/>
            <ac:spMk id="3" creationId="{96577230-7D86-D0B7-608C-4C71188C0301}"/>
          </ac:spMkLst>
        </pc:spChg>
        <pc:spChg chg="add mod">
          <ac:chgData name="李 適宏" userId="ba70bf4345ae8a18" providerId="Windows Live" clId="Web-{E7DA5099-78A1-408B-84DF-074DE53BB9A0}" dt="2023-08-31T07:23:22.988" v="2531"/>
          <ac:spMkLst>
            <pc:docMk/>
            <pc:sldMk cId="2366481983" sldId="280"/>
            <ac:spMk id="4" creationId="{CB31F11B-9FF8-C371-D1BE-7B33E2E6E5ED}"/>
          </ac:spMkLst>
        </pc:spChg>
      </pc:sldChg>
      <pc:sldChg chg="del">
        <pc:chgData name="李 適宏" userId="ba70bf4345ae8a18" providerId="Windows Live" clId="Web-{E7DA5099-78A1-408B-84DF-074DE53BB9A0}" dt="2023-08-30T09:56:24.153" v="43"/>
        <pc:sldMkLst>
          <pc:docMk/>
          <pc:sldMk cId="139360540" sldId="281"/>
        </pc:sldMkLst>
      </pc:sldChg>
      <pc:sldChg chg="addSp delSp modSp new">
        <pc:chgData name="李 適宏" userId="ba70bf4345ae8a18" providerId="Windows Live" clId="Web-{E7DA5099-78A1-408B-84DF-074DE53BB9A0}" dt="2023-08-31T07:26:23.869" v="2559" actId="20577"/>
        <pc:sldMkLst>
          <pc:docMk/>
          <pc:sldMk cId="1250583130" sldId="281"/>
        </pc:sldMkLst>
        <pc:spChg chg="mod">
          <ac:chgData name="李 適宏" userId="ba70bf4345ae8a18" providerId="Windows Live" clId="Web-{E7DA5099-78A1-408B-84DF-074DE53BB9A0}" dt="2023-08-30T18:58:56.954" v="716" actId="20577"/>
          <ac:spMkLst>
            <pc:docMk/>
            <pc:sldMk cId="1250583130" sldId="281"/>
            <ac:spMk id="2" creationId="{274890AF-9A0C-4C2E-42B0-73C0D726D449}"/>
          </ac:spMkLst>
        </pc:spChg>
        <pc:spChg chg="mod">
          <ac:chgData name="李 適宏" userId="ba70bf4345ae8a18" providerId="Windows Live" clId="Web-{E7DA5099-78A1-408B-84DF-074DE53BB9A0}" dt="2023-08-31T07:26:23.869" v="2559" actId="20577"/>
          <ac:spMkLst>
            <pc:docMk/>
            <pc:sldMk cId="1250583130" sldId="281"/>
            <ac:spMk id="3" creationId="{BA75B119-A2A2-860D-8787-7E5292210D0A}"/>
          </ac:spMkLst>
        </pc:spChg>
        <pc:spChg chg="add mod">
          <ac:chgData name="李 適宏" userId="ba70bf4345ae8a18" providerId="Windows Live" clId="Web-{E7DA5099-78A1-408B-84DF-074DE53BB9A0}" dt="2023-08-31T07:23:22.973" v="2530"/>
          <ac:spMkLst>
            <pc:docMk/>
            <pc:sldMk cId="1250583130" sldId="281"/>
            <ac:spMk id="4" creationId="{BEC5296C-9088-BE6D-07E6-1116B6B730E5}"/>
          </ac:spMkLst>
        </pc:spChg>
        <pc:spChg chg="add del mod">
          <ac:chgData name="李 適宏" userId="ba70bf4345ae8a18" providerId="Windows Live" clId="Web-{E7DA5099-78A1-408B-84DF-074DE53BB9A0}" dt="2023-08-30T19:08:19.767" v="778"/>
          <ac:spMkLst>
            <pc:docMk/>
            <pc:sldMk cId="1250583130" sldId="281"/>
            <ac:spMk id="4" creationId="{EEA38AA7-2E29-2FB9-9B1A-5D8280CDC83A}"/>
          </ac:spMkLst>
        </pc:spChg>
        <pc:picChg chg="add mod">
          <ac:chgData name="李 適宏" userId="ba70bf4345ae8a18" providerId="Windows Live" clId="Web-{E7DA5099-78A1-408B-84DF-074DE53BB9A0}" dt="2023-08-30T19:09:04.284" v="785" actId="1076"/>
          <ac:picMkLst>
            <pc:docMk/>
            <pc:sldMk cId="1250583130" sldId="281"/>
            <ac:picMk id="5" creationId="{9A001351-ADAB-5B92-987F-9447F2F50040}"/>
          </ac:picMkLst>
        </pc:picChg>
      </pc:sldChg>
      <pc:sldChg chg="del">
        <pc:chgData name="李 適宏" userId="ba70bf4345ae8a18" providerId="Windows Live" clId="Web-{E7DA5099-78A1-408B-84DF-074DE53BB9A0}" dt="2023-08-30T09:56:24.153" v="41"/>
        <pc:sldMkLst>
          <pc:docMk/>
          <pc:sldMk cId="324218543" sldId="282"/>
        </pc:sldMkLst>
      </pc:sldChg>
      <pc:sldChg chg="addSp modSp new">
        <pc:chgData name="李 適宏" userId="ba70bf4345ae8a18" providerId="Windows Live" clId="Web-{E7DA5099-78A1-408B-84DF-074DE53BB9A0}" dt="2023-08-31T07:23:23.004" v="2532"/>
        <pc:sldMkLst>
          <pc:docMk/>
          <pc:sldMk cId="1129166158" sldId="282"/>
        </pc:sldMkLst>
        <pc:spChg chg="mod">
          <ac:chgData name="李 適宏" userId="ba70bf4345ae8a18" providerId="Windows Live" clId="Web-{E7DA5099-78A1-408B-84DF-074DE53BB9A0}" dt="2023-08-30T19:17:43.543" v="803" actId="20577"/>
          <ac:spMkLst>
            <pc:docMk/>
            <pc:sldMk cId="1129166158" sldId="282"/>
            <ac:spMk id="2" creationId="{B82D5465-6424-897A-20FA-D053DDB15427}"/>
          </ac:spMkLst>
        </pc:spChg>
        <pc:spChg chg="mod">
          <ac:chgData name="李 適宏" userId="ba70bf4345ae8a18" providerId="Windows Live" clId="Web-{E7DA5099-78A1-408B-84DF-074DE53BB9A0}" dt="2023-08-30T19:28:28.793" v="959" actId="20577"/>
          <ac:spMkLst>
            <pc:docMk/>
            <pc:sldMk cId="1129166158" sldId="282"/>
            <ac:spMk id="3" creationId="{C228B281-FB0F-E075-C48B-F53E99703D4A}"/>
          </ac:spMkLst>
        </pc:spChg>
        <pc:spChg chg="add mod">
          <ac:chgData name="李 適宏" userId="ba70bf4345ae8a18" providerId="Windows Live" clId="Web-{E7DA5099-78A1-408B-84DF-074DE53BB9A0}" dt="2023-08-31T07:23:23.004" v="2532"/>
          <ac:spMkLst>
            <pc:docMk/>
            <pc:sldMk cId="1129166158" sldId="282"/>
            <ac:spMk id="4" creationId="{556B5CE7-E875-6066-D67D-C82DF62F6986}"/>
          </ac:spMkLst>
        </pc:spChg>
      </pc:sldChg>
      <pc:sldChg chg="addSp delSp modSp new">
        <pc:chgData name="李 適宏" userId="ba70bf4345ae8a18" providerId="Windows Live" clId="Web-{E7DA5099-78A1-408B-84DF-074DE53BB9A0}" dt="2023-08-31T07:23:23.004" v="2533"/>
        <pc:sldMkLst>
          <pc:docMk/>
          <pc:sldMk cId="2495757006" sldId="283"/>
        </pc:sldMkLst>
        <pc:spChg chg="mod">
          <ac:chgData name="李 適宏" userId="ba70bf4345ae8a18" providerId="Windows Live" clId="Web-{E7DA5099-78A1-408B-84DF-074DE53BB9A0}" dt="2023-08-30T19:30:44.077" v="981" actId="20577"/>
          <ac:spMkLst>
            <pc:docMk/>
            <pc:sldMk cId="2495757006" sldId="283"/>
            <ac:spMk id="2" creationId="{8F6145AE-13C2-819A-454C-6D0420413DB1}"/>
          </ac:spMkLst>
        </pc:spChg>
        <pc:spChg chg="add mod">
          <ac:chgData name="李 適宏" userId="ba70bf4345ae8a18" providerId="Windows Live" clId="Web-{E7DA5099-78A1-408B-84DF-074DE53BB9A0}" dt="2023-08-31T07:23:23.004" v="2533"/>
          <ac:spMkLst>
            <pc:docMk/>
            <pc:sldMk cId="2495757006" sldId="283"/>
            <ac:spMk id="3" creationId="{8F244933-83B6-6CEF-3860-612C80FC75D0}"/>
          </ac:spMkLst>
        </pc:spChg>
        <pc:spChg chg="del">
          <ac:chgData name="李 適宏" userId="ba70bf4345ae8a18" providerId="Windows Live" clId="Web-{E7DA5099-78A1-408B-84DF-074DE53BB9A0}" dt="2023-08-30T19:29:16.419" v="961"/>
          <ac:spMkLst>
            <pc:docMk/>
            <pc:sldMk cId="2495757006" sldId="283"/>
            <ac:spMk id="3" creationId="{B63C4760-BB30-5BC1-84E1-49985E3F0C76}"/>
          </ac:spMkLst>
        </pc:spChg>
        <pc:spChg chg="add mod">
          <ac:chgData name="李 適宏" userId="ba70bf4345ae8a18" providerId="Windows Live" clId="Web-{E7DA5099-78A1-408B-84DF-074DE53BB9A0}" dt="2023-08-30T19:39:03.089" v="1088" actId="20577"/>
          <ac:spMkLst>
            <pc:docMk/>
            <pc:sldMk cId="2495757006" sldId="283"/>
            <ac:spMk id="5" creationId="{6F3CE8F8-1C83-7161-7592-879A01980E90}"/>
          </ac:spMkLst>
        </pc:spChg>
        <pc:picChg chg="add mod ord">
          <ac:chgData name="李 適宏" userId="ba70bf4345ae8a18" providerId="Windows Live" clId="Web-{E7DA5099-78A1-408B-84DF-074DE53BB9A0}" dt="2023-08-30T19:29:20.184" v="962" actId="1076"/>
          <ac:picMkLst>
            <pc:docMk/>
            <pc:sldMk cId="2495757006" sldId="283"/>
            <ac:picMk id="4" creationId="{9405F2E0-7FF5-EA28-9417-F2492CDE6B86}"/>
          </ac:picMkLst>
        </pc:picChg>
      </pc:sldChg>
      <pc:sldChg chg="del">
        <pc:chgData name="李 適宏" userId="ba70bf4345ae8a18" providerId="Windows Live" clId="Web-{E7DA5099-78A1-408B-84DF-074DE53BB9A0}" dt="2023-08-30T09:56:24.059" v="40"/>
        <pc:sldMkLst>
          <pc:docMk/>
          <pc:sldMk cId="4023731045" sldId="283"/>
        </pc:sldMkLst>
      </pc:sldChg>
      <pc:sldChg chg="addSp modSp new">
        <pc:chgData name="李 適宏" userId="ba70bf4345ae8a18" providerId="Windows Live" clId="Web-{E7DA5099-78A1-408B-84DF-074DE53BB9A0}" dt="2023-08-31T07:23:23.020" v="2534"/>
        <pc:sldMkLst>
          <pc:docMk/>
          <pc:sldMk cId="918537606" sldId="284"/>
        </pc:sldMkLst>
        <pc:spChg chg="mod">
          <ac:chgData name="李 適宏" userId="ba70bf4345ae8a18" providerId="Windows Live" clId="Web-{E7DA5099-78A1-408B-84DF-074DE53BB9A0}" dt="2023-08-30T19:40:39.857" v="1091" actId="20577"/>
          <ac:spMkLst>
            <pc:docMk/>
            <pc:sldMk cId="918537606" sldId="284"/>
            <ac:spMk id="2" creationId="{35CB59DA-99AE-1E3F-BE67-E0117A48E919}"/>
          </ac:spMkLst>
        </pc:spChg>
        <pc:spChg chg="mod">
          <ac:chgData name="李 適宏" userId="ba70bf4345ae8a18" providerId="Windows Live" clId="Web-{E7DA5099-78A1-408B-84DF-074DE53BB9A0}" dt="2023-08-30T19:45:21.114" v="1172" actId="20577"/>
          <ac:spMkLst>
            <pc:docMk/>
            <pc:sldMk cId="918537606" sldId="284"/>
            <ac:spMk id="3" creationId="{84ACAE3E-62A4-ED5D-359B-7C704CB5F38B}"/>
          </ac:spMkLst>
        </pc:spChg>
        <pc:spChg chg="add mod">
          <ac:chgData name="李 適宏" userId="ba70bf4345ae8a18" providerId="Windows Live" clId="Web-{E7DA5099-78A1-408B-84DF-074DE53BB9A0}" dt="2023-08-31T07:23:23.020" v="2534"/>
          <ac:spMkLst>
            <pc:docMk/>
            <pc:sldMk cId="918537606" sldId="284"/>
            <ac:spMk id="4" creationId="{8FEB5D2D-D98A-3EF2-7D48-C28E9551B7D3}"/>
          </ac:spMkLst>
        </pc:spChg>
      </pc:sldChg>
      <pc:sldChg chg="del">
        <pc:chgData name="李 適宏" userId="ba70bf4345ae8a18" providerId="Windows Live" clId="Web-{E7DA5099-78A1-408B-84DF-074DE53BB9A0}" dt="2023-08-30T09:56:24.059" v="39"/>
        <pc:sldMkLst>
          <pc:docMk/>
          <pc:sldMk cId="4184696065" sldId="284"/>
        </pc:sldMkLst>
      </pc:sldChg>
      <pc:sldChg chg="del">
        <pc:chgData name="李 適宏" userId="ba70bf4345ae8a18" providerId="Windows Live" clId="Web-{E7DA5099-78A1-408B-84DF-074DE53BB9A0}" dt="2023-08-30T09:56:24.059" v="38"/>
        <pc:sldMkLst>
          <pc:docMk/>
          <pc:sldMk cId="468694768" sldId="285"/>
        </pc:sldMkLst>
      </pc:sldChg>
      <pc:sldChg chg="addSp delSp modSp new">
        <pc:chgData name="李 適宏" userId="ba70bf4345ae8a18" providerId="Windows Live" clId="Web-{E7DA5099-78A1-408B-84DF-074DE53BB9A0}" dt="2023-08-31T07:23:23.051" v="2535"/>
        <pc:sldMkLst>
          <pc:docMk/>
          <pc:sldMk cId="1163189224" sldId="285"/>
        </pc:sldMkLst>
        <pc:spChg chg="mod">
          <ac:chgData name="李 適宏" userId="ba70bf4345ae8a18" providerId="Windows Live" clId="Web-{E7DA5099-78A1-408B-84DF-074DE53BB9A0}" dt="2023-08-30T20:11:24.932" v="1636" actId="20577"/>
          <ac:spMkLst>
            <pc:docMk/>
            <pc:sldMk cId="1163189224" sldId="285"/>
            <ac:spMk id="2" creationId="{E6428363-9E49-B06E-A74D-8935475A42EB}"/>
          </ac:spMkLst>
        </pc:spChg>
        <pc:spChg chg="mod">
          <ac:chgData name="李 適宏" userId="ba70bf4345ae8a18" providerId="Windows Live" clId="Web-{E7DA5099-78A1-408B-84DF-074DE53BB9A0}" dt="2023-08-30T20:17:24.535" v="1772" actId="20577"/>
          <ac:spMkLst>
            <pc:docMk/>
            <pc:sldMk cId="1163189224" sldId="285"/>
            <ac:spMk id="3" creationId="{62FC13A2-4CDE-B7E6-3DA7-925B2F0F99EF}"/>
          </ac:spMkLst>
        </pc:spChg>
        <pc:spChg chg="add mod">
          <ac:chgData name="李 適宏" userId="ba70bf4345ae8a18" providerId="Windows Live" clId="Web-{E7DA5099-78A1-408B-84DF-074DE53BB9A0}" dt="2023-08-31T07:23:23.051" v="2535"/>
          <ac:spMkLst>
            <pc:docMk/>
            <pc:sldMk cId="1163189224" sldId="285"/>
            <ac:spMk id="4" creationId="{27E637F6-D0DE-5D5A-964A-DDBDFBF5EC9A}"/>
          </ac:spMkLst>
        </pc:spChg>
        <pc:graphicFrameChg chg="add mod modGraphic">
          <ac:chgData name="李 適宏" userId="ba70bf4345ae8a18" providerId="Windows Live" clId="Web-{E7DA5099-78A1-408B-84DF-074DE53BB9A0}" dt="2023-08-30T20:38:31.080" v="1790"/>
          <ac:graphicFrameMkLst>
            <pc:docMk/>
            <pc:sldMk cId="1163189224" sldId="285"/>
            <ac:graphicFrameMk id="5" creationId="{FE83D9F6-757B-C76E-8D81-317A44A27283}"/>
          </ac:graphicFrameMkLst>
        </pc:graphicFrameChg>
        <pc:graphicFrameChg chg="add mod modGraphic">
          <ac:chgData name="李 適宏" userId="ba70bf4345ae8a18" providerId="Windows Live" clId="Web-{E7DA5099-78A1-408B-84DF-074DE53BB9A0}" dt="2023-08-30T20:10:53.525" v="1619" actId="1076"/>
          <ac:graphicFrameMkLst>
            <pc:docMk/>
            <pc:sldMk cId="1163189224" sldId="285"/>
            <ac:graphicFrameMk id="6" creationId="{36EA033C-9781-F383-536D-366F5DAD01B7}"/>
          </ac:graphicFrameMkLst>
        </pc:graphicFrameChg>
        <pc:picChg chg="add del mod">
          <ac:chgData name="李 適宏" userId="ba70bf4345ae8a18" providerId="Windows Live" clId="Web-{E7DA5099-78A1-408B-84DF-074DE53BB9A0}" dt="2023-08-30T20:05:45.315" v="1550"/>
          <ac:picMkLst>
            <pc:docMk/>
            <pc:sldMk cId="1163189224" sldId="285"/>
            <ac:picMk id="4" creationId="{D12873D1-A318-A32E-8C30-C7B7A2AB8884}"/>
          </ac:picMkLst>
        </pc:picChg>
        <pc:picChg chg="add del mod">
          <ac:chgData name="李 適宏" userId="ba70bf4345ae8a18" providerId="Windows Live" clId="Web-{E7DA5099-78A1-408B-84DF-074DE53BB9A0}" dt="2023-08-30T20:08:35.038" v="1570"/>
          <ac:picMkLst>
            <pc:docMk/>
            <pc:sldMk cId="1163189224" sldId="285"/>
            <ac:picMk id="7" creationId="{ED8F85C6-24AA-A7DC-2A95-F71EC8413F74}"/>
          </ac:picMkLst>
        </pc:picChg>
        <pc:picChg chg="add mod ord">
          <ac:chgData name="李 適宏" userId="ba70bf4345ae8a18" providerId="Windows Live" clId="Web-{E7DA5099-78A1-408B-84DF-074DE53BB9A0}" dt="2023-08-30T20:10:57.666" v="1620"/>
          <ac:picMkLst>
            <pc:docMk/>
            <pc:sldMk cId="1163189224" sldId="285"/>
            <ac:picMk id="8" creationId="{91E2D868-83DB-C4F8-C4B8-97551ACFF8C1}"/>
          </ac:picMkLst>
        </pc:picChg>
        <pc:cxnChg chg="add mod">
          <ac:chgData name="李 適宏" userId="ba70bf4345ae8a18" providerId="Windows Live" clId="Web-{E7DA5099-78A1-408B-84DF-074DE53BB9A0}" dt="2023-08-30T20:47:04.827" v="1868" actId="1076"/>
          <ac:cxnSpMkLst>
            <pc:docMk/>
            <pc:sldMk cId="1163189224" sldId="285"/>
            <ac:cxnSpMk id="9" creationId="{3403112F-9F7E-C354-EC03-ADECEA6C0B48}"/>
          </ac:cxnSpMkLst>
        </pc:cxnChg>
      </pc:sldChg>
      <pc:sldChg chg="addSp delSp modSp new">
        <pc:chgData name="李 適宏" userId="ba70bf4345ae8a18" providerId="Windows Live" clId="Web-{E7DA5099-78A1-408B-84DF-074DE53BB9A0}" dt="2023-08-31T07:23:23.082" v="2536"/>
        <pc:sldMkLst>
          <pc:docMk/>
          <pc:sldMk cId="1683517903" sldId="286"/>
        </pc:sldMkLst>
        <pc:spChg chg="mod">
          <ac:chgData name="李 適宏" userId="ba70bf4345ae8a18" providerId="Windows Live" clId="Web-{E7DA5099-78A1-408B-84DF-074DE53BB9A0}" dt="2023-08-30T20:37:34.079" v="1785" actId="20577"/>
          <ac:spMkLst>
            <pc:docMk/>
            <pc:sldMk cId="1683517903" sldId="286"/>
            <ac:spMk id="2" creationId="{A004FD11-257D-62CE-D688-723D2E67FB37}"/>
          </ac:spMkLst>
        </pc:spChg>
        <pc:spChg chg="add mod">
          <ac:chgData name="李 適宏" userId="ba70bf4345ae8a18" providerId="Windows Live" clId="Web-{E7DA5099-78A1-408B-84DF-074DE53BB9A0}" dt="2023-08-31T07:23:23.082" v="2536"/>
          <ac:spMkLst>
            <pc:docMk/>
            <pc:sldMk cId="1683517903" sldId="286"/>
            <ac:spMk id="3" creationId="{04EDCC1F-8918-FA2A-0DDD-7497C207A591}"/>
          </ac:spMkLst>
        </pc:spChg>
        <pc:spChg chg="del mod">
          <ac:chgData name="李 適宏" userId="ba70bf4345ae8a18" providerId="Windows Live" clId="Web-{E7DA5099-78A1-408B-84DF-074DE53BB9A0}" dt="2023-08-30T20:41:10.178" v="1800"/>
          <ac:spMkLst>
            <pc:docMk/>
            <pc:sldMk cId="1683517903" sldId="286"/>
            <ac:spMk id="3" creationId="{110FF0CA-2C6B-6141-5925-3FD2B02DF836}"/>
          </ac:spMkLst>
        </pc:spChg>
        <pc:spChg chg="add del mod">
          <ac:chgData name="李 適宏" userId="ba70bf4345ae8a18" providerId="Windows Live" clId="Web-{E7DA5099-78A1-408B-84DF-074DE53BB9A0}" dt="2023-08-30T20:40:41.318" v="1799"/>
          <ac:spMkLst>
            <pc:docMk/>
            <pc:sldMk cId="1683517903" sldId="286"/>
            <ac:spMk id="8" creationId="{F2FAC252-6DA2-3064-430B-73A955F4A344}"/>
          </ac:spMkLst>
        </pc:spChg>
        <pc:spChg chg="add mod">
          <ac:chgData name="李 適宏" userId="ba70bf4345ae8a18" providerId="Windows Live" clId="Web-{E7DA5099-78A1-408B-84DF-074DE53BB9A0}" dt="2023-08-30T20:45:08.246" v="1859" actId="20577"/>
          <ac:spMkLst>
            <pc:docMk/>
            <pc:sldMk cId="1683517903" sldId="286"/>
            <ac:spMk id="10" creationId="{26C2C17A-B174-444A-6239-F4E7F4A8C36E}"/>
          </ac:spMkLst>
        </pc:spChg>
        <pc:graphicFrameChg chg="add">
          <ac:chgData name="李 適宏" userId="ba70bf4345ae8a18" providerId="Windows Live" clId="Web-{E7DA5099-78A1-408B-84DF-074DE53BB9A0}" dt="2023-08-30T20:38:11.909" v="1786"/>
          <ac:graphicFrameMkLst>
            <pc:docMk/>
            <pc:sldMk cId="1683517903" sldId="286"/>
            <ac:graphicFrameMk id="5" creationId="{7E4D3DB7-9B03-0AD2-FBB7-028F48FFDB15}"/>
          </ac:graphicFrameMkLst>
        </pc:graphicFrameChg>
        <pc:graphicFrameChg chg="add mod modGraphic">
          <ac:chgData name="李 適宏" userId="ba70bf4345ae8a18" providerId="Windows Live" clId="Web-{E7DA5099-78A1-408B-84DF-074DE53BB9A0}" dt="2023-08-30T20:38:35.456" v="1792"/>
          <ac:graphicFrameMkLst>
            <pc:docMk/>
            <pc:sldMk cId="1683517903" sldId="286"/>
            <ac:graphicFrameMk id="7" creationId="{51168FDF-8612-72D2-66F0-A18598AF96BB}"/>
          </ac:graphicFrameMkLst>
        </pc:graphicFrameChg>
        <pc:picChg chg="add mod ord">
          <ac:chgData name="李 適宏" userId="ba70bf4345ae8a18" providerId="Windows Live" clId="Web-{E7DA5099-78A1-408B-84DF-074DE53BB9A0}" dt="2023-08-30T20:41:17.178" v="1802" actId="1076"/>
          <ac:picMkLst>
            <pc:docMk/>
            <pc:sldMk cId="1683517903" sldId="286"/>
            <ac:picMk id="9" creationId="{95A40EC2-584F-AB00-080A-2FE4DDD50844}"/>
          </ac:picMkLst>
        </pc:picChg>
      </pc:sldChg>
      <pc:sldChg chg="del">
        <pc:chgData name="李 適宏" userId="ba70bf4345ae8a18" providerId="Windows Live" clId="Web-{E7DA5099-78A1-408B-84DF-074DE53BB9A0}" dt="2023-08-30T09:56:24.059" v="37"/>
        <pc:sldMkLst>
          <pc:docMk/>
          <pc:sldMk cId="3819135115" sldId="286"/>
        </pc:sldMkLst>
      </pc:sldChg>
      <pc:sldChg chg="addSp modSp new">
        <pc:chgData name="李 適宏" userId="ba70bf4345ae8a18" providerId="Windows Live" clId="Web-{E7DA5099-78A1-408B-84DF-074DE53BB9A0}" dt="2023-08-31T07:23:23.082" v="2537"/>
        <pc:sldMkLst>
          <pc:docMk/>
          <pc:sldMk cId="2152916773" sldId="287"/>
        </pc:sldMkLst>
        <pc:spChg chg="mod">
          <ac:chgData name="李 適宏" userId="ba70bf4345ae8a18" providerId="Windows Live" clId="Web-{E7DA5099-78A1-408B-84DF-074DE53BB9A0}" dt="2023-08-31T06:06:23.073" v="1897" actId="20577"/>
          <ac:spMkLst>
            <pc:docMk/>
            <pc:sldMk cId="2152916773" sldId="287"/>
            <ac:spMk id="2" creationId="{3F2412AD-2AFB-13E9-4B13-8527F4C62FF6}"/>
          </ac:spMkLst>
        </pc:spChg>
        <pc:spChg chg="mod">
          <ac:chgData name="李 適宏" userId="ba70bf4345ae8a18" providerId="Windows Live" clId="Web-{E7DA5099-78A1-408B-84DF-074DE53BB9A0}" dt="2023-08-31T06:16:10.512" v="2085" actId="20577"/>
          <ac:spMkLst>
            <pc:docMk/>
            <pc:sldMk cId="2152916773" sldId="287"/>
            <ac:spMk id="3" creationId="{7911B56A-1115-9429-3174-CAF0E5D2CD92}"/>
          </ac:spMkLst>
        </pc:spChg>
        <pc:spChg chg="add mod">
          <ac:chgData name="李 適宏" userId="ba70bf4345ae8a18" providerId="Windows Live" clId="Web-{E7DA5099-78A1-408B-84DF-074DE53BB9A0}" dt="2023-08-31T07:23:23.082" v="2537"/>
          <ac:spMkLst>
            <pc:docMk/>
            <pc:sldMk cId="2152916773" sldId="287"/>
            <ac:spMk id="4" creationId="{A8D934C0-8310-91DC-0CD2-AC8E4FCC94A1}"/>
          </ac:spMkLst>
        </pc:spChg>
      </pc:sldChg>
      <pc:sldChg chg="del">
        <pc:chgData name="李 適宏" userId="ba70bf4345ae8a18" providerId="Windows Live" clId="Web-{E7DA5099-78A1-408B-84DF-074DE53BB9A0}" dt="2023-08-30T09:56:24.153" v="42"/>
        <pc:sldMkLst>
          <pc:docMk/>
          <pc:sldMk cId="2639931187" sldId="287"/>
        </pc:sldMkLst>
      </pc:sldChg>
      <pc:sldChg chg="addSp modSp new ord modNotes">
        <pc:chgData name="李 適宏" userId="ba70bf4345ae8a18" providerId="Windows Live" clId="Web-{E7DA5099-78A1-408B-84DF-074DE53BB9A0}" dt="2023-08-31T07:23:23.098" v="2538"/>
        <pc:sldMkLst>
          <pc:docMk/>
          <pc:sldMk cId="1025841646" sldId="288"/>
        </pc:sldMkLst>
        <pc:spChg chg="mod">
          <ac:chgData name="李 適宏" userId="ba70bf4345ae8a18" providerId="Windows Live" clId="Web-{E7DA5099-78A1-408B-84DF-074DE53BB9A0}" dt="2023-08-31T06:54:09.953" v="2306" actId="20577"/>
          <ac:spMkLst>
            <pc:docMk/>
            <pc:sldMk cId="1025841646" sldId="288"/>
            <ac:spMk id="2" creationId="{EE70504A-5172-8BA8-9C15-0F7B69AAB495}"/>
          </ac:spMkLst>
        </pc:spChg>
        <pc:spChg chg="mod">
          <ac:chgData name="李 適宏" userId="ba70bf4345ae8a18" providerId="Windows Live" clId="Web-{E7DA5099-78A1-408B-84DF-074DE53BB9A0}" dt="2023-08-31T07:09:04.901" v="2464" actId="20577"/>
          <ac:spMkLst>
            <pc:docMk/>
            <pc:sldMk cId="1025841646" sldId="288"/>
            <ac:spMk id="3" creationId="{11ED5AA8-FA66-12B1-7561-3FE447FE851E}"/>
          </ac:spMkLst>
        </pc:spChg>
        <pc:spChg chg="add mod">
          <ac:chgData name="李 適宏" userId="ba70bf4345ae8a18" providerId="Windows Live" clId="Web-{E7DA5099-78A1-408B-84DF-074DE53BB9A0}" dt="2023-08-31T07:23:23.098" v="2538"/>
          <ac:spMkLst>
            <pc:docMk/>
            <pc:sldMk cId="1025841646" sldId="288"/>
            <ac:spMk id="4" creationId="{83137B9D-4706-83CA-963E-BFB51394090C}"/>
          </ac:spMkLst>
        </pc:spChg>
      </pc:sldChg>
      <pc:sldChg chg="addSp modSp new ord">
        <pc:chgData name="李 適宏" userId="ba70bf4345ae8a18" providerId="Windows Live" clId="Web-{E7DA5099-78A1-408B-84DF-074DE53BB9A0}" dt="2023-08-31T07:23:23.113" v="2539"/>
        <pc:sldMkLst>
          <pc:docMk/>
          <pc:sldMk cId="1900478409" sldId="289"/>
        </pc:sldMkLst>
        <pc:spChg chg="mod">
          <ac:chgData name="李 適宏" userId="ba70bf4345ae8a18" providerId="Windows Live" clId="Web-{E7DA5099-78A1-408B-84DF-074DE53BB9A0}" dt="2023-08-31T06:54:14.485" v="2308" actId="20577"/>
          <ac:spMkLst>
            <pc:docMk/>
            <pc:sldMk cId="1900478409" sldId="289"/>
            <ac:spMk id="2" creationId="{08B7EDD0-E380-A8FC-31BE-E3386BA990D3}"/>
          </ac:spMkLst>
        </pc:spChg>
        <pc:spChg chg="mod">
          <ac:chgData name="李 適宏" userId="ba70bf4345ae8a18" providerId="Windows Live" clId="Web-{E7DA5099-78A1-408B-84DF-074DE53BB9A0}" dt="2023-08-31T07:18:44.090" v="2512" actId="20577"/>
          <ac:spMkLst>
            <pc:docMk/>
            <pc:sldMk cId="1900478409" sldId="289"/>
            <ac:spMk id="3" creationId="{2CFE26D1-1383-BF51-E3AF-009ADF969ECE}"/>
          </ac:spMkLst>
        </pc:spChg>
        <pc:spChg chg="add mod">
          <ac:chgData name="李 適宏" userId="ba70bf4345ae8a18" providerId="Windows Live" clId="Web-{E7DA5099-78A1-408B-84DF-074DE53BB9A0}" dt="2023-08-31T07:23:23.113" v="2539"/>
          <ac:spMkLst>
            <pc:docMk/>
            <pc:sldMk cId="1900478409" sldId="289"/>
            <ac:spMk id="4" creationId="{DD52911A-EB32-209A-14C0-E973569B1CF4}"/>
          </ac:spMkLst>
        </pc:spChg>
      </pc:sldChg>
    </pc:docChg>
  </pc:docChgLst>
  <pc:docChgLst>
    <pc:chgData name="李 適宏" userId="ba70bf4345ae8a18" providerId="Windows Live" clId="Web-{F70ECEBF-8AD3-43A7-BF35-843D2F9F26F7}"/>
    <pc:docChg chg="addSld modSld sldOrd">
      <pc:chgData name="李 適宏" userId="ba70bf4345ae8a18" providerId="Windows Live" clId="Web-{F70ECEBF-8AD3-43A7-BF35-843D2F9F26F7}" dt="2023-09-04T05:18:59.643" v="21" actId="20577"/>
      <pc:docMkLst>
        <pc:docMk/>
      </pc:docMkLst>
      <pc:sldChg chg="modSp">
        <pc:chgData name="李 適宏" userId="ba70bf4345ae8a18" providerId="Windows Live" clId="Web-{F70ECEBF-8AD3-43A7-BF35-843D2F9F26F7}" dt="2023-09-04T04:41:07.889" v="4" actId="20577"/>
        <pc:sldMkLst>
          <pc:docMk/>
          <pc:sldMk cId="1250583130" sldId="281"/>
        </pc:sldMkLst>
        <pc:spChg chg="mod">
          <ac:chgData name="李 適宏" userId="ba70bf4345ae8a18" providerId="Windows Live" clId="Web-{F70ECEBF-8AD3-43A7-BF35-843D2F9F26F7}" dt="2023-09-04T04:41:07.889" v="4" actId="20577"/>
          <ac:spMkLst>
            <pc:docMk/>
            <pc:sldMk cId="1250583130" sldId="281"/>
            <ac:spMk id="3" creationId="{BA75B119-A2A2-860D-8787-7E5292210D0A}"/>
          </ac:spMkLst>
        </pc:spChg>
      </pc:sldChg>
      <pc:sldChg chg="ord">
        <pc:chgData name="李 適宏" userId="ba70bf4345ae8a18" providerId="Windows Live" clId="Web-{F70ECEBF-8AD3-43A7-BF35-843D2F9F26F7}" dt="2023-09-04T04:43:08.282" v="6"/>
        <pc:sldMkLst>
          <pc:docMk/>
          <pc:sldMk cId="1129166158" sldId="282"/>
        </pc:sldMkLst>
      </pc:sldChg>
      <pc:sldChg chg="modSp">
        <pc:chgData name="李 適宏" userId="ba70bf4345ae8a18" providerId="Windows Live" clId="Web-{F70ECEBF-8AD3-43A7-BF35-843D2F9F26F7}" dt="2023-09-04T05:15:44.528" v="7" actId="20577"/>
        <pc:sldMkLst>
          <pc:docMk/>
          <pc:sldMk cId="1025841646" sldId="288"/>
        </pc:sldMkLst>
        <pc:spChg chg="mod">
          <ac:chgData name="李 適宏" userId="ba70bf4345ae8a18" providerId="Windows Live" clId="Web-{F70ECEBF-8AD3-43A7-BF35-843D2F9F26F7}" dt="2023-09-04T05:15:44.528" v="7" actId="20577"/>
          <ac:spMkLst>
            <pc:docMk/>
            <pc:sldMk cId="1025841646" sldId="288"/>
            <ac:spMk id="3" creationId="{11ED5AA8-FA66-12B1-7561-3FE447FE851E}"/>
          </ac:spMkLst>
        </pc:spChg>
      </pc:sldChg>
      <pc:sldChg chg="modSp">
        <pc:chgData name="李 適宏" userId="ba70bf4345ae8a18" providerId="Windows Live" clId="Web-{F70ECEBF-8AD3-43A7-BF35-843D2F9F26F7}" dt="2023-09-04T05:18:05.860" v="10" actId="20577"/>
        <pc:sldMkLst>
          <pc:docMk/>
          <pc:sldMk cId="1900478409" sldId="289"/>
        </pc:sldMkLst>
        <pc:spChg chg="mod">
          <ac:chgData name="李 適宏" userId="ba70bf4345ae8a18" providerId="Windows Live" clId="Web-{F70ECEBF-8AD3-43A7-BF35-843D2F9F26F7}" dt="2023-09-04T05:18:05.860" v="10" actId="20577"/>
          <ac:spMkLst>
            <pc:docMk/>
            <pc:sldMk cId="1900478409" sldId="289"/>
            <ac:spMk id="3" creationId="{2CFE26D1-1383-BF51-E3AF-009ADF969ECE}"/>
          </ac:spMkLst>
        </pc:spChg>
      </pc:sldChg>
      <pc:sldChg chg="delSp modSp new">
        <pc:chgData name="李 適宏" userId="ba70bf4345ae8a18" providerId="Windows Live" clId="Web-{F70ECEBF-8AD3-43A7-BF35-843D2F9F26F7}" dt="2023-09-04T05:18:59.643" v="21" actId="20577"/>
        <pc:sldMkLst>
          <pc:docMk/>
          <pc:sldMk cId="4091403356" sldId="290"/>
        </pc:sldMkLst>
        <pc:spChg chg="mod">
          <ac:chgData name="李 適宏" userId="ba70bf4345ae8a18" providerId="Windows Live" clId="Web-{F70ECEBF-8AD3-43A7-BF35-843D2F9F26F7}" dt="2023-09-04T05:18:59.643" v="21" actId="20577"/>
          <ac:spMkLst>
            <pc:docMk/>
            <pc:sldMk cId="4091403356" sldId="290"/>
            <ac:spMk id="2" creationId="{D31554D3-484E-CAD8-6D38-3915C1B95CCB}"/>
          </ac:spMkLst>
        </pc:spChg>
        <pc:spChg chg="del">
          <ac:chgData name="李 適宏" userId="ba70bf4345ae8a18" providerId="Windows Live" clId="Web-{F70ECEBF-8AD3-43A7-BF35-843D2F9F26F7}" dt="2023-09-04T05:18:32.142" v="12"/>
          <ac:spMkLst>
            <pc:docMk/>
            <pc:sldMk cId="4091403356" sldId="290"/>
            <ac:spMk id="3" creationId="{515F0E91-12F2-61B5-248E-07A2EBE351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2024/5/7</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清華大學 盧錦隆</a:t>
            </a:r>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06562F9-E128-4B6E-872C-5F1FFAE33516}" type="slidenum">
              <a:rPr lang="zh-TW" altLang="en-US" smtClean="0"/>
              <a:t>18</a:t>
            </a:fld>
            <a:endParaRPr lang="zh-TW" altLang="en-US"/>
          </a:p>
        </p:txBody>
      </p:sp>
    </p:spTree>
    <p:extLst>
      <p:ext uri="{BB962C8B-B14F-4D97-AF65-F5344CB8AC3E}">
        <p14:creationId xmlns:p14="http://schemas.microsoft.com/office/powerpoint/2010/main" val="763437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FEEF57D2-7BA1-4DB1-96F5-7A053A222987}"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8F380DED-8F7F-4840-95CC-07C169235ABE}"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57565B83-0041-4153-BE6A-AC833F78FF5D}"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46CB9B35-D303-45AC-922E-2C254C3D75FD}" type="datetime1">
              <a:rPr lang="zh-TW" altLang="en-US" smtClean="0"/>
              <a:t>2024/5/7</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A3921656-B42B-4D9A-AC54-F81F7BCCBEAE}" type="datetime1">
              <a:rPr lang="zh-TW" altLang="en-US" smtClean="0"/>
              <a:t>2024/5/7</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4AD17E9E-DC5F-4981-A278-B964CEDE55F3}" type="datetime1">
              <a:rPr lang="zh-TW" altLang="en-US" smtClean="0"/>
              <a:t>2024/5/7</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B61BA28-29E6-413C-8FC3-1AB2A12C5000}" type="datetime1">
              <a:rPr lang="zh-TW" altLang="en-US" smtClean="0"/>
              <a:t>2024/5/7</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CA35B894-C477-477B-A40C-ABF96CFD8F6D}" type="datetime1">
              <a:rPr lang="zh-TW" altLang="en-US" smtClean="0"/>
              <a:t>2024/5/7</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60B8CEE4-CC87-4EDB-B1A0-E5B550FCFFE6}" type="datetime1">
              <a:rPr lang="zh-TW" altLang="en-US" smtClean="0"/>
              <a:t>2024/5/7</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817EE008-8BE4-416E-B613-24286D41E7D4}"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2CDEF28F-6298-4CFF-8665-F90686AB1F2D}"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9A6DC-91FA-468A-8153-0A164473FE7A}" type="datetime1">
              <a:rPr lang="zh-TW" altLang="en-US" smtClean="0"/>
              <a:t>2024/5/7</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744075" cy="2387600"/>
          </a:xfrm>
        </p:spPr>
        <p:txBody>
          <a:bodyPr vert="horz" lIns="91440" tIns="45720" rIns="91440" bIns="45720" rtlCol="0" anchor="ctr">
            <a:noAutofit/>
          </a:bodyPr>
          <a:lstStyle/>
          <a:p>
            <a:r>
              <a:rPr lang="en-US" altLang="zh-TW" sz="4400" dirty="0">
                <a:latin typeface="Times New Roman"/>
                <a:ea typeface="新細明體"/>
                <a:cs typeface="Times New Roman"/>
              </a:rPr>
              <a:t>Maximum-Shift String Matching Algorithms</a:t>
            </a:r>
            <a:endParaRPr lang="zh-TW" sz="4400" dirty="0">
              <a:ea typeface="新細明體"/>
              <a:cs typeface="Calibri Light"/>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1396767" y="3845319"/>
            <a:ext cx="9398466" cy="1655762"/>
          </a:xfrm>
        </p:spPr>
        <p:txBody>
          <a:bodyPr vert="horz" lIns="91440" tIns="45720" rIns="91440" bIns="45720" rtlCol="0" anchor="t">
            <a:normAutofit/>
          </a:bodyPr>
          <a:lstStyle/>
          <a:p>
            <a:r>
              <a:rPr lang="en-US" dirty="0">
                <a:latin typeface="Times New Roman"/>
                <a:ea typeface="+mn-lt"/>
                <a:cs typeface="+mn-lt"/>
              </a:rPr>
              <a:t>Hakem Adil </a:t>
            </a:r>
            <a:r>
              <a:rPr lang="en-US" dirty="0" err="1">
                <a:latin typeface="Times New Roman"/>
                <a:ea typeface="+mn-lt"/>
                <a:cs typeface="+mn-lt"/>
              </a:rPr>
              <a:t>Kadhim</a:t>
            </a:r>
            <a:r>
              <a:rPr lang="en-US" dirty="0">
                <a:latin typeface="Times New Roman"/>
                <a:ea typeface="+mn-lt"/>
                <a:cs typeface="+mn-lt"/>
              </a:rPr>
              <a:t>, </a:t>
            </a:r>
            <a:r>
              <a:rPr lang="en-US" dirty="0" err="1">
                <a:latin typeface="Times New Roman"/>
                <a:ea typeface="+mn-lt"/>
                <a:cs typeface="+mn-lt"/>
              </a:rPr>
              <a:t>NurAini</a:t>
            </a:r>
            <a:r>
              <a:rPr lang="en-US" dirty="0">
                <a:latin typeface="Times New Roman"/>
                <a:ea typeface="+mn-lt"/>
                <a:cs typeface="+mn-lt"/>
              </a:rPr>
              <a:t> </a:t>
            </a:r>
            <a:r>
              <a:rPr lang="en-US" dirty="0" err="1">
                <a:latin typeface="Times New Roman"/>
                <a:ea typeface="+mn-lt"/>
                <a:cs typeface="+mn-lt"/>
              </a:rPr>
              <a:t>AbdulRashid</a:t>
            </a:r>
            <a:endParaRPr lang="en-US" dirty="0">
              <a:latin typeface="Times New Roman"/>
              <a:ea typeface="+mn-lt"/>
              <a:cs typeface="+mn-lt"/>
            </a:endParaRPr>
          </a:p>
          <a:p>
            <a:r>
              <a:rPr lang="en-US" altLang="zh-TW" sz="2000" dirty="0">
                <a:latin typeface="Times New Roman" panose="02020603050405020304" pitchFamily="18" charset="0"/>
                <a:cs typeface="Times New Roman" panose="02020603050405020304" pitchFamily="18" charset="0"/>
              </a:rPr>
              <a:t>2014 International Conference on Computer and Information Sciences</a:t>
            </a:r>
            <a:r>
              <a:rPr lang="zh-TW" altLang="en-US" sz="2000" dirty="0">
                <a:latin typeface="Times New Roman" panose="02020603050405020304" pitchFamily="18" charset="0"/>
                <a:cs typeface="Times New Roman" panose="02020603050405020304" pitchFamily="18" charset="0"/>
              </a:rPr>
              <a:t> </a:t>
            </a:r>
            <a:r>
              <a:rPr lang="en-US" altLang="zh-TW" sz="2000">
                <a:latin typeface="Times New Roman" panose="02020603050405020304" pitchFamily="18" charset="0"/>
                <a:cs typeface="Times New Roman" panose="02020603050405020304" pitchFamily="18" charset="0"/>
              </a:rPr>
              <a:t>(Kuala Lumpur, Malaysia) </a:t>
            </a:r>
            <a:r>
              <a:rPr lang="en-US" altLang="zh-TW" sz="2000" dirty="0">
                <a:latin typeface="Times New Roman" panose="02020603050405020304" pitchFamily="18" charset="0"/>
                <a:cs typeface="Times New Roman" panose="02020603050405020304" pitchFamily="18" charset="0"/>
              </a:rPr>
              <a:t>(ICCOINS) (pp. 1-6). IEEE</a:t>
            </a:r>
            <a:endParaRPr lang="fr-FR" altLang="zh-TW" sz="2500" dirty="0">
              <a:latin typeface="Times New Roman" panose="02020603050405020304" pitchFamily="18" charset="0"/>
              <a:ea typeface="新細明體"/>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12805"/>
            <a:ext cx="3584053" cy="660717"/>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a:ea typeface="新細明體"/>
                <a:cs typeface="Times New Roman"/>
              </a:rPr>
              <a:t>Presenter: Shih-Hong Li</a:t>
            </a:r>
          </a:p>
          <a:p>
            <a:r>
              <a:rPr kumimoji="1" lang="en" altLang="zh-TW" dirty="0">
                <a:latin typeface="Times New Roman"/>
                <a:ea typeface="新細明體"/>
                <a:cs typeface="Times New Roman"/>
              </a:rPr>
              <a:t>Date: </a:t>
            </a:r>
            <a:r>
              <a:rPr kumimoji="1" lang="en-US" altLang="zh-TW">
                <a:latin typeface="Times New Roman"/>
                <a:ea typeface="新細明體"/>
                <a:cs typeface="Times New Roman"/>
              </a:rPr>
              <a:t>May</a:t>
            </a:r>
            <a:r>
              <a:rPr kumimoji="1" lang="en" altLang="zh-TW">
                <a:latin typeface="Times New Roman"/>
                <a:ea typeface="新細明體"/>
                <a:cs typeface="Times New Roman"/>
              </a:rPr>
              <a:t> </a:t>
            </a:r>
            <a:r>
              <a:rPr kumimoji="1" lang="en-US" altLang="zh-TW" dirty="0">
                <a:latin typeface="Times New Roman"/>
                <a:ea typeface="新細明體"/>
                <a:cs typeface="Times New Roman"/>
              </a:rPr>
              <a:t>7</a:t>
            </a:r>
            <a:r>
              <a:rPr kumimoji="1" lang="en" altLang="zh-TW" dirty="0">
                <a:latin typeface="Times New Roman"/>
                <a:ea typeface="新細明體"/>
                <a:cs typeface="Times New Roman"/>
              </a:rPr>
              <a:t>, 2024</a:t>
            </a:r>
            <a:endParaRPr lang="en" altLang="zh-TW" dirty="0">
              <a:latin typeface="Times New Roman"/>
              <a:ea typeface="新細明體"/>
              <a:cs typeface="Times New Roman"/>
            </a:endParaRP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Abstract(1/2)</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vert="horz" lIns="91440" tIns="45720" rIns="91440" bIns="45720" rtlCol="0" anchor="t">
            <a:noAutofit/>
          </a:bodyPr>
          <a:lstStyle/>
          <a:p>
            <a:pPr marL="0" indent="0">
              <a:lnSpc>
                <a:spcPct val="110000"/>
              </a:lnSpc>
              <a:buNone/>
            </a:pPr>
            <a:r>
              <a:rPr lang="en-US" altLang="zh-TW" sz="2400" dirty="0">
                <a:latin typeface="Times New Roman" panose="02020603050405020304" pitchFamily="18" charset="0"/>
                <a:ea typeface="+mj-ea"/>
                <a:cs typeface="Times New Roman" panose="02020603050405020304" pitchFamily="18" charset="0"/>
              </a:rPr>
              <a:t>The string matching algorithms have broad applications in many areas of computer sciences. These areas include operating systems, information retrieval, editors, Internet searching engines, security applications and biological applications. Two important factors used to evaluate the performance of the sequential string matching algorithms are number of attempts and total number of character comparisons during the matching process. This research proposes to integrate the good properties of three single string matching algorithms, Quick-Search, </a:t>
            </a:r>
            <a:r>
              <a:rPr lang="en-US" altLang="zh-TW" sz="2400" dirty="0" err="1">
                <a:latin typeface="Times New Roman" panose="02020603050405020304" pitchFamily="18" charset="0"/>
                <a:ea typeface="+mj-ea"/>
                <a:cs typeface="Times New Roman" panose="02020603050405020304" pitchFamily="18" charset="0"/>
              </a:rPr>
              <a:t>Zuh</a:t>
            </a:r>
            <a:r>
              <a:rPr lang="en-US" altLang="zh-TW" sz="2400" dirty="0">
                <a:latin typeface="Times New Roman" panose="02020603050405020304" pitchFamily="18" charset="0"/>
                <a:ea typeface="+mj-ea"/>
                <a:cs typeface="Times New Roman" panose="02020603050405020304" pitchFamily="18" charset="0"/>
              </a:rPr>
              <a:t>-Takaoka and </a:t>
            </a:r>
            <a:r>
              <a:rPr lang="en-US" altLang="zh-TW" sz="2400" dirty="0" err="1">
                <a:latin typeface="Times New Roman" panose="02020603050405020304" pitchFamily="18" charset="0"/>
                <a:ea typeface="+mj-ea"/>
                <a:cs typeface="Times New Roman" panose="02020603050405020304" pitchFamily="18" charset="0"/>
              </a:rPr>
              <a:t>Horspool</a:t>
            </a:r>
            <a:r>
              <a:rPr lang="en-US" altLang="zh-TW" sz="2400" dirty="0">
                <a:latin typeface="Times New Roman" panose="02020603050405020304" pitchFamily="18" charset="0"/>
                <a:ea typeface="+mj-ea"/>
                <a:cs typeface="Times New Roman" panose="02020603050405020304" pitchFamily="18" charset="0"/>
              </a:rPr>
              <a:t> , to produce hybrid string matching algorithm called Maximum-Shift algorithm. Three datasets are used to test the proposed algorithm, which are, DNA, Protein sequence and English text. </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42A8CB-C12E-288A-C584-E9DC1263AEC4}"/>
              </a:ext>
            </a:extLst>
          </p:cNvPr>
          <p:cNvSpPr>
            <a:spLocks noGrp="1"/>
          </p:cNvSpPr>
          <p:nvPr>
            <p:ph type="title"/>
          </p:nvPr>
        </p:nvSpPr>
        <p:spPr/>
        <p:txBody>
          <a:bodyPr/>
          <a:lstStyle/>
          <a:p>
            <a:r>
              <a:rPr kumimoji="1" lang="en-US" altLang="zh-TW" sz="4400" b="1" dirty="0">
                <a:latin typeface="Times New Roman" panose="02020603050405020304" pitchFamily="18" charset="0"/>
                <a:cs typeface="Times New Roman" panose="02020603050405020304" pitchFamily="18" charset="0"/>
              </a:rPr>
              <a:t>Abstract(2/2)</a:t>
            </a:r>
            <a:endParaRPr lang="zh-TW" altLang="en-US" dirty="0"/>
          </a:p>
        </p:txBody>
      </p:sp>
      <p:sp>
        <p:nvSpPr>
          <p:cNvPr id="3" name="內容版面配置區 2">
            <a:extLst>
              <a:ext uri="{FF2B5EF4-FFF2-40B4-BE49-F238E27FC236}">
                <a16:creationId xmlns:a16="http://schemas.microsoft.com/office/drawing/2014/main" id="{F942955E-9A4E-216C-F09F-A35EF8B15304}"/>
              </a:ext>
            </a:extLst>
          </p:cNvPr>
          <p:cNvSpPr>
            <a:spLocks noGrp="1"/>
          </p:cNvSpPr>
          <p:nvPr>
            <p:ph idx="1"/>
          </p:nvPr>
        </p:nvSpPr>
        <p:spPr/>
        <p:txBody>
          <a:bodyPr/>
          <a:lstStyle/>
          <a:p>
            <a:pPr marL="0" indent="0">
              <a:buNone/>
            </a:pPr>
            <a:r>
              <a:rPr lang="en-US" altLang="zh-TW" sz="2800" dirty="0">
                <a:latin typeface="Times New Roman" panose="02020603050405020304" pitchFamily="18" charset="0"/>
                <a:ea typeface="+mj-ea"/>
                <a:cs typeface="Times New Roman" panose="02020603050405020304" pitchFamily="18" charset="0"/>
              </a:rPr>
              <a:t>The hybrid algorithm, Maximum-Shift, shows efficient results compared to four string matching algorithms, Quick-Search, </a:t>
            </a:r>
            <a:r>
              <a:rPr lang="en-US" altLang="zh-TW" sz="2800" dirty="0" err="1">
                <a:latin typeface="Times New Roman" panose="02020603050405020304" pitchFamily="18" charset="0"/>
                <a:ea typeface="+mj-ea"/>
                <a:cs typeface="Times New Roman" panose="02020603050405020304" pitchFamily="18" charset="0"/>
              </a:rPr>
              <a:t>Horspool</a:t>
            </a:r>
            <a:r>
              <a:rPr lang="en-US" altLang="zh-TW" sz="2800" dirty="0">
                <a:latin typeface="Times New Roman" panose="02020603050405020304" pitchFamily="18" charset="0"/>
                <a:ea typeface="+mj-ea"/>
                <a:cs typeface="Times New Roman" panose="02020603050405020304" pitchFamily="18" charset="0"/>
              </a:rPr>
              <a:t>, Smith and Berry</a:t>
            </a:r>
            <a:r>
              <a:rPr lang="zh-TW" altLang="en-US" sz="2800" dirty="0">
                <a:latin typeface="Times New Roman" panose="02020603050405020304" pitchFamily="18" charset="0"/>
                <a:ea typeface="+mj-ea"/>
                <a:cs typeface="Times New Roman" panose="02020603050405020304" pitchFamily="18" charset="0"/>
              </a:rPr>
              <a:t> </a:t>
            </a:r>
            <a:r>
              <a:rPr lang="en-US" altLang="zh-TW" sz="2800" dirty="0">
                <a:latin typeface="Times New Roman" panose="02020603050405020304" pitchFamily="18" charset="0"/>
                <a:ea typeface="+mj-ea"/>
                <a:cs typeface="Times New Roman" panose="02020603050405020304" pitchFamily="18" charset="0"/>
              </a:rPr>
              <a:t>Ravindran, in terms of the number of attempts and the total number of character comparisons.</a:t>
            </a:r>
            <a:endParaRPr lang="zh-TW" altLang="en-US" dirty="0"/>
          </a:p>
        </p:txBody>
      </p:sp>
      <p:sp>
        <p:nvSpPr>
          <p:cNvPr id="4" name="投影片編號版面配置區 3">
            <a:extLst>
              <a:ext uri="{FF2B5EF4-FFF2-40B4-BE49-F238E27FC236}">
                <a16:creationId xmlns:a16="http://schemas.microsoft.com/office/drawing/2014/main" id="{BE5CF4A1-370D-055F-1446-7CD739CDB7A0}"/>
              </a:ext>
            </a:extLst>
          </p:cNvPr>
          <p:cNvSpPr>
            <a:spLocks noGrp="1"/>
          </p:cNvSpPr>
          <p:nvPr>
            <p:ph type="sldNum" sz="quarter" idx="12"/>
          </p:nvPr>
        </p:nvSpPr>
        <p:spPr/>
        <p:txBody>
          <a:bodyPr/>
          <a:lstStyle/>
          <a:p>
            <a:fld id="{C497B8E6-CB28-4350-9E62-3F3C29E41FED}" type="slidenum">
              <a:rPr lang="zh-TW" altLang="en-US" smtClean="0"/>
              <a:t>3</a:t>
            </a:fld>
            <a:endParaRPr lang="zh-TW" altLang="en-US"/>
          </a:p>
        </p:txBody>
      </p:sp>
    </p:spTree>
    <p:extLst>
      <p:ext uri="{BB962C8B-B14F-4D97-AF65-F5344CB8AC3E}">
        <p14:creationId xmlns:p14="http://schemas.microsoft.com/office/powerpoint/2010/main" val="15856591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C7FBBC-CA40-3CD4-B807-265CE135724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String matching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8183935-C2F7-BB23-C55E-DE808FB4660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 = hello </a:t>
            </a:r>
            <a:r>
              <a:rPr lang="en-US" altLang="zh-TW" dirty="0">
                <a:solidFill>
                  <a:srgbClr val="FF0000"/>
                </a:solidFill>
                <a:latin typeface="Times New Roman" panose="02020603050405020304" pitchFamily="18" charset="0"/>
                <a:cs typeface="Times New Roman" panose="02020603050405020304" pitchFamily="18" charset="0"/>
              </a:rPr>
              <a:t>world</a:t>
            </a:r>
          </a:p>
          <a:p>
            <a:r>
              <a:rPr lang="en-US" altLang="zh-TW" dirty="0">
                <a:latin typeface="Times New Roman" panose="02020603050405020304" pitchFamily="18" charset="0"/>
                <a:cs typeface="Times New Roman" panose="02020603050405020304" pitchFamily="18" charset="0"/>
              </a:rPr>
              <a:t>Pattern = </a:t>
            </a:r>
            <a:r>
              <a:rPr lang="en-US" altLang="zh-TW" dirty="0">
                <a:solidFill>
                  <a:srgbClr val="FF0000"/>
                </a:solidFill>
                <a:latin typeface="Times New Roman" panose="02020603050405020304" pitchFamily="18" charset="0"/>
                <a:cs typeface="Times New Roman" panose="02020603050405020304" pitchFamily="18" charset="0"/>
              </a:rPr>
              <a:t>world</a:t>
            </a: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35F1B22-5E56-98CE-012F-581483DB88C9}"/>
              </a:ext>
            </a:extLst>
          </p:cNvPr>
          <p:cNvSpPr>
            <a:spLocks noGrp="1"/>
          </p:cNvSpPr>
          <p:nvPr>
            <p:ph type="sldNum" sz="quarter" idx="12"/>
          </p:nvPr>
        </p:nvSpPr>
        <p:spPr/>
        <p:txBody>
          <a:bodyPr/>
          <a:lstStyle/>
          <a:p>
            <a:fld id="{C497B8E6-CB28-4350-9E62-3F3C29E41FED}" type="slidenum">
              <a:rPr lang="zh-TW" altLang="en-US" smtClean="0"/>
              <a:t>4</a:t>
            </a:fld>
            <a:endParaRPr lang="zh-TW" altLang="en-US"/>
          </a:p>
        </p:txBody>
      </p:sp>
    </p:spTree>
    <p:extLst>
      <p:ext uri="{BB962C8B-B14F-4D97-AF65-F5344CB8AC3E}">
        <p14:creationId xmlns:p14="http://schemas.microsoft.com/office/powerpoint/2010/main" val="335075114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5EC0B1-0933-0E99-57B0-77286884E277}"/>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Horspool</a:t>
            </a:r>
            <a:r>
              <a:rPr lang="en-US" altLang="zh-TW" dirty="0">
                <a:latin typeface="Times New Roman" panose="02020603050405020304" pitchFamily="18" charset="0"/>
                <a:cs typeface="Times New Roman" panose="02020603050405020304" pitchFamily="18" charset="0"/>
              </a:rPr>
              <a:t>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E5EAEFA-2256-A373-DF94-3754E4BD6D9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preprocessing phase</a:t>
            </a:r>
          </a:p>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7FB3FC2-5E3F-269B-0FE7-6246EEC42DF1}"/>
              </a:ext>
            </a:extLst>
          </p:cNvPr>
          <p:cNvSpPr>
            <a:spLocks noGrp="1"/>
          </p:cNvSpPr>
          <p:nvPr>
            <p:ph type="sldNum" sz="quarter" idx="12"/>
          </p:nvPr>
        </p:nvSpPr>
        <p:spPr/>
        <p:txBody>
          <a:bodyPr/>
          <a:lstStyle/>
          <a:p>
            <a:fld id="{C497B8E6-CB28-4350-9E62-3F3C29E41FED}" type="slidenum">
              <a:rPr lang="zh-TW" altLang="en-US" smtClean="0"/>
              <a:t>5</a:t>
            </a:fld>
            <a:endParaRPr lang="zh-TW" altLang="en-US"/>
          </a:p>
        </p:txBody>
      </p:sp>
    </p:spTree>
    <p:extLst>
      <p:ext uri="{BB962C8B-B14F-4D97-AF65-F5344CB8AC3E}">
        <p14:creationId xmlns:p14="http://schemas.microsoft.com/office/powerpoint/2010/main" val="26287320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654D4A-0945-BED8-C755-838BFDD3184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phase</a:t>
            </a:r>
            <a:endParaRPr lang="zh-TW" altLang="en-US" dirty="0"/>
          </a:p>
        </p:txBody>
      </p:sp>
      <p:sp>
        <p:nvSpPr>
          <p:cNvPr id="3" name="內容版面配置區 2">
            <a:extLst>
              <a:ext uri="{FF2B5EF4-FFF2-40B4-BE49-F238E27FC236}">
                <a16:creationId xmlns:a16="http://schemas.microsoft.com/office/drawing/2014/main" id="{A8C53F81-75F7-79EB-F6FA-B6C86DDA6D7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pattern string = RAJKUMAR</a:t>
            </a:r>
          </a:p>
          <a:p>
            <a:r>
              <a:rPr lang="en-US" altLang="zh-TW" dirty="0">
                <a:latin typeface="Times New Roman" panose="02020603050405020304" pitchFamily="18" charset="0"/>
                <a:cs typeface="Times New Roman" panose="02020603050405020304" pitchFamily="18" charset="0"/>
              </a:rPr>
              <a:t>Length of pattern = 8</a:t>
            </a:r>
          </a:p>
          <a:p>
            <a:r>
              <a:rPr lang="en-US" altLang="zh-TW" dirty="0">
                <a:latin typeface="Times New Roman" panose="02020603050405020304" pitchFamily="18" charset="0"/>
                <a:cs typeface="Times New Roman" panose="02020603050405020304" pitchFamily="18" charset="0"/>
              </a:rPr>
              <a:t>Shift table:</a:t>
            </a:r>
          </a:p>
          <a:p>
            <a:pPr marL="0" indent="0">
              <a:buNone/>
            </a:pPr>
            <a:endParaRPr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7BA2CD1-D41E-6E73-1323-9EA209F210EB}"/>
              </a:ext>
            </a:extLst>
          </p:cNvPr>
          <p:cNvSpPr>
            <a:spLocks noGrp="1"/>
          </p:cNvSpPr>
          <p:nvPr>
            <p:ph type="sldNum" sz="quarter" idx="12"/>
          </p:nvPr>
        </p:nvSpPr>
        <p:spPr/>
        <p:txBody>
          <a:bodyPr/>
          <a:lstStyle/>
          <a:p>
            <a:fld id="{C497B8E6-CB28-4350-9E62-3F3C29E41FED}" type="slidenum">
              <a:rPr lang="zh-TW" altLang="en-US" smtClean="0"/>
              <a:t>6</a:t>
            </a:fld>
            <a:endParaRPr lang="zh-TW" altLang="en-US"/>
          </a:p>
        </p:txBody>
      </p:sp>
      <p:graphicFrame>
        <p:nvGraphicFramePr>
          <p:cNvPr id="5" name="表格 4">
            <a:extLst>
              <a:ext uri="{FF2B5EF4-FFF2-40B4-BE49-F238E27FC236}">
                <a16:creationId xmlns:a16="http://schemas.microsoft.com/office/drawing/2014/main" id="{896DC076-6845-3A99-553B-B257D52B8A59}"/>
              </a:ext>
            </a:extLst>
          </p:cNvPr>
          <p:cNvGraphicFramePr>
            <a:graphicFrameLocks noGrp="1"/>
          </p:cNvGraphicFramePr>
          <p:nvPr>
            <p:extLst>
              <p:ext uri="{D42A27DB-BD31-4B8C-83A1-F6EECF244321}">
                <p14:modId xmlns:p14="http://schemas.microsoft.com/office/powerpoint/2010/main" val="2323676295"/>
              </p:ext>
            </p:extLst>
          </p:nvPr>
        </p:nvGraphicFramePr>
        <p:xfrm>
          <a:off x="2483556" y="4001294"/>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spTree>
    <p:extLst>
      <p:ext uri="{BB962C8B-B14F-4D97-AF65-F5344CB8AC3E}">
        <p14:creationId xmlns:p14="http://schemas.microsoft.com/office/powerpoint/2010/main" val="20632676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7</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4058006008"/>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accent2"/>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extLst>
              <p:ext uri="{D42A27DB-BD31-4B8C-83A1-F6EECF244321}">
                <p14:modId xmlns:p14="http://schemas.microsoft.com/office/powerpoint/2010/main" val="4145697277"/>
              </p:ext>
            </p:extLst>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accent2"/>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3841376293"/>
              </p:ext>
            </p:extLst>
          </p:nvPr>
        </p:nvGraphicFramePr>
        <p:xfrm>
          <a:off x="335999"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10410231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8</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4291863150"/>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bg1"/>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accent2"/>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extLst>
              <p:ext uri="{D42A27DB-BD31-4B8C-83A1-F6EECF244321}">
                <p14:modId xmlns:p14="http://schemas.microsoft.com/office/powerpoint/2010/main" val="2430316756"/>
              </p:ext>
            </p:extLst>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chemeClr val="bg1"/>
                        </a:solidFill>
                      </a:endParaRPr>
                    </a:p>
                  </a:txBody>
                  <a:tcPr>
                    <a:solidFill>
                      <a:schemeClr val="accent2"/>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3990640083"/>
              </p:ext>
            </p:extLst>
          </p:nvPr>
        </p:nvGraphicFramePr>
        <p:xfrm>
          <a:off x="2567922"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15352374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9</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1885199349"/>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bg1"/>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accent2"/>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chemeClr val="bg1"/>
                        </a:solidFill>
                      </a:endParaRPr>
                    </a:p>
                  </a:txBody>
                  <a:tcPr>
                    <a:solidFill>
                      <a:schemeClr val="accent2"/>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3479259143"/>
              </p:ext>
            </p:extLst>
          </p:nvPr>
        </p:nvGraphicFramePr>
        <p:xfrm>
          <a:off x="4819513"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20148963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10</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677825599"/>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bg1"/>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accent2"/>
                    </a:solidFill>
                  </a:tcPr>
                </a:tc>
                <a:tc>
                  <a:txBody>
                    <a:bodyPr/>
                    <a:lstStyle/>
                    <a:p>
                      <a:r>
                        <a:rPr lang="en-US" altLang="zh-TW" dirty="0"/>
                        <a:t>R</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extLst>
              <p:ext uri="{D42A27DB-BD31-4B8C-83A1-F6EECF244321}">
                <p14:modId xmlns:p14="http://schemas.microsoft.com/office/powerpoint/2010/main" val="490080832"/>
              </p:ext>
            </p:extLst>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chemeClr val="bg1"/>
                        </a:solidFill>
                      </a:endParaRPr>
                    </a:p>
                  </a:txBody>
                  <a:tcPr>
                    <a:solidFill>
                      <a:schemeClr val="bg1"/>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3766342671"/>
              </p:ext>
            </p:extLst>
          </p:nvPr>
        </p:nvGraphicFramePr>
        <p:xfrm>
          <a:off x="7061270"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32759124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11</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1501498295"/>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bg1"/>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accent2"/>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extLst>
              <p:ext uri="{D42A27DB-BD31-4B8C-83A1-F6EECF244321}">
                <p14:modId xmlns:p14="http://schemas.microsoft.com/office/powerpoint/2010/main" val="733156236"/>
              </p:ext>
            </p:extLst>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accent2"/>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chemeClr val="bg1"/>
                        </a:solidFill>
                      </a:endParaRPr>
                    </a:p>
                  </a:txBody>
                  <a:tcPr>
                    <a:solidFill>
                      <a:schemeClr val="bg1"/>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1436195073"/>
              </p:ext>
            </p:extLst>
          </p:nvPr>
        </p:nvGraphicFramePr>
        <p:xfrm>
          <a:off x="9037556"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9100095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928BF4-4344-BBBF-6800-D782F217CFB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63C8659-F1B3-BCDC-84E4-1CE5E45E0066}"/>
              </a:ext>
            </a:extLst>
          </p:cNvPr>
          <p:cNvSpPr>
            <a:spLocks noGrp="1"/>
          </p:cNvSpPr>
          <p:nvPr>
            <p:ph type="sldNum" sz="quarter" idx="12"/>
          </p:nvPr>
        </p:nvSpPr>
        <p:spPr/>
        <p:txBody>
          <a:bodyPr/>
          <a:lstStyle/>
          <a:p>
            <a:fld id="{C497B8E6-CB28-4350-9E62-3F3C29E41FED}" type="slidenum">
              <a:rPr lang="zh-TW" altLang="en-US" smtClean="0"/>
              <a:t>12</a:t>
            </a:fld>
            <a:endParaRPr lang="zh-TW" altLang="en-US"/>
          </a:p>
        </p:txBody>
      </p:sp>
      <p:graphicFrame>
        <p:nvGraphicFramePr>
          <p:cNvPr id="5" name="表格 4">
            <a:extLst>
              <a:ext uri="{FF2B5EF4-FFF2-40B4-BE49-F238E27FC236}">
                <a16:creationId xmlns:a16="http://schemas.microsoft.com/office/drawing/2014/main" id="{21E77892-0CE9-5E18-FF2E-5026642980BE}"/>
              </a:ext>
            </a:extLst>
          </p:cNvPr>
          <p:cNvGraphicFramePr>
            <a:graphicFrameLocks noGrp="1"/>
          </p:cNvGraphicFramePr>
          <p:nvPr>
            <p:extLst>
              <p:ext uri="{D42A27DB-BD31-4B8C-83A1-F6EECF244321}">
                <p14:modId xmlns:p14="http://schemas.microsoft.com/office/powerpoint/2010/main" val="522005150"/>
              </p:ext>
            </p:extLst>
          </p:nvPr>
        </p:nvGraphicFramePr>
        <p:xfrm>
          <a:off x="335999" y="3467259"/>
          <a:ext cx="11520016" cy="370840"/>
        </p:xfrm>
        <a:graphic>
          <a:graphicData uri="http://schemas.openxmlformats.org/drawingml/2006/table">
            <a:tbl>
              <a:tblPr firstRow="1" bandRow="1">
                <a:tableStyleId>{D7AC3CCA-C797-4891-BE02-D94E43425B78}</a:tableStyleId>
              </a:tblPr>
              <a:tblGrid>
                <a:gridCol w="280976">
                  <a:extLst>
                    <a:ext uri="{9D8B030D-6E8A-4147-A177-3AD203B41FA5}">
                      <a16:colId xmlns:a16="http://schemas.microsoft.com/office/drawing/2014/main" val="3416279534"/>
                    </a:ext>
                  </a:extLst>
                </a:gridCol>
                <a:gridCol w="280976">
                  <a:extLst>
                    <a:ext uri="{9D8B030D-6E8A-4147-A177-3AD203B41FA5}">
                      <a16:colId xmlns:a16="http://schemas.microsoft.com/office/drawing/2014/main" val="4196323201"/>
                    </a:ext>
                  </a:extLst>
                </a:gridCol>
                <a:gridCol w="280976">
                  <a:extLst>
                    <a:ext uri="{9D8B030D-6E8A-4147-A177-3AD203B41FA5}">
                      <a16:colId xmlns:a16="http://schemas.microsoft.com/office/drawing/2014/main" val="131749629"/>
                    </a:ext>
                  </a:extLst>
                </a:gridCol>
                <a:gridCol w="280976">
                  <a:extLst>
                    <a:ext uri="{9D8B030D-6E8A-4147-A177-3AD203B41FA5}">
                      <a16:colId xmlns:a16="http://schemas.microsoft.com/office/drawing/2014/main" val="363386161"/>
                    </a:ext>
                  </a:extLst>
                </a:gridCol>
                <a:gridCol w="280976">
                  <a:extLst>
                    <a:ext uri="{9D8B030D-6E8A-4147-A177-3AD203B41FA5}">
                      <a16:colId xmlns:a16="http://schemas.microsoft.com/office/drawing/2014/main" val="1252931110"/>
                    </a:ext>
                  </a:extLst>
                </a:gridCol>
                <a:gridCol w="280976">
                  <a:extLst>
                    <a:ext uri="{9D8B030D-6E8A-4147-A177-3AD203B41FA5}">
                      <a16:colId xmlns:a16="http://schemas.microsoft.com/office/drawing/2014/main" val="2901346916"/>
                    </a:ext>
                  </a:extLst>
                </a:gridCol>
                <a:gridCol w="280976">
                  <a:extLst>
                    <a:ext uri="{9D8B030D-6E8A-4147-A177-3AD203B41FA5}">
                      <a16:colId xmlns:a16="http://schemas.microsoft.com/office/drawing/2014/main" val="1026191913"/>
                    </a:ext>
                  </a:extLst>
                </a:gridCol>
                <a:gridCol w="280976">
                  <a:extLst>
                    <a:ext uri="{9D8B030D-6E8A-4147-A177-3AD203B41FA5}">
                      <a16:colId xmlns:a16="http://schemas.microsoft.com/office/drawing/2014/main" val="1382535463"/>
                    </a:ext>
                  </a:extLst>
                </a:gridCol>
                <a:gridCol w="280976">
                  <a:extLst>
                    <a:ext uri="{9D8B030D-6E8A-4147-A177-3AD203B41FA5}">
                      <a16:colId xmlns:a16="http://schemas.microsoft.com/office/drawing/2014/main" val="3122431292"/>
                    </a:ext>
                  </a:extLst>
                </a:gridCol>
                <a:gridCol w="280976">
                  <a:extLst>
                    <a:ext uri="{9D8B030D-6E8A-4147-A177-3AD203B41FA5}">
                      <a16:colId xmlns:a16="http://schemas.microsoft.com/office/drawing/2014/main" val="1509331812"/>
                    </a:ext>
                  </a:extLst>
                </a:gridCol>
                <a:gridCol w="280976">
                  <a:extLst>
                    <a:ext uri="{9D8B030D-6E8A-4147-A177-3AD203B41FA5}">
                      <a16:colId xmlns:a16="http://schemas.microsoft.com/office/drawing/2014/main" val="1138610149"/>
                    </a:ext>
                  </a:extLst>
                </a:gridCol>
                <a:gridCol w="280976">
                  <a:extLst>
                    <a:ext uri="{9D8B030D-6E8A-4147-A177-3AD203B41FA5}">
                      <a16:colId xmlns:a16="http://schemas.microsoft.com/office/drawing/2014/main" val="1672977577"/>
                    </a:ext>
                  </a:extLst>
                </a:gridCol>
                <a:gridCol w="280976">
                  <a:extLst>
                    <a:ext uri="{9D8B030D-6E8A-4147-A177-3AD203B41FA5}">
                      <a16:colId xmlns:a16="http://schemas.microsoft.com/office/drawing/2014/main" val="2441792159"/>
                    </a:ext>
                  </a:extLst>
                </a:gridCol>
                <a:gridCol w="280976">
                  <a:extLst>
                    <a:ext uri="{9D8B030D-6E8A-4147-A177-3AD203B41FA5}">
                      <a16:colId xmlns:a16="http://schemas.microsoft.com/office/drawing/2014/main" val="2078380792"/>
                    </a:ext>
                  </a:extLst>
                </a:gridCol>
                <a:gridCol w="280976">
                  <a:extLst>
                    <a:ext uri="{9D8B030D-6E8A-4147-A177-3AD203B41FA5}">
                      <a16:colId xmlns:a16="http://schemas.microsoft.com/office/drawing/2014/main" val="624731053"/>
                    </a:ext>
                  </a:extLst>
                </a:gridCol>
                <a:gridCol w="280976">
                  <a:extLst>
                    <a:ext uri="{9D8B030D-6E8A-4147-A177-3AD203B41FA5}">
                      <a16:colId xmlns:a16="http://schemas.microsoft.com/office/drawing/2014/main" val="616324910"/>
                    </a:ext>
                  </a:extLst>
                </a:gridCol>
                <a:gridCol w="280976">
                  <a:extLst>
                    <a:ext uri="{9D8B030D-6E8A-4147-A177-3AD203B41FA5}">
                      <a16:colId xmlns:a16="http://schemas.microsoft.com/office/drawing/2014/main" val="2453313422"/>
                    </a:ext>
                  </a:extLst>
                </a:gridCol>
                <a:gridCol w="280976">
                  <a:extLst>
                    <a:ext uri="{9D8B030D-6E8A-4147-A177-3AD203B41FA5}">
                      <a16:colId xmlns:a16="http://schemas.microsoft.com/office/drawing/2014/main" val="2175359810"/>
                    </a:ext>
                  </a:extLst>
                </a:gridCol>
                <a:gridCol w="280976">
                  <a:extLst>
                    <a:ext uri="{9D8B030D-6E8A-4147-A177-3AD203B41FA5}">
                      <a16:colId xmlns:a16="http://schemas.microsoft.com/office/drawing/2014/main" val="1082966580"/>
                    </a:ext>
                  </a:extLst>
                </a:gridCol>
                <a:gridCol w="280976">
                  <a:extLst>
                    <a:ext uri="{9D8B030D-6E8A-4147-A177-3AD203B41FA5}">
                      <a16:colId xmlns:a16="http://schemas.microsoft.com/office/drawing/2014/main" val="2631998301"/>
                    </a:ext>
                  </a:extLst>
                </a:gridCol>
                <a:gridCol w="280976">
                  <a:extLst>
                    <a:ext uri="{9D8B030D-6E8A-4147-A177-3AD203B41FA5}">
                      <a16:colId xmlns:a16="http://schemas.microsoft.com/office/drawing/2014/main" val="2106410472"/>
                    </a:ext>
                  </a:extLst>
                </a:gridCol>
                <a:gridCol w="280976">
                  <a:extLst>
                    <a:ext uri="{9D8B030D-6E8A-4147-A177-3AD203B41FA5}">
                      <a16:colId xmlns:a16="http://schemas.microsoft.com/office/drawing/2014/main" val="2138754529"/>
                    </a:ext>
                  </a:extLst>
                </a:gridCol>
                <a:gridCol w="280976">
                  <a:extLst>
                    <a:ext uri="{9D8B030D-6E8A-4147-A177-3AD203B41FA5}">
                      <a16:colId xmlns:a16="http://schemas.microsoft.com/office/drawing/2014/main" val="3863475036"/>
                    </a:ext>
                  </a:extLst>
                </a:gridCol>
                <a:gridCol w="280976">
                  <a:extLst>
                    <a:ext uri="{9D8B030D-6E8A-4147-A177-3AD203B41FA5}">
                      <a16:colId xmlns:a16="http://schemas.microsoft.com/office/drawing/2014/main" val="1404003268"/>
                    </a:ext>
                  </a:extLst>
                </a:gridCol>
                <a:gridCol w="280976">
                  <a:extLst>
                    <a:ext uri="{9D8B030D-6E8A-4147-A177-3AD203B41FA5}">
                      <a16:colId xmlns:a16="http://schemas.microsoft.com/office/drawing/2014/main" val="1060472851"/>
                    </a:ext>
                  </a:extLst>
                </a:gridCol>
                <a:gridCol w="280976">
                  <a:extLst>
                    <a:ext uri="{9D8B030D-6E8A-4147-A177-3AD203B41FA5}">
                      <a16:colId xmlns:a16="http://schemas.microsoft.com/office/drawing/2014/main" val="1985681213"/>
                    </a:ext>
                  </a:extLst>
                </a:gridCol>
                <a:gridCol w="280976">
                  <a:extLst>
                    <a:ext uri="{9D8B030D-6E8A-4147-A177-3AD203B41FA5}">
                      <a16:colId xmlns:a16="http://schemas.microsoft.com/office/drawing/2014/main" val="4135832631"/>
                    </a:ext>
                  </a:extLst>
                </a:gridCol>
                <a:gridCol w="280976">
                  <a:extLst>
                    <a:ext uri="{9D8B030D-6E8A-4147-A177-3AD203B41FA5}">
                      <a16:colId xmlns:a16="http://schemas.microsoft.com/office/drawing/2014/main" val="250417749"/>
                    </a:ext>
                  </a:extLst>
                </a:gridCol>
                <a:gridCol w="280976">
                  <a:extLst>
                    <a:ext uri="{9D8B030D-6E8A-4147-A177-3AD203B41FA5}">
                      <a16:colId xmlns:a16="http://schemas.microsoft.com/office/drawing/2014/main" val="2068226975"/>
                    </a:ext>
                  </a:extLst>
                </a:gridCol>
                <a:gridCol w="280976">
                  <a:extLst>
                    <a:ext uri="{9D8B030D-6E8A-4147-A177-3AD203B41FA5}">
                      <a16:colId xmlns:a16="http://schemas.microsoft.com/office/drawing/2014/main" val="2070413510"/>
                    </a:ext>
                  </a:extLst>
                </a:gridCol>
                <a:gridCol w="280976">
                  <a:extLst>
                    <a:ext uri="{9D8B030D-6E8A-4147-A177-3AD203B41FA5}">
                      <a16:colId xmlns:a16="http://schemas.microsoft.com/office/drawing/2014/main" val="3499063609"/>
                    </a:ext>
                  </a:extLst>
                </a:gridCol>
                <a:gridCol w="280976">
                  <a:extLst>
                    <a:ext uri="{9D8B030D-6E8A-4147-A177-3AD203B41FA5}">
                      <a16:colId xmlns:a16="http://schemas.microsoft.com/office/drawing/2014/main" val="3731232864"/>
                    </a:ext>
                  </a:extLst>
                </a:gridCol>
                <a:gridCol w="280976">
                  <a:extLst>
                    <a:ext uri="{9D8B030D-6E8A-4147-A177-3AD203B41FA5}">
                      <a16:colId xmlns:a16="http://schemas.microsoft.com/office/drawing/2014/main" val="3081071394"/>
                    </a:ext>
                  </a:extLst>
                </a:gridCol>
                <a:gridCol w="280976">
                  <a:extLst>
                    <a:ext uri="{9D8B030D-6E8A-4147-A177-3AD203B41FA5}">
                      <a16:colId xmlns:a16="http://schemas.microsoft.com/office/drawing/2014/main" val="1973762647"/>
                    </a:ext>
                  </a:extLst>
                </a:gridCol>
                <a:gridCol w="280976">
                  <a:extLst>
                    <a:ext uri="{9D8B030D-6E8A-4147-A177-3AD203B41FA5}">
                      <a16:colId xmlns:a16="http://schemas.microsoft.com/office/drawing/2014/main" val="2326673002"/>
                    </a:ext>
                  </a:extLst>
                </a:gridCol>
                <a:gridCol w="280976">
                  <a:extLst>
                    <a:ext uri="{9D8B030D-6E8A-4147-A177-3AD203B41FA5}">
                      <a16:colId xmlns:a16="http://schemas.microsoft.com/office/drawing/2014/main" val="2626994185"/>
                    </a:ext>
                  </a:extLst>
                </a:gridCol>
                <a:gridCol w="280976">
                  <a:extLst>
                    <a:ext uri="{9D8B030D-6E8A-4147-A177-3AD203B41FA5}">
                      <a16:colId xmlns:a16="http://schemas.microsoft.com/office/drawing/2014/main" val="1102169097"/>
                    </a:ext>
                  </a:extLst>
                </a:gridCol>
                <a:gridCol w="280976">
                  <a:extLst>
                    <a:ext uri="{9D8B030D-6E8A-4147-A177-3AD203B41FA5}">
                      <a16:colId xmlns:a16="http://schemas.microsoft.com/office/drawing/2014/main" val="1431837410"/>
                    </a:ext>
                  </a:extLst>
                </a:gridCol>
                <a:gridCol w="280976">
                  <a:extLst>
                    <a:ext uri="{9D8B030D-6E8A-4147-A177-3AD203B41FA5}">
                      <a16:colId xmlns:a16="http://schemas.microsoft.com/office/drawing/2014/main" val="3612498637"/>
                    </a:ext>
                  </a:extLst>
                </a:gridCol>
                <a:gridCol w="280976">
                  <a:extLst>
                    <a:ext uri="{9D8B030D-6E8A-4147-A177-3AD203B41FA5}">
                      <a16:colId xmlns:a16="http://schemas.microsoft.com/office/drawing/2014/main" val="1957395710"/>
                    </a:ext>
                  </a:extLst>
                </a:gridCol>
                <a:gridCol w="280976">
                  <a:extLst>
                    <a:ext uri="{9D8B030D-6E8A-4147-A177-3AD203B41FA5}">
                      <a16:colId xmlns:a16="http://schemas.microsoft.com/office/drawing/2014/main" val="252950501"/>
                    </a:ext>
                  </a:extLst>
                </a:gridCol>
              </a:tblGrid>
              <a:tr h="370840">
                <a:tc>
                  <a:txBody>
                    <a:bodyPr/>
                    <a:lstStyle/>
                    <a:p>
                      <a:r>
                        <a:rPr lang="en-US" altLang="zh-TW" dirty="0"/>
                        <a:t>K</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endParaRPr lang="zh-TW" altLang="en-US" dirty="0">
                        <a:solidFill>
                          <a:srgbClr val="FF0000"/>
                        </a:solidFill>
                      </a:endParaRPr>
                    </a:p>
                  </a:txBody>
                  <a:tcPr>
                    <a:solidFill>
                      <a:schemeClr val="bg1"/>
                    </a:solidFill>
                  </a:tcPr>
                </a:tc>
                <a:tc>
                  <a:txBody>
                    <a:bodyPr/>
                    <a:lstStyle/>
                    <a:p>
                      <a:r>
                        <a:rPr lang="en-US" altLang="zh-TW" dirty="0"/>
                        <a:t>F</a:t>
                      </a:r>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L</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Y</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O</a:t>
                      </a:r>
                      <a:endParaRPr lang="zh-TW" altLang="en-US" dirty="0"/>
                    </a:p>
                  </a:txBody>
                  <a:tcPr>
                    <a:solidFill>
                      <a:schemeClr val="bg1"/>
                    </a:solidFill>
                  </a:tcPr>
                </a:tc>
                <a:tc>
                  <a:txBody>
                    <a:bodyPr/>
                    <a:lstStyle/>
                    <a:p>
                      <a:r>
                        <a:rPr lang="en-US" altLang="zh-TW" dirty="0"/>
                        <a:t>N</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I</a:t>
                      </a:r>
                      <a:endParaRPr lang="zh-TW" altLang="en-US" dirty="0"/>
                    </a:p>
                  </a:txBody>
                  <a:tcPr>
                    <a:solidFill>
                      <a:schemeClr val="bg1"/>
                    </a:solidFill>
                  </a:tcPr>
                </a:tc>
                <a:tc>
                  <a:txBody>
                    <a:bodyPr/>
                    <a:lstStyle/>
                    <a:p>
                      <a:r>
                        <a:rPr lang="en-US" altLang="zh-TW" dirty="0"/>
                        <a:t>S</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D</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R</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J</a:t>
                      </a:r>
                      <a:endParaRPr lang="zh-TW" altLang="en-US" dirty="0"/>
                    </a:p>
                  </a:txBody>
                  <a:tcPr>
                    <a:solidFill>
                      <a:schemeClr val="accent2"/>
                    </a:solidFill>
                  </a:tcPr>
                </a:tc>
                <a:tc>
                  <a:txBody>
                    <a:bodyPr/>
                    <a:lstStyle/>
                    <a:p>
                      <a:r>
                        <a:rPr lang="en-US" altLang="zh-TW" dirty="0"/>
                        <a:t>K</a:t>
                      </a:r>
                      <a:endParaRPr lang="zh-TW" altLang="en-US" dirty="0"/>
                    </a:p>
                  </a:txBody>
                  <a:tcPr>
                    <a:solidFill>
                      <a:schemeClr val="accent2"/>
                    </a:solidFill>
                  </a:tcPr>
                </a:tc>
                <a:tc>
                  <a:txBody>
                    <a:bodyPr/>
                    <a:lstStyle/>
                    <a:p>
                      <a:r>
                        <a:rPr lang="en-US" altLang="zh-TW" dirty="0"/>
                        <a:t>U</a:t>
                      </a:r>
                      <a:endParaRPr lang="zh-TW" altLang="en-US" dirty="0"/>
                    </a:p>
                  </a:txBody>
                  <a:tcPr>
                    <a:solidFill>
                      <a:schemeClr val="accent2"/>
                    </a:solidFill>
                  </a:tcPr>
                </a:tc>
                <a:tc>
                  <a:txBody>
                    <a:bodyPr/>
                    <a:lstStyle/>
                    <a:p>
                      <a:r>
                        <a:rPr lang="en-US" altLang="zh-TW" dirty="0"/>
                        <a:t>M</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4150786817"/>
                  </a:ext>
                </a:extLst>
              </a:tr>
            </a:tbl>
          </a:graphicData>
        </a:graphic>
      </p:graphicFrame>
      <p:graphicFrame>
        <p:nvGraphicFramePr>
          <p:cNvPr id="6" name="表格 5">
            <a:extLst>
              <a:ext uri="{FF2B5EF4-FFF2-40B4-BE49-F238E27FC236}">
                <a16:creationId xmlns:a16="http://schemas.microsoft.com/office/drawing/2014/main" id="{5355191C-D0D8-A923-07CD-5AB94D7DA205}"/>
              </a:ext>
            </a:extLst>
          </p:cNvPr>
          <p:cNvGraphicFramePr>
            <a:graphicFrameLocks noGrp="1"/>
          </p:cNvGraphicFramePr>
          <p:nvPr>
            <p:extLst>
              <p:ext uri="{D42A27DB-BD31-4B8C-83A1-F6EECF244321}">
                <p14:modId xmlns:p14="http://schemas.microsoft.com/office/powerpoint/2010/main" val="1683857441"/>
              </p:ext>
            </p:extLst>
          </p:nvPr>
        </p:nvGraphicFramePr>
        <p:xfrm>
          <a:off x="2935111" y="1956753"/>
          <a:ext cx="6321777"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gridCol w="903111">
                  <a:extLst>
                    <a:ext uri="{9D8B030D-6E8A-4147-A177-3AD203B41FA5}">
                      <a16:colId xmlns:a16="http://schemas.microsoft.com/office/drawing/2014/main" val="4159299063"/>
                    </a:ext>
                  </a:extLst>
                </a:gridCol>
                <a:gridCol w="903111">
                  <a:extLst>
                    <a:ext uri="{9D8B030D-6E8A-4147-A177-3AD203B41FA5}">
                      <a16:colId xmlns:a16="http://schemas.microsoft.com/office/drawing/2014/main" val="591569866"/>
                    </a:ext>
                  </a:extLst>
                </a:gridCol>
                <a:gridCol w="903111">
                  <a:extLst>
                    <a:ext uri="{9D8B030D-6E8A-4147-A177-3AD203B41FA5}">
                      <a16:colId xmlns:a16="http://schemas.microsoft.com/office/drawing/2014/main" val="2240670144"/>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J</a:t>
                      </a:r>
                      <a:endParaRPr lang="zh-TW" altLang="en-US" dirty="0"/>
                    </a:p>
                  </a:txBody>
                  <a:tcPr>
                    <a:solidFill>
                      <a:schemeClr val="bg1"/>
                    </a:solidFill>
                  </a:tcPr>
                </a:tc>
                <a:tc>
                  <a:txBody>
                    <a:bodyPr/>
                    <a:lstStyle/>
                    <a:p>
                      <a:r>
                        <a:rPr lang="en-US" altLang="zh-TW" dirty="0"/>
                        <a:t>K</a:t>
                      </a:r>
                      <a:endParaRPr lang="zh-TW" altLang="en-US" dirty="0"/>
                    </a:p>
                  </a:txBody>
                  <a:tcPr>
                    <a:solidFill>
                      <a:schemeClr val="bg1"/>
                    </a:solidFill>
                  </a:tcPr>
                </a:tc>
                <a:tc>
                  <a:txBody>
                    <a:bodyPr/>
                    <a:lstStyle/>
                    <a:p>
                      <a:r>
                        <a:rPr lang="en-US" altLang="zh-TW" dirty="0"/>
                        <a:t>M</a:t>
                      </a:r>
                      <a:endParaRPr lang="zh-TW" altLang="en-US" dirty="0"/>
                    </a:p>
                  </a:txBody>
                  <a:tcPr>
                    <a:solidFill>
                      <a:schemeClr val="bg1"/>
                    </a:solidFill>
                  </a:tcPr>
                </a:tc>
                <a:tc>
                  <a:txBody>
                    <a:bodyPr/>
                    <a:lstStyle/>
                    <a:p>
                      <a:r>
                        <a:rPr lang="en-US" altLang="zh-TW" dirty="0"/>
                        <a:t>R</a:t>
                      </a:r>
                      <a:endParaRPr lang="zh-TW" altLang="en-US" dirty="0"/>
                    </a:p>
                  </a:txBody>
                  <a:tcPr>
                    <a:solidFill>
                      <a:schemeClr val="bg1"/>
                    </a:solidFill>
                  </a:tcPr>
                </a:tc>
                <a:tc>
                  <a:txBody>
                    <a:bodyPr/>
                    <a:lstStyle/>
                    <a:p>
                      <a:r>
                        <a:rPr lang="en-US" altLang="zh-TW" dirty="0"/>
                        <a:t>U</a:t>
                      </a:r>
                      <a:endParaRPr lang="zh-TW" altLang="en-US" dirty="0"/>
                    </a:p>
                  </a:txBody>
                  <a:tcPr>
                    <a:solidFill>
                      <a:schemeClr val="bg1"/>
                    </a:solidFill>
                  </a:tcPr>
                </a:tc>
                <a:tc>
                  <a:txBody>
                    <a:bodyPr/>
                    <a:lstStyle/>
                    <a:p>
                      <a:endParaRPr lang="zh-TW" altLang="en-US" dirty="0">
                        <a:solidFill>
                          <a:schemeClr val="bg1"/>
                        </a:solidFill>
                      </a:endParaRPr>
                    </a:p>
                  </a:txBody>
                  <a:tcPr>
                    <a:solidFill>
                      <a:schemeClr val="bg1"/>
                    </a:solidFill>
                  </a:tcPr>
                </a:tc>
                <a:extLst>
                  <a:ext uri="{0D108BD9-81ED-4DB2-BD59-A6C34878D82A}">
                    <a16:rowId xmlns:a16="http://schemas.microsoft.com/office/drawing/2014/main" val="3123881120"/>
                  </a:ext>
                </a:extLst>
              </a:tr>
              <a:tr h="351611">
                <a:tc>
                  <a:txBody>
                    <a:bodyPr/>
                    <a:lstStyle/>
                    <a:p>
                      <a:r>
                        <a:rPr lang="en-US" altLang="zh-TW" dirty="0"/>
                        <a:t>1</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A63F4A98-D4F1-7682-7084-1C4B1CA55977}"/>
              </a:ext>
            </a:extLst>
          </p:cNvPr>
          <p:cNvGraphicFramePr>
            <a:graphicFrameLocks noGrp="1"/>
          </p:cNvGraphicFramePr>
          <p:nvPr>
            <p:extLst>
              <p:ext uri="{D42A27DB-BD31-4B8C-83A1-F6EECF244321}">
                <p14:modId xmlns:p14="http://schemas.microsoft.com/office/powerpoint/2010/main" val="4091269022"/>
              </p:ext>
            </p:extLst>
          </p:nvPr>
        </p:nvGraphicFramePr>
        <p:xfrm>
          <a:off x="9627492" y="4111795"/>
          <a:ext cx="2246400" cy="370840"/>
        </p:xfrm>
        <a:graphic>
          <a:graphicData uri="http://schemas.openxmlformats.org/drawingml/2006/table">
            <a:tbl>
              <a:tblPr firstRow="1" bandRow="1">
                <a:tableStyleId>{D7AC3CCA-C797-4891-BE02-D94E43425B78}</a:tableStyleId>
              </a:tblPr>
              <a:tblGrid>
                <a:gridCol w="280800">
                  <a:extLst>
                    <a:ext uri="{9D8B030D-6E8A-4147-A177-3AD203B41FA5}">
                      <a16:colId xmlns:a16="http://schemas.microsoft.com/office/drawing/2014/main" val="1998882486"/>
                    </a:ext>
                  </a:extLst>
                </a:gridCol>
                <a:gridCol w="280800">
                  <a:extLst>
                    <a:ext uri="{9D8B030D-6E8A-4147-A177-3AD203B41FA5}">
                      <a16:colId xmlns:a16="http://schemas.microsoft.com/office/drawing/2014/main" val="2851910617"/>
                    </a:ext>
                  </a:extLst>
                </a:gridCol>
                <a:gridCol w="280800">
                  <a:extLst>
                    <a:ext uri="{9D8B030D-6E8A-4147-A177-3AD203B41FA5}">
                      <a16:colId xmlns:a16="http://schemas.microsoft.com/office/drawing/2014/main" val="3735992302"/>
                    </a:ext>
                  </a:extLst>
                </a:gridCol>
                <a:gridCol w="280800">
                  <a:extLst>
                    <a:ext uri="{9D8B030D-6E8A-4147-A177-3AD203B41FA5}">
                      <a16:colId xmlns:a16="http://schemas.microsoft.com/office/drawing/2014/main" val="265816569"/>
                    </a:ext>
                  </a:extLst>
                </a:gridCol>
                <a:gridCol w="280800">
                  <a:extLst>
                    <a:ext uri="{9D8B030D-6E8A-4147-A177-3AD203B41FA5}">
                      <a16:colId xmlns:a16="http://schemas.microsoft.com/office/drawing/2014/main" val="2675734568"/>
                    </a:ext>
                  </a:extLst>
                </a:gridCol>
                <a:gridCol w="280800">
                  <a:extLst>
                    <a:ext uri="{9D8B030D-6E8A-4147-A177-3AD203B41FA5}">
                      <a16:colId xmlns:a16="http://schemas.microsoft.com/office/drawing/2014/main" val="3775128277"/>
                    </a:ext>
                  </a:extLst>
                </a:gridCol>
                <a:gridCol w="280800">
                  <a:extLst>
                    <a:ext uri="{9D8B030D-6E8A-4147-A177-3AD203B41FA5}">
                      <a16:colId xmlns:a16="http://schemas.microsoft.com/office/drawing/2014/main" val="2299963435"/>
                    </a:ext>
                  </a:extLst>
                </a:gridCol>
                <a:gridCol w="280800">
                  <a:extLst>
                    <a:ext uri="{9D8B030D-6E8A-4147-A177-3AD203B41FA5}">
                      <a16:colId xmlns:a16="http://schemas.microsoft.com/office/drawing/2014/main" val="3142967791"/>
                    </a:ext>
                  </a:extLst>
                </a:gridCol>
              </a:tblGrid>
              <a:tr h="370840">
                <a:tc>
                  <a:txBody>
                    <a:bodyPr/>
                    <a:lstStyle/>
                    <a:p>
                      <a:r>
                        <a:rPr lang="en-US" altLang="zh-TW" dirty="0"/>
                        <a:t>R</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J</a:t>
                      </a:r>
                      <a:endParaRPr lang="zh-TW" altLang="en-US" dirty="0"/>
                    </a:p>
                  </a:txBody>
                  <a:tcPr>
                    <a:solidFill>
                      <a:schemeClr val="accent2"/>
                    </a:solidFill>
                  </a:tcPr>
                </a:tc>
                <a:tc>
                  <a:txBody>
                    <a:bodyPr/>
                    <a:lstStyle/>
                    <a:p>
                      <a:r>
                        <a:rPr lang="en-US" altLang="zh-TW" dirty="0"/>
                        <a:t>K</a:t>
                      </a:r>
                      <a:endParaRPr lang="zh-TW" altLang="en-US" dirty="0"/>
                    </a:p>
                  </a:txBody>
                  <a:tcPr>
                    <a:solidFill>
                      <a:schemeClr val="accent2"/>
                    </a:solidFill>
                  </a:tcPr>
                </a:tc>
                <a:tc>
                  <a:txBody>
                    <a:bodyPr/>
                    <a:lstStyle/>
                    <a:p>
                      <a:r>
                        <a:rPr lang="en-US" altLang="zh-TW" dirty="0"/>
                        <a:t>U</a:t>
                      </a:r>
                      <a:endParaRPr lang="zh-TW" altLang="en-US" dirty="0"/>
                    </a:p>
                  </a:txBody>
                  <a:tcPr>
                    <a:solidFill>
                      <a:schemeClr val="accent2"/>
                    </a:solidFill>
                  </a:tcPr>
                </a:tc>
                <a:tc>
                  <a:txBody>
                    <a:bodyPr/>
                    <a:lstStyle/>
                    <a:p>
                      <a:r>
                        <a:rPr lang="en-US" altLang="zh-TW" dirty="0"/>
                        <a:t>M</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R</a:t>
                      </a:r>
                      <a:endParaRPr lang="zh-TW" altLang="en-US" dirty="0"/>
                    </a:p>
                  </a:txBody>
                  <a:tcPr>
                    <a:solidFill>
                      <a:schemeClr val="accent2"/>
                    </a:solidFill>
                  </a:tcPr>
                </a:tc>
                <a:extLst>
                  <a:ext uri="{0D108BD9-81ED-4DB2-BD59-A6C34878D82A}">
                    <a16:rowId xmlns:a16="http://schemas.microsoft.com/office/drawing/2014/main" val="1831945049"/>
                  </a:ext>
                </a:extLst>
              </a:tr>
            </a:tbl>
          </a:graphicData>
        </a:graphic>
      </p:graphicFrame>
    </p:spTree>
    <p:extLst>
      <p:ext uri="{BB962C8B-B14F-4D97-AF65-F5344CB8AC3E}">
        <p14:creationId xmlns:p14="http://schemas.microsoft.com/office/powerpoint/2010/main" val="12645812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DBD8D0-1615-24DB-757B-59FE7B1D3FA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Maximum-shift </a:t>
            </a:r>
            <a:r>
              <a:rPr lang="en-US" altLang="zh-TW" dirty="0" err="1">
                <a:latin typeface="Times New Roman" panose="02020603050405020304" pitchFamily="18" charset="0"/>
                <a:cs typeface="Times New Roman" panose="02020603050405020304" pitchFamily="18" charset="0"/>
              </a:rPr>
              <a:t>algotithm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4DD3DEAF-1B91-C0C0-A86E-8E6D46681764}"/>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Preprocessing Stage</a:t>
            </a:r>
          </a:p>
          <a:p>
            <a:pPr marL="914400" lvl="1" indent="-457200">
              <a:buFont typeface="+mj-lt"/>
              <a:buAutoNum type="arabicPeriod"/>
            </a:pPr>
            <a:r>
              <a:rPr lang="en-US" altLang="zh-TW" dirty="0">
                <a:latin typeface="Times New Roman" panose="02020603050405020304" pitchFamily="18" charset="0"/>
                <a:cs typeface="Times New Roman" panose="02020603050405020304" pitchFamily="18" charset="0"/>
              </a:rPr>
              <a:t>Quick-search algorithm</a:t>
            </a:r>
          </a:p>
          <a:p>
            <a:pPr marL="914400" lvl="1" indent="-457200">
              <a:buFont typeface="+mj-lt"/>
              <a:buAutoNum type="arabicPeriod"/>
            </a:pP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 algorithm</a:t>
            </a:r>
          </a:p>
          <a:p>
            <a:r>
              <a:rPr lang="en-US" altLang="zh-TW" dirty="0">
                <a:latin typeface="Times New Roman" panose="02020603050405020304" pitchFamily="18" charset="0"/>
                <a:cs typeface="Times New Roman" panose="02020603050405020304" pitchFamily="18" charset="0"/>
              </a:rPr>
              <a:t>Max-shift stage</a:t>
            </a:r>
          </a:p>
          <a:p>
            <a:r>
              <a:rPr lang="en-US" altLang="zh-TW" dirty="0">
                <a:latin typeface="Times New Roman" panose="02020603050405020304" pitchFamily="18" charset="0"/>
                <a:cs typeface="Times New Roman" panose="02020603050405020304" pitchFamily="18" charset="0"/>
              </a:rPr>
              <a:t>Search phase</a:t>
            </a:r>
          </a:p>
          <a:p>
            <a:pPr marL="0" indent="0">
              <a:buNone/>
            </a:pPr>
            <a:r>
              <a:rPr lang="en-US" altLang="zh-TW" dirty="0">
                <a:latin typeface="Times New Roman" panose="02020603050405020304" pitchFamily="18" charset="0"/>
                <a:cs typeface="Times New Roman" panose="02020603050405020304" pitchFamily="18" charset="0"/>
              </a:rPr>
              <a:t>Given a </a:t>
            </a:r>
            <a:r>
              <a:rPr lang="en-US" altLang="zh-TW" dirty="0" err="1">
                <a:latin typeface="Times New Roman" panose="02020603050405020304" pitchFamily="18" charset="0"/>
                <a:cs typeface="Times New Roman" panose="02020603050405020304" pitchFamily="18" charset="0"/>
              </a:rPr>
              <a:t>genesequence</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y=ATCTAACATCATAACCCTAATTGGCAGAGAGAGAATCAATCGAATCA</a:t>
            </a:r>
          </a:p>
          <a:p>
            <a:pPr marL="0" indent="0">
              <a:buNone/>
            </a:pPr>
            <a:r>
              <a:rPr lang="en-US" altLang="zh-TW" dirty="0">
                <a:latin typeface="Times New Roman" panose="02020603050405020304" pitchFamily="18" charset="0"/>
                <a:cs typeface="Times New Roman" panose="02020603050405020304" pitchFamily="18" charset="0"/>
              </a:rPr>
              <a:t>And a pattern </a:t>
            </a:r>
            <a:r>
              <a:rPr lang="en-US" altLang="zh-TW" i="1" dirty="0">
                <a:latin typeface="Times New Roman" panose="02020603050405020304" pitchFamily="18" charset="0"/>
                <a:cs typeface="Times New Roman" panose="02020603050405020304" pitchFamily="18" charset="0"/>
              </a:rPr>
              <a:t>p </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GCAGAGAG</a:t>
            </a:r>
            <a:endParaRPr lang="zh-TW" altLang="en-US" i="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40783E1B-A0DE-D8E8-3871-A8EC08BDC93A}"/>
              </a:ext>
            </a:extLst>
          </p:cNvPr>
          <p:cNvSpPr>
            <a:spLocks noGrp="1"/>
          </p:cNvSpPr>
          <p:nvPr>
            <p:ph type="sldNum" sz="quarter" idx="12"/>
          </p:nvPr>
        </p:nvSpPr>
        <p:spPr/>
        <p:txBody>
          <a:bodyPr/>
          <a:lstStyle/>
          <a:p>
            <a:fld id="{C497B8E6-CB28-4350-9E62-3F3C29E41FED}" type="slidenum">
              <a:rPr lang="zh-TW" altLang="en-US" smtClean="0"/>
              <a:t>13</a:t>
            </a:fld>
            <a:endParaRPr lang="zh-TW" altLang="en-US"/>
          </a:p>
        </p:txBody>
      </p:sp>
    </p:spTree>
    <p:extLst>
      <p:ext uri="{BB962C8B-B14F-4D97-AF65-F5344CB8AC3E}">
        <p14:creationId xmlns:p14="http://schemas.microsoft.com/office/powerpoint/2010/main" val="22971967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F4F680-2901-61BC-6F23-F4A8C3D8CDD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Stage (</a:t>
            </a:r>
            <a:r>
              <a:rPr lang="en-US" altLang="zh-TW" sz="4400" dirty="0">
                <a:latin typeface="Times New Roman" panose="02020603050405020304" pitchFamily="18" charset="0"/>
                <a:ea typeface="+mj-ea"/>
                <a:cs typeface="Times New Roman" panose="02020603050405020304" pitchFamily="18" charset="0"/>
              </a:rPr>
              <a:t>Quick-Search)</a:t>
            </a:r>
            <a:endParaRPr lang="zh-TW" altLang="en-US" dirty="0"/>
          </a:p>
        </p:txBody>
      </p:sp>
      <p:sp>
        <p:nvSpPr>
          <p:cNvPr id="3" name="內容版面配置區 2">
            <a:extLst>
              <a:ext uri="{FF2B5EF4-FFF2-40B4-BE49-F238E27FC236}">
                <a16:creationId xmlns:a16="http://schemas.microsoft.com/office/drawing/2014/main" id="{B3F4FF93-8187-B35C-CDFE-C09197AF6AE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Shift table</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pattern string = GCAGAGAG</a:t>
            </a:r>
          </a:p>
          <a:p>
            <a:r>
              <a:rPr lang="en-US" altLang="zh-TW" dirty="0">
                <a:latin typeface="Times New Roman" panose="02020603050405020304" pitchFamily="18" charset="0"/>
                <a:cs typeface="Times New Roman" panose="02020603050405020304" pitchFamily="18" charset="0"/>
              </a:rPr>
              <a:t>Length of pattern = 8</a:t>
            </a:r>
          </a:p>
          <a:p>
            <a:r>
              <a:rPr lang="en-US" altLang="zh-TW" dirty="0">
                <a:latin typeface="Times New Roman" panose="02020603050405020304" pitchFamily="18" charset="0"/>
                <a:cs typeface="Times New Roman" panose="02020603050405020304" pitchFamily="18" charset="0"/>
              </a:rPr>
              <a:t>Shift table:</a:t>
            </a:r>
          </a:p>
          <a:p>
            <a:endParaRPr lang="en-US"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D03DE26-5462-C703-F73C-275B7D9014D4}"/>
              </a:ext>
            </a:extLst>
          </p:cNvPr>
          <p:cNvSpPr>
            <a:spLocks noGrp="1"/>
          </p:cNvSpPr>
          <p:nvPr>
            <p:ph type="sldNum" sz="quarter" idx="12"/>
          </p:nvPr>
        </p:nvSpPr>
        <p:spPr/>
        <p:txBody>
          <a:bodyPr/>
          <a:lstStyle/>
          <a:p>
            <a:fld id="{C497B8E6-CB28-4350-9E62-3F3C29E41FED}" type="slidenum">
              <a:rPr lang="zh-TW" altLang="en-US" smtClean="0"/>
              <a:t>14</a:t>
            </a:fld>
            <a:endParaRPr lang="zh-TW" altLang="en-US"/>
          </a:p>
        </p:txBody>
      </p:sp>
      <p:pic>
        <p:nvPicPr>
          <p:cNvPr id="8" name="圖片 7">
            <a:extLst>
              <a:ext uri="{FF2B5EF4-FFF2-40B4-BE49-F238E27FC236}">
                <a16:creationId xmlns:a16="http://schemas.microsoft.com/office/drawing/2014/main" id="{60FF9850-0A08-A799-ED10-5E6490285DBD}"/>
              </a:ext>
            </a:extLst>
          </p:cNvPr>
          <p:cNvPicPr>
            <a:picLocks noChangeAspect="1"/>
          </p:cNvPicPr>
          <p:nvPr/>
        </p:nvPicPr>
        <p:blipFill>
          <a:blip r:embed="rId2"/>
          <a:stretch>
            <a:fillRect/>
          </a:stretch>
        </p:blipFill>
        <p:spPr>
          <a:xfrm>
            <a:off x="3190469" y="2602088"/>
            <a:ext cx="5811061" cy="1162212"/>
          </a:xfrm>
          <a:prstGeom prst="rect">
            <a:avLst/>
          </a:prstGeom>
        </p:spPr>
      </p:pic>
      <p:graphicFrame>
        <p:nvGraphicFramePr>
          <p:cNvPr id="10" name="表格 9">
            <a:extLst>
              <a:ext uri="{FF2B5EF4-FFF2-40B4-BE49-F238E27FC236}">
                <a16:creationId xmlns:a16="http://schemas.microsoft.com/office/drawing/2014/main" id="{C9D7E5FF-7B04-DDDD-DDB3-5A34A5CE0730}"/>
              </a:ext>
            </a:extLst>
          </p:cNvPr>
          <p:cNvGraphicFramePr>
            <a:graphicFrameLocks noGrp="1"/>
          </p:cNvGraphicFramePr>
          <p:nvPr>
            <p:extLst>
              <p:ext uri="{D42A27DB-BD31-4B8C-83A1-F6EECF244321}">
                <p14:modId xmlns:p14="http://schemas.microsoft.com/office/powerpoint/2010/main" val="1668109617"/>
              </p:ext>
            </p:extLst>
          </p:nvPr>
        </p:nvGraphicFramePr>
        <p:xfrm>
          <a:off x="4289777" y="5328649"/>
          <a:ext cx="3612444" cy="736600"/>
        </p:xfrm>
        <a:graphic>
          <a:graphicData uri="http://schemas.openxmlformats.org/drawingml/2006/table">
            <a:tbl>
              <a:tblPr firstRow="1">
                <a:tableStyleId>{D7AC3CCA-C797-4891-BE02-D94E43425B78}</a:tableStyleId>
              </a:tblPr>
              <a:tblGrid>
                <a:gridCol w="903111">
                  <a:extLst>
                    <a:ext uri="{9D8B030D-6E8A-4147-A177-3AD203B41FA5}">
                      <a16:colId xmlns:a16="http://schemas.microsoft.com/office/drawing/2014/main" val="2548151763"/>
                    </a:ext>
                  </a:extLst>
                </a:gridCol>
                <a:gridCol w="903111">
                  <a:extLst>
                    <a:ext uri="{9D8B030D-6E8A-4147-A177-3AD203B41FA5}">
                      <a16:colId xmlns:a16="http://schemas.microsoft.com/office/drawing/2014/main" val="1374340777"/>
                    </a:ext>
                  </a:extLst>
                </a:gridCol>
                <a:gridCol w="903111">
                  <a:extLst>
                    <a:ext uri="{9D8B030D-6E8A-4147-A177-3AD203B41FA5}">
                      <a16:colId xmlns:a16="http://schemas.microsoft.com/office/drawing/2014/main" val="983427264"/>
                    </a:ext>
                  </a:extLst>
                </a:gridCol>
                <a:gridCol w="903111">
                  <a:extLst>
                    <a:ext uri="{9D8B030D-6E8A-4147-A177-3AD203B41FA5}">
                      <a16:colId xmlns:a16="http://schemas.microsoft.com/office/drawing/2014/main" val="2987533520"/>
                    </a:ext>
                  </a:extLst>
                </a:gridCol>
              </a:tblGrid>
              <a:tr h="370840">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351611">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spTree>
    <p:extLst>
      <p:ext uri="{BB962C8B-B14F-4D97-AF65-F5344CB8AC3E}">
        <p14:creationId xmlns:p14="http://schemas.microsoft.com/office/powerpoint/2010/main" val="26169477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E86A3C-1FED-B14A-D827-3042B916F09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Stage (</a:t>
            </a: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 algorithm</a:t>
            </a:r>
            <a:r>
              <a:rPr lang="en-US" altLang="zh-TW" sz="4400" dirty="0">
                <a:latin typeface="Times New Roman" panose="02020603050405020304" pitchFamily="18" charset="0"/>
                <a:ea typeface="+mj-ea"/>
                <a:cs typeface="Times New Roman" panose="02020603050405020304" pitchFamily="18" charset="0"/>
              </a:rPr>
              <a:t>)</a:t>
            </a:r>
            <a:endParaRPr lang="zh-TW" altLang="en-US" dirty="0"/>
          </a:p>
        </p:txBody>
      </p:sp>
      <p:sp>
        <p:nvSpPr>
          <p:cNvPr id="3" name="內容版面配置區 2">
            <a:extLst>
              <a:ext uri="{FF2B5EF4-FFF2-40B4-BE49-F238E27FC236}">
                <a16:creationId xmlns:a16="http://schemas.microsoft.com/office/drawing/2014/main" id="{87000896-C67E-2ADD-8258-3CA3EA28E54E}"/>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Shift table</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C4B7FC08-D28C-1164-553A-6E48FD278D22}"/>
              </a:ext>
            </a:extLst>
          </p:cNvPr>
          <p:cNvSpPr>
            <a:spLocks noGrp="1"/>
          </p:cNvSpPr>
          <p:nvPr>
            <p:ph type="sldNum" sz="quarter" idx="12"/>
          </p:nvPr>
        </p:nvSpPr>
        <p:spPr/>
        <p:txBody>
          <a:bodyPr/>
          <a:lstStyle/>
          <a:p>
            <a:fld id="{C497B8E6-CB28-4350-9E62-3F3C29E41FED}" type="slidenum">
              <a:rPr lang="zh-TW" altLang="en-US" smtClean="0"/>
              <a:t>15</a:t>
            </a:fld>
            <a:endParaRPr lang="zh-TW" altLang="en-US"/>
          </a:p>
        </p:txBody>
      </p:sp>
      <p:pic>
        <p:nvPicPr>
          <p:cNvPr id="6" name="圖片 5">
            <a:extLst>
              <a:ext uri="{FF2B5EF4-FFF2-40B4-BE49-F238E27FC236}">
                <a16:creationId xmlns:a16="http://schemas.microsoft.com/office/drawing/2014/main" id="{BD02C02C-F380-D79B-1AE3-552A59AF3762}"/>
              </a:ext>
            </a:extLst>
          </p:cNvPr>
          <p:cNvPicPr>
            <a:picLocks noChangeAspect="1"/>
          </p:cNvPicPr>
          <p:nvPr/>
        </p:nvPicPr>
        <p:blipFill>
          <a:blip r:embed="rId2"/>
          <a:stretch>
            <a:fillRect/>
          </a:stretch>
        </p:blipFill>
        <p:spPr>
          <a:xfrm>
            <a:off x="3269871" y="2481844"/>
            <a:ext cx="5340730" cy="2633219"/>
          </a:xfrm>
          <a:prstGeom prst="rect">
            <a:avLst/>
          </a:prstGeom>
        </p:spPr>
      </p:pic>
    </p:spTree>
    <p:extLst>
      <p:ext uri="{BB962C8B-B14F-4D97-AF65-F5344CB8AC3E}">
        <p14:creationId xmlns:p14="http://schemas.microsoft.com/office/powerpoint/2010/main" val="4404570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B8ADEA-F623-053A-82CC-5692BE0C07A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Stage (</a:t>
            </a: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 algorithm</a:t>
            </a:r>
            <a:r>
              <a:rPr lang="en-US" altLang="zh-TW" sz="4400" dirty="0">
                <a:latin typeface="Times New Roman" panose="02020603050405020304" pitchFamily="18" charset="0"/>
                <a:ea typeface="+mj-ea"/>
                <a:cs typeface="Times New Roman" panose="02020603050405020304" pitchFamily="18" charset="0"/>
              </a:rPr>
              <a:t>)</a:t>
            </a:r>
            <a:endParaRPr lang="zh-TW" altLang="en-US" dirty="0"/>
          </a:p>
        </p:txBody>
      </p:sp>
      <p:sp>
        <p:nvSpPr>
          <p:cNvPr id="3" name="內容版面配置區 2">
            <a:extLst>
              <a:ext uri="{FF2B5EF4-FFF2-40B4-BE49-F238E27FC236}">
                <a16:creationId xmlns:a16="http://schemas.microsoft.com/office/drawing/2014/main" id="{79E88672-E26C-48D1-E91C-4EEF2A14326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pattern string = GCAGAGAG</a:t>
            </a:r>
          </a:p>
          <a:p>
            <a:r>
              <a:rPr lang="en-US" altLang="zh-TW" dirty="0">
                <a:latin typeface="Times New Roman" panose="02020603050405020304" pitchFamily="18" charset="0"/>
                <a:cs typeface="Times New Roman" panose="02020603050405020304" pitchFamily="18" charset="0"/>
              </a:rPr>
              <a:t>Length of pattern = 8</a:t>
            </a:r>
          </a:p>
          <a:p>
            <a:r>
              <a:rPr lang="en-US" altLang="zh-TW" dirty="0">
                <a:latin typeface="Times New Roman" panose="02020603050405020304" pitchFamily="18" charset="0"/>
                <a:cs typeface="Times New Roman" panose="02020603050405020304" pitchFamily="18" charset="0"/>
              </a:rPr>
              <a:t>Shift table:</a:t>
            </a:r>
          </a:p>
          <a:p>
            <a:pPr marL="0" indent="0">
              <a:buNone/>
            </a:pPr>
            <a:r>
              <a:rPr lang="en-US" altLang="zh-TW" dirty="0">
                <a:latin typeface="Times New Roman" panose="02020603050405020304" pitchFamily="18" charset="0"/>
                <a:cs typeface="Times New Roman" panose="02020603050405020304" pitchFamily="18" charset="0"/>
              </a:rPr>
              <a:t>					Initial</a:t>
            </a:r>
          </a:p>
          <a:p>
            <a:endParaRPr lang="zh-TW" altLang="en-US" dirty="0"/>
          </a:p>
        </p:txBody>
      </p:sp>
      <p:sp>
        <p:nvSpPr>
          <p:cNvPr id="4" name="投影片編號版面配置區 3">
            <a:extLst>
              <a:ext uri="{FF2B5EF4-FFF2-40B4-BE49-F238E27FC236}">
                <a16:creationId xmlns:a16="http://schemas.microsoft.com/office/drawing/2014/main" id="{1FCE756C-DB89-203B-ACFB-749DC3F6F847}"/>
              </a:ext>
            </a:extLst>
          </p:cNvPr>
          <p:cNvSpPr>
            <a:spLocks noGrp="1"/>
          </p:cNvSpPr>
          <p:nvPr>
            <p:ph type="sldNum" sz="quarter" idx="12"/>
          </p:nvPr>
        </p:nvSpPr>
        <p:spPr/>
        <p:txBody>
          <a:bodyPr/>
          <a:lstStyle/>
          <a:p>
            <a:fld id="{C497B8E6-CB28-4350-9E62-3F3C29E41FED}" type="slidenum">
              <a:rPr lang="zh-TW" altLang="en-US" smtClean="0"/>
              <a:t>16</a:t>
            </a:fld>
            <a:endParaRPr lang="zh-TW" altLang="en-US"/>
          </a:p>
        </p:txBody>
      </p:sp>
      <p:graphicFrame>
        <p:nvGraphicFramePr>
          <p:cNvPr id="5" name="表格 4">
            <a:extLst>
              <a:ext uri="{FF2B5EF4-FFF2-40B4-BE49-F238E27FC236}">
                <a16:creationId xmlns:a16="http://schemas.microsoft.com/office/drawing/2014/main" id="{19C84F9E-B552-7A4D-5617-BB4408764138}"/>
              </a:ext>
            </a:extLst>
          </p:cNvPr>
          <p:cNvGraphicFramePr>
            <a:graphicFrameLocks noGrp="1"/>
          </p:cNvGraphicFramePr>
          <p:nvPr>
            <p:extLst>
              <p:ext uri="{D42A27DB-BD31-4B8C-83A1-F6EECF244321}">
                <p14:modId xmlns:p14="http://schemas.microsoft.com/office/powerpoint/2010/main" val="3599862591"/>
              </p:ext>
            </p:extLst>
          </p:nvPr>
        </p:nvGraphicFramePr>
        <p:xfrm>
          <a:off x="2032000" y="4001294"/>
          <a:ext cx="8128000" cy="1854200"/>
        </p:xfrm>
        <a:graphic>
          <a:graphicData uri="http://schemas.openxmlformats.org/drawingml/2006/table">
            <a:tbl>
              <a:tblPr firstRow="1" firstCol="1" bandRow="1">
                <a:tableStyleId>{D7AC3CCA-C797-4891-BE02-D94E43425B78}</a:tableStyleId>
              </a:tblPr>
              <a:tblGrid>
                <a:gridCol w="1625600">
                  <a:extLst>
                    <a:ext uri="{9D8B030D-6E8A-4147-A177-3AD203B41FA5}">
                      <a16:colId xmlns:a16="http://schemas.microsoft.com/office/drawing/2014/main" val="1033709154"/>
                    </a:ext>
                  </a:extLst>
                </a:gridCol>
                <a:gridCol w="1625600">
                  <a:extLst>
                    <a:ext uri="{9D8B030D-6E8A-4147-A177-3AD203B41FA5}">
                      <a16:colId xmlns:a16="http://schemas.microsoft.com/office/drawing/2014/main" val="1411018084"/>
                    </a:ext>
                  </a:extLst>
                </a:gridCol>
                <a:gridCol w="1625600">
                  <a:extLst>
                    <a:ext uri="{9D8B030D-6E8A-4147-A177-3AD203B41FA5}">
                      <a16:colId xmlns:a16="http://schemas.microsoft.com/office/drawing/2014/main" val="2941845008"/>
                    </a:ext>
                  </a:extLst>
                </a:gridCol>
                <a:gridCol w="1625600">
                  <a:extLst>
                    <a:ext uri="{9D8B030D-6E8A-4147-A177-3AD203B41FA5}">
                      <a16:colId xmlns:a16="http://schemas.microsoft.com/office/drawing/2014/main" val="184342878"/>
                    </a:ext>
                  </a:extLst>
                </a:gridCol>
                <a:gridCol w="1625600">
                  <a:extLst>
                    <a:ext uri="{9D8B030D-6E8A-4147-A177-3AD203B41FA5}">
                      <a16:colId xmlns:a16="http://schemas.microsoft.com/office/drawing/2014/main" val="2082969993"/>
                    </a:ext>
                  </a:extLst>
                </a:gridCol>
              </a:tblGrid>
              <a:tr h="370840">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370840">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370840">
                <a:tc>
                  <a:txBody>
                    <a:bodyPr/>
                    <a:lstStyle/>
                    <a:p>
                      <a:r>
                        <a:rPr lang="en-US" altLang="zh-TW" dirty="0"/>
                        <a:t>C</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370840">
                <a:tc>
                  <a:txBody>
                    <a:bodyPr/>
                    <a:lstStyle/>
                    <a:p>
                      <a:r>
                        <a:rPr lang="en-US" altLang="zh-TW" dirty="0"/>
                        <a:t>G</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370840">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Tree>
    <p:extLst>
      <p:ext uri="{BB962C8B-B14F-4D97-AF65-F5344CB8AC3E}">
        <p14:creationId xmlns:p14="http://schemas.microsoft.com/office/powerpoint/2010/main" val="32094395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B8ADEA-F623-053A-82CC-5692BE0C07A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Stage (</a:t>
            </a: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 algorithm</a:t>
            </a:r>
            <a:r>
              <a:rPr lang="en-US" altLang="zh-TW" sz="4400" dirty="0">
                <a:latin typeface="Times New Roman" panose="02020603050405020304" pitchFamily="18" charset="0"/>
                <a:ea typeface="+mj-ea"/>
                <a:cs typeface="Times New Roman" panose="02020603050405020304" pitchFamily="18" charset="0"/>
              </a:rPr>
              <a:t>)</a:t>
            </a:r>
            <a:endParaRPr lang="zh-TW" altLang="en-US" dirty="0"/>
          </a:p>
        </p:txBody>
      </p:sp>
      <p:sp>
        <p:nvSpPr>
          <p:cNvPr id="3" name="內容版面配置區 2">
            <a:extLst>
              <a:ext uri="{FF2B5EF4-FFF2-40B4-BE49-F238E27FC236}">
                <a16:creationId xmlns:a16="http://schemas.microsoft.com/office/drawing/2014/main" id="{79E88672-E26C-48D1-E91C-4EEF2A14326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pattern string = GCAGAGAG</a:t>
            </a:r>
          </a:p>
          <a:p>
            <a:r>
              <a:rPr lang="en-US" altLang="zh-TW" dirty="0">
                <a:latin typeface="Times New Roman" panose="02020603050405020304" pitchFamily="18" charset="0"/>
                <a:cs typeface="Times New Roman" panose="02020603050405020304" pitchFamily="18" charset="0"/>
              </a:rPr>
              <a:t>Length of pattern = 8</a:t>
            </a:r>
          </a:p>
          <a:p>
            <a:r>
              <a:rPr lang="en-US" altLang="zh-TW" dirty="0">
                <a:latin typeface="Times New Roman" panose="02020603050405020304" pitchFamily="18" charset="0"/>
                <a:cs typeface="Times New Roman" panose="02020603050405020304" pitchFamily="18" charset="0"/>
              </a:rPr>
              <a:t>Shift table:	   </a:t>
            </a:r>
            <a:r>
              <a:rPr lang="pl-PL" altLang="zh-TW" dirty="0">
                <a:latin typeface="Times New Roman" panose="02020603050405020304" pitchFamily="18" charset="0"/>
                <a:cs typeface="Times New Roman" panose="02020603050405020304" pitchFamily="18" charset="0"/>
              </a:rPr>
              <a:t>ztBc[i][</a:t>
            </a:r>
            <a:r>
              <a:rPr lang="en-US" altLang="zh-TW" dirty="0">
                <a:latin typeface="Times New Roman" panose="02020603050405020304" pitchFamily="18" charset="0"/>
                <a:cs typeface="Times New Roman" panose="02020603050405020304" pitchFamily="18" charset="0"/>
              </a:rPr>
              <a:t>‘G’</a:t>
            </a:r>
            <a:r>
              <a:rPr lang="pl-PL" altLang="zh-TW" dirty="0">
                <a:latin typeface="Times New Roman" panose="02020603050405020304" pitchFamily="18" charset="0"/>
                <a:cs typeface="Times New Roman" panose="02020603050405020304" pitchFamily="18" charset="0"/>
              </a:rPr>
              <a:t>] = m - 1;</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endParaRPr lang="zh-TW" altLang="en-US" dirty="0"/>
          </a:p>
        </p:txBody>
      </p:sp>
      <p:sp>
        <p:nvSpPr>
          <p:cNvPr id="4" name="投影片編號版面配置區 3">
            <a:extLst>
              <a:ext uri="{FF2B5EF4-FFF2-40B4-BE49-F238E27FC236}">
                <a16:creationId xmlns:a16="http://schemas.microsoft.com/office/drawing/2014/main" id="{1FCE756C-DB89-203B-ACFB-749DC3F6F847}"/>
              </a:ext>
            </a:extLst>
          </p:cNvPr>
          <p:cNvSpPr>
            <a:spLocks noGrp="1"/>
          </p:cNvSpPr>
          <p:nvPr>
            <p:ph type="sldNum" sz="quarter" idx="12"/>
          </p:nvPr>
        </p:nvSpPr>
        <p:spPr/>
        <p:txBody>
          <a:bodyPr/>
          <a:lstStyle/>
          <a:p>
            <a:fld id="{C497B8E6-CB28-4350-9E62-3F3C29E41FED}" type="slidenum">
              <a:rPr lang="zh-TW" altLang="en-US" smtClean="0"/>
              <a:t>17</a:t>
            </a:fld>
            <a:endParaRPr lang="zh-TW" altLang="en-US"/>
          </a:p>
        </p:txBody>
      </p:sp>
      <p:graphicFrame>
        <p:nvGraphicFramePr>
          <p:cNvPr id="5" name="表格 4">
            <a:extLst>
              <a:ext uri="{FF2B5EF4-FFF2-40B4-BE49-F238E27FC236}">
                <a16:creationId xmlns:a16="http://schemas.microsoft.com/office/drawing/2014/main" id="{19C84F9E-B552-7A4D-5617-BB4408764138}"/>
              </a:ext>
            </a:extLst>
          </p:cNvPr>
          <p:cNvGraphicFramePr>
            <a:graphicFrameLocks noGrp="1"/>
          </p:cNvGraphicFramePr>
          <p:nvPr>
            <p:extLst>
              <p:ext uri="{D42A27DB-BD31-4B8C-83A1-F6EECF244321}">
                <p14:modId xmlns:p14="http://schemas.microsoft.com/office/powerpoint/2010/main" val="3140031717"/>
              </p:ext>
            </p:extLst>
          </p:nvPr>
        </p:nvGraphicFramePr>
        <p:xfrm>
          <a:off x="2032000" y="4001294"/>
          <a:ext cx="8128000" cy="1854200"/>
        </p:xfrm>
        <a:graphic>
          <a:graphicData uri="http://schemas.openxmlformats.org/drawingml/2006/table">
            <a:tbl>
              <a:tblPr firstRow="1" firstCol="1" bandRow="1">
                <a:tableStyleId>{D7AC3CCA-C797-4891-BE02-D94E43425B78}</a:tableStyleId>
              </a:tblPr>
              <a:tblGrid>
                <a:gridCol w="1625600">
                  <a:extLst>
                    <a:ext uri="{9D8B030D-6E8A-4147-A177-3AD203B41FA5}">
                      <a16:colId xmlns:a16="http://schemas.microsoft.com/office/drawing/2014/main" val="1033709154"/>
                    </a:ext>
                  </a:extLst>
                </a:gridCol>
                <a:gridCol w="1625600">
                  <a:extLst>
                    <a:ext uri="{9D8B030D-6E8A-4147-A177-3AD203B41FA5}">
                      <a16:colId xmlns:a16="http://schemas.microsoft.com/office/drawing/2014/main" val="1411018084"/>
                    </a:ext>
                  </a:extLst>
                </a:gridCol>
                <a:gridCol w="1625600">
                  <a:extLst>
                    <a:ext uri="{9D8B030D-6E8A-4147-A177-3AD203B41FA5}">
                      <a16:colId xmlns:a16="http://schemas.microsoft.com/office/drawing/2014/main" val="2941845008"/>
                    </a:ext>
                  </a:extLst>
                </a:gridCol>
                <a:gridCol w="1625600">
                  <a:extLst>
                    <a:ext uri="{9D8B030D-6E8A-4147-A177-3AD203B41FA5}">
                      <a16:colId xmlns:a16="http://schemas.microsoft.com/office/drawing/2014/main" val="184342878"/>
                    </a:ext>
                  </a:extLst>
                </a:gridCol>
                <a:gridCol w="1625600">
                  <a:extLst>
                    <a:ext uri="{9D8B030D-6E8A-4147-A177-3AD203B41FA5}">
                      <a16:colId xmlns:a16="http://schemas.microsoft.com/office/drawing/2014/main" val="2082969993"/>
                    </a:ext>
                  </a:extLst>
                </a:gridCol>
              </a:tblGrid>
              <a:tr h="370840">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370840">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370840">
                <a:tc>
                  <a:txBody>
                    <a:bodyPr/>
                    <a:lstStyle/>
                    <a:p>
                      <a:r>
                        <a:rPr lang="en-US" altLang="zh-TW" dirty="0"/>
                        <a:t>C</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370840">
                <a:tc>
                  <a:txBody>
                    <a:bodyPr/>
                    <a:lstStyle/>
                    <a:p>
                      <a:r>
                        <a:rPr lang="en-US" altLang="zh-TW" dirty="0"/>
                        <a:t>G</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370840">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Tree>
    <p:extLst>
      <p:ext uri="{BB962C8B-B14F-4D97-AF65-F5344CB8AC3E}">
        <p14:creationId xmlns:p14="http://schemas.microsoft.com/office/powerpoint/2010/main" val="21675521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B8ADEA-F623-053A-82CC-5692BE0C07A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Stage (</a:t>
            </a: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 algorithm</a:t>
            </a:r>
            <a:r>
              <a:rPr lang="en-US" altLang="zh-TW" sz="4400" dirty="0">
                <a:latin typeface="Times New Roman" panose="02020603050405020304" pitchFamily="18" charset="0"/>
                <a:ea typeface="+mj-ea"/>
                <a:cs typeface="Times New Roman" panose="02020603050405020304" pitchFamily="18" charset="0"/>
              </a:rPr>
              <a:t>)</a:t>
            </a:r>
            <a:endParaRPr lang="zh-TW" altLang="en-US" dirty="0"/>
          </a:p>
        </p:txBody>
      </p:sp>
      <p:sp>
        <p:nvSpPr>
          <p:cNvPr id="3" name="內容版面配置區 2">
            <a:extLst>
              <a:ext uri="{FF2B5EF4-FFF2-40B4-BE49-F238E27FC236}">
                <a16:creationId xmlns:a16="http://schemas.microsoft.com/office/drawing/2014/main" id="{79E88672-E26C-48D1-E91C-4EEF2A143267}"/>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The pattern string = GCAGAGAG</a:t>
            </a:r>
          </a:p>
          <a:p>
            <a:r>
              <a:rPr lang="en-US" altLang="zh-TW" dirty="0">
                <a:latin typeface="Times New Roman" panose="02020603050405020304" pitchFamily="18" charset="0"/>
                <a:cs typeface="Times New Roman" panose="02020603050405020304" pitchFamily="18" charset="0"/>
              </a:rPr>
              <a:t>Length of pattern = 8</a:t>
            </a:r>
          </a:p>
          <a:p>
            <a:r>
              <a:rPr lang="en-US" altLang="zh-TW" dirty="0">
                <a:latin typeface="Times New Roman" panose="02020603050405020304" pitchFamily="18" charset="0"/>
                <a:cs typeface="Times New Roman" panose="02020603050405020304" pitchFamily="18" charset="0"/>
              </a:rPr>
              <a:t>Shift table:	   </a:t>
            </a:r>
            <a:r>
              <a:rPr lang="pl-PL" altLang="zh-TW" dirty="0">
                <a:latin typeface="Times New Roman" panose="02020603050405020304" pitchFamily="18" charset="0"/>
                <a:cs typeface="Times New Roman" panose="02020603050405020304" pitchFamily="18" charset="0"/>
              </a:rPr>
              <a:t>ztBc[x[i - 1]][x[i]] = m - 1 - i;</a:t>
            </a:r>
            <a:endParaRPr lang="en-US" altLang="zh-TW" dirty="0">
              <a:latin typeface="Times New Roman" panose="02020603050405020304" pitchFamily="18" charset="0"/>
              <a:cs typeface="Times New Roman" panose="02020603050405020304" pitchFamily="18" charset="0"/>
            </a:endParaRPr>
          </a:p>
          <a:p>
            <a:r>
              <a:rPr lang="pl-PL" altLang="zh-TW" dirty="0">
                <a:latin typeface="Times New Roman" panose="02020603050405020304" pitchFamily="18" charset="0"/>
                <a:cs typeface="Times New Roman" panose="02020603050405020304" pitchFamily="18" charset="0"/>
              </a:rPr>
              <a:t>ztBc[</a:t>
            </a:r>
            <a:r>
              <a:rPr lang="en-US" altLang="zh-TW" dirty="0">
                <a:latin typeface="Times New Roman" panose="02020603050405020304" pitchFamily="18" charset="0"/>
                <a:cs typeface="Times New Roman" panose="02020603050405020304" pitchFamily="18" charset="0"/>
              </a:rPr>
              <a:t>‘G’</a:t>
            </a:r>
            <a:r>
              <a:rPr lang="pl-PL"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‘C’</a:t>
            </a:r>
            <a:r>
              <a:rPr lang="pl-PL"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 = </a:t>
            </a:r>
            <a:r>
              <a:rPr lang="pl-PL"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8-1-1 = 6</a:t>
            </a:r>
            <a:endParaRPr lang="zh-TW" altLang="en-US" dirty="0"/>
          </a:p>
        </p:txBody>
      </p:sp>
      <p:sp>
        <p:nvSpPr>
          <p:cNvPr id="4" name="投影片編號版面配置區 3">
            <a:extLst>
              <a:ext uri="{FF2B5EF4-FFF2-40B4-BE49-F238E27FC236}">
                <a16:creationId xmlns:a16="http://schemas.microsoft.com/office/drawing/2014/main" id="{1FCE756C-DB89-203B-ACFB-749DC3F6F847}"/>
              </a:ext>
            </a:extLst>
          </p:cNvPr>
          <p:cNvSpPr>
            <a:spLocks noGrp="1"/>
          </p:cNvSpPr>
          <p:nvPr>
            <p:ph type="sldNum" sz="quarter" idx="12"/>
          </p:nvPr>
        </p:nvSpPr>
        <p:spPr/>
        <p:txBody>
          <a:bodyPr/>
          <a:lstStyle/>
          <a:p>
            <a:fld id="{C497B8E6-CB28-4350-9E62-3F3C29E41FED}" type="slidenum">
              <a:rPr lang="zh-TW" altLang="en-US" smtClean="0"/>
              <a:t>18</a:t>
            </a:fld>
            <a:endParaRPr lang="zh-TW" altLang="en-US"/>
          </a:p>
        </p:txBody>
      </p:sp>
      <p:graphicFrame>
        <p:nvGraphicFramePr>
          <p:cNvPr id="5" name="表格 4">
            <a:extLst>
              <a:ext uri="{FF2B5EF4-FFF2-40B4-BE49-F238E27FC236}">
                <a16:creationId xmlns:a16="http://schemas.microsoft.com/office/drawing/2014/main" id="{19C84F9E-B552-7A4D-5617-BB4408764138}"/>
              </a:ext>
            </a:extLst>
          </p:cNvPr>
          <p:cNvGraphicFramePr>
            <a:graphicFrameLocks noGrp="1"/>
          </p:cNvGraphicFramePr>
          <p:nvPr>
            <p:extLst>
              <p:ext uri="{D42A27DB-BD31-4B8C-83A1-F6EECF244321}">
                <p14:modId xmlns:p14="http://schemas.microsoft.com/office/powerpoint/2010/main" val="651249414"/>
              </p:ext>
            </p:extLst>
          </p:nvPr>
        </p:nvGraphicFramePr>
        <p:xfrm>
          <a:off x="2032000" y="4001294"/>
          <a:ext cx="8128000" cy="1854200"/>
        </p:xfrm>
        <a:graphic>
          <a:graphicData uri="http://schemas.openxmlformats.org/drawingml/2006/table">
            <a:tbl>
              <a:tblPr firstRow="1" firstCol="1" bandRow="1">
                <a:tableStyleId>{D7AC3CCA-C797-4891-BE02-D94E43425B78}</a:tableStyleId>
              </a:tblPr>
              <a:tblGrid>
                <a:gridCol w="1625600">
                  <a:extLst>
                    <a:ext uri="{9D8B030D-6E8A-4147-A177-3AD203B41FA5}">
                      <a16:colId xmlns:a16="http://schemas.microsoft.com/office/drawing/2014/main" val="1033709154"/>
                    </a:ext>
                  </a:extLst>
                </a:gridCol>
                <a:gridCol w="1625600">
                  <a:extLst>
                    <a:ext uri="{9D8B030D-6E8A-4147-A177-3AD203B41FA5}">
                      <a16:colId xmlns:a16="http://schemas.microsoft.com/office/drawing/2014/main" val="1411018084"/>
                    </a:ext>
                  </a:extLst>
                </a:gridCol>
                <a:gridCol w="1625600">
                  <a:extLst>
                    <a:ext uri="{9D8B030D-6E8A-4147-A177-3AD203B41FA5}">
                      <a16:colId xmlns:a16="http://schemas.microsoft.com/office/drawing/2014/main" val="2941845008"/>
                    </a:ext>
                  </a:extLst>
                </a:gridCol>
                <a:gridCol w="1625600">
                  <a:extLst>
                    <a:ext uri="{9D8B030D-6E8A-4147-A177-3AD203B41FA5}">
                      <a16:colId xmlns:a16="http://schemas.microsoft.com/office/drawing/2014/main" val="184342878"/>
                    </a:ext>
                  </a:extLst>
                </a:gridCol>
                <a:gridCol w="1625600">
                  <a:extLst>
                    <a:ext uri="{9D8B030D-6E8A-4147-A177-3AD203B41FA5}">
                      <a16:colId xmlns:a16="http://schemas.microsoft.com/office/drawing/2014/main" val="2082969993"/>
                    </a:ext>
                  </a:extLst>
                </a:gridCol>
              </a:tblGrid>
              <a:tr h="370840">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370840">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370840">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accent2"/>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370840">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accent2"/>
                    </a:solidFill>
                  </a:tcPr>
                </a:tc>
                <a:tc>
                  <a:txBody>
                    <a:bodyPr/>
                    <a:lstStyle/>
                    <a:p>
                      <a:r>
                        <a:rPr lang="en-US" altLang="zh-TW" dirty="0"/>
                        <a:t>6</a:t>
                      </a:r>
                      <a:endParaRPr lang="zh-TW" altLang="en-US" dirty="0"/>
                    </a:p>
                  </a:txBody>
                  <a:tcPr>
                    <a:solidFill>
                      <a:schemeClr val="accent2"/>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370840">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Tree>
    <p:extLst>
      <p:ext uri="{BB962C8B-B14F-4D97-AF65-F5344CB8AC3E}">
        <p14:creationId xmlns:p14="http://schemas.microsoft.com/office/powerpoint/2010/main" val="2698170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99F2AD-6303-460C-1667-A1189D9C3D7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Max-shift stage</a:t>
            </a:r>
            <a:endParaRPr lang="zh-TW" altLang="en-US" dirty="0"/>
          </a:p>
        </p:txBody>
      </p:sp>
      <p:sp>
        <p:nvSpPr>
          <p:cNvPr id="4" name="投影片編號版面配置區 3">
            <a:extLst>
              <a:ext uri="{FF2B5EF4-FFF2-40B4-BE49-F238E27FC236}">
                <a16:creationId xmlns:a16="http://schemas.microsoft.com/office/drawing/2014/main" id="{9C0D6DBA-9D15-B865-46DE-D167D5CB8365}"/>
              </a:ext>
            </a:extLst>
          </p:cNvPr>
          <p:cNvSpPr>
            <a:spLocks noGrp="1"/>
          </p:cNvSpPr>
          <p:nvPr>
            <p:ph type="sldNum" sz="quarter" idx="12"/>
          </p:nvPr>
        </p:nvSpPr>
        <p:spPr/>
        <p:txBody>
          <a:bodyPr/>
          <a:lstStyle/>
          <a:p>
            <a:fld id="{C497B8E6-CB28-4350-9E62-3F3C29E41FED}" type="slidenum">
              <a:rPr lang="zh-TW" altLang="en-US" smtClean="0"/>
              <a:t>19</a:t>
            </a:fld>
            <a:endParaRPr lang="zh-TW" altLang="en-US"/>
          </a:p>
        </p:txBody>
      </p:sp>
      <p:pic>
        <p:nvPicPr>
          <p:cNvPr id="6" name="圖片 5">
            <a:extLst>
              <a:ext uri="{FF2B5EF4-FFF2-40B4-BE49-F238E27FC236}">
                <a16:creationId xmlns:a16="http://schemas.microsoft.com/office/drawing/2014/main" id="{A77AC7B0-A8D1-03A1-50CB-6504D365B87A}"/>
              </a:ext>
            </a:extLst>
          </p:cNvPr>
          <p:cNvPicPr>
            <a:picLocks noChangeAspect="1"/>
          </p:cNvPicPr>
          <p:nvPr/>
        </p:nvPicPr>
        <p:blipFill>
          <a:blip r:embed="rId2"/>
          <a:stretch>
            <a:fillRect/>
          </a:stretch>
        </p:blipFill>
        <p:spPr>
          <a:xfrm>
            <a:off x="6414781" y="1914313"/>
            <a:ext cx="4391638" cy="3029373"/>
          </a:xfrm>
          <a:prstGeom prst="rect">
            <a:avLst/>
          </a:prstGeom>
        </p:spPr>
      </p:pic>
      <p:sp>
        <p:nvSpPr>
          <p:cNvPr id="9" name="文字方塊 8">
            <a:extLst>
              <a:ext uri="{FF2B5EF4-FFF2-40B4-BE49-F238E27FC236}">
                <a16:creationId xmlns:a16="http://schemas.microsoft.com/office/drawing/2014/main" id="{0104267D-4852-F45E-5806-6485A25CF67E}"/>
              </a:ext>
            </a:extLst>
          </p:cNvPr>
          <p:cNvSpPr txBox="1"/>
          <p:nvPr/>
        </p:nvSpPr>
        <p:spPr>
          <a:xfrm>
            <a:off x="934065" y="1700521"/>
            <a:ext cx="5751870" cy="923330"/>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Times New Roman" panose="02020603050405020304" pitchFamily="18" charset="0"/>
                <a:cs typeface="Times New Roman" panose="02020603050405020304" pitchFamily="18" charset="0"/>
              </a:rPr>
              <a:t>如果視窗後一個元素跟 沒有再 </a:t>
            </a:r>
            <a:r>
              <a:rPr lang="en-US" altLang="zh-TW" dirty="0">
                <a:latin typeface="Times New Roman" panose="02020603050405020304" pitchFamily="18" charset="0"/>
                <a:cs typeface="Times New Roman" panose="02020603050405020304" pitchFamily="18" charset="0"/>
              </a:rPr>
              <a:t>pattern </a:t>
            </a:r>
            <a:r>
              <a:rPr lang="zh-TW" altLang="en-US" dirty="0">
                <a:latin typeface="Times New Roman" panose="02020603050405020304" pitchFamily="18" charset="0"/>
                <a:cs typeface="Times New Roman" panose="02020603050405020304" pitchFamily="18" charset="0"/>
              </a:rPr>
              <a:t>裡面 或者出現在後兩元素的前面 且 視窗最後兩個元素出現在 </a:t>
            </a:r>
            <a:r>
              <a:rPr lang="en-US" altLang="zh-TW" dirty="0">
                <a:latin typeface="Times New Roman" panose="02020603050405020304" pitchFamily="18" charset="0"/>
                <a:cs typeface="Times New Roman" panose="02020603050405020304" pitchFamily="18" charset="0"/>
              </a:rPr>
              <a:t>pattern</a:t>
            </a:r>
            <a:r>
              <a:rPr lang="zh-TW" altLang="en-US" dirty="0">
                <a:latin typeface="Times New Roman" panose="02020603050405020304" pitchFamily="18" charset="0"/>
                <a:cs typeface="Times New Roman" panose="02020603050405020304" pitchFamily="18" charset="0"/>
              </a:rPr>
              <a:t> 裡面</a:t>
            </a:r>
            <a:r>
              <a:rPr lang="en-US" altLang="zh-TW" dirty="0">
                <a:latin typeface="Times New Roman" panose="02020603050405020304" pitchFamily="18" charset="0"/>
                <a:cs typeface="Times New Roman" panose="02020603050405020304" pitchFamily="18" charset="0"/>
              </a:rPr>
              <a:t> -&gt;shift m+1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9037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99F2AD-6303-460C-1667-A1189D9C3D7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Max-shift stage</a:t>
            </a:r>
            <a:endParaRPr lang="zh-TW" altLang="en-US" dirty="0"/>
          </a:p>
        </p:txBody>
      </p:sp>
      <p:sp>
        <p:nvSpPr>
          <p:cNvPr id="4" name="投影片編號版面配置區 3">
            <a:extLst>
              <a:ext uri="{FF2B5EF4-FFF2-40B4-BE49-F238E27FC236}">
                <a16:creationId xmlns:a16="http://schemas.microsoft.com/office/drawing/2014/main" id="{9C0D6DBA-9D15-B865-46DE-D167D5CB8365}"/>
              </a:ext>
            </a:extLst>
          </p:cNvPr>
          <p:cNvSpPr>
            <a:spLocks noGrp="1"/>
          </p:cNvSpPr>
          <p:nvPr>
            <p:ph type="sldNum" sz="quarter" idx="12"/>
          </p:nvPr>
        </p:nvSpPr>
        <p:spPr/>
        <p:txBody>
          <a:bodyPr/>
          <a:lstStyle/>
          <a:p>
            <a:fld id="{C497B8E6-CB28-4350-9E62-3F3C29E41FED}" type="slidenum">
              <a:rPr lang="zh-TW" altLang="en-US" smtClean="0"/>
              <a:t>20</a:t>
            </a:fld>
            <a:endParaRPr lang="zh-TW" altLang="en-US"/>
          </a:p>
        </p:txBody>
      </p:sp>
      <p:pic>
        <p:nvPicPr>
          <p:cNvPr id="8" name="圖片 7">
            <a:extLst>
              <a:ext uri="{FF2B5EF4-FFF2-40B4-BE49-F238E27FC236}">
                <a16:creationId xmlns:a16="http://schemas.microsoft.com/office/drawing/2014/main" id="{BE9EC17A-1DEE-0613-6140-DACF7D547417}"/>
              </a:ext>
            </a:extLst>
          </p:cNvPr>
          <p:cNvPicPr>
            <a:picLocks noChangeAspect="1"/>
          </p:cNvPicPr>
          <p:nvPr/>
        </p:nvPicPr>
        <p:blipFill>
          <a:blip r:embed="rId2"/>
          <a:stretch>
            <a:fillRect/>
          </a:stretch>
        </p:blipFill>
        <p:spPr>
          <a:xfrm>
            <a:off x="6685935" y="1885734"/>
            <a:ext cx="4658375" cy="3086531"/>
          </a:xfrm>
          <a:prstGeom prst="rect">
            <a:avLst/>
          </a:prstGeom>
        </p:spPr>
      </p:pic>
      <p:sp>
        <p:nvSpPr>
          <p:cNvPr id="3" name="文字方塊 2">
            <a:extLst>
              <a:ext uri="{FF2B5EF4-FFF2-40B4-BE49-F238E27FC236}">
                <a16:creationId xmlns:a16="http://schemas.microsoft.com/office/drawing/2014/main" id="{9A13E3F3-F0EF-EE5E-8316-D8FA992754F7}"/>
              </a:ext>
            </a:extLst>
          </p:cNvPr>
          <p:cNvSpPr txBox="1"/>
          <p:nvPr/>
        </p:nvSpPr>
        <p:spPr>
          <a:xfrm>
            <a:off x="934065" y="1700521"/>
            <a:ext cx="5751870" cy="1200329"/>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latin typeface="Times New Roman" panose="02020603050405020304" pitchFamily="18" charset="0"/>
                <a:cs typeface="Times New Roman" panose="02020603050405020304" pitchFamily="18" charset="0"/>
              </a:rPr>
              <a:t>如果視窗後一個元素沒有再 </a:t>
            </a:r>
            <a:r>
              <a:rPr lang="en-US" altLang="zh-TW" dirty="0">
                <a:latin typeface="Times New Roman" panose="02020603050405020304" pitchFamily="18" charset="0"/>
                <a:cs typeface="Times New Roman" panose="02020603050405020304" pitchFamily="18" charset="0"/>
              </a:rPr>
              <a:t>pattern </a:t>
            </a:r>
            <a:r>
              <a:rPr lang="zh-TW" altLang="en-US" dirty="0">
                <a:latin typeface="Times New Roman" panose="02020603050405020304" pitchFamily="18" charset="0"/>
                <a:cs typeface="Times New Roman" panose="02020603050405020304" pitchFamily="18" charset="0"/>
              </a:rPr>
              <a:t>裡面或者出現在後兩元素的前面 且 視窗最後兩個元素沒有出現在 </a:t>
            </a:r>
            <a:r>
              <a:rPr lang="en-US" altLang="zh-TW" dirty="0">
                <a:latin typeface="Times New Roman" panose="02020603050405020304" pitchFamily="18" charset="0"/>
                <a:cs typeface="Times New Roman" panose="02020603050405020304" pitchFamily="18" charset="0"/>
              </a:rPr>
              <a:t>pattern</a:t>
            </a:r>
            <a:r>
              <a:rPr lang="zh-TW" altLang="en-US" dirty="0">
                <a:latin typeface="Times New Roman" panose="02020603050405020304" pitchFamily="18" charset="0"/>
                <a:cs typeface="Times New Roman" panose="02020603050405020304" pitchFamily="18" charset="0"/>
              </a:rPr>
              <a:t> 裡面 </a:t>
            </a:r>
            <a:r>
              <a:rPr lang="en-US" altLang="zh-TW" dirty="0">
                <a:latin typeface="Times New Roman" panose="02020603050405020304" pitchFamily="18" charset="0"/>
                <a:cs typeface="Times New Roman" panose="02020603050405020304" pitchFamily="18" charset="0"/>
              </a:rPr>
              <a:t>-&gt; shift m</a:t>
            </a:r>
          </a:p>
          <a:p>
            <a:pPr marL="285750" indent="-285750">
              <a:buFont typeface="Arial" panose="020B0604020202020204" pitchFamily="34" charset="0"/>
              <a:buChar char="•"/>
            </a:pP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2739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(1/7)(case 1</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21</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626757066"/>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rgbClr val="FFC000"/>
                    </a:solidFill>
                  </a:tcPr>
                </a:tc>
                <a:tc>
                  <a:txBody>
                    <a:bodyPr/>
                    <a:lstStyle/>
                    <a:p>
                      <a:r>
                        <a:rPr lang="en-US" altLang="zh-TW" dirty="0"/>
                        <a:t>A</a:t>
                      </a:r>
                      <a:endParaRPr lang="zh-TW" altLang="en-US" dirty="0"/>
                    </a:p>
                  </a:txBody>
                  <a:tcPr>
                    <a:solidFill>
                      <a:srgbClr val="FFC000"/>
                    </a:solidFill>
                  </a:tcPr>
                </a:tc>
                <a:tc>
                  <a:txBody>
                    <a:bodyPr/>
                    <a:lstStyle/>
                    <a:p>
                      <a:r>
                        <a:rPr lang="en-US" altLang="zh-TW" dirty="0"/>
                        <a:t>T</a:t>
                      </a:r>
                      <a:endParaRPr lang="zh-TW" altLang="en-US" dirty="0"/>
                    </a:p>
                  </a:txBody>
                  <a:tcPr>
                    <a:solidFill>
                      <a:schemeClr val="accent2"/>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rgbClr val="FFC000"/>
                    </a:solidFill>
                  </a:tcPr>
                </a:tc>
                <a:tc>
                  <a:txBody>
                    <a:bodyPr/>
                    <a:lstStyle/>
                    <a:p>
                      <a:r>
                        <a:rPr lang="en-US" altLang="zh-TW" dirty="0"/>
                        <a:t>A</a:t>
                      </a:r>
                      <a:endParaRPr lang="zh-TW" altLang="en-US" dirty="0"/>
                    </a:p>
                  </a:txBody>
                  <a:tcPr>
                    <a:solidFill>
                      <a:srgbClr val="FFC000"/>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1193972434"/>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accent2"/>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2478320674"/>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155193689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(2/7)</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22</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3599784379"/>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accent4"/>
                    </a:solidFill>
                  </a:tcPr>
                </a:tc>
                <a:tc>
                  <a:txBody>
                    <a:bodyPr/>
                    <a:lstStyle/>
                    <a:p>
                      <a:r>
                        <a:rPr lang="en-US" altLang="zh-TW" dirty="0"/>
                        <a:t>C</a:t>
                      </a:r>
                      <a:endParaRPr lang="zh-TW" altLang="en-US" dirty="0"/>
                    </a:p>
                  </a:txBody>
                  <a:tcPr>
                    <a:solidFill>
                      <a:schemeClr val="accent4"/>
                    </a:solidFill>
                  </a:tcPr>
                </a:tc>
                <a:tc>
                  <a:txBody>
                    <a:bodyPr/>
                    <a:lstStyle/>
                    <a:p>
                      <a:r>
                        <a:rPr lang="en-US" altLang="zh-TW" dirty="0"/>
                        <a:t>T</a:t>
                      </a:r>
                      <a:endParaRPr lang="zh-TW" altLang="en-US" dirty="0"/>
                    </a:p>
                  </a:txBody>
                  <a:tcPr>
                    <a:solidFill>
                      <a:schemeClr val="accent2"/>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924771947"/>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accent2"/>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1071908458"/>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accent4"/>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42858949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a:t>
            </a:r>
            <a:r>
              <a:rPr lang="en-US" altLang="zh-TW">
                <a:latin typeface="Times New Roman" panose="02020603050405020304" pitchFamily="18" charset="0"/>
                <a:cs typeface="Times New Roman" panose="02020603050405020304" pitchFamily="18" charset="0"/>
              </a:rPr>
              <a:t>3/7)</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23</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3187535645"/>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accent4"/>
                    </a:solidFill>
                  </a:tcPr>
                </a:tc>
                <a:tc>
                  <a:txBody>
                    <a:bodyPr/>
                    <a:lstStyle/>
                    <a:p>
                      <a:r>
                        <a:rPr lang="en-US" altLang="zh-TW" dirty="0"/>
                        <a:t>C</a:t>
                      </a:r>
                      <a:endParaRPr lang="zh-TW" altLang="en-US" dirty="0"/>
                    </a:p>
                  </a:txBody>
                  <a:tcPr>
                    <a:solidFill>
                      <a:schemeClr val="accent4"/>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accent4"/>
                    </a:solidFill>
                  </a:tcPr>
                </a:tc>
                <a:tc>
                  <a:txBody>
                    <a:bodyPr/>
                    <a:lstStyle/>
                    <a:p>
                      <a:r>
                        <a:rPr lang="en-US" altLang="zh-TW" dirty="0"/>
                        <a:t>C</a:t>
                      </a:r>
                      <a:endParaRPr lang="zh-TW" altLang="en-US" dirty="0"/>
                    </a:p>
                  </a:txBody>
                  <a:tcPr>
                    <a:solidFill>
                      <a:schemeClr val="accent4"/>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3002097261"/>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accent2"/>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3130647461"/>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accent4"/>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23059798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(4/7)</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24</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2135165015"/>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C</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C</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accent2"/>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3900074806"/>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3388676965"/>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15630004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(4/7)</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25</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2973705910"/>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G</a:t>
                      </a:r>
                      <a:endParaRPr lang="zh-TW" altLang="en-US" dirty="0"/>
                    </a:p>
                  </a:txBody>
                  <a:tcPr>
                    <a:solidFill>
                      <a:schemeClr val="accent4"/>
                    </a:solidFill>
                  </a:tcPr>
                </a:tc>
                <a:tc>
                  <a:txBody>
                    <a:bodyPr/>
                    <a:lstStyle/>
                    <a:p>
                      <a:r>
                        <a:rPr lang="en-US" altLang="zh-TW" dirty="0"/>
                        <a:t>A</a:t>
                      </a:r>
                      <a:endParaRPr lang="zh-TW" altLang="en-US" dirty="0"/>
                    </a:p>
                  </a:txBody>
                  <a:tcPr>
                    <a:solidFill>
                      <a:schemeClr val="accent2"/>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G</a:t>
                      </a:r>
                      <a:endParaRPr lang="zh-TW" altLang="en-US" dirty="0"/>
                    </a:p>
                  </a:txBody>
                  <a:tcPr>
                    <a:solidFill>
                      <a:schemeClr val="accent4"/>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2948008230"/>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accent2"/>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2186033257"/>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accent4"/>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22983406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(5/7)</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26</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4060668261"/>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T</a:t>
                      </a:r>
                      <a:endParaRPr lang="zh-TW" altLang="en-US" dirty="0"/>
                    </a:p>
                  </a:txBody>
                  <a:tcPr>
                    <a:solidFill>
                      <a:schemeClr val="accent2"/>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3574694512"/>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accent2"/>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1882082419"/>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accent4"/>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8841912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492A3-2E40-8065-A48D-634305316605}"/>
              </a:ext>
            </a:extLst>
          </p:cNvPr>
          <p:cNvSpPr>
            <a:spLocks noGrp="1"/>
          </p:cNvSpPr>
          <p:nvPr>
            <p:ph type="title"/>
          </p:nvPr>
        </p:nvSpPr>
        <p:spPr>
          <a:xfrm>
            <a:off x="838200" y="-332967"/>
            <a:ext cx="10515600" cy="1325563"/>
          </a:xfrm>
        </p:spPr>
        <p:txBody>
          <a:bodyPr/>
          <a:lstStyle/>
          <a:p>
            <a:r>
              <a:rPr lang="en-US" altLang="zh-TW" dirty="0">
                <a:latin typeface="Times New Roman" panose="02020603050405020304" pitchFamily="18" charset="0"/>
                <a:cs typeface="Times New Roman" panose="02020603050405020304" pitchFamily="18" charset="0"/>
              </a:rPr>
              <a:t>Search phase (6/7)</a:t>
            </a:r>
            <a:r>
              <a:rPr lang="zh-TW" altLang="en-US" dirty="0">
                <a:latin typeface="Times New Roman" panose="02020603050405020304" pitchFamily="18" charset="0"/>
                <a:cs typeface="Times New Roman" panose="02020603050405020304" pitchFamily="18" charset="0"/>
              </a:rPr>
              <a:t> </a:t>
            </a:r>
            <a:endParaRPr lang="zh-TW" altLang="en-US" dirty="0"/>
          </a:p>
        </p:txBody>
      </p:sp>
      <p:sp>
        <p:nvSpPr>
          <p:cNvPr id="4" name="投影片編號版面配置區 3">
            <a:extLst>
              <a:ext uri="{FF2B5EF4-FFF2-40B4-BE49-F238E27FC236}">
                <a16:creationId xmlns:a16="http://schemas.microsoft.com/office/drawing/2014/main" id="{C971C7CD-24AB-E0CE-5380-87A4B3FA51ED}"/>
              </a:ext>
            </a:extLst>
          </p:cNvPr>
          <p:cNvSpPr>
            <a:spLocks noGrp="1"/>
          </p:cNvSpPr>
          <p:nvPr>
            <p:ph type="sldNum" sz="quarter" idx="12"/>
          </p:nvPr>
        </p:nvSpPr>
        <p:spPr/>
        <p:txBody>
          <a:bodyPr/>
          <a:lstStyle/>
          <a:p>
            <a:fld id="{C497B8E6-CB28-4350-9E62-3F3C29E41FED}" type="slidenum">
              <a:rPr lang="zh-TW" altLang="en-US" smtClean="0"/>
              <a:t>27</a:t>
            </a:fld>
            <a:endParaRPr lang="zh-TW" altLang="en-US"/>
          </a:p>
        </p:txBody>
      </p:sp>
      <p:graphicFrame>
        <p:nvGraphicFramePr>
          <p:cNvPr id="5" name="表格 4">
            <a:extLst>
              <a:ext uri="{FF2B5EF4-FFF2-40B4-BE49-F238E27FC236}">
                <a16:creationId xmlns:a16="http://schemas.microsoft.com/office/drawing/2014/main" id="{BB2A778E-DF83-289D-6200-B26048AEE2D4}"/>
              </a:ext>
            </a:extLst>
          </p:cNvPr>
          <p:cNvGraphicFramePr>
            <a:graphicFrameLocks noGrp="1"/>
          </p:cNvGraphicFramePr>
          <p:nvPr>
            <p:extLst>
              <p:ext uri="{D42A27DB-BD31-4B8C-83A1-F6EECF244321}">
                <p14:modId xmlns:p14="http://schemas.microsoft.com/office/powerpoint/2010/main" val="1802017615"/>
              </p:ext>
            </p:extLst>
          </p:nvPr>
        </p:nvGraphicFramePr>
        <p:xfrm>
          <a:off x="0" y="685084"/>
          <a:ext cx="12192035" cy="3653487"/>
        </p:xfrm>
        <a:graphic>
          <a:graphicData uri="http://schemas.openxmlformats.org/drawingml/2006/table">
            <a:tbl>
              <a:tblPr firstRow="1" bandRow="1">
                <a:tableStyleId>{69CF1AB2-1976-4502-BF36-3FF5EA218861}</a:tableStyleId>
              </a:tblPr>
              <a:tblGrid>
                <a:gridCol w="259405">
                  <a:extLst>
                    <a:ext uri="{9D8B030D-6E8A-4147-A177-3AD203B41FA5}">
                      <a16:colId xmlns:a16="http://schemas.microsoft.com/office/drawing/2014/main" val="2507749401"/>
                    </a:ext>
                  </a:extLst>
                </a:gridCol>
                <a:gridCol w="259405">
                  <a:extLst>
                    <a:ext uri="{9D8B030D-6E8A-4147-A177-3AD203B41FA5}">
                      <a16:colId xmlns:a16="http://schemas.microsoft.com/office/drawing/2014/main" val="3523755162"/>
                    </a:ext>
                  </a:extLst>
                </a:gridCol>
                <a:gridCol w="259405">
                  <a:extLst>
                    <a:ext uri="{9D8B030D-6E8A-4147-A177-3AD203B41FA5}">
                      <a16:colId xmlns:a16="http://schemas.microsoft.com/office/drawing/2014/main" val="3203907338"/>
                    </a:ext>
                  </a:extLst>
                </a:gridCol>
                <a:gridCol w="259405">
                  <a:extLst>
                    <a:ext uri="{9D8B030D-6E8A-4147-A177-3AD203B41FA5}">
                      <a16:colId xmlns:a16="http://schemas.microsoft.com/office/drawing/2014/main" val="2958244211"/>
                    </a:ext>
                  </a:extLst>
                </a:gridCol>
                <a:gridCol w="259405">
                  <a:extLst>
                    <a:ext uri="{9D8B030D-6E8A-4147-A177-3AD203B41FA5}">
                      <a16:colId xmlns:a16="http://schemas.microsoft.com/office/drawing/2014/main" val="952000902"/>
                    </a:ext>
                  </a:extLst>
                </a:gridCol>
                <a:gridCol w="259405">
                  <a:extLst>
                    <a:ext uri="{9D8B030D-6E8A-4147-A177-3AD203B41FA5}">
                      <a16:colId xmlns:a16="http://schemas.microsoft.com/office/drawing/2014/main" val="3544187453"/>
                    </a:ext>
                  </a:extLst>
                </a:gridCol>
                <a:gridCol w="259405">
                  <a:extLst>
                    <a:ext uri="{9D8B030D-6E8A-4147-A177-3AD203B41FA5}">
                      <a16:colId xmlns:a16="http://schemas.microsoft.com/office/drawing/2014/main" val="2831770171"/>
                    </a:ext>
                  </a:extLst>
                </a:gridCol>
                <a:gridCol w="259405">
                  <a:extLst>
                    <a:ext uri="{9D8B030D-6E8A-4147-A177-3AD203B41FA5}">
                      <a16:colId xmlns:a16="http://schemas.microsoft.com/office/drawing/2014/main" val="1433352626"/>
                    </a:ext>
                  </a:extLst>
                </a:gridCol>
                <a:gridCol w="259405">
                  <a:extLst>
                    <a:ext uri="{9D8B030D-6E8A-4147-A177-3AD203B41FA5}">
                      <a16:colId xmlns:a16="http://schemas.microsoft.com/office/drawing/2014/main" val="410824440"/>
                    </a:ext>
                  </a:extLst>
                </a:gridCol>
                <a:gridCol w="259405">
                  <a:extLst>
                    <a:ext uri="{9D8B030D-6E8A-4147-A177-3AD203B41FA5}">
                      <a16:colId xmlns:a16="http://schemas.microsoft.com/office/drawing/2014/main" val="404449161"/>
                    </a:ext>
                  </a:extLst>
                </a:gridCol>
                <a:gridCol w="259405">
                  <a:extLst>
                    <a:ext uri="{9D8B030D-6E8A-4147-A177-3AD203B41FA5}">
                      <a16:colId xmlns:a16="http://schemas.microsoft.com/office/drawing/2014/main" val="3919977757"/>
                    </a:ext>
                  </a:extLst>
                </a:gridCol>
                <a:gridCol w="259405">
                  <a:extLst>
                    <a:ext uri="{9D8B030D-6E8A-4147-A177-3AD203B41FA5}">
                      <a16:colId xmlns:a16="http://schemas.microsoft.com/office/drawing/2014/main" val="2126925051"/>
                    </a:ext>
                  </a:extLst>
                </a:gridCol>
                <a:gridCol w="259405">
                  <a:extLst>
                    <a:ext uri="{9D8B030D-6E8A-4147-A177-3AD203B41FA5}">
                      <a16:colId xmlns:a16="http://schemas.microsoft.com/office/drawing/2014/main" val="3941324754"/>
                    </a:ext>
                  </a:extLst>
                </a:gridCol>
                <a:gridCol w="259405">
                  <a:extLst>
                    <a:ext uri="{9D8B030D-6E8A-4147-A177-3AD203B41FA5}">
                      <a16:colId xmlns:a16="http://schemas.microsoft.com/office/drawing/2014/main" val="3265696680"/>
                    </a:ext>
                  </a:extLst>
                </a:gridCol>
                <a:gridCol w="259405">
                  <a:extLst>
                    <a:ext uri="{9D8B030D-6E8A-4147-A177-3AD203B41FA5}">
                      <a16:colId xmlns:a16="http://schemas.microsoft.com/office/drawing/2014/main" val="2530703357"/>
                    </a:ext>
                  </a:extLst>
                </a:gridCol>
                <a:gridCol w="259405">
                  <a:extLst>
                    <a:ext uri="{9D8B030D-6E8A-4147-A177-3AD203B41FA5}">
                      <a16:colId xmlns:a16="http://schemas.microsoft.com/office/drawing/2014/main" val="3609560958"/>
                    </a:ext>
                  </a:extLst>
                </a:gridCol>
                <a:gridCol w="259405">
                  <a:extLst>
                    <a:ext uri="{9D8B030D-6E8A-4147-A177-3AD203B41FA5}">
                      <a16:colId xmlns:a16="http://schemas.microsoft.com/office/drawing/2014/main" val="2327391965"/>
                    </a:ext>
                  </a:extLst>
                </a:gridCol>
                <a:gridCol w="259405">
                  <a:extLst>
                    <a:ext uri="{9D8B030D-6E8A-4147-A177-3AD203B41FA5}">
                      <a16:colId xmlns:a16="http://schemas.microsoft.com/office/drawing/2014/main" val="1631451781"/>
                    </a:ext>
                  </a:extLst>
                </a:gridCol>
                <a:gridCol w="259405">
                  <a:extLst>
                    <a:ext uri="{9D8B030D-6E8A-4147-A177-3AD203B41FA5}">
                      <a16:colId xmlns:a16="http://schemas.microsoft.com/office/drawing/2014/main" val="2628880764"/>
                    </a:ext>
                  </a:extLst>
                </a:gridCol>
                <a:gridCol w="259405">
                  <a:extLst>
                    <a:ext uri="{9D8B030D-6E8A-4147-A177-3AD203B41FA5}">
                      <a16:colId xmlns:a16="http://schemas.microsoft.com/office/drawing/2014/main" val="999548177"/>
                    </a:ext>
                  </a:extLst>
                </a:gridCol>
                <a:gridCol w="259405">
                  <a:extLst>
                    <a:ext uri="{9D8B030D-6E8A-4147-A177-3AD203B41FA5}">
                      <a16:colId xmlns:a16="http://schemas.microsoft.com/office/drawing/2014/main" val="181812286"/>
                    </a:ext>
                  </a:extLst>
                </a:gridCol>
                <a:gridCol w="259405">
                  <a:extLst>
                    <a:ext uri="{9D8B030D-6E8A-4147-A177-3AD203B41FA5}">
                      <a16:colId xmlns:a16="http://schemas.microsoft.com/office/drawing/2014/main" val="1542057027"/>
                    </a:ext>
                  </a:extLst>
                </a:gridCol>
                <a:gridCol w="259405">
                  <a:extLst>
                    <a:ext uri="{9D8B030D-6E8A-4147-A177-3AD203B41FA5}">
                      <a16:colId xmlns:a16="http://schemas.microsoft.com/office/drawing/2014/main" val="645731191"/>
                    </a:ext>
                  </a:extLst>
                </a:gridCol>
                <a:gridCol w="259405">
                  <a:extLst>
                    <a:ext uri="{9D8B030D-6E8A-4147-A177-3AD203B41FA5}">
                      <a16:colId xmlns:a16="http://schemas.microsoft.com/office/drawing/2014/main" val="542785374"/>
                    </a:ext>
                  </a:extLst>
                </a:gridCol>
                <a:gridCol w="259405">
                  <a:extLst>
                    <a:ext uri="{9D8B030D-6E8A-4147-A177-3AD203B41FA5}">
                      <a16:colId xmlns:a16="http://schemas.microsoft.com/office/drawing/2014/main" val="1006673103"/>
                    </a:ext>
                  </a:extLst>
                </a:gridCol>
                <a:gridCol w="259405">
                  <a:extLst>
                    <a:ext uri="{9D8B030D-6E8A-4147-A177-3AD203B41FA5}">
                      <a16:colId xmlns:a16="http://schemas.microsoft.com/office/drawing/2014/main" val="3774899709"/>
                    </a:ext>
                  </a:extLst>
                </a:gridCol>
                <a:gridCol w="259405">
                  <a:extLst>
                    <a:ext uri="{9D8B030D-6E8A-4147-A177-3AD203B41FA5}">
                      <a16:colId xmlns:a16="http://schemas.microsoft.com/office/drawing/2014/main" val="12071602"/>
                    </a:ext>
                  </a:extLst>
                </a:gridCol>
                <a:gridCol w="259405">
                  <a:extLst>
                    <a:ext uri="{9D8B030D-6E8A-4147-A177-3AD203B41FA5}">
                      <a16:colId xmlns:a16="http://schemas.microsoft.com/office/drawing/2014/main" val="435456001"/>
                    </a:ext>
                  </a:extLst>
                </a:gridCol>
                <a:gridCol w="259405">
                  <a:extLst>
                    <a:ext uri="{9D8B030D-6E8A-4147-A177-3AD203B41FA5}">
                      <a16:colId xmlns:a16="http://schemas.microsoft.com/office/drawing/2014/main" val="3057838015"/>
                    </a:ext>
                  </a:extLst>
                </a:gridCol>
                <a:gridCol w="259405">
                  <a:extLst>
                    <a:ext uri="{9D8B030D-6E8A-4147-A177-3AD203B41FA5}">
                      <a16:colId xmlns:a16="http://schemas.microsoft.com/office/drawing/2014/main" val="2906057697"/>
                    </a:ext>
                  </a:extLst>
                </a:gridCol>
                <a:gridCol w="259405">
                  <a:extLst>
                    <a:ext uri="{9D8B030D-6E8A-4147-A177-3AD203B41FA5}">
                      <a16:colId xmlns:a16="http://schemas.microsoft.com/office/drawing/2014/main" val="2318305609"/>
                    </a:ext>
                  </a:extLst>
                </a:gridCol>
                <a:gridCol w="259405">
                  <a:extLst>
                    <a:ext uri="{9D8B030D-6E8A-4147-A177-3AD203B41FA5}">
                      <a16:colId xmlns:a16="http://schemas.microsoft.com/office/drawing/2014/main" val="1357909081"/>
                    </a:ext>
                  </a:extLst>
                </a:gridCol>
                <a:gridCol w="259405">
                  <a:extLst>
                    <a:ext uri="{9D8B030D-6E8A-4147-A177-3AD203B41FA5}">
                      <a16:colId xmlns:a16="http://schemas.microsoft.com/office/drawing/2014/main" val="2383358088"/>
                    </a:ext>
                  </a:extLst>
                </a:gridCol>
                <a:gridCol w="259405">
                  <a:extLst>
                    <a:ext uri="{9D8B030D-6E8A-4147-A177-3AD203B41FA5}">
                      <a16:colId xmlns:a16="http://schemas.microsoft.com/office/drawing/2014/main" val="3096320022"/>
                    </a:ext>
                  </a:extLst>
                </a:gridCol>
                <a:gridCol w="259405">
                  <a:extLst>
                    <a:ext uri="{9D8B030D-6E8A-4147-A177-3AD203B41FA5}">
                      <a16:colId xmlns:a16="http://schemas.microsoft.com/office/drawing/2014/main" val="2242921808"/>
                    </a:ext>
                  </a:extLst>
                </a:gridCol>
                <a:gridCol w="259405">
                  <a:extLst>
                    <a:ext uri="{9D8B030D-6E8A-4147-A177-3AD203B41FA5}">
                      <a16:colId xmlns:a16="http://schemas.microsoft.com/office/drawing/2014/main" val="761121516"/>
                    </a:ext>
                  </a:extLst>
                </a:gridCol>
                <a:gridCol w="259405">
                  <a:extLst>
                    <a:ext uri="{9D8B030D-6E8A-4147-A177-3AD203B41FA5}">
                      <a16:colId xmlns:a16="http://schemas.microsoft.com/office/drawing/2014/main" val="582633210"/>
                    </a:ext>
                  </a:extLst>
                </a:gridCol>
                <a:gridCol w="259405">
                  <a:extLst>
                    <a:ext uri="{9D8B030D-6E8A-4147-A177-3AD203B41FA5}">
                      <a16:colId xmlns:a16="http://schemas.microsoft.com/office/drawing/2014/main" val="2571318205"/>
                    </a:ext>
                  </a:extLst>
                </a:gridCol>
                <a:gridCol w="259405">
                  <a:extLst>
                    <a:ext uri="{9D8B030D-6E8A-4147-A177-3AD203B41FA5}">
                      <a16:colId xmlns:a16="http://schemas.microsoft.com/office/drawing/2014/main" val="427234142"/>
                    </a:ext>
                  </a:extLst>
                </a:gridCol>
                <a:gridCol w="259405">
                  <a:extLst>
                    <a:ext uri="{9D8B030D-6E8A-4147-A177-3AD203B41FA5}">
                      <a16:colId xmlns:a16="http://schemas.microsoft.com/office/drawing/2014/main" val="3771352076"/>
                    </a:ext>
                  </a:extLst>
                </a:gridCol>
                <a:gridCol w="259405">
                  <a:extLst>
                    <a:ext uri="{9D8B030D-6E8A-4147-A177-3AD203B41FA5}">
                      <a16:colId xmlns:a16="http://schemas.microsoft.com/office/drawing/2014/main" val="2938434901"/>
                    </a:ext>
                  </a:extLst>
                </a:gridCol>
                <a:gridCol w="259405">
                  <a:extLst>
                    <a:ext uri="{9D8B030D-6E8A-4147-A177-3AD203B41FA5}">
                      <a16:colId xmlns:a16="http://schemas.microsoft.com/office/drawing/2014/main" val="3947169459"/>
                    </a:ext>
                  </a:extLst>
                </a:gridCol>
                <a:gridCol w="259405">
                  <a:extLst>
                    <a:ext uri="{9D8B030D-6E8A-4147-A177-3AD203B41FA5}">
                      <a16:colId xmlns:a16="http://schemas.microsoft.com/office/drawing/2014/main" val="20611954"/>
                    </a:ext>
                  </a:extLst>
                </a:gridCol>
                <a:gridCol w="259405">
                  <a:extLst>
                    <a:ext uri="{9D8B030D-6E8A-4147-A177-3AD203B41FA5}">
                      <a16:colId xmlns:a16="http://schemas.microsoft.com/office/drawing/2014/main" val="1656138879"/>
                    </a:ext>
                  </a:extLst>
                </a:gridCol>
                <a:gridCol w="259405">
                  <a:extLst>
                    <a:ext uri="{9D8B030D-6E8A-4147-A177-3AD203B41FA5}">
                      <a16:colId xmlns:a16="http://schemas.microsoft.com/office/drawing/2014/main" val="2600077534"/>
                    </a:ext>
                  </a:extLst>
                </a:gridCol>
                <a:gridCol w="259405">
                  <a:extLst>
                    <a:ext uri="{9D8B030D-6E8A-4147-A177-3AD203B41FA5}">
                      <a16:colId xmlns:a16="http://schemas.microsoft.com/office/drawing/2014/main" val="2024362325"/>
                    </a:ext>
                  </a:extLst>
                </a:gridCol>
                <a:gridCol w="259405">
                  <a:extLst>
                    <a:ext uri="{9D8B030D-6E8A-4147-A177-3AD203B41FA5}">
                      <a16:colId xmlns:a16="http://schemas.microsoft.com/office/drawing/2014/main" val="4264250214"/>
                    </a:ext>
                  </a:extLst>
                </a:gridCol>
              </a:tblGrid>
              <a:tr h="1217829">
                <a:tc>
                  <a:txBody>
                    <a:bodyPr/>
                    <a:lstStyle/>
                    <a:p>
                      <a:r>
                        <a:rPr lang="en-US" altLang="zh-TW" dirty="0"/>
                        <a:t>1 </a:t>
                      </a:r>
                      <a:endParaRPr lang="zh-TW" altLang="en-US" dirty="0"/>
                    </a:p>
                  </a:txBody>
                  <a:tcPr>
                    <a:solidFill>
                      <a:schemeClr val="bg1"/>
                    </a:solidFill>
                  </a:tcPr>
                </a:tc>
                <a:tc>
                  <a:txBody>
                    <a:bodyPr/>
                    <a:lstStyle/>
                    <a:p>
                      <a:r>
                        <a:rPr lang="en-US" altLang="zh-TW" dirty="0"/>
                        <a:t>2</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9</a:t>
                      </a:r>
                      <a:endParaRPr lang="zh-TW" altLang="en-US" dirty="0"/>
                    </a:p>
                  </a:txBody>
                  <a:tcPr>
                    <a:solidFill>
                      <a:schemeClr val="bg1"/>
                    </a:solidFill>
                  </a:tcPr>
                </a:tc>
                <a:tc>
                  <a:txBody>
                    <a:bodyPr/>
                    <a:lstStyle/>
                    <a:p>
                      <a:r>
                        <a:rPr lang="en-US" altLang="zh-TW" dirty="0"/>
                        <a:t>10</a:t>
                      </a:r>
                      <a:endParaRPr lang="zh-TW" altLang="en-US" dirty="0"/>
                    </a:p>
                  </a:txBody>
                  <a:tcPr>
                    <a:solidFill>
                      <a:schemeClr val="bg1"/>
                    </a:solidFill>
                  </a:tcPr>
                </a:tc>
                <a:tc>
                  <a:txBody>
                    <a:bodyPr/>
                    <a:lstStyle/>
                    <a:p>
                      <a:r>
                        <a:rPr lang="en-US" altLang="zh-TW" dirty="0"/>
                        <a:t>11</a:t>
                      </a:r>
                      <a:endParaRPr lang="zh-TW" altLang="en-US" dirty="0"/>
                    </a:p>
                  </a:txBody>
                  <a:tcPr>
                    <a:solidFill>
                      <a:schemeClr val="bg1"/>
                    </a:solidFill>
                  </a:tcPr>
                </a:tc>
                <a:tc>
                  <a:txBody>
                    <a:bodyPr/>
                    <a:lstStyle/>
                    <a:p>
                      <a:r>
                        <a:rPr lang="en-US" altLang="zh-TW" dirty="0"/>
                        <a:t>12</a:t>
                      </a:r>
                      <a:endParaRPr lang="zh-TW" altLang="en-US" dirty="0"/>
                    </a:p>
                  </a:txBody>
                  <a:tcPr>
                    <a:solidFill>
                      <a:schemeClr val="bg1"/>
                    </a:solidFill>
                  </a:tcPr>
                </a:tc>
                <a:tc>
                  <a:txBody>
                    <a:bodyPr/>
                    <a:lstStyle/>
                    <a:p>
                      <a:r>
                        <a:rPr lang="en-US" altLang="zh-TW" dirty="0"/>
                        <a:t>13</a:t>
                      </a:r>
                      <a:endParaRPr lang="zh-TW" altLang="en-US" dirty="0"/>
                    </a:p>
                  </a:txBody>
                  <a:tcPr>
                    <a:solidFill>
                      <a:schemeClr val="bg1"/>
                    </a:solidFill>
                  </a:tcPr>
                </a:tc>
                <a:tc>
                  <a:txBody>
                    <a:bodyPr/>
                    <a:lstStyle/>
                    <a:p>
                      <a:r>
                        <a:rPr lang="en-US" altLang="zh-TW" dirty="0"/>
                        <a:t>14</a:t>
                      </a:r>
                      <a:endParaRPr lang="zh-TW" altLang="en-US" dirty="0"/>
                    </a:p>
                  </a:txBody>
                  <a:tcPr>
                    <a:solidFill>
                      <a:schemeClr val="bg1"/>
                    </a:solidFill>
                  </a:tcPr>
                </a:tc>
                <a:tc>
                  <a:txBody>
                    <a:bodyPr/>
                    <a:lstStyle/>
                    <a:p>
                      <a:r>
                        <a:rPr lang="en-US" altLang="zh-TW" dirty="0"/>
                        <a:t>15</a:t>
                      </a:r>
                      <a:endParaRPr lang="zh-TW" altLang="en-US" dirty="0"/>
                    </a:p>
                  </a:txBody>
                  <a:tcPr>
                    <a:solidFill>
                      <a:schemeClr val="bg1"/>
                    </a:solidFill>
                  </a:tcPr>
                </a:tc>
                <a:tc>
                  <a:txBody>
                    <a:bodyPr/>
                    <a:lstStyle/>
                    <a:p>
                      <a:r>
                        <a:rPr lang="en-US" altLang="zh-TW" dirty="0"/>
                        <a:t>16</a:t>
                      </a:r>
                      <a:endParaRPr lang="zh-TW" altLang="en-US" dirty="0"/>
                    </a:p>
                  </a:txBody>
                  <a:tcPr>
                    <a:solidFill>
                      <a:schemeClr val="bg1"/>
                    </a:solidFill>
                  </a:tcPr>
                </a:tc>
                <a:tc>
                  <a:txBody>
                    <a:bodyPr/>
                    <a:lstStyle/>
                    <a:p>
                      <a:r>
                        <a:rPr lang="en-US" altLang="zh-TW" dirty="0"/>
                        <a:t>17</a:t>
                      </a:r>
                      <a:endParaRPr lang="zh-TW" altLang="en-US" dirty="0"/>
                    </a:p>
                  </a:txBody>
                  <a:tcPr>
                    <a:solidFill>
                      <a:schemeClr val="bg1"/>
                    </a:solidFill>
                  </a:tcPr>
                </a:tc>
                <a:tc>
                  <a:txBody>
                    <a:bodyPr/>
                    <a:lstStyle/>
                    <a:p>
                      <a:r>
                        <a:rPr lang="en-US" altLang="zh-TW" dirty="0"/>
                        <a:t>18</a:t>
                      </a:r>
                      <a:endParaRPr lang="zh-TW" altLang="en-US" dirty="0"/>
                    </a:p>
                  </a:txBody>
                  <a:tcPr>
                    <a:solidFill>
                      <a:schemeClr val="bg1"/>
                    </a:solidFill>
                  </a:tcPr>
                </a:tc>
                <a:tc>
                  <a:txBody>
                    <a:bodyPr/>
                    <a:lstStyle/>
                    <a:p>
                      <a:r>
                        <a:rPr lang="en-US" altLang="zh-TW" dirty="0"/>
                        <a:t>19</a:t>
                      </a:r>
                      <a:endParaRPr lang="zh-TW" altLang="en-US" dirty="0"/>
                    </a:p>
                  </a:txBody>
                  <a:tcPr>
                    <a:solidFill>
                      <a:schemeClr val="bg1"/>
                    </a:solidFill>
                  </a:tcPr>
                </a:tc>
                <a:tc>
                  <a:txBody>
                    <a:bodyPr/>
                    <a:lstStyle/>
                    <a:p>
                      <a:r>
                        <a:rPr lang="en-US" altLang="zh-TW" dirty="0"/>
                        <a:t>20</a:t>
                      </a:r>
                      <a:endParaRPr lang="zh-TW" altLang="en-US" dirty="0"/>
                    </a:p>
                  </a:txBody>
                  <a:tcPr>
                    <a:solidFill>
                      <a:schemeClr val="bg1"/>
                    </a:solidFill>
                  </a:tcPr>
                </a:tc>
                <a:tc>
                  <a:txBody>
                    <a:bodyPr/>
                    <a:lstStyle/>
                    <a:p>
                      <a:r>
                        <a:rPr lang="en-US" altLang="zh-TW" dirty="0"/>
                        <a:t>21</a:t>
                      </a:r>
                      <a:endParaRPr lang="zh-TW" altLang="en-US" dirty="0"/>
                    </a:p>
                  </a:txBody>
                  <a:tcPr>
                    <a:solidFill>
                      <a:schemeClr val="bg1"/>
                    </a:solidFill>
                  </a:tcPr>
                </a:tc>
                <a:tc>
                  <a:txBody>
                    <a:bodyPr/>
                    <a:lstStyle/>
                    <a:p>
                      <a:r>
                        <a:rPr lang="en-US" altLang="zh-TW" dirty="0"/>
                        <a:t>22</a:t>
                      </a:r>
                      <a:endParaRPr lang="zh-TW" altLang="en-US" dirty="0"/>
                    </a:p>
                  </a:txBody>
                  <a:tcPr>
                    <a:solidFill>
                      <a:schemeClr val="bg1"/>
                    </a:solidFill>
                  </a:tcPr>
                </a:tc>
                <a:tc>
                  <a:txBody>
                    <a:bodyPr/>
                    <a:lstStyle/>
                    <a:p>
                      <a:r>
                        <a:rPr lang="en-US" altLang="zh-TW" dirty="0"/>
                        <a:t>23</a:t>
                      </a:r>
                      <a:endParaRPr lang="zh-TW" altLang="en-US" dirty="0"/>
                    </a:p>
                  </a:txBody>
                  <a:tcPr>
                    <a:solidFill>
                      <a:schemeClr val="bg1"/>
                    </a:solidFill>
                  </a:tcPr>
                </a:tc>
                <a:tc>
                  <a:txBody>
                    <a:bodyPr/>
                    <a:lstStyle/>
                    <a:p>
                      <a:r>
                        <a:rPr lang="en-US" altLang="zh-TW" dirty="0"/>
                        <a:t>24</a:t>
                      </a:r>
                      <a:endParaRPr lang="zh-TW" altLang="en-US" dirty="0"/>
                    </a:p>
                  </a:txBody>
                  <a:tcPr>
                    <a:solidFill>
                      <a:schemeClr val="bg1"/>
                    </a:solidFill>
                  </a:tcPr>
                </a:tc>
                <a:tc>
                  <a:txBody>
                    <a:bodyPr/>
                    <a:lstStyle/>
                    <a:p>
                      <a:r>
                        <a:rPr lang="en-US" altLang="zh-TW" dirty="0"/>
                        <a:t>25</a:t>
                      </a:r>
                      <a:endParaRPr lang="zh-TW" altLang="en-US" dirty="0"/>
                    </a:p>
                  </a:txBody>
                  <a:tcPr>
                    <a:solidFill>
                      <a:schemeClr val="bg1"/>
                    </a:solidFill>
                  </a:tcPr>
                </a:tc>
                <a:tc>
                  <a:txBody>
                    <a:bodyPr/>
                    <a:lstStyle/>
                    <a:p>
                      <a:r>
                        <a:rPr lang="en-US" altLang="zh-TW" dirty="0"/>
                        <a:t>26</a:t>
                      </a:r>
                      <a:endParaRPr lang="zh-TW" altLang="en-US" dirty="0"/>
                    </a:p>
                  </a:txBody>
                  <a:tcPr>
                    <a:solidFill>
                      <a:schemeClr val="bg1"/>
                    </a:solidFill>
                  </a:tcPr>
                </a:tc>
                <a:tc>
                  <a:txBody>
                    <a:bodyPr/>
                    <a:lstStyle/>
                    <a:p>
                      <a:r>
                        <a:rPr lang="en-US" altLang="zh-TW" dirty="0"/>
                        <a:t>27</a:t>
                      </a:r>
                      <a:endParaRPr lang="zh-TW" altLang="en-US" dirty="0"/>
                    </a:p>
                  </a:txBody>
                  <a:tcPr>
                    <a:solidFill>
                      <a:schemeClr val="bg1"/>
                    </a:solidFill>
                  </a:tcPr>
                </a:tc>
                <a:tc>
                  <a:txBody>
                    <a:bodyPr/>
                    <a:lstStyle/>
                    <a:p>
                      <a:r>
                        <a:rPr lang="en-US" altLang="zh-TW" dirty="0"/>
                        <a:t>28</a:t>
                      </a:r>
                      <a:endParaRPr lang="zh-TW" altLang="en-US" dirty="0"/>
                    </a:p>
                  </a:txBody>
                  <a:tcPr>
                    <a:solidFill>
                      <a:schemeClr val="bg1"/>
                    </a:solidFill>
                  </a:tcPr>
                </a:tc>
                <a:tc>
                  <a:txBody>
                    <a:bodyPr/>
                    <a:lstStyle/>
                    <a:p>
                      <a:r>
                        <a:rPr lang="en-US" altLang="zh-TW" dirty="0"/>
                        <a:t>29</a:t>
                      </a:r>
                      <a:endParaRPr lang="zh-TW" altLang="en-US" dirty="0"/>
                    </a:p>
                  </a:txBody>
                  <a:tcPr>
                    <a:solidFill>
                      <a:schemeClr val="bg1"/>
                    </a:solidFill>
                  </a:tcPr>
                </a:tc>
                <a:tc>
                  <a:txBody>
                    <a:bodyPr/>
                    <a:lstStyle/>
                    <a:p>
                      <a:r>
                        <a:rPr lang="en-US" altLang="zh-TW" dirty="0"/>
                        <a:t>30</a:t>
                      </a:r>
                      <a:endParaRPr lang="zh-TW" altLang="en-US" dirty="0"/>
                    </a:p>
                  </a:txBody>
                  <a:tcPr>
                    <a:solidFill>
                      <a:schemeClr val="bg1"/>
                    </a:solidFill>
                  </a:tcPr>
                </a:tc>
                <a:tc>
                  <a:txBody>
                    <a:bodyPr/>
                    <a:lstStyle/>
                    <a:p>
                      <a:r>
                        <a:rPr lang="en-US" altLang="zh-TW" dirty="0"/>
                        <a:t>31</a:t>
                      </a:r>
                      <a:endParaRPr lang="zh-TW" altLang="en-US" dirty="0"/>
                    </a:p>
                  </a:txBody>
                  <a:tcPr>
                    <a:solidFill>
                      <a:schemeClr val="bg1"/>
                    </a:solidFill>
                  </a:tcPr>
                </a:tc>
                <a:tc>
                  <a:txBody>
                    <a:bodyPr/>
                    <a:lstStyle/>
                    <a:p>
                      <a:r>
                        <a:rPr lang="en-US" altLang="zh-TW" dirty="0"/>
                        <a:t>32</a:t>
                      </a:r>
                      <a:endParaRPr lang="zh-TW" altLang="en-US" dirty="0"/>
                    </a:p>
                  </a:txBody>
                  <a:tcPr>
                    <a:solidFill>
                      <a:schemeClr val="bg1"/>
                    </a:solidFill>
                  </a:tcPr>
                </a:tc>
                <a:tc>
                  <a:txBody>
                    <a:bodyPr/>
                    <a:lstStyle/>
                    <a:p>
                      <a:r>
                        <a:rPr lang="en-US" altLang="zh-TW" dirty="0"/>
                        <a:t>33</a:t>
                      </a:r>
                      <a:endParaRPr lang="zh-TW" altLang="en-US" dirty="0"/>
                    </a:p>
                  </a:txBody>
                  <a:tcPr>
                    <a:solidFill>
                      <a:schemeClr val="bg1"/>
                    </a:solidFill>
                  </a:tcPr>
                </a:tc>
                <a:tc>
                  <a:txBody>
                    <a:bodyPr/>
                    <a:lstStyle/>
                    <a:p>
                      <a:r>
                        <a:rPr lang="en-US" altLang="zh-TW" dirty="0"/>
                        <a:t>34</a:t>
                      </a:r>
                      <a:endParaRPr lang="zh-TW" altLang="en-US" dirty="0"/>
                    </a:p>
                  </a:txBody>
                  <a:tcPr>
                    <a:solidFill>
                      <a:schemeClr val="bg1"/>
                    </a:solidFill>
                  </a:tcPr>
                </a:tc>
                <a:tc>
                  <a:txBody>
                    <a:bodyPr/>
                    <a:lstStyle/>
                    <a:p>
                      <a:r>
                        <a:rPr lang="en-US" altLang="zh-TW" dirty="0"/>
                        <a:t>35</a:t>
                      </a:r>
                      <a:endParaRPr lang="zh-TW" altLang="en-US" dirty="0"/>
                    </a:p>
                  </a:txBody>
                  <a:tcPr>
                    <a:solidFill>
                      <a:schemeClr val="bg1"/>
                    </a:solidFill>
                  </a:tcPr>
                </a:tc>
                <a:tc>
                  <a:txBody>
                    <a:bodyPr/>
                    <a:lstStyle/>
                    <a:p>
                      <a:r>
                        <a:rPr lang="en-US" altLang="zh-TW" dirty="0"/>
                        <a:t>36</a:t>
                      </a:r>
                      <a:endParaRPr lang="zh-TW" altLang="en-US" dirty="0"/>
                    </a:p>
                  </a:txBody>
                  <a:tcPr>
                    <a:solidFill>
                      <a:schemeClr val="bg1"/>
                    </a:solidFill>
                  </a:tcPr>
                </a:tc>
                <a:tc>
                  <a:txBody>
                    <a:bodyPr/>
                    <a:lstStyle/>
                    <a:p>
                      <a:r>
                        <a:rPr lang="en-US" altLang="zh-TW" dirty="0"/>
                        <a:t>37</a:t>
                      </a:r>
                      <a:endParaRPr lang="zh-TW" altLang="en-US" dirty="0"/>
                    </a:p>
                  </a:txBody>
                  <a:tcPr>
                    <a:solidFill>
                      <a:schemeClr val="bg1"/>
                    </a:solidFill>
                  </a:tcPr>
                </a:tc>
                <a:tc>
                  <a:txBody>
                    <a:bodyPr/>
                    <a:lstStyle/>
                    <a:p>
                      <a:r>
                        <a:rPr lang="en-US" altLang="zh-TW" dirty="0"/>
                        <a:t>38</a:t>
                      </a:r>
                      <a:endParaRPr lang="zh-TW" altLang="en-US" dirty="0"/>
                    </a:p>
                  </a:txBody>
                  <a:tcPr>
                    <a:solidFill>
                      <a:schemeClr val="bg1"/>
                    </a:solidFill>
                  </a:tcPr>
                </a:tc>
                <a:tc>
                  <a:txBody>
                    <a:bodyPr/>
                    <a:lstStyle/>
                    <a:p>
                      <a:r>
                        <a:rPr lang="en-US" altLang="zh-TW" dirty="0"/>
                        <a:t>39</a:t>
                      </a:r>
                      <a:endParaRPr lang="zh-TW" altLang="en-US" dirty="0"/>
                    </a:p>
                  </a:txBody>
                  <a:tcPr>
                    <a:solidFill>
                      <a:schemeClr val="bg1"/>
                    </a:solidFill>
                  </a:tcPr>
                </a:tc>
                <a:tc>
                  <a:txBody>
                    <a:bodyPr/>
                    <a:lstStyle/>
                    <a:p>
                      <a:r>
                        <a:rPr lang="en-US" altLang="zh-TW" dirty="0"/>
                        <a:t>40</a:t>
                      </a:r>
                      <a:endParaRPr lang="zh-TW" altLang="en-US" dirty="0"/>
                    </a:p>
                  </a:txBody>
                  <a:tcPr>
                    <a:solidFill>
                      <a:schemeClr val="bg1"/>
                    </a:solidFill>
                  </a:tcPr>
                </a:tc>
                <a:tc>
                  <a:txBody>
                    <a:bodyPr/>
                    <a:lstStyle/>
                    <a:p>
                      <a:r>
                        <a:rPr lang="en-US" altLang="zh-TW" dirty="0"/>
                        <a:t>41</a:t>
                      </a:r>
                      <a:endParaRPr lang="zh-TW" altLang="en-US" dirty="0"/>
                    </a:p>
                  </a:txBody>
                  <a:tcPr>
                    <a:solidFill>
                      <a:schemeClr val="bg1"/>
                    </a:solidFill>
                  </a:tcPr>
                </a:tc>
                <a:tc>
                  <a:txBody>
                    <a:bodyPr/>
                    <a:lstStyle/>
                    <a:p>
                      <a:r>
                        <a:rPr lang="en-US" altLang="zh-TW" dirty="0"/>
                        <a:t>42</a:t>
                      </a:r>
                      <a:endParaRPr lang="zh-TW" altLang="en-US" dirty="0"/>
                    </a:p>
                  </a:txBody>
                  <a:tcPr>
                    <a:solidFill>
                      <a:schemeClr val="bg1"/>
                    </a:solidFill>
                  </a:tcPr>
                </a:tc>
                <a:tc>
                  <a:txBody>
                    <a:bodyPr/>
                    <a:lstStyle/>
                    <a:p>
                      <a:r>
                        <a:rPr lang="en-US" altLang="zh-TW" dirty="0"/>
                        <a:t>43</a:t>
                      </a:r>
                      <a:endParaRPr lang="zh-TW" altLang="en-US" dirty="0"/>
                    </a:p>
                  </a:txBody>
                  <a:tcPr>
                    <a:solidFill>
                      <a:schemeClr val="bg1"/>
                    </a:solidFill>
                  </a:tcPr>
                </a:tc>
                <a:tc>
                  <a:txBody>
                    <a:bodyPr/>
                    <a:lstStyle/>
                    <a:p>
                      <a:r>
                        <a:rPr lang="en-US" altLang="zh-TW" dirty="0"/>
                        <a:t>44</a:t>
                      </a:r>
                      <a:endParaRPr lang="zh-TW" altLang="en-US" dirty="0"/>
                    </a:p>
                  </a:txBody>
                  <a:tcPr>
                    <a:solidFill>
                      <a:schemeClr val="bg1"/>
                    </a:solidFill>
                  </a:tcPr>
                </a:tc>
                <a:tc>
                  <a:txBody>
                    <a:bodyPr/>
                    <a:lstStyle/>
                    <a:p>
                      <a:r>
                        <a:rPr lang="en-US" altLang="zh-TW" dirty="0"/>
                        <a:t>45</a:t>
                      </a:r>
                      <a:endParaRPr lang="zh-TW" altLang="en-US" dirty="0"/>
                    </a:p>
                  </a:txBody>
                  <a:tcPr>
                    <a:solidFill>
                      <a:schemeClr val="bg1"/>
                    </a:solidFill>
                  </a:tcPr>
                </a:tc>
                <a:tc>
                  <a:txBody>
                    <a:bodyPr/>
                    <a:lstStyle/>
                    <a:p>
                      <a:r>
                        <a:rPr lang="en-US" altLang="zh-TW" dirty="0"/>
                        <a:t>46</a:t>
                      </a:r>
                      <a:endParaRPr lang="zh-TW" altLang="en-US" dirty="0"/>
                    </a:p>
                  </a:txBody>
                  <a:tcPr>
                    <a:solidFill>
                      <a:schemeClr val="bg1"/>
                    </a:solidFill>
                  </a:tcPr>
                </a:tc>
                <a:tc>
                  <a:txBody>
                    <a:bodyPr/>
                    <a:lstStyle/>
                    <a:p>
                      <a:r>
                        <a:rPr lang="en-US" altLang="zh-TW" dirty="0"/>
                        <a:t>47</a:t>
                      </a:r>
                      <a:endParaRPr lang="zh-TW" altLang="en-US" dirty="0"/>
                    </a:p>
                  </a:txBody>
                  <a:tcPr>
                    <a:solidFill>
                      <a:schemeClr val="bg1"/>
                    </a:solidFill>
                  </a:tcPr>
                </a:tc>
                <a:extLst>
                  <a:ext uri="{0D108BD9-81ED-4DB2-BD59-A6C34878D82A}">
                    <a16:rowId xmlns:a16="http://schemas.microsoft.com/office/drawing/2014/main" val="749959243"/>
                  </a:ext>
                </a:extLst>
              </a:tr>
              <a:tr h="1217829">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A</a:t>
                      </a:r>
                      <a:endParaRPr lang="zh-TW" altLang="en-US" dirty="0"/>
                    </a:p>
                  </a:txBody>
                  <a:tcPr>
                    <a:solidFill>
                      <a:schemeClr val="accent4"/>
                    </a:solidFill>
                  </a:tcPr>
                </a:tc>
                <a:tc>
                  <a:txBody>
                    <a:bodyPr/>
                    <a:lstStyle/>
                    <a:p>
                      <a:r>
                        <a:rPr lang="en-US" altLang="zh-TW" dirty="0"/>
                        <a:t>T</a:t>
                      </a:r>
                      <a:endParaRPr lang="zh-TW" altLang="en-US" dirty="0"/>
                    </a:p>
                  </a:txBody>
                  <a:tcPr>
                    <a:solidFill>
                      <a:schemeClr val="accent2"/>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extLst>
                  <a:ext uri="{0D108BD9-81ED-4DB2-BD59-A6C34878D82A}">
                    <a16:rowId xmlns:a16="http://schemas.microsoft.com/office/drawing/2014/main" val="2086170782"/>
                  </a:ext>
                </a:extLst>
              </a:tr>
              <a:tr h="1217829">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G</a:t>
                      </a:r>
                      <a:endParaRPr lang="zh-TW" altLang="en-US" dirty="0"/>
                    </a:p>
                  </a:txBody>
                  <a:tcPr>
                    <a:solidFill>
                      <a:schemeClr val="accent2"/>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tc>
                  <a:txBody>
                    <a:bodyPr/>
                    <a:lstStyle/>
                    <a:p>
                      <a:endParaRPr lang="zh-TW" altLang="en-US" dirty="0"/>
                    </a:p>
                  </a:txBody>
                  <a:tcPr>
                    <a:solidFill>
                      <a:schemeClr val="bg1"/>
                    </a:solidFill>
                  </a:tcPr>
                </a:tc>
                <a:extLst>
                  <a:ext uri="{0D108BD9-81ED-4DB2-BD59-A6C34878D82A}">
                    <a16:rowId xmlns:a16="http://schemas.microsoft.com/office/drawing/2014/main" val="1546432948"/>
                  </a:ext>
                </a:extLst>
              </a:tr>
            </a:tbl>
          </a:graphicData>
        </a:graphic>
      </p:graphicFrame>
      <p:graphicFrame>
        <p:nvGraphicFramePr>
          <p:cNvPr id="6" name="表格 5">
            <a:extLst>
              <a:ext uri="{FF2B5EF4-FFF2-40B4-BE49-F238E27FC236}">
                <a16:creationId xmlns:a16="http://schemas.microsoft.com/office/drawing/2014/main" id="{DD5E78A4-7293-3CCC-9BC8-CF95C4718573}"/>
              </a:ext>
            </a:extLst>
          </p:cNvPr>
          <p:cNvGraphicFramePr>
            <a:graphicFrameLocks noGrp="1"/>
          </p:cNvGraphicFramePr>
          <p:nvPr>
            <p:extLst>
              <p:ext uri="{D42A27DB-BD31-4B8C-83A1-F6EECF244321}">
                <p14:modId xmlns:p14="http://schemas.microsoft.com/office/powerpoint/2010/main" val="2857419873"/>
              </p:ext>
            </p:extLst>
          </p:nvPr>
        </p:nvGraphicFramePr>
        <p:xfrm>
          <a:off x="0" y="5029199"/>
          <a:ext cx="4667044" cy="1828799"/>
        </p:xfrm>
        <a:graphic>
          <a:graphicData uri="http://schemas.openxmlformats.org/drawingml/2006/table">
            <a:tbl>
              <a:tblPr firstRow="1">
                <a:tableStyleId>{D7AC3CCA-C797-4891-BE02-D94E43425B78}</a:tableStyleId>
              </a:tblPr>
              <a:tblGrid>
                <a:gridCol w="1166761">
                  <a:extLst>
                    <a:ext uri="{9D8B030D-6E8A-4147-A177-3AD203B41FA5}">
                      <a16:colId xmlns:a16="http://schemas.microsoft.com/office/drawing/2014/main" val="2548151763"/>
                    </a:ext>
                  </a:extLst>
                </a:gridCol>
                <a:gridCol w="1166761">
                  <a:extLst>
                    <a:ext uri="{9D8B030D-6E8A-4147-A177-3AD203B41FA5}">
                      <a16:colId xmlns:a16="http://schemas.microsoft.com/office/drawing/2014/main" val="1374340777"/>
                    </a:ext>
                  </a:extLst>
                </a:gridCol>
                <a:gridCol w="1166761">
                  <a:extLst>
                    <a:ext uri="{9D8B030D-6E8A-4147-A177-3AD203B41FA5}">
                      <a16:colId xmlns:a16="http://schemas.microsoft.com/office/drawing/2014/main" val="983427264"/>
                    </a:ext>
                  </a:extLst>
                </a:gridCol>
                <a:gridCol w="1166761">
                  <a:extLst>
                    <a:ext uri="{9D8B030D-6E8A-4147-A177-3AD203B41FA5}">
                      <a16:colId xmlns:a16="http://schemas.microsoft.com/office/drawing/2014/main" val="2987533520"/>
                    </a:ext>
                  </a:extLst>
                </a:gridCol>
              </a:tblGrid>
              <a:tr h="920706">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3123881120"/>
                  </a:ext>
                </a:extLst>
              </a:tr>
              <a:tr h="908093">
                <a:tc>
                  <a:txBody>
                    <a:bodyPr/>
                    <a:lstStyle/>
                    <a:p>
                      <a:r>
                        <a:rPr lang="en-US" altLang="zh-TW" dirty="0"/>
                        <a:t>2</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1</a:t>
                      </a:r>
                      <a:endParaRPr lang="zh-TW" altLang="en-US" dirty="0"/>
                    </a:p>
                  </a:txBody>
                  <a:tcPr>
                    <a:solidFill>
                      <a:schemeClr val="bg1"/>
                    </a:solidFill>
                  </a:tcPr>
                </a:tc>
                <a:tc>
                  <a:txBody>
                    <a:bodyPr/>
                    <a:lstStyle/>
                    <a:p>
                      <a:r>
                        <a:rPr lang="en-US" altLang="zh-TW" dirty="0"/>
                        <a:t>9</a:t>
                      </a:r>
                      <a:endParaRPr lang="zh-TW" altLang="en-US" dirty="0"/>
                    </a:p>
                  </a:txBody>
                  <a:tcPr>
                    <a:solidFill>
                      <a:schemeClr val="accent2"/>
                    </a:solidFill>
                  </a:tcPr>
                </a:tc>
                <a:extLst>
                  <a:ext uri="{0D108BD9-81ED-4DB2-BD59-A6C34878D82A}">
                    <a16:rowId xmlns:a16="http://schemas.microsoft.com/office/drawing/2014/main" val="3124919373"/>
                  </a:ext>
                </a:extLst>
              </a:tr>
            </a:tbl>
          </a:graphicData>
        </a:graphic>
      </p:graphicFrame>
      <p:graphicFrame>
        <p:nvGraphicFramePr>
          <p:cNvPr id="7" name="表格 6">
            <a:extLst>
              <a:ext uri="{FF2B5EF4-FFF2-40B4-BE49-F238E27FC236}">
                <a16:creationId xmlns:a16="http://schemas.microsoft.com/office/drawing/2014/main" id="{C728AE21-64FF-6CCF-E479-36D40D20FFF0}"/>
              </a:ext>
            </a:extLst>
          </p:cNvPr>
          <p:cNvGraphicFramePr>
            <a:graphicFrameLocks noGrp="1"/>
          </p:cNvGraphicFramePr>
          <p:nvPr>
            <p:extLst>
              <p:ext uri="{D42A27DB-BD31-4B8C-83A1-F6EECF244321}">
                <p14:modId xmlns:p14="http://schemas.microsoft.com/office/powerpoint/2010/main" val="4245097405"/>
              </p:ext>
            </p:extLst>
          </p:nvPr>
        </p:nvGraphicFramePr>
        <p:xfrm>
          <a:off x="4667045" y="5029200"/>
          <a:ext cx="7524955" cy="1828800"/>
        </p:xfrm>
        <a:graphic>
          <a:graphicData uri="http://schemas.openxmlformats.org/drawingml/2006/table">
            <a:tbl>
              <a:tblPr firstRow="1" firstCol="1" bandRow="1">
                <a:tableStyleId>{D7AC3CCA-C797-4891-BE02-D94E43425B78}</a:tableStyleId>
              </a:tblPr>
              <a:tblGrid>
                <a:gridCol w="1504991">
                  <a:extLst>
                    <a:ext uri="{9D8B030D-6E8A-4147-A177-3AD203B41FA5}">
                      <a16:colId xmlns:a16="http://schemas.microsoft.com/office/drawing/2014/main" val="1033709154"/>
                    </a:ext>
                  </a:extLst>
                </a:gridCol>
                <a:gridCol w="1504991">
                  <a:extLst>
                    <a:ext uri="{9D8B030D-6E8A-4147-A177-3AD203B41FA5}">
                      <a16:colId xmlns:a16="http://schemas.microsoft.com/office/drawing/2014/main" val="1411018084"/>
                    </a:ext>
                  </a:extLst>
                </a:gridCol>
                <a:gridCol w="1504991">
                  <a:extLst>
                    <a:ext uri="{9D8B030D-6E8A-4147-A177-3AD203B41FA5}">
                      <a16:colId xmlns:a16="http://schemas.microsoft.com/office/drawing/2014/main" val="2941845008"/>
                    </a:ext>
                  </a:extLst>
                </a:gridCol>
                <a:gridCol w="1504991">
                  <a:extLst>
                    <a:ext uri="{9D8B030D-6E8A-4147-A177-3AD203B41FA5}">
                      <a16:colId xmlns:a16="http://schemas.microsoft.com/office/drawing/2014/main" val="184342878"/>
                    </a:ext>
                  </a:extLst>
                </a:gridCol>
                <a:gridCol w="1504991">
                  <a:extLst>
                    <a:ext uri="{9D8B030D-6E8A-4147-A177-3AD203B41FA5}">
                      <a16:colId xmlns:a16="http://schemas.microsoft.com/office/drawing/2014/main" val="2082969993"/>
                    </a:ext>
                  </a:extLst>
                </a:gridCol>
              </a:tblGrid>
              <a:tr h="241116">
                <a:tc>
                  <a:txBody>
                    <a:bodyPr/>
                    <a:lstStyle/>
                    <a:p>
                      <a:endParaRPr lang="zh-TW" altLang="en-US"/>
                    </a:p>
                  </a:txBody>
                  <a:tcPr>
                    <a:solidFill>
                      <a:schemeClr val="bg1"/>
                    </a:solidFill>
                  </a:tcPr>
                </a:tc>
                <a:tc>
                  <a:txBody>
                    <a:bodyPr/>
                    <a:lstStyle/>
                    <a:p>
                      <a:r>
                        <a:rPr lang="en-US" altLang="zh-TW" dirty="0"/>
                        <a:t>A</a:t>
                      </a:r>
                      <a:endParaRPr lang="zh-TW" altLang="en-US" dirty="0"/>
                    </a:p>
                  </a:txBody>
                  <a:tcPr>
                    <a:solidFill>
                      <a:schemeClr val="bg1"/>
                    </a:solidFill>
                  </a:tcPr>
                </a:tc>
                <a:tc>
                  <a:txBody>
                    <a:bodyPr/>
                    <a:lstStyle/>
                    <a:p>
                      <a:r>
                        <a:rPr lang="en-US" altLang="zh-TW" dirty="0"/>
                        <a:t>C</a:t>
                      </a:r>
                      <a:endParaRPr lang="zh-TW" altLang="en-US" dirty="0"/>
                    </a:p>
                  </a:txBody>
                  <a:tcPr>
                    <a:solidFill>
                      <a:schemeClr val="bg1"/>
                    </a:solidFill>
                  </a:tcPr>
                </a:tc>
                <a:tc>
                  <a:txBody>
                    <a:bodyPr/>
                    <a:lstStyle/>
                    <a:p>
                      <a:r>
                        <a:rPr lang="en-US" altLang="zh-TW" dirty="0"/>
                        <a:t>G</a:t>
                      </a:r>
                      <a:endParaRPr lang="zh-TW" altLang="en-US" dirty="0"/>
                    </a:p>
                  </a:txBody>
                  <a:tcPr>
                    <a:solidFill>
                      <a:schemeClr val="bg1"/>
                    </a:solidFill>
                  </a:tcPr>
                </a:tc>
                <a:tc>
                  <a:txBody>
                    <a:bodyPr/>
                    <a:lstStyle/>
                    <a:p>
                      <a:r>
                        <a:rPr lang="en-US" altLang="zh-TW" dirty="0"/>
                        <a:t>T</a:t>
                      </a:r>
                      <a:endParaRPr lang="zh-TW" altLang="en-US" dirty="0"/>
                    </a:p>
                  </a:txBody>
                  <a:tcPr>
                    <a:solidFill>
                      <a:schemeClr val="bg1"/>
                    </a:solidFill>
                  </a:tcPr>
                </a:tc>
                <a:extLst>
                  <a:ext uri="{0D108BD9-81ED-4DB2-BD59-A6C34878D82A}">
                    <a16:rowId xmlns:a16="http://schemas.microsoft.com/office/drawing/2014/main" val="4233428705"/>
                  </a:ext>
                </a:extLst>
              </a:tr>
              <a:tr h="241116">
                <a:tc>
                  <a:txBody>
                    <a:bodyPr/>
                    <a:lstStyle/>
                    <a:p>
                      <a:r>
                        <a:rPr lang="en-US" altLang="zh-TW" dirty="0"/>
                        <a:t>A</a:t>
                      </a:r>
                      <a:endParaRPr lang="zh-TW" altLang="en-US" dirty="0"/>
                    </a:p>
                  </a:txBody>
                  <a:tcPr>
                    <a:solidFill>
                      <a:schemeClr val="bg1"/>
                    </a:solidFill>
                  </a:tcPr>
                </a:tc>
                <a:tc>
                  <a:txBody>
                    <a:bodyPr/>
                    <a:lstStyle/>
                    <a:p>
                      <a:r>
                        <a:rPr lang="en-US" altLang="zh-TW" dirty="0"/>
                        <a:t>8</a:t>
                      </a:r>
                      <a:endParaRPr lang="zh-TW" altLang="en-US" dirty="0"/>
                    </a:p>
                  </a:txBody>
                  <a:tcPr>
                    <a:solidFill>
                      <a:schemeClr val="accent4"/>
                    </a:solidFill>
                  </a:tcPr>
                </a:tc>
                <a:tc>
                  <a:txBody>
                    <a:bodyPr/>
                    <a:lstStyle/>
                    <a:p>
                      <a:r>
                        <a:rPr lang="en-US" altLang="zh-TW" dirty="0"/>
                        <a:t>8</a:t>
                      </a:r>
                      <a:endParaRPr lang="zh-TW" altLang="en-US" dirty="0"/>
                    </a:p>
                  </a:txBody>
                  <a:tcPr>
                    <a:solidFill>
                      <a:schemeClr val="bg1"/>
                    </a:solidFill>
                  </a:tcPr>
                </a:tc>
                <a:tc>
                  <a:txBody>
                    <a:bodyPr/>
                    <a:lstStyle/>
                    <a:p>
                      <a:r>
                        <a:rPr lang="en-US" altLang="zh-TW" dirty="0"/>
                        <a:t>4</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4277705"/>
                  </a:ext>
                </a:extLst>
              </a:tr>
              <a:tr h="241116">
                <a:tc>
                  <a:txBody>
                    <a:bodyPr/>
                    <a:lstStyle/>
                    <a:p>
                      <a:r>
                        <a:rPr lang="en-US" altLang="zh-TW" dirty="0"/>
                        <a:t>C</a:t>
                      </a:r>
                      <a:endParaRPr lang="zh-TW" altLang="en-US" dirty="0"/>
                    </a:p>
                  </a:txBody>
                  <a:tcPr>
                    <a:solidFill>
                      <a:schemeClr val="bg1"/>
                    </a:solidFill>
                  </a:tcPr>
                </a:tc>
                <a:tc>
                  <a:txBody>
                    <a:bodyPr/>
                    <a:lstStyle/>
                    <a:p>
                      <a:r>
                        <a:rPr lang="en-US" altLang="zh-TW" dirty="0"/>
                        <a:t>5</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1774061881"/>
                  </a:ext>
                </a:extLst>
              </a:tr>
              <a:tr h="241116">
                <a:tc>
                  <a:txBody>
                    <a:bodyPr/>
                    <a:lstStyle/>
                    <a:p>
                      <a:r>
                        <a:rPr lang="en-US" altLang="zh-TW" dirty="0"/>
                        <a:t>G</a:t>
                      </a:r>
                      <a:endParaRPr lang="zh-TW" altLang="en-US" dirty="0"/>
                    </a:p>
                  </a:txBody>
                  <a:tcPr>
                    <a:solidFill>
                      <a:schemeClr val="bg1"/>
                    </a:solidFill>
                  </a:tcPr>
                </a:tc>
                <a:tc>
                  <a:txBody>
                    <a:bodyPr/>
                    <a:lstStyle/>
                    <a:p>
                      <a:r>
                        <a:rPr lang="en-US" altLang="zh-TW" dirty="0"/>
                        <a:t>3</a:t>
                      </a:r>
                      <a:endParaRPr lang="zh-TW" altLang="en-US" dirty="0"/>
                    </a:p>
                  </a:txBody>
                  <a:tcPr>
                    <a:solidFill>
                      <a:schemeClr val="bg1"/>
                    </a:solidFill>
                  </a:tcPr>
                </a:tc>
                <a:tc>
                  <a:txBody>
                    <a:bodyPr/>
                    <a:lstStyle/>
                    <a:p>
                      <a:r>
                        <a:rPr lang="en-US" altLang="zh-TW" dirty="0"/>
                        <a:t>6</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2733536794"/>
                  </a:ext>
                </a:extLst>
              </a:tr>
              <a:tr h="241116">
                <a:tc>
                  <a:txBody>
                    <a:bodyPr/>
                    <a:lstStyle/>
                    <a:p>
                      <a:r>
                        <a:rPr lang="en-US" altLang="zh-TW" dirty="0"/>
                        <a:t>T</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tc>
                  <a:txBody>
                    <a:bodyPr/>
                    <a:lstStyle/>
                    <a:p>
                      <a:r>
                        <a:rPr lang="en-US" altLang="zh-TW" dirty="0"/>
                        <a:t>7</a:t>
                      </a:r>
                      <a:endParaRPr lang="zh-TW" altLang="en-US" dirty="0"/>
                    </a:p>
                  </a:txBody>
                  <a:tcPr>
                    <a:solidFill>
                      <a:schemeClr val="bg1"/>
                    </a:solidFill>
                  </a:tcPr>
                </a:tc>
                <a:tc>
                  <a:txBody>
                    <a:bodyPr/>
                    <a:lstStyle/>
                    <a:p>
                      <a:r>
                        <a:rPr lang="en-US" altLang="zh-TW" dirty="0"/>
                        <a:t>8</a:t>
                      </a:r>
                      <a:endParaRPr lang="zh-TW" altLang="en-US" dirty="0"/>
                    </a:p>
                  </a:txBody>
                  <a:tcPr>
                    <a:solidFill>
                      <a:schemeClr val="bg1"/>
                    </a:solidFill>
                  </a:tcPr>
                </a:tc>
                <a:extLst>
                  <a:ext uri="{0D108BD9-81ED-4DB2-BD59-A6C34878D82A}">
                    <a16:rowId xmlns:a16="http://schemas.microsoft.com/office/drawing/2014/main" val="382368332"/>
                  </a:ext>
                </a:extLst>
              </a:tr>
            </a:tbl>
          </a:graphicData>
        </a:graphic>
      </p:graphicFrame>
      <p:sp>
        <p:nvSpPr>
          <p:cNvPr id="8" name="文字方塊 7">
            <a:extLst>
              <a:ext uri="{FF2B5EF4-FFF2-40B4-BE49-F238E27FC236}">
                <a16:creationId xmlns:a16="http://schemas.microsoft.com/office/drawing/2014/main" id="{40C35D95-F418-C273-D19C-7627448A5BF2}"/>
              </a:ext>
            </a:extLst>
          </p:cNvPr>
          <p:cNvSpPr txBox="1"/>
          <p:nvPr/>
        </p:nvSpPr>
        <p:spPr>
          <a:xfrm>
            <a:off x="344129" y="4463845"/>
            <a:ext cx="3598606" cy="369332"/>
          </a:xfrm>
          <a:prstGeom prst="rect">
            <a:avLst/>
          </a:prstGeom>
          <a:noFill/>
        </p:spPr>
        <p:txBody>
          <a:bodyPr wrap="square" rtlCol="0">
            <a:spAutoFit/>
          </a:bodyPr>
          <a:lstStyle/>
          <a:p>
            <a:pPr algn="ctr"/>
            <a:r>
              <a:rPr lang="en-US" altLang="zh-TW" dirty="0">
                <a:latin typeface="Times New Roman" panose="02020603050405020304" pitchFamily="18" charset="0"/>
                <a:cs typeface="Times New Roman" panose="02020603050405020304" pitchFamily="18" charset="0"/>
              </a:rPr>
              <a:t>Quick-search</a:t>
            </a:r>
            <a:endParaRPr lang="zh-TW" altLang="en-US" dirty="0"/>
          </a:p>
        </p:txBody>
      </p:sp>
      <p:sp>
        <p:nvSpPr>
          <p:cNvPr id="9" name="文字方塊 8">
            <a:extLst>
              <a:ext uri="{FF2B5EF4-FFF2-40B4-BE49-F238E27FC236}">
                <a16:creationId xmlns:a16="http://schemas.microsoft.com/office/drawing/2014/main" id="{7F910D2E-94AB-A458-F2ED-277D1167CECA}"/>
              </a:ext>
            </a:extLst>
          </p:cNvPr>
          <p:cNvSpPr txBox="1"/>
          <p:nvPr/>
        </p:nvSpPr>
        <p:spPr>
          <a:xfrm>
            <a:off x="6630219" y="4499219"/>
            <a:ext cx="3598606" cy="369332"/>
          </a:xfrm>
          <a:prstGeom prst="rect">
            <a:avLst/>
          </a:prstGeom>
          <a:noFill/>
        </p:spPr>
        <p:txBody>
          <a:bodyPr wrap="square" rtlCol="0">
            <a:spAutoFit/>
          </a:bodyPr>
          <a:lstStyle/>
          <a:p>
            <a:pPr algn="ctr"/>
            <a:r>
              <a:rPr lang="en-US" altLang="zh-TW" dirty="0" err="1">
                <a:latin typeface="Times New Roman" panose="02020603050405020304" pitchFamily="18" charset="0"/>
                <a:cs typeface="Times New Roman" panose="02020603050405020304" pitchFamily="18" charset="0"/>
              </a:rPr>
              <a:t>Zuh</a:t>
            </a:r>
            <a:r>
              <a:rPr lang="en-US" altLang="zh-TW" dirty="0">
                <a:latin typeface="Times New Roman" panose="02020603050405020304" pitchFamily="18" charset="0"/>
                <a:cs typeface="Times New Roman" panose="02020603050405020304" pitchFamily="18" charset="0"/>
              </a:rPr>
              <a:t> Takaoka</a:t>
            </a:r>
            <a:endParaRPr lang="zh-TW" altLang="en-US" dirty="0"/>
          </a:p>
        </p:txBody>
      </p:sp>
    </p:spTree>
    <p:extLst>
      <p:ext uri="{BB962C8B-B14F-4D97-AF65-F5344CB8AC3E}">
        <p14:creationId xmlns:p14="http://schemas.microsoft.com/office/powerpoint/2010/main" val="273931575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F6204D-34A1-F4C7-F3BA-52BFE683CBE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Search phase (7/7)</a:t>
            </a:r>
            <a:endParaRPr lang="zh-TW" altLang="en-US" dirty="0"/>
          </a:p>
        </p:txBody>
      </p:sp>
      <p:sp>
        <p:nvSpPr>
          <p:cNvPr id="3" name="內容版面配置區 2">
            <a:extLst>
              <a:ext uri="{FF2B5EF4-FFF2-40B4-BE49-F238E27FC236}">
                <a16:creationId xmlns:a16="http://schemas.microsoft.com/office/drawing/2014/main" id="{90E41979-E7F3-E92B-8D70-129261BFCE9B}"/>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End</a:t>
            </a:r>
          </a:p>
          <a:p>
            <a:r>
              <a:rPr lang="en-US" altLang="zh-TW" dirty="0">
                <a:latin typeface="Times New Roman" panose="02020603050405020304" pitchFamily="18" charset="0"/>
                <a:cs typeface="Times New Roman" panose="02020603050405020304" pitchFamily="18" charset="0"/>
              </a:rPr>
              <a:t>7 phase and 17 comparison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97A6F2AD-DE99-EAF0-8627-9FCFAB585BB6}"/>
              </a:ext>
            </a:extLst>
          </p:cNvPr>
          <p:cNvSpPr>
            <a:spLocks noGrp="1"/>
          </p:cNvSpPr>
          <p:nvPr>
            <p:ph type="sldNum" sz="quarter" idx="12"/>
          </p:nvPr>
        </p:nvSpPr>
        <p:spPr/>
        <p:txBody>
          <a:bodyPr/>
          <a:lstStyle/>
          <a:p>
            <a:fld id="{C497B8E6-CB28-4350-9E62-3F3C29E41FED}" type="slidenum">
              <a:rPr lang="zh-TW" altLang="en-US" smtClean="0"/>
              <a:t>28</a:t>
            </a:fld>
            <a:endParaRPr lang="zh-TW" altLang="en-US"/>
          </a:p>
        </p:txBody>
      </p:sp>
    </p:spTree>
    <p:extLst>
      <p:ext uri="{BB962C8B-B14F-4D97-AF65-F5344CB8AC3E}">
        <p14:creationId xmlns:p14="http://schemas.microsoft.com/office/powerpoint/2010/main" val="210235311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278E13-5AC0-8473-8A90-ECB1D74FB94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2FB78B0-A5B1-C08E-3E3D-8FB37B82258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Preprocessing phase : O(</a:t>
                </a:r>
                <a:r>
                  <a:rPr lang="en-US" altLang="zh-TW" i="1" dirty="0">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lang="zh-TW" altLang="en-US" i="1" smtClean="0">
                        <a:latin typeface="Cambria Math" panose="02040503050406030204" pitchFamily="18" charset="0"/>
                      </a:rPr>
                      <m:t>𝜎</m:t>
                    </m:r>
                    <m:r>
                      <a:rPr lang="en-US" altLang="zh-TW" b="0" i="0" baseline="30000" smtClean="0">
                        <a:latin typeface="Cambria Math" panose="02040503050406030204" pitchFamily="18" charset="0"/>
                      </a:rPr>
                      <m:t>2</m:t>
                    </m:r>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zh-TW" altLang="en-US" i="1">
                        <a:latin typeface="Cambria Math" panose="02040503050406030204" pitchFamily="18" charset="0"/>
                      </a:rPr>
                      <m:t>𝜎</m:t>
                    </m:r>
                  </m:oMath>
                </a14:m>
                <a:r>
                  <a:rPr lang="en-US" altLang="zh-TW" dirty="0">
                    <a:latin typeface="Times New Roman" panose="02020603050405020304" pitchFamily="18" charset="0"/>
                    <a:cs typeface="Times New Roman" panose="02020603050405020304" pitchFamily="18" charset="0"/>
                  </a:rPr>
                  <a:t> represents the alphabet size ) </a:t>
                </a:r>
              </a:p>
              <a:p>
                <a:r>
                  <a:rPr lang="en-US" altLang="zh-TW" dirty="0">
                    <a:latin typeface="Times New Roman" panose="02020603050405020304" pitchFamily="18" charset="0"/>
                    <a:cs typeface="Times New Roman" panose="02020603050405020304" pitchFamily="18" charset="0"/>
                  </a:rPr>
                  <a:t>Search phase :</a:t>
                </a:r>
              </a:p>
              <a:p>
                <a:pPr lvl="1"/>
                <a:r>
                  <a:rPr lang="en-US" altLang="zh-TW" dirty="0">
                    <a:latin typeface="Times New Roman" panose="02020603050405020304" pitchFamily="18" charset="0"/>
                    <a:cs typeface="Times New Roman" panose="02020603050405020304" pitchFamily="18" charset="0"/>
                  </a:rPr>
                  <a:t>Worst case: O (</a:t>
                </a:r>
                <a:r>
                  <a:rPr lang="en-US" altLang="zh-TW" i="1" dirty="0">
                    <a:latin typeface="Times New Roman" panose="02020603050405020304" pitchFamily="18" charset="0"/>
                    <a:cs typeface="Times New Roman" panose="02020603050405020304" pitchFamily="18" charset="0"/>
                  </a:rPr>
                  <a:t>nm</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n</a:t>
                </a:r>
                <a:r>
                  <a:rPr lang="en-US" altLang="zh-TW" dirty="0">
                    <a:latin typeface="Times New Roman" panose="02020603050405020304" pitchFamily="18" charset="0"/>
                    <a:cs typeface="Times New Roman" panose="02020603050405020304" pitchFamily="18" charset="0"/>
                  </a:rPr>
                  <a:t> represents the sequence and </a:t>
                </a:r>
                <a:r>
                  <a:rPr lang="en-US" altLang="zh-TW" i="1" dirty="0">
                    <a:latin typeface="Times New Roman" panose="02020603050405020304" pitchFamily="18" charset="0"/>
                    <a:cs typeface="Times New Roman" panose="02020603050405020304" pitchFamily="18" charset="0"/>
                  </a:rPr>
                  <a:t>m </a:t>
                </a:r>
                <a:r>
                  <a:rPr lang="en-US" altLang="zh-TW" dirty="0">
                    <a:latin typeface="Times New Roman" panose="02020603050405020304" pitchFamily="18" charset="0"/>
                    <a:cs typeface="Times New Roman" panose="02020603050405020304" pitchFamily="18" charset="0"/>
                  </a:rPr>
                  <a:t>represents the pattern)</a:t>
                </a:r>
              </a:p>
              <a:p>
                <a:pPr lvl="1"/>
                <a:r>
                  <a:rPr lang="en-US" altLang="zh-TW" dirty="0">
                    <a:latin typeface="Times New Roman" panose="02020603050405020304" pitchFamily="18" charset="0"/>
                    <a:cs typeface="Times New Roman" panose="02020603050405020304" pitchFamily="18" charset="0"/>
                  </a:rPr>
                  <a:t>Best case: 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en-US" altLang="zh-TW" i="1" dirty="0">
                    <a:latin typeface="Times New Roman" panose="02020603050405020304" pitchFamily="18" charset="0"/>
                    <a:cs typeface="Times New Roman" panose="02020603050405020304" pitchFamily="18" charset="0"/>
                  </a:rPr>
                  <a:t>n </a:t>
                </a:r>
                <a:r>
                  <a:rPr lang="en-US" altLang="zh-TW" dirty="0">
                    <a:latin typeface="Times New Roman" panose="02020603050405020304" pitchFamily="18" charset="0"/>
                    <a:cs typeface="Times New Roman" panose="02020603050405020304" pitchFamily="18" charset="0"/>
                  </a:rPr>
                  <a:t>/ (</a:t>
                </a:r>
                <a:r>
                  <a:rPr lang="en-US" altLang="zh-TW" i="1" dirty="0">
                    <a:latin typeface="Times New Roman" panose="02020603050405020304" pitchFamily="18" charset="0"/>
                    <a:cs typeface="Times New Roman" panose="02020603050405020304" pitchFamily="18" charset="0"/>
                  </a:rPr>
                  <a:t>m</a:t>
                </a: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F2FB78B0-A5B1-C08E-3E3D-8FB37B822583}"/>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667B217D-A3D6-597D-601C-B52DC752465A}"/>
              </a:ext>
            </a:extLst>
          </p:cNvPr>
          <p:cNvSpPr>
            <a:spLocks noGrp="1"/>
          </p:cNvSpPr>
          <p:nvPr>
            <p:ph type="sldNum" sz="quarter" idx="12"/>
          </p:nvPr>
        </p:nvSpPr>
        <p:spPr/>
        <p:txBody>
          <a:bodyPr/>
          <a:lstStyle/>
          <a:p>
            <a:fld id="{C497B8E6-CB28-4350-9E62-3F3C29E41FED}" type="slidenum">
              <a:rPr lang="zh-TW" altLang="en-US" smtClean="0"/>
              <a:t>29</a:t>
            </a:fld>
            <a:endParaRPr lang="zh-TW" altLang="en-US"/>
          </a:p>
        </p:txBody>
      </p:sp>
    </p:spTree>
    <p:extLst>
      <p:ext uri="{BB962C8B-B14F-4D97-AF65-F5344CB8AC3E}">
        <p14:creationId xmlns:p14="http://schemas.microsoft.com/office/powerpoint/2010/main" val="17406412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74F370-86A8-2A02-C00E-F449BB9DB17D}"/>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Reusult</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91D3764F-160F-A8BF-BCAF-C976C10485FD}"/>
              </a:ext>
            </a:extLst>
          </p:cNvPr>
          <p:cNvPicPr>
            <a:picLocks noGrp="1" noChangeAspect="1"/>
          </p:cNvPicPr>
          <p:nvPr>
            <p:ph idx="1"/>
          </p:nvPr>
        </p:nvPicPr>
        <p:blipFill>
          <a:blip r:embed="rId2"/>
          <a:stretch>
            <a:fillRect/>
          </a:stretch>
        </p:blipFill>
        <p:spPr>
          <a:xfrm>
            <a:off x="838200" y="2144913"/>
            <a:ext cx="10515600" cy="3712761"/>
          </a:xfrm>
        </p:spPr>
      </p:pic>
      <p:sp>
        <p:nvSpPr>
          <p:cNvPr id="4" name="投影片編號版面配置區 3">
            <a:extLst>
              <a:ext uri="{FF2B5EF4-FFF2-40B4-BE49-F238E27FC236}">
                <a16:creationId xmlns:a16="http://schemas.microsoft.com/office/drawing/2014/main" id="{8EE27672-4A68-1BBF-40B8-5CFFD521DC2D}"/>
              </a:ext>
            </a:extLst>
          </p:cNvPr>
          <p:cNvSpPr>
            <a:spLocks noGrp="1"/>
          </p:cNvSpPr>
          <p:nvPr>
            <p:ph type="sldNum" sz="quarter" idx="12"/>
          </p:nvPr>
        </p:nvSpPr>
        <p:spPr/>
        <p:txBody>
          <a:bodyPr/>
          <a:lstStyle/>
          <a:p>
            <a:fld id="{C497B8E6-CB28-4350-9E62-3F3C29E41FED}" type="slidenum">
              <a:rPr lang="zh-TW" altLang="en-US" smtClean="0"/>
              <a:t>30</a:t>
            </a:fld>
            <a:endParaRPr lang="zh-TW" altLang="en-US"/>
          </a:p>
        </p:txBody>
      </p:sp>
    </p:spTree>
    <p:extLst>
      <p:ext uri="{BB962C8B-B14F-4D97-AF65-F5344CB8AC3E}">
        <p14:creationId xmlns:p14="http://schemas.microsoft.com/office/powerpoint/2010/main" val="210103683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74F370-86A8-2A02-C00E-F449BB9DB17D}"/>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Reusult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8EE27672-4A68-1BBF-40B8-5CFFD521DC2D}"/>
              </a:ext>
            </a:extLst>
          </p:cNvPr>
          <p:cNvSpPr>
            <a:spLocks noGrp="1"/>
          </p:cNvSpPr>
          <p:nvPr>
            <p:ph type="sldNum" sz="quarter" idx="12"/>
          </p:nvPr>
        </p:nvSpPr>
        <p:spPr/>
        <p:txBody>
          <a:bodyPr/>
          <a:lstStyle/>
          <a:p>
            <a:fld id="{C497B8E6-CB28-4350-9E62-3F3C29E41FED}" type="slidenum">
              <a:rPr lang="zh-TW" altLang="en-US" smtClean="0"/>
              <a:t>31</a:t>
            </a:fld>
            <a:endParaRPr lang="zh-TW" altLang="en-US"/>
          </a:p>
        </p:txBody>
      </p:sp>
      <p:pic>
        <p:nvPicPr>
          <p:cNvPr id="8" name="圖片 7">
            <a:extLst>
              <a:ext uri="{FF2B5EF4-FFF2-40B4-BE49-F238E27FC236}">
                <a16:creationId xmlns:a16="http://schemas.microsoft.com/office/drawing/2014/main" id="{4B168809-7551-ED18-4650-82719F055F87}"/>
              </a:ext>
            </a:extLst>
          </p:cNvPr>
          <p:cNvPicPr>
            <a:picLocks noChangeAspect="1"/>
          </p:cNvPicPr>
          <p:nvPr/>
        </p:nvPicPr>
        <p:blipFill>
          <a:blip r:embed="rId2"/>
          <a:stretch>
            <a:fillRect/>
          </a:stretch>
        </p:blipFill>
        <p:spPr>
          <a:xfrm>
            <a:off x="621966" y="1946787"/>
            <a:ext cx="10948067" cy="3811610"/>
          </a:xfrm>
          <a:prstGeom prst="rect">
            <a:avLst/>
          </a:prstGeom>
        </p:spPr>
      </p:pic>
    </p:spTree>
    <p:extLst>
      <p:ext uri="{BB962C8B-B14F-4D97-AF65-F5344CB8AC3E}">
        <p14:creationId xmlns:p14="http://schemas.microsoft.com/office/powerpoint/2010/main" val="9804911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74F370-86A8-2A02-C00E-F449BB9DB17D}"/>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Reusult</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8EE27672-4A68-1BBF-40B8-5CFFD521DC2D}"/>
              </a:ext>
            </a:extLst>
          </p:cNvPr>
          <p:cNvSpPr>
            <a:spLocks noGrp="1"/>
          </p:cNvSpPr>
          <p:nvPr>
            <p:ph type="sldNum" sz="quarter" idx="12"/>
          </p:nvPr>
        </p:nvSpPr>
        <p:spPr/>
        <p:txBody>
          <a:bodyPr/>
          <a:lstStyle/>
          <a:p>
            <a:fld id="{C497B8E6-CB28-4350-9E62-3F3C29E41FED}" type="slidenum">
              <a:rPr lang="zh-TW" altLang="en-US" smtClean="0"/>
              <a:t>32</a:t>
            </a:fld>
            <a:endParaRPr lang="zh-TW" altLang="en-US"/>
          </a:p>
        </p:txBody>
      </p:sp>
      <p:pic>
        <p:nvPicPr>
          <p:cNvPr id="5" name="圖片 4">
            <a:extLst>
              <a:ext uri="{FF2B5EF4-FFF2-40B4-BE49-F238E27FC236}">
                <a16:creationId xmlns:a16="http://schemas.microsoft.com/office/drawing/2014/main" id="{6E57C6BF-B946-B175-B7B8-5D9303639D25}"/>
              </a:ext>
            </a:extLst>
          </p:cNvPr>
          <p:cNvPicPr>
            <a:picLocks noChangeAspect="1"/>
          </p:cNvPicPr>
          <p:nvPr/>
        </p:nvPicPr>
        <p:blipFill>
          <a:blip r:embed="rId2"/>
          <a:stretch>
            <a:fillRect/>
          </a:stretch>
        </p:blipFill>
        <p:spPr>
          <a:xfrm>
            <a:off x="270387" y="1595374"/>
            <a:ext cx="11651226" cy="3866366"/>
          </a:xfrm>
          <a:prstGeom prst="rect">
            <a:avLst/>
          </a:prstGeom>
        </p:spPr>
      </p:pic>
    </p:spTree>
    <p:extLst>
      <p:ext uri="{BB962C8B-B14F-4D97-AF65-F5344CB8AC3E}">
        <p14:creationId xmlns:p14="http://schemas.microsoft.com/office/powerpoint/2010/main" val="4029530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1554D3-484E-CAD8-6D38-3915C1B95CCB}"/>
              </a:ext>
            </a:extLst>
          </p:cNvPr>
          <p:cNvSpPr>
            <a:spLocks noGrp="1"/>
          </p:cNvSpPr>
          <p:nvPr>
            <p:ph type="title"/>
          </p:nvPr>
        </p:nvSpPr>
        <p:spPr>
          <a:xfrm>
            <a:off x="838200" y="2622189"/>
            <a:ext cx="10515600" cy="1325563"/>
          </a:xfrm>
        </p:spPr>
        <p:txBody>
          <a:bodyPr/>
          <a:lstStyle/>
          <a:p>
            <a:pPr algn="ctr"/>
            <a:r>
              <a:rPr lang="zh-TW" altLang="en-US">
                <a:latin typeface="Times New Roman"/>
                <a:ea typeface="新細明體"/>
                <a:cs typeface="Calibri Light"/>
              </a:rPr>
              <a:t>Thanks</a:t>
            </a:r>
            <a:endParaRPr lang="zh-TW" altLang="en-US">
              <a:latin typeface="Times New Roman"/>
              <a:cs typeface="Calibri Light" panose="020F0302020204030204"/>
            </a:endParaRPr>
          </a:p>
        </p:txBody>
      </p:sp>
      <p:sp>
        <p:nvSpPr>
          <p:cNvPr id="3" name="投影片編號版面配置區 2">
            <a:extLst>
              <a:ext uri="{FF2B5EF4-FFF2-40B4-BE49-F238E27FC236}">
                <a16:creationId xmlns:a16="http://schemas.microsoft.com/office/drawing/2014/main" id="{4D73BD2C-184A-508C-EF35-E45479D97F2A}"/>
              </a:ext>
            </a:extLst>
          </p:cNvPr>
          <p:cNvSpPr>
            <a:spLocks noGrp="1"/>
          </p:cNvSpPr>
          <p:nvPr>
            <p:ph type="sldNum" sz="quarter" idx="12"/>
          </p:nvPr>
        </p:nvSpPr>
        <p:spPr/>
        <p:txBody>
          <a:bodyPr/>
          <a:lstStyle/>
          <a:p>
            <a:fld id="{C497B8E6-CB28-4350-9E62-3F3C29E41FED}" type="slidenum">
              <a:rPr lang="zh-TW" altLang="en-US" smtClean="0"/>
              <a:t>33</a:t>
            </a:fld>
            <a:endParaRPr lang="zh-TW" altLang="en-US"/>
          </a:p>
        </p:txBody>
      </p:sp>
    </p:spTree>
    <p:extLst>
      <p:ext uri="{BB962C8B-B14F-4D97-AF65-F5344CB8AC3E}">
        <p14:creationId xmlns:p14="http://schemas.microsoft.com/office/powerpoint/2010/main" val="409140335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12041</TotalTime>
  <Words>2021</Words>
  <Application>Microsoft Office PowerPoint</Application>
  <PresentationFormat>寬螢幕</PresentationFormat>
  <Paragraphs>1498</Paragraphs>
  <Slides>33</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33</vt:i4>
      </vt:variant>
    </vt:vector>
  </HeadingPairs>
  <TitlesOfParts>
    <vt:vector size="40" baseType="lpstr">
      <vt:lpstr>新細明體</vt:lpstr>
      <vt:lpstr>Arial</vt:lpstr>
      <vt:lpstr>Calibri</vt:lpstr>
      <vt:lpstr>Calibri Light</vt:lpstr>
      <vt:lpstr>Cambria Math</vt:lpstr>
      <vt:lpstr>Times New Roman</vt:lpstr>
      <vt:lpstr>Office Theme</vt:lpstr>
      <vt:lpstr>Maximum-Shift String Matching Algorithms</vt:lpstr>
      <vt:lpstr>Abstract(1/2)</vt:lpstr>
      <vt:lpstr>Abstract(2/2)</vt:lpstr>
      <vt:lpstr>String matching </vt:lpstr>
      <vt:lpstr>Horspool algorithm</vt:lpstr>
      <vt:lpstr>Preprocessing phase</vt:lpstr>
      <vt:lpstr>Search phase</vt:lpstr>
      <vt:lpstr>Search phase</vt:lpstr>
      <vt:lpstr>Search phase</vt:lpstr>
      <vt:lpstr>Search phase</vt:lpstr>
      <vt:lpstr>Search phase</vt:lpstr>
      <vt:lpstr>Search phase</vt:lpstr>
      <vt:lpstr>Maximum-shift algotithm</vt:lpstr>
      <vt:lpstr>Preprocessing Stage (Quick-Search)</vt:lpstr>
      <vt:lpstr>Preprocessing Stage (Zuh Takaoka algorithm)</vt:lpstr>
      <vt:lpstr>Preprocessing Stage (Zuh Takaoka algorithm)</vt:lpstr>
      <vt:lpstr>Preprocessing Stage (Zuh Takaoka algorithm)</vt:lpstr>
      <vt:lpstr>Preprocessing Stage (Zuh Takaoka algorithm)</vt:lpstr>
      <vt:lpstr>Max-shift stage</vt:lpstr>
      <vt:lpstr>Max-shift stage</vt:lpstr>
      <vt:lpstr>Search phase (1/7)(case 1 )</vt:lpstr>
      <vt:lpstr>Search phase (2/7)</vt:lpstr>
      <vt:lpstr>Search phase (3/7)</vt:lpstr>
      <vt:lpstr>Search phase (4/7)</vt:lpstr>
      <vt:lpstr>Search phase (4/7)</vt:lpstr>
      <vt:lpstr>Search phase (5/7)</vt:lpstr>
      <vt:lpstr>Search phase (6/7) </vt:lpstr>
      <vt:lpstr>Search phase (7/7)</vt:lpstr>
      <vt:lpstr>Time complexity</vt:lpstr>
      <vt:lpstr>Reusult</vt:lpstr>
      <vt:lpstr>Reusult</vt:lpstr>
      <vt:lpstr>Reusult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pplab</cp:lastModifiedBy>
  <cp:revision>1162</cp:revision>
  <dcterms:created xsi:type="dcterms:W3CDTF">2022-10-11T15:33:00Z</dcterms:created>
  <dcterms:modified xsi:type="dcterms:W3CDTF">2024-05-07T12:39:47Z</dcterms:modified>
</cp:coreProperties>
</file>