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91" r:id="rId4"/>
    <p:sldId id="292" r:id="rId5"/>
    <p:sldId id="293" r:id="rId6"/>
    <p:sldId id="294" r:id="rId7"/>
    <p:sldId id="295" r:id="rId8"/>
    <p:sldId id="296" r:id="rId9"/>
    <p:sldId id="297" r:id="rId10"/>
    <p:sldId id="298" r:id="rId11"/>
    <p:sldId id="299" r:id="rId12"/>
    <p:sldId id="300" r:id="rId13"/>
    <p:sldId id="301" r:id="rId14"/>
    <p:sldId id="302" r:id="rId15"/>
    <p:sldId id="303" r:id="rId16"/>
    <p:sldId id="304" r:id="rId17"/>
    <p:sldId id="290"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414578-5835-485D-A797-12C6B257B115}" v="11" dt="2023-09-04T04:31:32.037"/>
    <p1510:client id="{E7DA5099-78A1-408B-84DF-074DE53BB9A0}" v="2911" dt="2023-08-31T07:26:23.869"/>
    <p1510:client id="{F70ECEBF-8AD3-43A7-BF35-843D2F9F26F7}" v="22" dt="2023-09-04T05:18:59.64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5529" autoAdjust="0"/>
  </p:normalViewPr>
  <p:slideViewPr>
    <p:cSldViewPr snapToGrid="0">
      <p:cViewPr varScale="1">
        <p:scale>
          <a:sx n="95" d="100"/>
          <a:sy n="95" d="100"/>
        </p:scale>
        <p:origin x="11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適宏" userId="ba70bf4345ae8a18" providerId="Windows Live" clId="Web-{60414578-5835-485D-A797-12C6B257B115}"/>
    <pc:docChg chg="modSld sldOrd">
      <pc:chgData name="李 適宏" userId="ba70bf4345ae8a18" providerId="Windows Live" clId="Web-{60414578-5835-485D-A797-12C6B257B115}" dt="2023-09-04T04:31:32.037" v="10"/>
      <pc:docMkLst>
        <pc:docMk/>
      </pc:docMkLst>
      <pc:sldChg chg="modSp">
        <pc:chgData name="李 適宏" userId="ba70bf4345ae8a18" providerId="Windows Live" clId="Web-{60414578-5835-485D-A797-12C6B257B115}" dt="2023-09-04T04:27:19.961" v="9" actId="20577"/>
        <pc:sldMkLst>
          <pc:docMk/>
          <pc:sldMk cId="3671907888" sldId="258"/>
        </pc:sldMkLst>
        <pc:spChg chg="mod">
          <ac:chgData name="李 適宏" userId="ba70bf4345ae8a18" providerId="Windows Live" clId="Web-{60414578-5835-485D-A797-12C6B257B115}" dt="2023-09-04T04:27:19.961" v="9" actId="20577"/>
          <ac:spMkLst>
            <pc:docMk/>
            <pc:sldMk cId="3671907888" sldId="258"/>
            <ac:spMk id="3" creationId="{2E60A558-83F5-DC4B-E8C9-3EB0801F3EAE}"/>
          </ac:spMkLst>
        </pc:spChg>
      </pc:sldChg>
      <pc:sldChg chg="modSp">
        <pc:chgData name="李 適宏" userId="ba70bf4345ae8a18" providerId="Windows Live" clId="Web-{60414578-5835-485D-A797-12C6B257B115}" dt="2023-09-04T04:26:39.037" v="4" actId="20577"/>
        <pc:sldMkLst>
          <pc:docMk/>
          <pc:sldMk cId="3428300884" sldId="270"/>
        </pc:sldMkLst>
        <pc:spChg chg="mod">
          <ac:chgData name="李 適宏" userId="ba70bf4345ae8a18" providerId="Windows Live" clId="Web-{60414578-5835-485D-A797-12C6B257B115}" dt="2023-09-04T04:26:39.037" v="4" actId="20577"/>
          <ac:spMkLst>
            <pc:docMk/>
            <pc:sldMk cId="3428300884" sldId="270"/>
            <ac:spMk id="3" creationId="{2E60A558-83F5-DC4B-E8C9-3EB0801F3EAE}"/>
          </ac:spMkLst>
        </pc:spChg>
      </pc:sldChg>
      <pc:sldChg chg="ord">
        <pc:chgData name="李 適宏" userId="ba70bf4345ae8a18" providerId="Windows Live" clId="Web-{60414578-5835-485D-A797-12C6B257B115}" dt="2023-09-04T04:31:32.037" v="10"/>
        <pc:sldMkLst>
          <pc:docMk/>
          <pc:sldMk cId="3552292399" sldId="274"/>
        </pc:sldMkLst>
      </pc:sldChg>
    </pc:docChg>
  </pc:docChgLst>
  <pc:docChgLst>
    <pc:chgData name="李 適宏" userId="ba70bf4345ae8a18" providerId="Windows Live" clId="Web-{E7DA5099-78A1-408B-84DF-074DE53BB9A0}"/>
    <pc:docChg chg="addSld delSld modSld sldOrd">
      <pc:chgData name="李 適宏" userId="ba70bf4345ae8a18" providerId="Windows Live" clId="Web-{E7DA5099-78A1-408B-84DF-074DE53BB9A0}" dt="2023-08-31T07:26:23.869" v="2559" actId="20577"/>
      <pc:docMkLst>
        <pc:docMk/>
      </pc:docMkLst>
      <pc:sldChg chg="modSp modTransition">
        <pc:chgData name="李 適宏" userId="ba70bf4345ae8a18" providerId="Windows Live" clId="Web-{E7DA5099-78A1-408B-84DF-074DE53BB9A0}" dt="2023-08-31T07:19:27.153" v="2517"/>
        <pc:sldMkLst>
          <pc:docMk/>
          <pc:sldMk cId="2067857472" sldId="257"/>
        </pc:sldMkLst>
        <pc:spChg chg="mod">
          <ac:chgData name="李 適宏" userId="ba70bf4345ae8a18" providerId="Windows Live" clId="Web-{E7DA5099-78A1-408B-84DF-074DE53BB9A0}" dt="2023-08-30T09:50:44.315" v="7" actId="20577"/>
          <ac:spMkLst>
            <pc:docMk/>
            <pc:sldMk cId="2067857472" sldId="257"/>
            <ac:spMk id="2" creationId="{CC7901A9-EC42-0349-C42C-1EF1F72BF040}"/>
          </ac:spMkLst>
        </pc:spChg>
        <pc:spChg chg="mod">
          <ac:chgData name="李 適宏" userId="ba70bf4345ae8a18" providerId="Windows Live" clId="Web-{E7DA5099-78A1-408B-84DF-074DE53BB9A0}" dt="2023-08-30T09:51:59.990" v="17" actId="20577"/>
          <ac:spMkLst>
            <pc:docMk/>
            <pc:sldMk cId="2067857472" sldId="257"/>
            <ac:spMk id="3" creationId="{54DBE6CB-9CF8-48E7-B831-C6B10B6C080F}"/>
          </ac:spMkLst>
        </pc:spChg>
        <pc:spChg chg="mod">
          <ac:chgData name="李 適宏" userId="ba70bf4345ae8a18" providerId="Windows Live" clId="Web-{E7DA5099-78A1-408B-84DF-074DE53BB9A0}" dt="2023-08-30T09:56:00.011" v="36" actId="20577"/>
          <ac:spMkLst>
            <pc:docMk/>
            <pc:sldMk cId="2067857472" sldId="257"/>
            <ac:spMk id="4" creationId="{272805CA-C188-EA0E-0232-5E39FC11B582}"/>
          </ac:spMkLst>
        </pc:spChg>
      </pc:sldChg>
      <pc:sldChg chg="modSp modTransition">
        <pc:chgData name="李 適宏" userId="ba70bf4345ae8a18" providerId="Windows Live" clId="Web-{E7DA5099-78A1-408B-84DF-074DE53BB9A0}" dt="2023-08-31T07:24:26.568" v="2550" actId="20577"/>
        <pc:sldMkLst>
          <pc:docMk/>
          <pc:sldMk cId="3671907888" sldId="258"/>
        </pc:sldMkLst>
        <pc:spChg chg="mod">
          <ac:chgData name="李 適宏" userId="ba70bf4345ae8a18" providerId="Windows Live" clId="Web-{E7DA5099-78A1-408B-84DF-074DE53BB9A0}" dt="2023-08-31T07:24:26.568" v="2550" actId="20577"/>
          <ac:spMkLst>
            <pc:docMk/>
            <pc:sldMk cId="3671907888" sldId="258"/>
            <ac:spMk id="3" creationId="{2E60A558-83F5-DC4B-E8C9-3EB0801F3EAE}"/>
          </ac:spMkLst>
        </pc:spChg>
      </pc:sldChg>
      <pc:sldChg chg="modSp del">
        <pc:chgData name="李 適宏" userId="ba70bf4345ae8a18" providerId="Windows Live" clId="Web-{E7DA5099-78A1-408B-84DF-074DE53BB9A0}" dt="2023-08-31T07:19:04.762" v="2516"/>
        <pc:sldMkLst>
          <pc:docMk/>
          <pc:sldMk cId="3664592898" sldId="269"/>
        </pc:sldMkLst>
        <pc:spChg chg="mod">
          <ac:chgData name="李 適宏" userId="ba70bf4345ae8a18" providerId="Windows Live" clId="Web-{E7DA5099-78A1-408B-84DF-074DE53BB9A0}" dt="2023-08-31T07:18:55.121" v="2515" actId="20577"/>
          <ac:spMkLst>
            <pc:docMk/>
            <pc:sldMk cId="3664592898" sldId="269"/>
            <ac:spMk id="3" creationId="{09049979-F5A7-6534-10C1-F736244053A9}"/>
          </ac:spMkLst>
        </pc:spChg>
      </pc:sldChg>
      <pc:sldChg chg="modSp modTransition">
        <pc:chgData name="李 適宏" userId="ba70bf4345ae8a18" providerId="Windows Live" clId="Web-{E7DA5099-78A1-408B-84DF-074DE53BB9A0}" dt="2023-08-31T07:25:13.742" v="2557" actId="20577"/>
        <pc:sldMkLst>
          <pc:docMk/>
          <pc:sldMk cId="3428300884" sldId="270"/>
        </pc:sldMkLst>
        <pc:spChg chg="mod">
          <ac:chgData name="李 適宏" userId="ba70bf4345ae8a18" providerId="Windows Live" clId="Web-{E7DA5099-78A1-408B-84DF-074DE53BB9A0}" dt="2023-08-31T07:25:13.742" v="2557" actId="20577"/>
          <ac:spMkLst>
            <pc:docMk/>
            <pc:sldMk cId="3428300884" sldId="270"/>
            <ac:spMk id="3" creationId="{2E60A558-83F5-DC4B-E8C9-3EB0801F3EAE}"/>
          </ac:spMkLst>
        </pc:spChg>
      </pc:sldChg>
      <pc:sldChg chg="addSp delSp modSp new modNotes">
        <pc:chgData name="李 適宏" userId="ba70bf4345ae8a18" providerId="Windows Live" clId="Web-{E7DA5099-78A1-408B-84DF-074DE53BB9A0}" dt="2023-08-31T07:23:07.363" v="2522"/>
        <pc:sldMkLst>
          <pc:docMk/>
          <pc:sldMk cId="1196738268" sldId="271"/>
        </pc:sldMkLst>
        <pc:spChg chg="mod">
          <ac:chgData name="李 適宏" userId="ba70bf4345ae8a18" providerId="Windows Live" clId="Web-{E7DA5099-78A1-408B-84DF-074DE53BB9A0}" dt="2023-08-30T11:08:30.829" v="81" actId="20577"/>
          <ac:spMkLst>
            <pc:docMk/>
            <pc:sldMk cId="1196738268" sldId="271"/>
            <ac:spMk id="2" creationId="{714A1471-B659-9AFA-9FB7-C296825199DF}"/>
          </ac:spMkLst>
        </pc:spChg>
        <pc:spChg chg="mod">
          <ac:chgData name="李 適宏" userId="ba70bf4345ae8a18" providerId="Windows Live" clId="Web-{E7DA5099-78A1-408B-84DF-074DE53BB9A0}" dt="2023-08-30T11:23:34.912" v="208" actId="20577"/>
          <ac:spMkLst>
            <pc:docMk/>
            <pc:sldMk cId="1196738268" sldId="271"/>
            <ac:spMk id="3" creationId="{BB23D789-6263-68FE-1828-B082C1D4C87F}"/>
          </ac:spMkLst>
        </pc:spChg>
        <pc:spChg chg="add del mod">
          <ac:chgData name="李 適宏" userId="ba70bf4345ae8a18" providerId="Windows Live" clId="Web-{E7DA5099-78A1-408B-84DF-074DE53BB9A0}" dt="2023-08-31T07:23:06.441" v="2521"/>
          <ac:spMkLst>
            <pc:docMk/>
            <pc:sldMk cId="1196738268" sldId="271"/>
            <ac:spMk id="4" creationId="{634F2545-DE7D-59B6-0CD0-FEC5C2642F0D}"/>
          </ac:spMkLst>
        </pc:spChg>
        <pc:spChg chg="add mod">
          <ac:chgData name="李 適宏" userId="ba70bf4345ae8a18" providerId="Windows Live" clId="Web-{E7DA5099-78A1-408B-84DF-074DE53BB9A0}" dt="2023-08-31T07:23:07.363" v="2522"/>
          <ac:spMkLst>
            <pc:docMk/>
            <pc:sldMk cId="1196738268" sldId="271"/>
            <ac:spMk id="6" creationId="{E11BD203-F3E3-C11F-86C8-9E21F0E172C7}"/>
          </ac:spMkLst>
        </pc:spChg>
        <pc:picChg chg="add del mod">
          <ac:chgData name="李 適宏" userId="ba70bf4345ae8a18" providerId="Windows Live" clId="Web-{E7DA5099-78A1-408B-84DF-074DE53BB9A0}" dt="2023-08-30T11:11:19.630" v="107"/>
          <ac:picMkLst>
            <pc:docMk/>
            <pc:sldMk cId="1196738268" sldId="271"/>
            <ac:picMk id="4" creationId="{804AC9F9-0CD1-C557-D554-94CE053E334C}"/>
          </ac:picMkLst>
        </pc:picChg>
        <pc:picChg chg="add mod">
          <ac:chgData name="李 適宏" userId="ba70bf4345ae8a18" providerId="Windows Live" clId="Web-{E7DA5099-78A1-408B-84DF-074DE53BB9A0}" dt="2023-08-30T11:12:20.115" v="111" actId="1076"/>
          <ac:picMkLst>
            <pc:docMk/>
            <pc:sldMk cId="1196738268" sldId="271"/>
            <ac:picMk id="5" creationId="{080D0FF3-29DD-DCF0-135A-09ABBF2E9829}"/>
          </ac:picMkLst>
        </pc:picChg>
      </pc:sldChg>
      <pc:sldChg chg="addSp delSp modSp new">
        <pc:chgData name="李 適宏" userId="ba70bf4345ae8a18" providerId="Windows Live" clId="Web-{E7DA5099-78A1-408B-84DF-074DE53BB9A0}" dt="2023-08-31T07:23:12.519" v="2523"/>
        <pc:sldMkLst>
          <pc:docMk/>
          <pc:sldMk cId="3110931882" sldId="272"/>
        </pc:sldMkLst>
        <pc:spChg chg="mod">
          <ac:chgData name="李 適宏" userId="ba70bf4345ae8a18" providerId="Windows Live" clId="Web-{E7DA5099-78A1-408B-84DF-074DE53BB9A0}" dt="2023-08-30T11:24:07.913" v="225" actId="20577"/>
          <ac:spMkLst>
            <pc:docMk/>
            <pc:sldMk cId="3110931882" sldId="272"/>
            <ac:spMk id="2" creationId="{54FBA7F6-8A44-6BC2-C112-79F7BCAF0400}"/>
          </ac:spMkLst>
        </pc:spChg>
        <pc:spChg chg="del">
          <ac:chgData name="李 適宏" userId="ba70bf4345ae8a18" providerId="Windows Live" clId="Web-{E7DA5099-78A1-408B-84DF-074DE53BB9A0}" dt="2023-08-30T11:35:05.131" v="226"/>
          <ac:spMkLst>
            <pc:docMk/>
            <pc:sldMk cId="3110931882" sldId="272"/>
            <ac:spMk id="3" creationId="{12799C6B-A928-A441-5D1D-6BAB4CDA6B60}"/>
          </ac:spMkLst>
        </pc:spChg>
        <pc:spChg chg="add mod">
          <ac:chgData name="李 適宏" userId="ba70bf4345ae8a18" providerId="Windows Live" clId="Web-{E7DA5099-78A1-408B-84DF-074DE53BB9A0}" dt="2023-08-31T07:23:12.519" v="2523"/>
          <ac:spMkLst>
            <pc:docMk/>
            <pc:sldMk cId="3110931882" sldId="272"/>
            <ac:spMk id="3" creationId="{39F43FE4-649D-A30D-F15B-BC859062ED8E}"/>
          </ac:spMkLst>
        </pc:spChg>
        <pc:spChg chg="add mod">
          <ac:chgData name="李 適宏" userId="ba70bf4345ae8a18" providerId="Windows Live" clId="Web-{E7DA5099-78A1-408B-84DF-074DE53BB9A0}" dt="2023-08-30T12:40:57.912" v="373" actId="20577"/>
          <ac:spMkLst>
            <pc:docMk/>
            <pc:sldMk cId="3110931882" sldId="272"/>
            <ac:spMk id="5" creationId="{384F1F5F-5F06-AAE2-AC0F-0AC1575C90F4}"/>
          </ac:spMkLst>
        </pc:spChg>
        <pc:spChg chg="add mod">
          <ac:chgData name="李 適宏" userId="ba70bf4345ae8a18" providerId="Windows Live" clId="Web-{E7DA5099-78A1-408B-84DF-074DE53BB9A0}" dt="2023-08-30T12:27:47.810" v="317" actId="1076"/>
          <ac:spMkLst>
            <pc:docMk/>
            <pc:sldMk cId="3110931882" sldId="272"/>
            <ac:spMk id="6" creationId="{74604AC9-0E71-854D-B06A-0AE291917F90}"/>
          </ac:spMkLst>
        </pc:spChg>
        <pc:spChg chg="add del mod">
          <ac:chgData name="李 適宏" userId="ba70bf4345ae8a18" providerId="Windows Live" clId="Web-{E7DA5099-78A1-408B-84DF-074DE53BB9A0}" dt="2023-08-30T11:39:15.043" v="275"/>
          <ac:spMkLst>
            <pc:docMk/>
            <pc:sldMk cId="3110931882" sldId="272"/>
            <ac:spMk id="8" creationId="{897DCAF1-1538-888B-49C6-DF2645F3105F}"/>
          </ac:spMkLst>
        </pc:spChg>
        <pc:picChg chg="add del mod ord">
          <ac:chgData name="李 適宏" userId="ba70bf4345ae8a18" providerId="Windows Live" clId="Web-{E7DA5099-78A1-408B-84DF-074DE53BB9A0}" dt="2023-08-30T11:39:13.762" v="274"/>
          <ac:picMkLst>
            <pc:docMk/>
            <pc:sldMk cId="3110931882" sldId="272"/>
            <ac:picMk id="4" creationId="{20C506AE-7AFF-84D0-241C-9C12D4B5104B}"/>
          </ac:picMkLst>
        </pc:picChg>
        <pc:picChg chg="add mod ord">
          <ac:chgData name="李 適宏" userId="ba70bf4345ae8a18" providerId="Windows Live" clId="Web-{E7DA5099-78A1-408B-84DF-074DE53BB9A0}" dt="2023-08-30T11:40:40.529" v="293" actId="1076"/>
          <ac:picMkLst>
            <pc:docMk/>
            <pc:sldMk cId="3110931882" sldId="272"/>
            <ac:picMk id="9" creationId="{8073A0C4-4503-13E4-6ED3-879BE34D695B}"/>
          </ac:picMkLst>
        </pc:picChg>
        <pc:picChg chg="add mod">
          <ac:chgData name="李 適宏" userId="ba70bf4345ae8a18" providerId="Windows Live" clId="Web-{E7DA5099-78A1-408B-84DF-074DE53BB9A0}" dt="2023-08-30T12:28:59.359" v="331" actId="1076"/>
          <ac:picMkLst>
            <pc:docMk/>
            <pc:sldMk cId="3110931882" sldId="272"/>
            <ac:picMk id="10" creationId="{7330CB98-7BB0-E390-137A-91A7077C8187}"/>
          </ac:picMkLst>
        </pc:picChg>
      </pc:sldChg>
      <pc:sldChg chg="addSp delSp modSp new ord">
        <pc:chgData name="李 適宏" userId="ba70bf4345ae8a18" providerId="Windows Live" clId="Web-{E7DA5099-78A1-408B-84DF-074DE53BB9A0}" dt="2023-08-31T07:23:23.129" v="2541"/>
        <pc:sldMkLst>
          <pc:docMk/>
          <pc:sldMk cId="1551935164" sldId="273"/>
        </pc:sldMkLst>
        <pc:spChg chg="mod">
          <ac:chgData name="李 適宏" userId="ba70bf4345ae8a18" providerId="Windows Live" clId="Web-{E7DA5099-78A1-408B-84DF-074DE53BB9A0}" dt="2023-08-30T12:33:19.726" v="344" actId="20577"/>
          <ac:spMkLst>
            <pc:docMk/>
            <pc:sldMk cId="1551935164" sldId="273"/>
            <ac:spMk id="2" creationId="{586E7B9E-57DC-CBEB-89A8-BAB4955671D3}"/>
          </ac:spMkLst>
        </pc:spChg>
        <pc:spChg chg="add del mod">
          <ac:chgData name="李 適宏" userId="ba70bf4345ae8a18" providerId="Windows Live" clId="Web-{E7DA5099-78A1-408B-84DF-074DE53BB9A0}" dt="2023-08-30T12:27:55.201" v="320"/>
          <ac:spMkLst>
            <pc:docMk/>
            <pc:sldMk cId="1551935164" sldId="273"/>
            <ac:spMk id="3" creationId="{71F32AE9-BD79-625B-809D-90E1D46A9DCC}"/>
          </ac:spMkLst>
        </pc:spChg>
        <pc:spChg chg="add mod">
          <ac:chgData name="李 適宏" userId="ba70bf4345ae8a18" providerId="Windows Live" clId="Web-{E7DA5099-78A1-408B-84DF-074DE53BB9A0}" dt="2023-08-31T07:23:23.129" v="2541"/>
          <ac:spMkLst>
            <pc:docMk/>
            <pc:sldMk cId="1551935164" sldId="273"/>
            <ac:spMk id="3" creationId="{BF74973F-E3B6-DDD4-C893-02C5039B2550}"/>
          </ac:spMkLst>
        </pc:spChg>
        <pc:spChg chg="del">
          <ac:chgData name="李 適宏" userId="ba70bf4345ae8a18" providerId="Windows Live" clId="Web-{E7DA5099-78A1-408B-84DF-074DE53BB9A0}" dt="2023-08-30T11:39:55.294" v="278"/>
          <ac:spMkLst>
            <pc:docMk/>
            <pc:sldMk cId="1551935164" sldId="273"/>
            <ac:spMk id="3" creationId="{CD4351F0-137F-6239-55F6-4D76C8E6A942}"/>
          </ac:spMkLst>
        </pc:spChg>
        <pc:spChg chg="add del mod">
          <ac:chgData name="李 適宏" userId="ba70bf4345ae8a18" providerId="Windows Live" clId="Web-{E7DA5099-78A1-408B-84DF-074DE53BB9A0}" dt="2023-08-30T12:27:32.169" v="315"/>
          <ac:spMkLst>
            <pc:docMk/>
            <pc:sldMk cId="1551935164" sldId="273"/>
            <ac:spMk id="6" creationId="{B3826738-D20A-4EE0-70C8-E17CB48C9D3C}"/>
          </ac:spMkLst>
        </pc:spChg>
        <pc:spChg chg="add mod">
          <ac:chgData name="李 適宏" userId="ba70bf4345ae8a18" providerId="Windows Live" clId="Web-{E7DA5099-78A1-408B-84DF-074DE53BB9A0}" dt="2023-08-30T12:40:39.208" v="369" actId="20577"/>
          <ac:spMkLst>
            <pc:docMk/>
            <pc:sldMk cId="1551935164" sldId="273"/>
            <ac:spMk id="7" creationId="{7B70283C-D4CF-1F44-716D-03B304C2249A}"/>
          </ac:spMkLst>
        </pc:spChg>
        <pc:spChg chg="add mod">
          <ac:chgData name="李 適宏" userId="ba70bf4345ae8a18" providerId="Windows Live" clId="Web-{E7DA5099-78A1-408B-84DF-074DE53BB9A0}" dt="2023-08-30T12:40:44.817" v="370" actId="20577"/>
          <ac:spMkLst>
            <pc:docMk/>
            <pc:sldMk cId="1551935164" sldId="273"/>
            <ac:spMk id="9" creationId="{642B57A3-6253-FD80-BA86-C5EC45DB1705}"/>
          </ac:spMkLst>
        </pc:spChg>
        <pc:picChg chg="add del mod ord">
          <ac:chgData name="李 適宏" userId="ba70bf4345ae8a18" providerId="Windows Live" clId="Web-{E7DA5099-78A1-408B-84DF-074DE53BB9A0}" dt="2023-08-30T11:39:56.997" v="279"/>
          <ac:picMkLst>
            <pc:docMk/>
            <pc:sldMk cId="1551935164" sldId="273"/>
            <ac:picMk id="4" creationId="{A62D658F-7C38-CF0E-1888-A7686B01785B}"/>
          </ac:picMkLst>
        </pc:picChg>
        <pc:picChg chg="add del mod">
          <ac:chgData name="李 適宏" userId="ba70bf4345ae8a18" providerId="Windows Live" clId="Web-{E7DA5099-78A1-408B-84DF-074DE53BB9A0}" dt="2023-08-30T12:28:12.217" v="325"/>
          <ac:picMkLst>
            <pc:docMk/>
            <pc:sldMk cId="1551935164" sldId="273"/>
            <ac:picMk id="4" creationId="{C686695A-5C23-33FF-2152-A018B98C31F6}"/>
          </ac:picMkLst>
        </pc:picChg>
        <pc:picChg chg="add del mod">
          <ac:chgData name="李 適宏" userId="ba70bf4345ae8a18" providerId="Windows Live" clId="Web-{E7DA5099-78A1-408B-84DF-074DE53BB9A0}" dt="2023-08-30T12:34:08.212" v="353"/>
          <ac:picMkLst>
            <pc:docMk/>
            <pc:sldMk cId="1551935164" sldId="273"/>
            <ac:picMk id="5" creationId="{C5EBC955-CFAA-9004-9472-6E9370FE16DE}"/>
          </ac:picMkLst>
        </pc:picChg>
        <pc:picChg chg="add del mod">
          <ac:chgData name="李 適宏" userId="ba70bf4345ae8a18" providerId="Windows Live" clId="Web-{E7DA5099-78A1-408B-84DF-074DE53BB9A0}" dt="2023-08-30T12:34:08.509" v="354"/>
          <ac:picMkLst>
            <pc:docMk/>
            <pc:sldMk cId="1551935164" sldId="273"/>
            <ac:picMk id="8" creationId="{D6E5D283-BF59-6B40-1E21-1923DDC26443}"/>
          </ac:picMkLst>
        </pc:picChg>
        <pc:picChg chg="add mod">
          <ac:chgData name="李 適宏" userId="ba70bf4345ae8a18" providerId="Windows Live" clId="Web-{E7DA5099-78A1-408B-84DF-074DE53BB9A0}" dt="2023-08-30T12:36:11.919" v="358" actId="1076"/>
          <ac:picMkLst>
            <pc:docMk/>
            <pc:sldMk cId="1551935164" sldId="273"/>
            <ac:picMk id="10" creationId="{0A853D1A-5AA9-E382-60A2-92187BA88AF4}"/>
          </ac:picMkLst>
        </pc:picChg>
        <pc:picChg chg="add mod">
          <ac:chgData name="李 適宏" userId="ba70bf4345ae8a18" providerId="Windows Live" clId="Web-{E7DA5099-78A1-408B-84DF-074DE53BB9A0}" dt="2023-08-30T12:40:28.520" v="368" actId="1076"/>
          <ac:picMkLst>
            <pc:docMk/>
            <pc:sldMk cId="1551935164" sldId="273"/>
            <ac:picMk id="11" creationId="{CF88C92D-8DC9-8A55-B97C-4ED72EB2789F}"/>
          </ac:picMkLst>
        </pc:picChg>
      </pc:sldChg>
      <pc:sldChg chg="modSp new del">
        <pc:chgData name="李 適宏" userId="ba70bf4345ae8a18" providerId="Windows Live" clId="Web-{E7DA5099-78A1-408B-84DF-074DE53BB9A0}" dt="2023-08-30T12:33:27.164" v="345"/>
        <pc:sldMkLst>
          <pc:docMk/>
          <pc:sldMk cId="225342217" sldId="274"/>
        </pc:sldMkLst>
        <pc:spChg chg="mod">
          <ac:chgData name="李 適宏" userId="ba70bf4345ae8a18" providerId="Windows Live" clId="Web-{E7DA5099-78A1-408B-84DF-074DE53BB9A0}" dt="2023-08-30T12:33:06.882" v="343" actId="20577"/>
          <ac:spMkLst>
            <pc:docMk/>
            <pc:sldMk cId="225342217" sldId="274"/>
            <ac:spMk id="2" creationId="{6B4936EE-B8B0-5E65-CBD2-D9F303D20049}"/>
          </ac:spMkLst>
        </pc:spChg>
      </pc:sldChg>
      <pc:sldChg chg="addSp modSp add ord replId">
        <pc:chgData name="李 適宏" userId="ba70bf4345ae8a18" providerId="Windows Live" clId="Web-{E7DA5099-78A1-408B-84DF-074DE53BB9A0}" dt="2023-08-31T07:23:23.129" v="2540"/>
        <pc:sldMkLst>
          <pc:docMk/>
          <pc:sldMk cId="3552292399" sldId="274"/>
        </pc:sldMkLst>
        <pc:spChg chg="add mod">
          <ac:chgData name="李 適宏" userId="ba70bf4345ae8a18" providerId="Windows Live" clId="Web-{E7DA5099-78A1-408B-84DF-074DE53BB9A0}" dt="2023-08-31T07:23:23.129" v="2540"/>
          <ac:spMkLst>
            <pc:docMk/>
            <pc:sldMk cId="3552292399" sldId="274"/>
            <ac:spMk id="3" creationId="{8A139FA2-7E2C-5C5B-0677-F6275AE3FAE2}"/>
          </ac:spMkLst>
        </pc:spChg>
        <pc:spChg chg="mod">
          <ac:chgData name="李 適宏" userId="ba70bf4345ae8a18" providerId="Windows Live" clId="Web-{E7DA5099-78A1-408B-84DF-074DE53BB9A0}" dt="2023-08-30T12:40:48.927" v="371" actId="20577"/>
          <ac:spMkLst>
            <pc:docMk/>
            <pc:sldMk cId="3552292399" sldId="274"/>
            <ac:spMk id="7" creationId="{7B70283C-D4CF-1F44-716D-03B304C2249A}"/>
          </ac:spMkLst>
        </pc:spChg>
        <pc:spChg chg="mod">
          <ac:chgData name="李 適宏" userId="ba70bf4345ae8a18" providerId="Windows Live" clId="Web-{E7DA5099-78A1-408B-84DF-074DE53BB9A0}" dt="2023-08-30T12:40:52.318" v="372" actId="20577"/>
          <ac:spMkLst>
            <pc:docMk/>
            <pc:sldMk cId="3552292399" sldId="274"/>
            <ac:spMk id="9" creationId="{642B57A3-6253-FD80-BA86-C5EC45DB1705}"/>
          </ac:spMkLst>
        </pc:spChg>
      </pc:sldChg>
      <pc:sldChg chg="addSp delSp modSp add replId">
        <pc:chgData name="李 適宏" userId="ba70bf4345ae8a18" providerId="Windows Live" clId="Web-{E7DA5099-78A1-408B-84DF-074DE53BB9A0}" dt="2023-08-31T07:23:22.926" v="2525"/>
        <pc:sldMkLst>
          <pc:docMk/>
          <pc:sldMk cId="4084616550" sldId="275"/>
        </pc:sldMkLst>
        <pc:spChg chg="add mod">
          <ac:chgData name="李 適宏" userId="ba70bf4345ae8a18" providerId="Windows Live" clId="Web-{E7DA5099-78A1-408B-84DF-074DE53BB9A0}" dt="2023-08-31T07:23:22.926" v="2525"/>
          <ac:spMkLst>
            <pc:docMk/>
            <pc:sldMk cId="4084616550" sldId="275"/>
            <ac:spMk id="5" creationId="{6FAE04C4-35A8-4F06-8FC5-2899B7014F78}"/>
          </ac:spMkLst>
        </pc:spChg>
        <pc:spChg chg="mod">
          <ac:chgData name="李 適宏" userId="ba70bf4345ae8a18" providerId="Windows Live" clId="Web-{E7DA5099-78A1-408B-84DF-074DE53BB9A0}" dt="2023-08-30T12:46:11.811" v="379" actId="20577"/>
          <ac:spMkLst>
            <pc:docMk/>
            <pc:sldMk cId="4084616550" sldId="275"/>
            <ac:spMk id="7" creationId="{7B70283C-D4CF-1F44-716D-03B304C2249A}"/>
          </ac:spMkLst>
        </pc:spChg>
        <pc:spChg chg="mod">
          <ac:chgData name="李 適宏" userId="ba70bf4345ae8a18" providerId="Windows Live" clId="Web-{E7DA5099-78A1-408B-84DF-074DE53BB9A0}" dt="2023-08-30T12:46:27.296" v="383" actId="20577"/>
          <ac:spMkLst>
            <pc:docMk/>
            <pc:sldMk cId="4084616550" sldId="275"/>
            <ac:spMk id="9" creationId="{642B57A3-6253-FD80-BA86-C5EC45DB1705}"/>
          </ac:spMkLst>
        </pc:spChg>
        <pc:picChg chg="add mod">
          <ac:chgData name="李 適宏" userId="ba70bf4345ae8a18" providerId="Windows Live" clId="Web-{E7DA5099-78A1-408B-84DF-074DE53BB9A0}" dt="2023-08-30T20:39:45.504" v="1795" actId="1076"/>
          <ac:picMkLst>
            <pc:docMk/>
            <pc:sldMk cId="4084616550" sldId="275"/>
            <ac:picMk id="3" creationId="{AF46341E-6136-CD40-DA84-CE90AC9A2A39}"/>
          </ac:picMkLst>
        </pc:picChg>
        <pc:picChg chg="add mod">
          <ac:chgData name="李 適宏" userId="ba70bf4345ae8a18" providerId="Windows Live" clId="Web-{E7DA5099-78A1-408B-84DF-074DE53BB9A0}" dt="2023-08-30T12:49:53.521" v="392" actId="1076"/>
          <ac:picMkLst>
            <pc:docMk/>
            <pc:sldMk cId="4084616550" sldId="275"/>
            <ac:picMk id="4" creationId="{56DD295D-F342-2168-632F-290BF055947C}"/>
          </ac:picMkLst>
        </pc:picChg>
        <pc:picChg chg="del">
          <ac:chgData name="李 適宏" userId="ba70bf4345ae8a18" providerId="Windows Live" clId="Web-{E7DA5099-78A1-408B-84DF-074DE53BB9A0}" dt="2023-08-30T12:45:57.295" v="376"/>
          <ac:picMkLst>
            <pc:docMk/>
            <pc:sldMk cId="4084616550" sldId="275"/>
            <ac:picMk id="10" creationId="{0A853D1A-5AA9-E382-60A2-92187BA88AF4}"/>
          </ac:picMkLst>
        </pc:picChg>
        <pc:picChg chg="del">
          <ac:chgData name="李 適宏" userId="ba70bf4345ae8a18" providerId="Windows Live" clId="Web-{E7DA5099-78A1-408B-84DF-074DE53BB9A0}" dt="2023-08-30T12:45:45.951" v="375"/>
          <ac:picMkLst>
            <pc:docMk/>
            <pc:sldMk cId="4084616550" sldId="275"/>
            <ac:picMk id="11" creationId="{CF88C92D-8DC9-8A55-B97C-4ED72EB2789F}"/>
          </ac:picMkLst>
        </pc:picChg>
        <pc:cxnChg chg="add mod">
          <ac:chgData name="李 適宏" userId="ba70bf4345ae8a18" providerId="Windows Live" clId="Web-{E7DA5099-78A1-408B-84DF-074DE53BB9A0}" dt="2023-08-30T20:48:34.579" v="1892" actId="1076"/>
          <ac:cxnSpMkLst>
            <pc:docMk/>
            <pc:sldMk cId="4084616550" sldId="275"/>
            <ac:cxnSpMk id="6" creationId="{E61B31FE-B5A6-2D60-AF0B-2019933CD9BC}"/>
          </ac:cxnSpMkLst>
        </pc:cxnChg>
        <pc:cxnChg chg="add mod">
          <ac:chgData name="李 適宏" userId="ba70bf4345ae8a18" providerId="Windows Live" clId="Web-{E7DA5099-78A1-408B-84DF-074DE53BB9A0}" dt="2023-08-30T20:48:41.736" v="1895" actId="14100"/>
          <ac:cxnSpMkLst>
            <pc:docMk/>
            <pc:sldMk cId="4084616550" sldId="275"/>
            <ac:cxnSpMk id="10" creationId="{D0AB796D-9176-F1B0-1104-0F80EAC66D6B}"/>
          </ac:cxnSpMkLst>
        </pc:cxnChg>
      </pc:sldChg>
      <pc:sldChg chg="del">
        <pc:chgData name="李 適宏" userId="ba70bf4345ae8a18" providerId="Windows Live" clId="Web-{E7DA5099-78A1-408B-84DF-074DE53BB9A0}" dt="2023-08-30T09:56:24.434" v="46"/>
        <pc:sldMkLst>
          <pc:docMk/>
          <pc:sldMk cId="976314453" sldId="276"/>
        </pc:sldMkLst>
      </pc:sldChg>
      <pc:sldChg chg="addSp delSp modSp add replId">
        <pc:chgData name="李 適宏" userId="ba70bf4345ae8a18" providerId="Windows Live" clId="Web-{E7DA5099-78A1-408B-84DF-074DE53BB9A0}" dt="2023-08-31T07:23:22.926" v="2526"/>
        <pc:sldMkLst>
          <pc:docMk/>
          <pc:sldMk cId="1644202037" sldId="276"/>
        </pc:sldMkLst>
        <pc:spChg chg="add mod">
          <ac:chgData name="李 適宏" userId="ba70bf4345ae8a18" providerId="Windows Live" clId="Web-{E7DA5099-78A1-408B-84DF-074DE53BB9A0}" dt="2023-08-31T07:23:22.926" v="2526"/>
          <ac:spMkLst>
            <pc:docMk/>
            <pc:sldMk cId="1644202037" sldId="276"/>
            <ac:spMk id="3" creationId="{B4A54FD1-341D-5662-D4FA-A44C40142FE9}"/>
          </ac:spMkLst>
        </pc:spChg>
        <pc:spChg chg="mod">
          <ac:chgData name="李 適宏" userId="ba70bf4345ae8a18" providerId="Windows Live" clId="Web-{E7DA5099-78A1-408B-84DF-074DE53BB9A0}" dt="2023-08-30T12:50:11.006" v="397" actId="20577"/>
          <ac:spMkLst>
            <pc:docMk/>
            <pc:sldMk cId="1644202037" sldId="276"/>
            <ac:spMk id="7" creationId="{7B70283C-D4CF-1F44-716D-03B304C2249A}"/>
          </ac:spMkLst>
        </pc:spChg>
        <pc:spChg chg="mod">
          <ac:chgData name="李 適宏" userId="ba70bf4345ae8a18" providerId="Windows Live" clId="Web-{E7DA5099-78A1-408B-84DF-074DE53BB9A0}" dt="2023-08-30T12:50:19.256" v="399" actId="20577"/>
          <ac:spMkLst>
            <pc:docMk/>
            <pc:sldMk cId="1644202037" sldId="276"/>
            <ac:spMk id="9" creationId="{642B57A3-6253-FD80-BA86-C5EC45DB1705}"/>
          </ac:spMkLst>
        </pc:spChg>
        <pc:picChg chg="del">
          <ac:chgData name="李 適宏" userId="ba70bf4345ae8a18" providerId="Windows Live" clId="Web-{E7DA5099-78A1-408B-84DF-074DE53BB9A0}" dt="2023-08-30T12:50:04.318" v="394"/>
          <ac:picMkLst>
            <pc:docMk/>
            <pc:sldMk cId="1644202037" sldId="276"/>
            <ac:picMk id="3" creationId="{AF46341E-6136-CD40-DA84-CE90AC9A2A39}"/>
          </ac:picMkLst>
        </pc:picChg>
        <pc:picChg chg="del">
          <ac:chgData name="李 適宏" userId="ba70bf4345ae8a18" providerId="Windows Live" clId="Web-{E7DA5099-78A1-408B-84DF-074DE53BB9A0}" dt="2023-08-30T12:50:04.959" v="395"/>
          <ac:picMkLst>
            <pc:docMk/>
            <pc:sldMk cId="1644202037" sldId="276"/>
            <ac:picMk id="4" creationId="{56DD295D-F342-2168-632F-290BF055947C}"/>
          </ac:picMkLst>
        </pc:picChg>
        <pc:picChg chg="add mod">
          <ac:chgData name="李 適宏" userId="ba70bf4345ae8a18" providerId="Windows Live" clId="Web-{E7DA5099-78A1-408B-84DF-074DE53BB9A0}" dt="2023-08-30T12:53:10.917" v="402" actId="14100"/>
          <ac:picMkLst>
            <pc:docMk/>
            <pc:sldMk cId="1644202037" sldId="276"/>
            <ac:picMk id="5" creationId="{BD25DD76-FF56-5B83-29AA-A8A5C3CD9172}"/>
          </ac:picMkLst>
        </pc:picChg>
        <pc:picChg chg="add mod">
          <ac:chgData name="李 適宏" userId="ba70bf4345ae8a18" providerId="Windows Live" clId="Web-{E7DA5099-78A1-408B-84DF-074DE53BB9A0}" dt="2023-08-30T12:55:01.170" v="407" actId="1076"/>
          <ac:picMkLst>
            <pc:docMk/>
            <pc:sldMk cId="1644202037" sldId="276"/>
            <ac:picMk id="6" creationId="{586B9764-7AFF-2A7D-C0F9-9F9B3BCED405}"/>
          </ac:picMkLst>
        </pc:picChg>
        <pc:cxnChg chg="add mod">
          <ac:chgData name="李 適宏" userId="ba70bf4345ae8a18" providerId="Windows Live" clId="Web-{E7DA5099-78A1-408B-84DF-074DE53BB9A0}" dt="2023-08-30T20:48:18.360" v="1887" actId="14100"/>
          <ac:cxnSpMkLst>
            <pc:docMk/>
            <pc:sldMk cId="1644202037" sldId="276"/>
            <ac:cxnSpMk id="4" creationId="{1314AD16-A450-867F-CDE8-52C82295DC4A}"/>
          </ac:cxnSpMkLst>
        </pc:cxnChg>
        <pc:cxnChg chg="add mod">
          <ac:chgData name="李 適宏" userId="ba70bf4345ae8a18" providerId="Windows Live" clId="Web-{E7DA5099-78A1-408B-84DF-074DE53BB9A0}" dt="2023-08-30T20:48:25.829" v="1890" actId="14100"/>
          <ac:cxnSpMkLst>
            <pc:docMk/>
            <pc:sldMk cId="1644202037" sldId="276"/>
            <ac:cxnSpMk id="10" creationId="{8707903F-50EE-4843-2377-44DB3DFC00D6}"/>
          </ac:cxnSpMkLst>
        </pc:cxnChg>
      </pc:sldChg>
      <pc:sldChg chg="addSp delSp modSp add replId">
        <pc:chgData name="李 適宏" userId="ba70bf4345ae8a18" providerId="Windows Live" clId="Web-{E7DA5099-78A1-408B-84DF-074DE53BB9A0}" dt="2023-08-31T07:23:22.941" v="2527"/>
        <pc:sldMkLst>
          <pc:docMk/>
          <pc:sldMk cId="1108261142" sldId="277"/>
        </pc:sldMkLst>
        <pc:spChg chg="mod">
          <ac:chgData name="李 適宏" userId="ba70bf4345ae8a18" providerId="Windows Live" clId="Web-{E7DA5099-78A1-408B-84DF-074DE53BB9A0}" dt="2023-08-30T18:46:13.743" v="601" actId="20577"/>
          <ac:spMkLst>
            <pc:docMk/>
            <pc:sldMk cId="1108261142" sldId="277"/>
            <ac:spMk id="2" creationId="{586E7B9E-57DC-CBEB-89A8-BAB4955671D3}"/>
          </ac:spMkLst>
        </pc:spChg>
        <pc:spChg chg="add mod">
          <ac:chgData name="李 適宏" userId="ba70bf4345ae8a18" providerId="Windows Live" clId="Web-{E7DA5099-78A1-408B-84DF-074DE53BB9A0}" dt="2023-08-31T07:23:22.941" v="2527"/>
          <ac:spMkLst>
            <pc:docMk/>
            <pc:sldMk cId="1108261142" sldId="277"/>
            <ac:spMk id="5" creationId="{93E866EE-CA50-DC17-3BDB-3DD0EA87EF37}"/>
          </ac:spMkLst>
        </pc:spChg>
        <pc:spChg chg="mod">
          <ac:chgData name="李 適宏" userId="ba70bf4345ae8a18" providerId="Windows Live" clId="Web-{E7DA5099-78A1-408B-84DF-074DE53BB9A0}" dt="2023-08-30T12:55:26.234" v="413" actId="20577"/>
          <ac:spMkLst>
            <pc:docMk/>
            <pc:sldMk cId="1108261142" sldId="277"/>
            <ac:spMk id="7" creationId="{7B70283C-D4CF-1F44-716D-03B304C2249A}"/>
          </ac:spMkLst>
        </pc:spChg>
        <pc:spChg chg="mod">
          <ac:chgData name="李 適宏" userId="ba70bf4345ae8a18" providerId="Windows Live" clId="Web-{E7DA5099-78A1-408B-84DF-074DE53BB9A0}" dt="2023-08-30T13:00:10.086" v="427" actId="20577"/>
          <ac:spMkLst>
            <pc:docMk/>
            <pc:sldMk cId="1108261142" sldId="277"/>
            <ac:spMk id="9" creationId="{642B57A3-6253-FD80-BA86-C5EC45DB1705}"/>
          </ac:spMkLst>
        </pc:spChg>
        <pc:picChg chg="add mod">
          <ac:chgData name="李 適宏" userId="ba70bf4345ae8a18" providerId="Windows Live" clId="Web-{E7DA5099-78A1-408B-84DF-074DE53BB9A0}" dt="2023-08-30T12:57:04.237" v="420" actId="14100"/>
          <ac:picMkLst>
            <pc:docMk/>
            <pc:sldMk cId="1108261142" sldId="277"/>
            <ac:picMk id="3" creationId="{31790599-A2DE-5C16-3410-92521D5E9D47}"/>
          </ac:picMkLst>
        </pc:picChg>
        <pc:picChg chg="add mod">
          <ac:chgData name="李 適宏" userId="ba70bf4345ae8a18" providerId="Windows Live" clId="Web-{E7DA5099-78A1-408B-84DF-074DE53BB9A0}" dt="2023-08-30T12:59:47.944" v="424" actId="1076"/>
          <ac:picMkLst>
            <pc:docMk/>
            <pc:sldMk cId="1108261142" sldId="277"/>
            <ac:picMk id="4" creationId="{4D1C6ADD-071C-C7E0-64FA-1922A67FE4E8}"/>
          </ac:picMkLst>
        </pc:picChg>
        <pc:picChg chg="del">
          <ac:chgData name="李 適宏" userId="ba70bf4345ae8a18" providerId="Windows Live" clId="Web-{E7DA5099-78A1-408B-84DF-074DE53BB9A0}" dt="2023-08-30T12:55:18.124" v="409"/>
          <ac:picMkLst>
            <pc:docMk/>
            <pc:sldMk cId="1108261142" sldId="277"/>
            <ac:picMk id="5" creationId="{BD25DD76-FF56-5B83-29AA-A8A5C3CD9172}"/>
          </ac:picMkLst>
        </pc:picChg>
        <pc:picChg chg="del">
          <ac:chgData name="李 適宏" userId="ba70bf4345ae8a18" providerId="Windows Live" clId="Web-{E7DA5099-78A1-408B-84DF-074DE53BB9A0}" dt="2023-08-30T12:55:18.687" v="410"/>
          <ac:picMkLst>
            <pc:docMk/>
            <pc:sldMk cId="1108261142" sldId="277"/>
            <ac:picMk id="6" creationId="{586B9764-7AFF-2A7D-C0F9-9F9B3BCED405}"/>
          </ac:picMkLst>
        </pc:picChg>
        <pc:cxnChg chg="add mod">
          <ac:chgData name="李 適宏" userId="ba70bf4345ae8a18" providerId="Windows Live" clId="Web-{E7DA5099-78A1-408B-84DF-074DE53BB9A0}" dt="2023-08-30T20:47:58.094" v="1880" actId="1076"/>
          <ac:cxnSpMkLst>
            <pc:docMk/>
            <pc:sldMk cId="1108261142" sldId="277"/>
            <ac:cxnSpMk id="6" creationId="{92DCA5B9-0901-8CB0-6416-01C86CAB0D16}"/>
          </ac:cxnSpMkLst>
        </pc:cxnChg>
        <pc:cxnChg chg="add mod">
          <ac:chgData name="李 適宏" userId="ba70bf4345ae8a18" providerId="Windows Live" clId="Web-{E7DA5099-78A1-408B-84DF-074DE53BB9A0}" dt="2023-08-30T20:48:09.297" v="1884" actId="14100"/>
          <ac:cxnSpMkLst>
            <pc:docMk/>
            <pc:sldMk cId="1108261142" sldId="277"/>
            <ac:cxnSpMk id="10" creationId="{6C1A636E-AD67-5DA5-AB87-9CC192303540}"/>
          </ac:cxnSpMkLst>
        </pc:cxnChg>
      </pc:sldChg>
      <pc:sldChg chg="del">
        <pc:chgData name="李 適宏" userId="ba70bf4345ae8a18" providerId="Windows Live" clId="Web-{E7DA5099-78A1-408B-84DF-074DE53BB9A0}" dt="2023-08-30T09:56:24.606" v="47"/>
        <pc:sldMkLst>
          <pc:docMk/>
          <pc:sldMk cId="1562261445" sldId="277"/>
        </pc:sldMkLst>
      </pc:sldChg>
      <pc:sldChg chg="addSp delSp modSp add replId">
        <pc:chgData name="李 適宏" userId="ba70bf4345ae8a18" providerId="Windows Live" clId="Web-{E7DA5099-78A1-408B-84DF-074DE53BB9A0}" dt="2023-08-31T07:23:22.957" v="2528"/>
        <pc:sldMkLst>
          <pc:docMk/>
          <pc:sldMk cId="2778347549" sldId="278"/>
        </pc:sldMkLst>
        <pc:spChg chg="mod">
          <ac:chgData name="李 適宏" userId="ba70bf4345ae8a18" providerId="Windows Live" clId="Web-{E7DA5099-78A1-408B-84DF-074DE53BB9A0}" dt="2023-08-30T18:46:21.540" v="603" actId="20577"/>
          <ac:spMkLst>
            <pc:docMk/>
            <pc:sldMk cId="2778347549" sldId="278"/>
            <ac:spMk id="2" creationId="{586E7B9E-57DC-CBEB-89A8-BAB4955671D3}"/>
          </ac:spMkLst>
        </pc:spChg>
        <pc:spChg chg="add mod">
          <ac:chgData name="李 適宏" userId="ba70bf4345ae8a18" providerId="Windows Live" clId="Web-{E7DA5099-78A1-408B-84DF-074DE53BB9A0}" dt="2023-08-31T07:23:22.957" v="2528"/>
          <ac:spMkLst>
            <pc:docMk/>
            <pc:sldMk cId="2778347549" sldId="278"/>
            <ac:spMk id="3" creationId="{5B8EAAD2-E307-242C-3D1C-2124E7695518}"/>
          </ac:spMkLst>
        </pc:spChg>
        <pc:spChg chg="add del mod">
          <ac:chgData name="李 適宏" userId="ba70bf4345ae8a18" providerId="Windows Live" clId="Web-{E7DA5099-78A1-408B-84DF-074DE53BB9A0}" dt="2023-08-30T13:03:10.763" v="446"/>
          <ac:spMkLst>
            <pc:docMk/>
            <pc:sldMk cId="2778347549" sldId="278"/>
            <ac:spMk id="5" creationId="{59F03AF3-C7ED-5FD8-319E-09229F8F672A}"/>
          </ac:spMkLst>
        </pc:spChg>
        <pc:spChg chg="mod">
          <ac:chgData name="李 適宏" userId="ba70bf4345ae8a18" providerId="Windows Live" clId="Web-{E7DA5099-78A1-408B-84DF-074DE53BB9A0}" dt="2023-08-30T13:00:32.946" v="437" actId="20577"/>
          <ac:spMkLst>
            <pc:docMk/>
            <pc:sldMk cId="2778347549" sldId="278"/>
            <ac:spMk id="7" creationId="{7B70283C-D4CF-1F44-716D-03B304C2249A}"/>
          </ac:spMkLst>
        </pc:spChg>
        <pc:spChg chg="mod">
          <ac:chgData name="李 適宏" userId="ba70bf4345ae8a18" providerId="Windows Live" clId="Web-{E7DA5099-78A1-408B-84DF-074DE53BB9A0}" dt="2023-08-30T13:00:39.758" v="440" actId="20577"/>
          <ac:spMkLst>
            <pc:docMk/>
            <pc:sldMk cId="2778347549" sldId="278"/>
            <ac:spMk id="9" creationId="{642B57A3-6253-FD80-BA86-C5EC45DB1705}"/>
          </ac:spMkLst>
        </pc:spChg>
        <pc:picChg chg="del">
          <ac:chgData name="李 適宏" userId="ba70bf4345ae8a18" providerId="Windows Live" clId="Web-{E7DA5099-78A1-408B-84DF-074DE53BB9A0}" dt="2023-08-30T13:00:46.368" v="441"/>
          <ac:picMkLst>
            <pc:docMk/>
            <pc:sldMk cId="2778347549" sldId="278"/>
            <ac:picMk id="3" creationId="{31790599-A2DE-5C16-3410-92521D5E9D47}"/>
          </ac:picMkLst>
        </pc:picChg>
        <pc:picChg chg="del">
          <ac:chgData name="李 適宏" userId="ba70bf4345ae8a18" providerId="Windows Live" clId="Web-{E7DA5099-78A1-408B-84DF-074DE53BB9A0}" dt="2023-08-30T13:00:46.571" v="442"/>
          <ac:picMkLst>
            <pc:docMk/>
            <pc:sldMk cId="2778347549" sldId="278"/>
            <ac:picMk id="4" creationId="{4D1C6ADD-071C-C7E0-64FA-1922A67FE4E8}"/>
          </ac:picMkLst>
        </pc:picChg>
        <pc:picChg chg="add mod">
          <ac:chgData name="李 適宏" userId="ba70bf4345ae8a18" providerId="Windows Live" clId="Web-{E7DA5099-78A1-408B-84DF-074DE53BB9A0}" dt="2023-08-30T13:03:29.560" v="450" actId="1076"/>
          <ac:picMkLst>
            <pc:docMk/>
            <pc:sldMk cId="2778347549" sldId="278"/>
            <ac:picMk id="6" creationId="{5D0A4FC2-3D58-E499-5175-88A846022B55}"/>
          </ac:picMkLst>
        </pc:picChg>
        <pc:picChg chg="add mod">
          <ac:chgData name="李 適宏" userId="ba70bf4345ae8a18" providerId="Windows Live" clId="Web-{E7DA5099-78A1-408B-84DF-074DE53BB9A0}" dt="2023-08-30T13:04:46.906" v="454" actId="1076"/>
          <ac:picMkLst>
            <pc:docMk/>
            <pc:sldMk cId="2778347549" sldId="278"/>
            <ac:picMk id="8" creationId="{176243BC-6B65-BF69-6D42-5D8D52CC3A8F}"/>
          </ac:picMkLst>
        </pc:picChg>
        <pc:cxnChg chg="add mod">
          <ac:chgData name="李 適宏" userId="ba70bf4345ae8a18" providerId="Windows Live" clId="Web-{E7DA5099-78A1-408B-84DF-074DE53BB9A0}" dt="2023-08-30T20:47:35.921" v="1875" actId="14100"/>
          <ac:cxnSpMkLst>
            <pc:docMk/>
            <pc:sldMk cId="2778347549" sldId="278"/>
            <ac:cxnSpMk id="4" creationId="{2F117D60-DB32-F27F-F202-745DE38E991D}"/>
          </ac:cxnSpMkLst>
        </pc:cxnChg>
        <pc:cxnChg chg="add mod">
          <ac:chgData name="李 適宏" userId="ba70bf4345ae8a18" providerId="Windows Live" clId="Web-{E7DA5099-78A1-408B-84DF-074DE53BB9A0}" dt="2023-08-30T20:47:45.656" v="1878" actId="14100"/>
          <ac:cxnSpMkLst>
            <pc:docMk/>
            <pc:sldMk cId="2778347549" sldId="278"/>
            <ac:cxnSpMk id="10" creationId="{BAE26980-54EC-4ADF-5E7C-A0AD63CACEE3}"/>
          </ac:cxnSpMkLst>
        </pc:cxnChg>
      </pc:sldChg>
      <pc:sldChg chg="del">
        <pc:chgData name="李 適宏" userId="ba70bf4345ae8a18" providerId="Windows Live" clId="Web-{E7DA5099-78A1-408B-84DF-074DE53BB9A0}" dt="2023-08-30T09:56:24.434" v="44"/>
        <pc:sldMkLst>
          <pc:docMk/>
          <pc:sldMk cId="1139216738" sldId="279"/>
        </pc:sldMkLst>
      </pc:sldChg>
      <pc:sldChg chg="addSp delSp modSp add replId">
        <pc:chgData name="李 適宏" userId="ba70bf4345ae8a18" providerId="Windows Live" clId="Web-{E7DA5099-78A1-408B-84DF-074DE53BB9A0}" dt="2023-08-31T07:23:22.957" v="2529"/>
        <pc:sldMkLst>
          <pc:docMk/>
          <pc:sldMk cId="2876509648" sldId="279"/>
        </pc:sldMkLst>
        <pc:spChg chg="add mod">
          <ac:chgData name="李 適宏" userId="ba70bf4345ae8a18" providerId="Windows Live" clId="Web-{E7DA5099-78A1-408B-84DF-074DE53BB9A0}" dt="2023-08-31T07:23:22.957" v="2529"/>
          <ac:spMkLst>
            <pc:docMk/>
            <pc:sldMk cId="2876509648" sldId="279"/>
            <ac:spMk id="4" creationId="{2AB043E5-7C75-04A2-0A97-DAC773960FD2}"/>
          </ac:spMkLst>
        </pc:spChg>
        <pc:spChg chg="mod">
          <ac:chgData name="李 適宏" userId="ba70bf4345ae8a18" providerId="Windows Live" clId="Web-{E7DA5099-78A1-408B-84DF-074DE53BB9A0}" dt="2023-08-30T13:20:23.855" v="565" actId="20577"/>
          <ac:spMkLst>
            <pc:docMk/>
            <pc:sldMk cId="2876509648" sldId="279"/>
            <ac:spMk id="7" creationId="{7B70283C-D4CF-1F44-716D-03B304C2249A}"/>
          </ac:spMkLst>
        </pc:spChg>
        <pc:spChg chg="del">
          <ac:chgData name="李 適宏" userId="ba70bf4345ae8a18" providerId="Windows Live" clId="Web-{E7DA5099-78A1-408B-84DF-074DE53BB9A0}" dt="2023-08-30T13:05:16.001" v="462"/>
          <ac:spMkLst>
            <pc:docMk/>
            <pc:sldMk cId="2876509648" sldId="279"/>
            <ac:spMk id="9" creationId="{642B57A3-6253-FD80-BA86-C5EC45DB1705}"/>
          </ac:spMkLst>
        </pc:spChg>
        <pc:spChg chg="add mod">
          <ac:chgData name="李 適宏" userId="ba70bf4345ae8a18" providerId="Windows Live" clId="Web-{E7DA5099-78A1-408B-84DF-074DE53BB9A0}" dt="2023-08-30T19:19:00.638" v="808" actId="20577"/>
          <ac:spMkLst>
            <pc:docMk/>
            <pc:sldMk cId="2876509648" sldId="279"/>
            <ac:spMk id="10" creationId="{57B27060-23DD-C14E-2199-90760FF9DE5F}"/>
          </ac:spMkLst>
        </pc:spChg>
        <pc:spChg chg="add del">
          <ac:chgData name="李 適宏" userId="ba70bf4345ae8a18" providerId="Windows Live" clId="Web-{E7DA5099-78A1-408B-84DF-074DE53BB9A0}" dt="2023-08-30T13:09:33.165" v="485"/>
          <ac:spMkLst>
            <pc:docMk/>
            <pc:sldMk cId="2876509648" sldId="279"/>
            <ac:spMk id="11" creationId="{3DBDFE4C-0451-AF39-1607-FA31B17A58D9}"/>
          </ac:spMkLst>
        </pc:spChg>
        <pc:picChg chg="add mod">
          <ac:chgData name="李 適宏" userId="ba70bf4345ae8a18" providerId="Windows Live" clId="Web-{E7DA5099-78A1-408B-84DF-074DE53BB9A0}" dt="2023-08-30T13:06:39.378" v="467" actId="1076"/>
          <ac:picMkLst>
            <pc:docMk/>
            <pc:sldMk cId="2876509648" sldId="279"/>
            <ac:picMk id="3" creationId="{3AE7C658-6F42-8BFB-3AC0-E0A9B05E94D8}"/>
          </ac:picMkLst>
        </pc:picChg>
        <pc:picChg chg="add del mod">
          <ac:chgData name="李 適宏" userId="ba70bf4345ae8a18" providerId="Windows Live" clId="Web-{E7DA5099-78A1-408B-84DF-074DE53BB9A0}" dt="2023-08-30T13:07:25.536" v="470"/>
          <ac:picMkLst>
            <pc:docMk/>
            <pc:sldMk cId="2876509648" sldId="279"/>
            <ac:picMk id="5" creationId="{32D88D96-F8B6-4AF4-BFC2-0F538B57C691}"/>
          </ac:picMkLst>
        </pc:picChg>
        <pc:picChg chg="del">
          <ac:chgData name="李 適宏" userId="ba70bf4345ae8a18" providerId="Windows Live" clId="Web-{E7DA5099-78A1-408B-84DF-074DE53BB9A0}" dt="2023-08-30T13:04:58.922" v="456"/>
          <ac:picMkLst>
            <pc:docMk/>
            <pc:sldMk cId="2876509648" sldId="279"/>
            <ac:picMk id="6" creationId="{5D0A4FC2-3D58-E499-5175-88A846022B55}"/>
          </ac:picMkLst>
        </pc:picChg>
        <pc:picChg chg="del">
          <ac:chgData name="李 適宏" userId="ba70bf4345ae8a18" providerId="Windows Live" clId="Web-{E7DA5099-78A1-408B-84DF-074DE53BB9A0}" dt="2023-08-30T13:04:59.453" v="457"/>
          <ac:picMkLst>
            <pc:docMk/>
            <pc:sldMk cId="2876509648" sldId="279"/>
            <ac:picMk id="8" creationId="{176243BC-6B65-BF69-6D42-5D8D52CC3A8F}"/>
          </ac:picMkLst>
        </pc:picChg>
        <pc:cxnChg chg="add mod">
          <ac:chgData name="李 適宏" userId="ba70bf4345ae8a18" providerId="Windows Live" clId="Web-{E7DA5099-78A1-408B-84DF-074DE53BB9A0}" dt="2023-08-30T20:47:24.749" v="1872" actId="1076"/>
          <ac:cxnSpMkLst>
            <pc:docMk/>
            <pc:sldMk cId="2876509648" sldId="279"/>
            <ac:cxnSpMk id="5" creationId="{12E06FFC-7339-CACA-18CD-9B3B6B363754}"/>
          </ac:cxnSpMkLst>
        </pc:cxnChg>
      </pc:sldChg>
      <pc:sldChg chg="del">
        <pc:chgData name="李 適宏" userId="ba70bf4345ae8a18" providerId="Windows Live" clId="Web-{E7DA5099-78A1-408B-84DF-074DE53BB9A0}" dt="2023-08-30T09:56:24.434" v="45"/>
        <pc:sldMkLst>
          <pc:docMk/>
          <pc:sldMk cId="2089769532" sldId="280"/>
        </pc:sldMkLst>
      </pc:sldChg>
      <pc:sldChg chg="addSp modSp new ord modNotes">
        <pc:chgData name="李 適宏" userId="ba70bf4345ae8a18" providerId="Windows Live" clId="Web-{E7DA5099-78A1-408B-84DF-074DE53BB9A0}" dt="2023-08-31T07:23:22.988" v="2531"/>
        <pc:sldMkLst>
          <pc:docMk/>
          <pc:sldMk cId="2366481983" sldId="280"/>
        </pc:sldMkLst>
        <pc:spChg chg="mod">
          <ac:chgData name="李 適宏" userId="ba70bf4345ae8a18" providerId="Windows Live" clId="Web-{E7DA5099-78A1-408B-84DF-074DE53BB9A0}" dt="2023-08-30T18:46:01.071" v="600" actId="20577"/>
          <ac:spMkLst>
            <pc:docMk/>
            <pc:sldMk cId="2366481983" sldId="280"/>
            <ac:spMk id="2" creationId="{22B757A1-34EF-296F-C492-509B10CCA717}"/>
          </ac:spMkLst>
        </pc:spChg>
        <pc:spChg chg="mod">
          <ac:chgData name="李 適宏" userId="ba70bf4345ae8a18" providerId="Windows Live" clId="Web-{E7DA5099-78A1-408B-84DF-074DE53BB9A0}" dt="2023-08-30T18:56:33.840" v="713" actId="20577"/>
          <ac:spMkLst>
            <pc:docMk/>
            <pc:sldMk cId="2366481983" sldId="280"/>
            <ac:spMk id="3" creationId="{96577230-7D86-D0B7-608C-4C71188C0301}"/>
          </ac:spMkLst>
        </pc:spChg>
        <pc:spChg chg="add mod">
          <ac:chgData name="李 適宏" userId="ba70bf4345ae8a18" providerId="Windows Live" clId="Web-{E7DA5099-78A1-408B-84DF-074DE53BB9A0}" dt="2023-08-31T07:23:22.988" v="2531"/>
          <ac:spMkLst>
            <pc:docMk/>
            <pc:sldMk cId="2366481983" sldId="280"/>
            <ac:spMk id="4" creationId="{CB31F11B-9FF8-C371-D1BE-7B33E2E6E5ED}"/>
          </ac:spMkLst>
        </pc:spChg>
      </pc:sldChg>
      <pc:sldChg chg="del">
        <pc:chgData name="李 適宏" userId="ba70bf4345ae8a18" providerId="Windows Live" clId="Web-{E7DA5099-78A1-408B-84DF-074DE53BB9A0}" dt="2023-08-30T09:56:24.153" v="43"/>
        <pc:sldMkLst>
          <pc:docMk/>
          <pc:sldMk cId="139360540" sldId="281"/>
        </pc:sldMkLst>
      </pc:sldChg>
      <pc:sldChg chg="addSp delSp modSp new">
        <pc:chgData name="李 適宏" userId="ba70bf4345ae8a18" providerId="Windows Live" clId="Web-{E7DA5099-78A1-408B-84DF-074DE53BB9A0}" dt="2023-08-31T07:26:23.869" v="2559" actId="20577"/>
        <pc:sldMkLst>
          <pc:docMk/>
          <pc:sldMk cId="1250583130" sldId="281"/>
        </pc:sldMkLst>
        <pc:spChg chg="mod">
          <ac:chgData name="李 適宏" userId="ba70bf4345ae8a18" providerId="Windows Live" clId="Web-{E7DA5099-78A1-408B-84DF-074DE53BB9A0}" dt="2023-08-30T18:58:56.954" v="716" actId="20577"/>
          <ac:spMkLst>
            <pc:docMk/>
            <pc:sldMk cId="1250583130" sldId="281"/>
            <ac:spMk id="2" creationId="{274890AF-9A0C-4C2E-42B0-73C0D726D449}"/>
          </ac:spMkLst>
        </pc:spChg>
        <pc:spChg chg="mod">
          <ac:chgData name="李 適宏" userId="ba70bf4345ae8a18" providerId="Windows Live" clId="Web-{E7DA5099-78A1-408B-84DF-074DE53BB9A0}" dt="2023-08-31T07:26:23.869" v="2559" actId="20577"/>
          <ac:spMkLst>
            <pc:docMk/>
            <pc:sldMk cId="1250583130" sldId="281"/>
            <ac:spMk id="3" creationId="{BA75B119-A2A2-860D-8787-7E5292210D0A}"/>
          </ac:spMkLst>
        </pc:spChg>
        <pc:spChg chg="add mod">
          <ac:chgData name="李 適宏" userId="ba70bf4345ae8a18" providerId="Windows Live" clId="Web-{E7DA5099-78A1-408B-84DF-074DE53BB9A0}" dt="2023-08-31T07:23:22.973" v="2530"/>
          <ac:spMkLst>
            <pc:docMk/>
            <pc:sldMk cId="1250583130" sldId="281"/>
            <ac:spMk id="4" creationId="{BEC5296C-9088-BE6D-07E6-1116B6B730E5}"/>
          </ac:spMkLst>
        </pc:spChg>
        <pc:spChg chg="add del mod">
          <ac:chgData name="李 適宏" userId="ba70bf4345ae8a18" providerId="Windows Live" clId="Web-{E7DA5099-78A1-408B-84DF-074DE53BB9A0}" dt="2023-08-30T19:08:19.767" v="778"/>
          <ac:spMkLst>
            <pc:docMk/>
            <pc:sldMk cId="1250583130" sldId="281"/>
            <ac:spMk id="4" creationId="{EEA38AA7-2E29-2FB9-9B1A-5D8280CDC83A}"/>
          </ac:spMkLst>
        </pc:spChg>
        <pc:picChg chg="add mod">
          <ac:chgData name="李 適宏" userId="ba70bf4345ae8a18" providerId="Windows Live" clId="Web-{E7DA5099-78A1-408B-84DF-074DE53BB9A0}" dt="2023-08-30T19:09:04.284" v="785" actId="1076"/>
          <ac:picMkLst>
            <pc:docMk/>
            <pc:sldMk cId="1250583130" sldId="281"/>
            <ac:picMk id="5" creationId="{9A001351-ADAB-5B92-987F-9447F2F50040}"/>
          </ac:picMkLst>
        </pc:picChg>
      </pc:sldChg>
      <pc:sldChg chg="del">
        <pc:chgData name="李 適宏" userId="ba70bf4345ae8a18" providerId="Windows Live" clId="Web-{E7DA5099-78A1-408B-84DF-074DE53BB9A0}" dt="2023-08-30T09:56:24.153" v="41"/>
        <pc:sldMkLst>
          <pc:docMk/>
          <pc:sldMk cId="324218543" sldId="282"/>
        </pc:sldMkLst>
      </pc:sldChg>
      <pc:sldChg chg="addSp modSp new">
        <pc:chgData name="李 適宏" userId="ba70bf4345ae8a18" providerId="Windows Live" clId="Web-{E7DA5099-78A1-408B-84DF-074DE53BB9A0}" dt="2023-08-31T07:23:23.004" v="2532"/>
        <pc:sldMkLst>
          <pc:docMk/>
          <pc:sldMk cId="1129166158" sldId="282"/>
        </pc:sldMkLst>
        <pc:spChg chg="mod">
          <ac:chgData name="李 適宏" userId="ba70bf4345ae8a18" providerId="Windows Live" clId="Web-{E7DA5099-78A1-408B-84DF-074DE53BB9A0}" dt="2023-08-30T19:17:43.543" v="803" actId="20577"/>
          <ac:spMkLst>
            <pc:docMk/>
            <pc:sldMk cId="1129166158" sldId="282"/>
            <ac:spMk id="2" creationId="{B82D5465-6424-897A-20FA-D053DDB15427}"/>
          </ac:spMkLst>
        </pc:spChg>
        <pc:spChg chg="mod">
          <ac:chgData name="李 適宏" userId="ba70bf4345ae8a18" providerId="Windows Live" clId="Web-{E7DA5099-78A1-408B-84DF-074DE53BB9A0}" dt="2023-08-30T19:28:28.793" v="959" actId="20577"/>
          <ac:spMkLst>
            <pc:docMk/>
            <pc:sldMk cId="1129166158" sldId="282"/>
            <ac:spMk id="3" creationId="{C228B281-FB0F-E075-C48B-F53E99703D4A}"/>
          </ac:spMkLst>
        </pc:spChg>
        <pc:spChg chg="add mod">
          <ac:chgData name="李 適宏" userId="ba70bf4345ae8a18" providerId="Windows Live" clId="Web-{E7DA5099-78A1-408B-84DF-074DE53BB9A0}" dt="2023-08-31T07:23:23.004" v="2532"/>
          <ac:spMkLst>
            <pc:docMk/>
            <pc:sldMk cId="1129166158" sldId="282"/>
            <ac:spMk id="4" creationId="{556B5CE7-E875-6066-D67D-C82DF62F6986}"/>
          </ac:spMkLst>
        </pc:spChg>
      </pc:sldChg>
      <pc:sldChg chg="addSp delSp modSp new">
        <pc:chgData name="李 適宏" userId="ba70bf4345ae8a18" providerId="Windows Live" clId="Web-{E7DA5099-78A1-408B-84DF-074DE53BB9A0}" dt="2023-08-31T07:23:23.004" v="2533"/>
        <pc:sldMkLst>
          <pc:docMk/>
          <pc:sldMk cId="2495757006" sldId="283"/>
        </pc:sldMkLst>
        <pc:spChg chg="mod">
          <ac:chgData name="李 適宏" userId="ba70bf4345ae8a18" providerId="Windows Live" clId="Web-{E7DA5099-78A1-408B-84DF-074DE53BB9A0}" dt="2023-08-30T19:30:44.077" v="981" actId="20577"/>
          <ac:spMkLst>
            <pc:docMk/>
            <pc:sldMk cId="2495757006" sldId="283"/>
            <ac:spMk id="2" creationId="{8F6145AE-13C2-819A-454C-6D0420413DB1}"/>
          </ac:spMkLst>
        </pc:spChg>
        <pc:spChg chg="add mod">
          <ac:chgData name="李 適宏" userId="ba70bf4345ae8a18" providerId="Windows Live" clId="Web-{E7DA5099-78A1-408B-84DF-074DE53BB9A0}" dt="2023-08-31T07:23:23.004" v="2533"/>
          <ac:spMkLst>
            <pc:docMk/>
            <pc:sldMk cId="2495757006" sldId="283"/>
            <ac:spMk id="3" creationId="{8F244933-83B6-6CEF-3860-612C80FC75D0}"/>
          </ac:spMkLst>
        </pc:spChg>
        <pc:spChg chg="del">
          <ac:chgData name="李 適宏" userId="ba70bf4345ae8a18" providerId="Windows Live" clId="Web-{E7DA5099-78A1-408B-84DF-074DE53BB9A0}" dt="2023-08-30T19:29:16.419" v="961"/>
          <ac:spMkLst>
            <pc:docMk/>
            <pc:sldMk cId="2495757006" sldId="283"/>
            <ac:spMk id="3" creationId="{B63C4760-BB30-5BC1-84E1-49985E3F0C76}"/>
          </ac:spMkLst>
        </pc:spChg>
        <pc:spChg chg="add mod">
          <ac:chgData name="李 適宏" userId="ba70bf4345ae8a18" providerId="Windows Live" clId="Web-{E7DA5099-78A1-408B-84DF-074DE53BB9A0}" dt="2023-08-30T19:39:03.089" v="1088" actId="20577"/>
          <ac:spMkLst>
            <pc:docMk/>
            <pc:sldMk cId="2495757006" sldId="283"/>
            <ac:spMk id="5" creationId="{6F3CE8F8-1C83-7161-7592-879A01980E90}"/>
          </ac:spMkLst>
        </pc:spChg>
        <pc:picChg chg="add mod ord">
          <ac:chgData name="李 適宏" userId="ba70bf4345ae8a18" providerId="Windows Live" clId="Web-{E7DA5099-78A1-408B-84DF-074DE53BB9A0}" dt="2023-08-30T19:29:20.184" v="962" actId="1076"/>
          <ac:picMkLst>
            <pc:docMk/>
            <pc:sldMk cId="2495757006" sldId="283"/>
            <ac:picMk id="4" creationId="{9405F2E0-7FF5-EA28-9417-F2492CDE6B86}"/>
          </ac:picMkLst>
        </pc:picChg>
      </pc:sldChg>
      <pc:sldChg chg="del">
        <pc:chgData name="李 適宏" userId="ba70bf4345ae8a18" providerId="Windows Live" clId="Web-{E7DA5099-78A1-408B-84DF-074DE53BB9A0}" dt="2023-08-30T09:56:24.059" v="40"/>
        <pc:sldMkLst>
          <pc:docMk/>
          <pc:sldMk cId="4023731045" sldId="283"/>
        </pc:sldMkLst>
      </pc:sldChg>
      <pc:sldChg chg="addSp modSp new">
        <pc:chgData name="李 適宏" userId="ba70bf4345ae8a18" providerId="Windows Live" clId="Web-{E7DA5099-78A1-408B-84DF-074DE53BB9A0}" dt="2023-08-31T07:23:23.020" v="2534"/>
        <pc:sldMkLst>
          <pc:docMk/>
          <pc:sldMk cId="918537606" sldId="284"/>
        </pc:sldMkLst>
        <pc:spChg chg="mod">
          <ac:chgData name="李 適宏" userId="ba70bf4345ae8a18" providerId="Windows Live" clId="Web-{E7DA5099-78A1-408B-84DF-074DE53BB9A0}" dt="2023-08-30T19:40:39.857" v="1091" actId="20577"/>
          <ac:spMkLst>
            <pc:docMk/>
            <pc:sldMk cId="918537606" sldId="284"/>
            <ac:spMk id="2" creationId="{35CB59DA-99AE-1E3F-BE67-E0117A48E919}"/>
          </ac:spMkLst>
        </pc:spChg>
        <pc:spChg chg="mod">
          <ac:chgData name="李 適宏" userId="ba70bf4345ae8a18" providerId="Windows Live" clId="Web-{E7DA5099-78A1-408B-84DF-074DE53BB9A0}" dt="2023-08-30T19:45:21.114" v="1172" actId="20577"/>
          <ac:spMkLst>
            <pc:docMk/>
            <pc:sldMk cId="918537606" sldId="284"/>
            <ac:spMk id="3" creationId="{84ACAE3E-62A4-ED5D-359B-7C704CB5F38B}"/>
          </ac:spMkLst>
        </pc:spChg>
        <pc:spChg chg="add mod">
          <ac:chgData name="李 適宏" userId="ba70bf4345ae8a18" providerId="Windows Live" clId="Web-{E7DA5099-78A1-408B-84DF-074DE53BB9A0}" dt="2023-08-31T07:23:23.020" v="2534"/>
          <ac:spMkLst>
            <pc:docMk/>
            <pc:sldMk cId="918537606" sldId="284"/>
            <ac:spMk id="4" creationId="{8FEB5D2D-D98A-3EF2-7D48-C28E9551B7D3}"/>
          </ac:spMkLst>
        </pc:spChg>
      </pc:sldChg>
      <pc:sldChg chg="del">
        <pc:chgData name="李 適宏" userId="ba70bf4345ae8a18" providerId="Windows Live" clId="Web-{E7DA5099-78A1-408B-84DF-074DE53BB9A0}" dt="2023-08-30T09:56:24.059" v="39"/>
        <pc:sldMkLst>
          <pc:docMk/>
          <pc:sldMk cId="4184696065" sldId="284"/>
        </pc:sldMkLst>
      </pc:sldChg>
      <pc:sldChg chg="del">
        <pc:chgData name="李 適宏" userId="ba70bf4345ae8a18" providerId="Windows Live" clId="Web-{E7DA5099-78A1-408B-84DF-074DE53BB9A0}" dt="2023-08-30T09:56:24.059" v="38"/>
        <pc:sldMkLst>
          <pc:docMk/>
          <pc:sldMk cId="468694768" sldId="285"/>
        </pc:sldMkLst>
      </pc:sldChg>
      <pc:sldChg chg="addSp delSp modSp new">
        <pc:chgData name="李 適宏" userId="ba70bf4345ae8a18" providerId="Windows Live" clId="Web-{E7DA5099-78A1-408B-84DF-074DE53BB9A0}" dt="2023-08-31T07:23:23.051" v="2535"/>
        <pc:sldMkLst>
          <pc:docMk/>
          <pc:sldMk cId="1163189224" sldId="285"/>
        </pc:sldMkLst>
        <pc:spChg chg="mod">
          <ac:chgData name="李 適宏" userId="ba70bf4345ae8a18" providerId="Windows Live" clId="Web-{E7DA5099-78A1-408B-84DF-074DE53BB9A0}" dt="2023-08-30T20:11:24.932" v="1636" actId="20577"/>
          <ac:spMkLst>
            <pc:docMk/>
            <pc:sldMk cId="1163189224" sldId="285"/>
            <ac:spMk id="2" creationId="{E6428363-9E49-B06E-A74D-8935475A42EB}"/>
          </ac:spMkLst>
        </pc:spChg>
        <pc:spChg chg="mod">
          <ac:chgData name="李 適宏" userId="ba70bf4345ae8a18" providerId="Windows Live" clId="Web-{E7DA5099-78A1-408B-84DF-074DE53BB9A0}" dt="2023-08-30T20:17:24.535" v="1772" actId="20577"/>
          <ac:spMkLst>
            <pc:docMk/>
            <pc:sldMk cId="1163189224" sldId="285"/>
            <ac:spMk id="3" creationId="{62FC13A2-4CDE-B7E6-3DA7-925B2F0F99EF}"/>
          </ac:spMkLst>
        </pc:spChg>
        <pc:spChg chg="add mod">
          <ac:chgData name="李 適宏" userId="ba70bf4345ae8a18" providerId="Windows Live" clId="Web-{E7DA5099-78A1-408B-84DF-074DE53BB9A0}" dt="2023-08-31T07:23:23.051" v="2535"/>
          <ac:spMkLst>
            <pc:docMk/>
            <pc:sldMk cId="1163189224" sldId="285"/>
            <ac:spMk id="4" creationId="{27E637F6-D0DE-5D5A-964A-DDBDFBF5EC9A}"/>
          </ac:spMkLst>
        </pc:spChg>
        <pc:graphicFrameChg chg="add mod modGraphic">
          <ac:chgData name="李 適宏" userId="ba70bf4345ae8a18" providerId="Windows Live" clId="Web-{E7DA5099-78A1-408B-84DF-074DE53BB9A0}" dt="2023-08-30T20:38:31.080" v="1790"/>
          <ac:graphicFrameMkLst>
            <pc:docMk/>
            <pc:sldMk cId="1163189224" sldId="285"/>
            <ac:graphicFrameMk id="5" creationId="{FE83D9F6-757B-C76E-8D81-317A44A27283}"/>
          </ac:graphicFrameMkLst>
        </pc:graphicFrameChg>
        <pc:graphicFrameChg chg="add mod modGraphic">
          <ac:chgData name="李 適宏" userId="ba70bf4345ae8a18" providerId="Windows Live" clId="Web-{E7DA5099-78A1-408B-84DF-074DE53BB9A0}" dt="2023-08-30T20:10:53.525" v="1619" actId="1076"/>
          <ac:graphicFrameMkLst>
            <pc:docMk/>
            <pc:sldMk cId="1163189224" sldId="285"/>
            <ac:graphicFrameMk id="6" creationId="{36EA033C-9781-F383-536D-366F5DAD01B7}"/>
          </ac:graphicFrameMkLst>
        </pc:graphicFrameChg>
        <pc:picChg chg="add del mod">
          <ac:chgData name="李 適宏" userId="ba70bf4345ae8a18" providerId="Windows Live" clId="Web-{E7DA5099-78A1-408B-84DF-074DE53BB9A0}" dt="2023-08-30T20:05:45.315" v="1550"/>
          <ac:picMkLst>
            <pc:docMk/>
            <pc:sldMk cId="1163189224" sldId="285"/>
            <ac:picMk id="4" creationId="{D12873D1-A318-A32E-8C30-C7B7A2AB8884}"/>
          </ac:picMkLst>
        </pc:picChg>
        <pc:picChg chg="add del mod">
          <ac:chgData name="李 適宏" userId="ba70bf4345ae8a18" providerId="Windows Live" clId="Web-{E7DA5099-78A1-408B-84DF-074DE53BB9A0}" dt="2023-08-30T20:08:35.038" v="1570"/>
          <ac:picMkLst>
            <pc:docMk/>
            <pc:sldMk cId="1163189224" sldId="285"/>
            <ac:picMk id="7" creationId="{ED8F85C6-24AA-A7DC-2A95-F71EC8413F74}"/>
          </ac:picMkLst>
        </pc:picChg>
        <pc:picChg chg="add mod ord">
          <ac:chgData name="李 適宏" userId="ba70bf4345ae8a18" providerId="Windows Live" clId="Web-{E7DA5099-78A1-408B-84DF-074DE53BB9A0}" dt="2023-08-30T20:10:57.666" v="1620"/>
          <ac:picMkLst>
            <pc:docMk/>
            <pc:sldMk cId="1163189224" sldId="285"/>
            <ac:picMk id="8" creationId="{91E2D868-83DB-C4F8-C4B8-97551ACFF8C1}"/>
          </ac:picMkLst>
        </pc:picChg>
        <pc:cxnChg chg="add mod">
          <ac:chgData name="李 適宏" userId="ba70bf4345ae8a18" providerId="Windows Live" clId="Web-{E7DA5099-78A1-408B-84DF-074DE53BB9A0}" dt="2023-08-30T20:47:04.827" v="1868" actId="1076"/>
          <ac:cxnSpMkLst>
            <pc:docMk/>
            <pc:sldMk cId="1163189224" sldId="285"/>
            <ac:cxnSpMk id="9" creationId="{3403112F-9F7E-C354-EC03-ADECEA6C0B48}"/>
          </ac:cxnSpMkLst>
        </pc:cxnChg>
      </pc:sldChg>
      <pc:sldChg chg="addSp delSp modSp new">
        <pc:chgData name="李 適宏" userId="ba70bf4345ae8a18" providerId="Windows Live" clId="Web-{E7DA5099-78A1-408B-84DF-074DE53BB9A0}" dt="2023-08-31T07:23:23.082" v="2536"/>
        <pc:sldMkLst>
          <pc:docMk/>
          <pc:sldMk cId="1683517903" sldId="286"/>
        </pc:sldMkLst>
        <pc:spChg chg="mod">
          <ac:chgData name="李 適宏" userId="ba70bf4345ae8a18" providerId="Windows Live" clId="Web-{E7DA5099-78A1-408B-84DF-074DE53BB9A0}" dt="2023-08-30T20:37:34.079" v="1785" actId="20577"/>
          <ac:spMkLst>
            <pc:docMk/>
            <pc:sldMk cId="1683517903" sldId="286"/>
            <ac:spMk id="2" creationId="{A004FD11-257D-62CE-D688-723D2E67FB37}"/>
          </ac:spMkLst>
        </pc:spChg>
        <pc:spChg chg="add mod">
          <ac:chgData name="李 適宏" userId="ba70bf4345ae8a18" providerId="Windows Live" clId="Web-{E7DA5099-78A1-408B-84DF-074DE53BB9A0}" dt="2023-08-31T07:23:23.082" v="2536"/>
          <ac:spMkLst>
            <pc:docMk/>
            <pc:sldMk cId="1683517903" sldId="286"/>
            <ac:spMk id="3" creationId="{04EDCC1F-8918-FA2A-0DDD-7497C207A591}"/>
          </ac:spMkLst>
        </pc:spChg>
        <pc:spChg chg="del mod">
          <ac:chgData name="李 適宏" userId="ba70bf4345ae8a18" providerId="Windows Live" clId="Web-{E7DA5099-78A1-408B-84DF-074DE53BB9A0}" dt="2023-08-30T20:41:10.178" v="1800"/>
          <ac:spMkLst>
            <pc:docMk/>
            <pc:sldMk cId="1683517903" sldId="286"/>
            <ac:spMk id="3" creationId="{110FF0CA-2C6B-6141-5925-3FD2B02DF836}"/>
          </ac:spMkLst>
        </pc:spChg>
        <pc:spChg chg="add del mod">
          <ac:chgData name="李 適宏" userId="ba70bf4345ae8a18" providerId="Windows Live" clId="Web-{E7DA5099-78A1-408B-84DF-074DE53BB9A0}" dt="2023-08-30T20:40:41.318" v="1799"/>
          <ac:spMkLst>
            <pc:docMk/>
            <pc:sldMk cId="1683517903" sldId="286"/>
            <ac:spMk id="8" creationId="{F2FAC252-6DA2-3064-430B-73A955F4A344}"/>
          </ac:spMkLst>
        </pc:spChg>
        <pc:spChg chg="add mod">
          <ac:chgData name="李 適宏" userId="ba70bf4345ae8a18" providerId="Windows Live" clId="Web-{E7DA5099-78A1-408B-84DF-074DE53BB9A0}" dt="2023-08-30T20:45:08.246" v="1859" actId="20577"/>
          <ac:spMkLst>
            <pc:docMk/>
            <pc:sldMk cId="1683517903" sldId="286"/>
            <ac:spMk id="10" creationId="{26C2C17A-B174-444A-6239-F4E7F4A8C36E}"/>
          </ac:spMkLst>
        </pc:spChg>
        <pc:graphicFrameChg chg="add">
          <ac:chgData name="李 適宏" userId="ba70bf4345ae8a18" providerId="Windows Live" clId="Web-{E7DA5099-78A1-408B-84DF-074DE53BB9A0}" dt="2023-08-30T20:38:11.909" v="1786"/>
          <ac:graphicFrameMkLst>
            <pc:docMk/>
            <pc:sldMk cId="1683517903" sldId="286"/>
            <ac:graphicFrameMk id="5" creationId="{7E4D3DB7-9B03-0AD2-FBB7-028F48FFDB15}"/>
          </ac:graphicFrameMkLst>
        </pc:graphicFrameChg>
        <pc:graphicFrameChg chg="add mod modGraphic">
          <ac:chgData name="李 適宏" userId="ba70bf4345ae8a18" providerId="Windows Live" clId="Web-{E7DA5099-78A1-408B-84DF-074DE53BB9A0}" dt="2023-08-30T20:38:35.456" v="1792"/>
          <ac:graphicFrameMkLst>
            <pc:docMk/>
            <pc:sldMk cId="1683517903" sldId="286"/>
            <ac:graphicFrameMk id="7" creationId="{51168FDF-8612-72D2-66F0-A18598AF96BB}"/>
          </ac:graphicFrameMkLst>
        </pc:graphicFrameChg>
        <pc:picChg chg="add mod ord">
          <ac:chgData name="李 適宏" userId="ba70bf4345ae8a18" providerId="Windows Live" clId="Web-{E7DA5099-78A1-408B-84DF-074DE53BB9A0}" dt="2023-08-30T20:41:17.178" v="1802" actId="1076"/>
          <ac:picMkLst>
            <pc:docMk/>
            <pc:sldMk cId="1683517903" sldId="286"/>
            <ac:picMk id="9" creationId="{95A40EC2-584F-AB00-080A-2FE4DDD50844}"/>
          </ac:picMkLst>
        </pc:picChg>
      </pc:sldChg>
      <pc:sldChg chg="del">
        <pc:chgData name="李 適宏" userId="ba70bf4345ae8a18" providerId="Windows Live" clId="Web-{E7DA5099-78A1-408B-84DF-074DE53BB9A0}" dt="2023-08-30T09:56:24.059" v="37"/>
        <pc:sldMkLst>
          <pc:docMk/>
          <pc:sldMk cId="3819135115" sldId="286"/>
        </pc:sldMkLst>
      </pc:sldChg>
      <pc:sldChg chg="addSp modSp new">
        <pc:chgData name="李 適宏" userId="ba70bf4345ae8a18" providerId="Windows Live" clId="Web-{E7DA5099-78A1-408B-84DF-074DE53BB9A0}" dt="2023-08-31T07:23:23.082" v="2537"/>
        <pc:sldMkLst>
          <pc:docMk/>
          <pc:sldMk cId="2152916773" sldId="287"/>
        </pc:sldMkLst>
        <pc:spChg chg="mod">
          <ac:chgData name="李 適宏" userId="ba70bf4345ae8a18" providerId="Windows Live" clId="Web-{E7DA5099-78A1-408B-84DF-074DE53BB9A0}" dt="2023-08-31T06:06:23.073" v="1897" actId="20577"/>
          <ac:spMkLst>
            <pc:docMk/>
            <pc:sldMk cId="2152916773" sldId="287"/>
            <ac:spMk id="2" creationId="{3F2412AD-2AFB-13E9-4B13-8527F4C62FF6}"/>
          </ac:spMkLst>
        </pc:spChg>
        <pc:spChg chg="mod">
          <ac:chgData name="李 適宏" userId="ba70bf4345ae8a18" providerId="Windows Live" clId="Web-{E7DA5099-78A1-408B-84DF-074DE53BB9A0}" dt="2023-08-31T06:16:10.512" v="2085" actId="20577"/>
          <ac:spMkLst>
            <pc:docMk/>
            <pc:sldMk cId="2152916773" sldId="287"/>
            <ac:spMk id="3" creationId="{7911B56A-1115-9429-3174-CAF0E5D2CD92}"/>
          </ac:spMkLst>
        </pc:spChg>
        <pc:spChg chg="add mod">
          <ac:chgData name="李 適宏" userId="ba70bf4345ae8a18" providerId="Windows Live" clId="Web-{E7DA5099-78A1-408B-84DF-074DE53BB9A0}" dt="2023-08-31T07:23:23.082" v="2537"/>
          <ac:spMkLst>
            <pc:docMk/>
            <pc:sldMk cId="2152916773" sldId="287"/>
            <ac:spMk id="4" creationId="{A8D934C0-8310-91DC-0CD2-AC8E4FCC94A1}"/>
          </ac:spMkLst>
        </pc:spChg>
      </pc:sldChg>
      <pc:sldChg chg="del">
        <pc:chgData name="李 適宏" userId="ba70bf4345ae8a18" providerId="Windows Live" clId="Web-{E7DA5099-78A1-408B-84DF-074DE53BB9A0}" dt="2023-08-30T09:56:24.153" v="42"/>
        <pc:sldMkLst>
          <pc:docMk/>
          <pc:sldMk cId="2639931187" sldId="287"/>
        </pc:sldMkLst>
      </pc:sldChg>
      <pc:sldChg chg="addSp modSp new ord modNotes">
        <pc:chgData name="李 適宏" userId="ba70bf4345ae8a18" providerId="Windows Live" clId="Web-{E7DA5099-78A1-408B-84DF-074DE53BB9A0}" dt="2023-08-31T07:23:23.098" v="2538"/>
        <pc:sldMkLst>
          <pc:docMk/>
          <pc:sldMk cId="1025841646" sldId="288"/>
        </pc:sldMkLst>
        <pc:spChg chg="mod">
          <ac:chgData name="李 適宏" userId="ba70bf4345ae8a18" providerId="Windows Live" clId="Web-{E7DA5099-78A1-408B-84DF-074DE53BB9A0}" dt="2023-08-31T06:54:09.953" v="2306" actId="20577"/>
          <ac:spMkLst>
            <pc:docMk/>
            <pc:sldMk cId="1025841646" sldId="288"/>
            <ac:spMk id="2" creationId="{EE70504A-5172-8BA8-9C15-0F7B69AAB495}"/>
          </ac:spMkLst>
        </pc:spChg>
        <pc:spChg chg="mod">
          <ac:chgData name="李 適宏" userId="ba70bf4345ae8a18" providerId="Windows Live" clId="Web-{E7DA5099-78A1-408B-84DF-074DE53BB9A0}" dt="2023-08-31T07:09:04.901" v="2464" actId="20577"/>
          <ac:spMkLst>
            <pc:docMk/>
            <pc:sldMk cId="1025841646" sldId="288"/>
            <ac:spMk id="3" creationId="{11ED5AA8-FA66-12B1-7561-3FE447FE851E}"/>
          </ac:spMkLst>
        </pc:spChg>
        <pc:spChg chg="add mod">
          <ac:chgData name="李 適宏" userId="ba70bf4345ae8a18" providerId="Windows Live" clId="Web-{E7DA5099-78A1-408B-84DF-074DE53BB9A0}" dt="2023-08-31T07:23:23.098" v="2538"/>
          <ac:spMkLst>
            <pc:docMk/>
            <pc:sldMk cId="1025841646" sldId="288"/>
            <ac:spMk id="4" creationId="{83137B9D-4706-83CA-963E-BFB51394090C}"/>
          </ac:spMkLst>
        </pc:spChg>
      </pc:sldChg>
      <pc:sldChg chg="addSp modSp new ord">
        <pc:chgData name="李 適宏" userId="ba70bf4345ae8a18" providerId="Windows Live" clId="Web-{E7DA5099-78A1-408B-84DF-074DE53BB9A0}" dt="2023-08-31T07:23:23.113" v="2539"/>
        <pc:sldMkLst>
          <pc:docMk/>
          <pc:sldMk cId="1900478409" sldId="289"/>
        </pc:sldMkLst>
        <pc:spChg chg="mod">
          <ac:chgData name="李 適宏" userId="ba70bf4345ae8a18" providerId="Windows Live" clId="Web-{E7DA5099-78A1-408B-84DF-074DE53BB9A0}" dt="2023-08-31T06:54:14.485" v="2308" actId="20577"/>
          <ac:spMkLst>
            <pc:docMk/>
            <pc:sldMk cId="1900478409" sldId="289"/>
            <ac:spMk id="2" creationId="{08B7EDD0-E380-A8FC-31BE-E3386BA990D3}"/>
          </ac:spMkLst>
        </pc:spChg>
        <pc:spChg chg="mod">
          <ac:chgData name="李 適宏" userId="ba70bf4345ae8a18" providerId="Windows Live" clId="Web-{E7DA5099-78A1-408B-84DF-074DE53BB9A0}" dt="2023-08-31T07:18:44.090" v="2512" actId="20577"/>
          <ac:spMkLst>
            <pc:docMk/>
            <pc:sldMk cId="1900478409" sldId="289"/>
            <ac:spMk id="3" creationId="{2CFE26D1-1383-BF51-E3AF-009ADF969ECE}"/>
          </ac:spMkLst>
        </pc:spChg>
        <pc:spChg chg="add mod">
          <ac:chgData name="李 適宏" userId="ba70bf4345ae8a18" providerId="Windows Live" clId="Web-{E7DA5099-78A1-408B-84DF-074DE53BB9A0}" dt="2023-08-31T07:23:23.113" v="2539"/>
          <ac:spMkLst>
            <pc:docMk/>
            <pc:sldMk cId="1900478409" sldId="289"/>
            <ac:spMk id="4" creationId="{DD52911A-EB32-209A-14C0-E973569B1CF4}"/>
          </ac:spMkLst>
        </pc:spChg>
      </pc:sldChg>
    </pc:docChg>
  </pc:docChgLst>
  <pc:docChgLst>
    <pc:chgData name="李 適宏" userId="ba70bf4345ae8a18" providerId="Windows Live" clId="Web-{F70ECEBF-8AD3-43A7-BF35-843D2F9F26F7}"/>
    <pc:docChg chg="addSld modSld sldOrd">
      <pc:chgData name="李 適宏" userId="ba70bf4345ae8a18" providerId="Windows Live" clId="Web-{F70ECEBF-8AD3-43A7-BF35-843D2F9F26F7}" dt="2023-09-04T05:18:59.643" v="21" actId="20577"/>
      <pc:docMkLst>
        <pc:docMk/>
      </pc:docMkLst>
      <pc:sldChg chg="modSp">
        <pc:chgData name="李 適宏" userId="ba70bf4345ae8a18" providerId="Windows Live" clId="Web-{F70ECEBF-8AD3-43A7-BF35-843D2F9F26F7}" dt="2023-09-04T04:41:07.889" v="4" actId="20577"/>
        <pc:sldMkLst>
          <pc:docMk/>
          <pc:sldMk cId="1250583130" sldId="281"/>
        </pc:sldMkLst>
        <pc:spChg chg="mod">
          <ac:chgData name="李 適宏" userId="ba70bf4345ae8a18" providerId="Windows Live" clId="Web-{F70ECEBF-8AD3-43A7-BF35-843D2F9F26F7}" dt="2023-09-04T04:41:07.889" v="4" actId="20577"/>
          <ac:spMkLst>
            <pc:docMk/>
            <pc:sldMk cId="1250583130" sldId="281"/>
            <ac:spMk id="3" creationId="{BA75B119-A2A2-860D-8787-7E5292210D0A}"/>
          </ac:spMkLst>
        </pc:spChg>
      </pc:sldChg>
      <pc:sldChg chg="ord">
        <pc:chgData name="李 適宏" userId="ba70bf4345ae8a18" providerId="Windows Live" clId="Web-{F70ECEBF-8AD3-43A7-BF35-843D2F9F26F7}" dt="2023-09-04T04:43:08.282" v="6"/>
        <pc:sldMkLst>
          <pc:docMk/>
          <pc:sldMk cId="1129166158" sldId="282"/>
        </pc:sldMkLst>
      </pc:sldChg>
      <pc:sldChg chg="modSp">
        <pc:chgData name="李 適宏" userId="ba70bf4345ae8a18" providerId="Windows Live" clId="Web-{F70ECEBF-8AD3-43A7-BF35-843D2F9F26F7}" dt="2023-09-04T05:15:44.528" v="7" actId="20577"/>
        <pc:sldMkLst>
          <pc:docMk/>
          <pc:sldMk cId="1025841646" sldId="288"/>
        </pc:sldMkLst>
        <pc:spChg chg="mod">
          <ac:chgData name="李 適宏" userId="ba70bf4345ae8a18" providerId="Windows Live" clId="Web-{F70ECEBF-8AD3-43A7-BF35-843D2F9F26F7}" dt="2023-09-04T05:15:44.528" v="7" actId="20577"/>
          <ac:spMkLst>
            <pc:docMk/>
            <pc:sldMk cId="1025841646" sldId="288"/>
            <ac:spMk id="3" creationId="{11ED5AA8-FA66-12B1-7561-3FE447FE851E}"/>
          </ac:spMkLst>
        </pc:spChg>
      </pc:sldChg>
      <pc:sldChg chg="modSp">
        <pc:chgData name="李 適宏" userId="ba70bf4345ae8a18" providerId="Windows Live" clId="Web-{F70ECEBF-8AD3-43A7-BF35-843D2F9F26F7}" dt="2023-09-04T05:18:05.860" v="10" actId="20577"/>
        <pc:sldMkLst>
          <pc:docMk/>
          <pc:sldMk cId="1900478409" sldId="289"/>
        </pc:sldMkLst>
        <pc:spChg chg="mod">
          <ac:chgData name="李 適宏" userId="ba70bf4345ae8a18" providerId="Windows Live" clId="Web-{F70ECEBF-8AD3-43A7-BF35-843D2F9F26F7}" dt="2023-09-04T05:18:05.860" v="10" actId="20577"/>
          <ac:spMkLst>
            <pc:docMk/>
            <pc:sldMk cId="1900478409" sldId="289"/>
            <ac:spMk id="3" creationId="{2CFE26D1-1383-BF51-E3AF-009ADF969ECE}"/>
          </ac:spMkLst>
        </pc:spChg>
      </pc:sldChg>
      <pc:sldChg chg="delSp modSp new">
        <pc:chgData name="李 適宏" userId="ba70bf4345ae8a18" providerId="Windows Live" clId="Web-{F70ECEBF-8AD3-43A7-BF35-843D2F9F26F7}" dt="2023-09-04T05:18:59.643" v="21" actId="20577"/>
        <pc:sldMkLst>
          <pc:docMk/>
          <pc:sldMk cId="4091403356" sldId="290"/>
        </pc:sldMkLst>
        <pc:spChg chg="mod">
          <ac:chgData name="李 適宏" userId="ba70bf4345ae8a18" providerId="Windows Live" clId="Web-{F70ECEBF-8AD3-43A7-BF35-843D2F9F26F7}" dt="2023-09-04T05:18:59.643" v="21" actId="20577"/>
          <ac:spMkLst>
            <pc:docMk/>
            <pc:sldMk cId="4091403356" sldId="290"/>
            <ac:spMk id="2" creationId="{D31554D3-484E-CAD8-6D38-3915C1B95CCB}"/>
          </ac:spMkLst>
        </pc:spChg>
        <pc:spChg chg="del">
          <ac:chgData name="李 適宏" userId="ba70bf4345ae8a18" providerId="Windows Live" clId="Web-{F70ECEBF-8AD3-43A7-BF35-843D2F9F26F7}" dt="2023-09-04T05:18:32.142" v="12"/>
          <ac:spMkLst>
            <pc:docMk/>
            <pc:sldMk cId="4091403356" sldId="290"/>
            <ac:spMk id="3" creationId="{515F0E91-12F2-61B5-248E-07A2EBE351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2024/1/22</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16</a:t>
            </a:fld>
            <a:endParaRPr lang="zh-TW" altLang="en-US"/>
          </a:p>
        </p:txBody>
      </p:sp>
    </p:spTree>
    <p:extLst>
      <p:ext uri="{BB962C8B-B14F-4D97-AF65-F5344CB8AC3E}">
        <p14:creationId xmlns:p14="http://schemas.microsoft.com/office/powerpoint/2010/main" val="1981703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FEEF57D2-7BA1-4DB1-96F5-7A053A222987}" type="datetime1">
              <a:rPr lang="zh-TW" altLang="en-US" smtClean="0"/>
              <a:t>2024/1/22</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8F380DED-8F7F-4840-95CC-07C169235ABE}" type="datetime1">
              <a:rPr lang="zh-TW" altLang="en-US" smtClean="0"/>
              <a:t>2024/1/22</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57565B83-0041-4153-BE6A-AC833F78FF5D}" type="datetime1">
              <a:rPr lang="zh-TW" altLang="en-US" smtClean="0"/>
              <a:t>2024/1/22</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46CB9B35-D303-45AC-922E-2C254C3D75FD}" type="datetime1">
              <a:rPr lang="zh-TW" altLang="en-US" smtClean="0"/>
              <a:t>2024/1/22</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A3921656-B42B-4D9A-AC54-F81F7BCCBEAE}" type="datetime1">
              <a:rPr lang="zh-TW" altLang="en-US" smtClean="0"/>
              <a:t>2024/1/22</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4AD17E9E-DC5F-4981-A278-B964CEDE55F3}" type="datetime1">
              <a:rPr lang="zh-TW" altLang="en-US" smtClean="0"/>
              <a:t>2024/1/22</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B61BA28-29E6-413C-8FC3-1AB2A12C5000}" type="datetime1">
              <a:rPr lang="zh-TW" altLang="en-US" smtClean="0"/>
              <a:t>2024/1/22</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CA35B894-C477-477B-A40C-ABF96CFD8F6D}" type="datetime1">
              <a:rPr lang="zh-TW" altLang="en-US" smtClean="0"/>
              <a:t>2024/1/22</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60B8CEE4-CC87-4EDB-B1A0-E5B550FCFFE6}" type="datetime1">
              <a:rPr lang="zh-TW" altLang="en-US" smtClean="0"/>
              <a:t>2024/1/22</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817EE008-8BE4-416E-B613-24286D41E7D4}" type="datetime1">
              <a:rPr lang="zh-TW" altLang="en-US" smtClean="0"/>
              <a:t>2024/1/22</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2CDEF28F-6298-4CFF-8665-F90686AB1F2D}" type="datetime1">
              <a:rPr lang="zh-TW" altLang="en-US" smtClean="0"/>
              <a:t>2024/1/22</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9A6DC-91FA-468A-8153-0A164473FE7A}" type="datetime1">
              <a:rPr lang="zh-TW" altLang="en-US" smtClean="0"/>
              <a:t>2024/1/22</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744075" cy="2387600"/>
          </a:xfrm>
        </p:spPr>
        <p:txBody>
          <a:bodyPr vert="horz" lIns="91440" tIns="45720" rIns="91440" bIns="45720" rtlCol="0" anchor="ctr">
            <a:noAutofit/>
          </a:bodyPr>
          <a:lstStyle/>
          <a:p>
            <a:r>
              <a:rPr lang="en-US" altLang="zh-TW" sz="4400" dirty="0">
                <a:latin typeface="Times New Roman"/>
                <a:ea typeface="新細明體"/>
                <a:cs typeface="Times New Roman"/>
              </a:rPr>
              <a:t>Normalization of Abbreviation and Acronym on Microtext in Bahasa Indonesia by Using Dictionary-Based and Longest Common Subsequence(LCS)</a:t>
            </a:r>
            <a:endParaRPr lang="zh-TW" sz="4400" dirty="0">
              <a:ea typeface="新細明體"/>
              <a:cs typeface="Calibri Light"/>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1396767" y="3845319"/>
            <a:ext cx="9398466" cy="1655762"/>
          </a:xfrm>
        </p:spPr>
        <p:txBody>
          <a:bodyPr vert="horz" lIns="91440" tIns="45720" rIns="91440" bIns="45720" rtlCol="0" anchor="t">
            <a:normAutofit/>
          </a:bodyPr>
          <a:lstStyle/>
          <a:p>
            <a:r>
              <a:rPr lang="en-US" dirty="0">
                <a:latin typeface="Times New Roman"/>
                <a:ea typeface="+mn-lt"/>
                <a:cs typeface="+mn-lt"/>
              </a:rPr>
              <a:t>Dani Gunawan, </a:t>
            </a:r>
            <a:r>
              <a:rPr lang="en-US" dirty="0" err="1">
                <a:latin typeface="Times New Roman"/>
                <a:ea typeface="+mn-lt"/>
                <a:cs typeface="+mn-lt"/>
              </a:rPr>
              <a:t>Zurwatus</a:t>
            </a:r>
            <a:r>
              <a:rPr lang="en-US" dirty="0">
                <a:latin typeface="Times New Roman"/>
                <a:ea typeface="+mn-lt"/>
                <a:cs typeface="+mn-lt"/>
              </a:rPr>
              <a:t> Saniyah, </a:t>
            </a:r>
            <a:r>
              <a:rPr lang="en-US" dirty="0" err="1">
                <a:latin typeface="Times New Roman"/>
                <a:ea typeface="+mn-lt"/>
                <a:cs typeface="+mn-lt"/>
              </a:rPr>
              <a:t>Ainul</a:t>
            </a:r>
            <a:r>
              <a:rPr lang="en-US" dirty="0">
                <a:latin typeface="Times New Roman"/>
                <a:ea typeface="+mn-lt"/>
                <a:cs typeface="+mn-lt"/>
              </a:rPr>
              <a:t> </a:t>
            </a:r>
            <a:r>
              <a:rPr lang="en-US" dirty="0" err="1">
                <a:latin typeface="Times New Roman"/>
                <a:ea typeface="+mn-lt"/>
                <a:cs typeface="+mn-lt"/>
              </a:rPr>
              <a:t>Hizriadi</a:t>
            </a:r>
            <a:endParaRPr lang="en-US" dirty="0">
              <a:latin typeface="Times New Roman"/>
              <a:ea typeface="+mn-lt"/>
              <a:cs typeface="+mn-lt"/>
            </a:endParaRPr>
          </a:p>
          <a:p>
            <a:r>
              <a:rPr lang="it-IT" altLang="zh-TW" sz="2000" dirty="0">
                <a:latin typeface="Times New Roman" panose="02020603050405020304" pitchFamily="18" charset="0"/>
                <a:cs typeface="Times New Roman" panose="02020603050405020304" pitchFamily="18" charset="0"/>
              </a:rPr>
              <a:t>Procedia Computer Science 161 (2019) 553–559</a:t>
            </a:r>
            <a:endParaRPr lang="fr-FR" altLang="zh-TW" sz="2500" dirty="0">
              <a:latin typeface="Times New Roman" panose="02020603050405020304" pitchFamily="18" charset="0"/>
              <a:ea typeface="新細明體"/>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chor="t">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a:ea typeface="新細明體"/>
                <a:cs typeface="Times New Roman"/>
              </a:rPr>
              <a:t>Presenter: Shih-Hong Li</a:t>
            </a:r>
          </a:p>
          <a:p>
            <a:r>
              <a:rPr kumimoji="1" lang="en" altLang="zh-TW" dirty="0">
                <a:latin typeface="Times New Roman"/>
                <a:ea typeface="新細明體"/>
                <a:cs typeface="Times New Roman"/>
              </a:rPr>
              <a:t>Date: </a:t>
            </a:r>
            <a:r>
              <a:rPr kumimoji="1" lang="en-US" altLang="zh-TW" dirty="0">
                <a:latin typeface="Times New Roman"/>
                <a:ea typeface="新細明體"/>
                <a:cs typeface="Times New Roman"/>
              </a:rPr>
              <a:t>Jan.</a:t>
            </a:r>
            <a:r>
              <a:rPr kumimoji="1" lang="en" altLang="zh-TW" dirty="0">
                <a:latin typeface="Times New Roman"/>
                <a:ea typeface="新細明體"/>
                <a:cs typeface="Times New Roman"/>
              </a:rPr>
              <a:t> </a:t>
            </a:r>
            <a:r>
              <a:rPr kumimoji="1" lang="en-US" altLang="zh-TW" dirty="0">
                <a:latin typeface="Times New Roman"/>
                <a:ea typeface="新細明體"/>
                <a:cs typeface="Times New Roman"/>
              </a:rPr>
              <a:t>26</a:t>
            </a:r>
            <a:r>
              <a:rPr kumimoji="1" lang="en" altLang="zh-TW" dirty="0">
                <a:latin typeface="Times New Roman"/>
                <a:ea typeface="新細明體"/>
                <a:cs typeface="Times New Roman"/>
              </a:rPr>
              <a:t>, 2024</a:t>
            </a:r>
            <a:endParaRPr lang="en" altLang="zh-TW" dirty="0">
              <a:latin typeface="Times New Roman"/>
              <a:ea typeface="新細明體"/>
              <a:cs typeface="Times New Roman"/>
            </a:endParaRP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 (1/2)</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vert="horz" lIns="91440" tIns="45720" rIns="91440" bIns="45720" rtlCol="0" anchor="t">
            <a:noAutofit/>
          </a:bodyPr>
          <a:lstStyle/>
          <a:p>
            <a:pPr marL="0" indent="0">
              <a:lnSpc>
                <a:spcPct val="110000"/>
              </a:lnSpc>
              <a:buNone/>
            </a:pPr>
            <a:r>
              <a:rPr lang="en-US" altLang="zh-TW" sz="2400" dirty="0">
                <a:latin typeface="Times New Roman" panose="02020603050405020304" pitchFamily="18" charset="0"/>
                <a:ea typeface="+mj-ea"/>
                <a:cs typeface="Times New Roman" panose="02020603050405020304" pitchFamily="18" charset="0"/>
              </a:rPr>
              <a:t>The communication nowadays has reached a need to express the idea in short text. This kind of communication is delivered in various media such as short messages service(SMS), Facebook status, Twitter post, chat messages, comments, and any form of short text. These various kinds of short text are known as microtext. The microtext usually has one sentence or less, written informally, consists of abbreviations, acronyms, emoticons, hashtags, and others. These features of the microtext become </a:t>
            </a:r>
            <a:r>
              <a:rPr lang="en-US" altLang="zh-TW" sz="2400" dirty="0" err="1">
                <a:latin typeface="Times New Roman" panose="02020603050405020304" pitchFamily="18" charset="0"/>
                <a:ea typeface="+mj-ea"/>
                <a:cs typeface="Times New Roman" panose="02020603050405020304" pitchFamily="18" charset="0"/>
              </a:rPr>
              <a:t>aparticular</a:t>
            </a:r>
            <a:r>
              <a:rPr lang="en-US" altLang="zh-TW" sz="2400" dirty="0">
                <a:latin typeface="Times New Roman" panose="02020603050405020304" pitchFamily="18" charset="0"/>
                <a:ea typeface="+mj-ea"/>
                <a:cs typeface="Times New Roman" panose="02020603050405020304" pitchFamily="18" charset="0"/>
              </a:rPr>
              <a:t> challenge to the text classification. These features cannot be processed directly as in the traditional </a:t>
            </a:r>
            <a:r>
              <a:rPr lang="en-US" altLang="zh-TW" sz="2400" dirty="0" err="1">
                <a:latin typeface="Times New Roman" panose="02020603050405020304" pitchFamily="18" charset="0"/>
                <a:ea typeface="+mj-ea"/>
                <a:cs typeface="Times New Roman" panose="02020603050405020304" pitchFamily="18" charset="0"/>
              </a:rPr>
              <a:t>textprocessing</a:t>
            </a:r>
            <a:r>
              <a:rPr lang="en-US" altLang="zh-TW" sz="2400" dirty="0">
                <a:latin typeface="Times New Roman" panose="02020603050405020304" pitchFamily="18" charset="0"/>
                <a:ea typeface="+mj-ea"/>
                <a:cs typeface="Times New Roman" panose="02020603050405020304" pitchFamily="18" charset="0"/>
              </a:rPr>
              <a:t>, because it may lead to inaccuracy. Therefore, it requires microtext normalization to transform these features into well-written texts before applying text processing. This research aims to normalize some of these features, which are abbreviations and acronyms.</a:t>
            </a: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A0E566-7819-E851-6666-0A39748449BE}"/>
              </a:ext>
            </a:extLst>
          </p:cNvPr>
          <p:cNvSpPr>
            <a:spLocks noGrp="1"/>
          </p:cNvSpPr>
          <p:nvPr>
            <p:ph type="title"/>
          </p:nvPr>
        </p:nvSpPr>
        <p:spPr/>
        <p:txBody>
          <a:bodyPr/>
          <a:lstStyle/>
          <a:p>
            <a:r>
              <a:rPr kumimoji="1" lang="en-US" altLang="zh-TW" sz="4400" b="1" dirty="0">
                <a:latin typeface="Times New Roman" panose="02020603050405020304" pitchFamily="18" charset="0"/>
                <a:cs typeface="Times New Roman" panose="02020603050405020304" pitchFamily="18" charset="0"/>
              </a:rPr>
              <a:t>Abstract (2/2)</a:t>
            </a:r>
            <a:endParaRPr lang="zh-TW" altLang="en-US" dirty="0"/>
          </a:p>
        </p:txBody>
      </p:sp>
      <p:sp>
        <p:nvSpPr>
          <p:cNvPr id="3" name="內容版面配置區 2">
            <a:extLst>
              <a:ext uri="{FF2B5EF4-FFF2-40B4-BE49-F238E27FC236}">
                <a16:creationId xmlns:a16="http://schemas.microsoft.com/office/drawing/2014/main" id="{0D052819-E75E-F4C4-FB18-FE48C8167E08}"/>
              </a:ext>
            </a:extLst>
          </p:cNvPr>
          <p:cNvSpPr>
            <a:spLocks noGrp="1"/>
          </p:cNvSpPr>
          <p:nvPr>
            <p:ph idx="1"/>
          </p:nvPr>
        </p:nvSpPr>
        <p:spPr/>
        <p:txBody>
          <a:bodyPr>
            <a:normAutofit/>
          </a:bodyPr>
          <a:lstStyle/>
          <a:p>
            <a:pPr marL="0" indent="0">
              <a:buNone/>
            </a:pPr>
            <a:r>
              <a:rPr lang="en-US" altLang="zh-TW" sz="2400" dirty="0">
                <a:latin typeface="Times New Roman" panose="02020603050405020304" pitchFamily="18" charset="0"/>
                <a:ea typeface="Calibri"/>
                <a:cs typeface="Times New Roman" panose="02020603050405020304" pitchFamily="18" charset="0"/>
              </a:rPr>
              <a:t>The normalization applied dictionary-based and longest common subsequence(LCS) approach to the microtext in Bahasa Indonesia. Dictionary-based has shown an </a:t>
            </a:r>
            <a:r>
              <a:rPr lang="en-US" altLang="zh-TW" sz="2400" dirty="0" err="1">
                <a:latin typeface="Times New Roman" panose="02020603050405020304" pitchFamily="18" charset="0"/>
                <a:ea typeface="Calibri"/>
                <a:cs typeface="Times New Roman" panose="02020603050405020304" pitchFamily="18" charset="0"/>
              </a:rPr>
              <a:t>excellenct</a:t>
            </a:r>
            <a:r>
              <a:rPr lang="en-US" altLang="zh-TW" sz="2400" dirty="0">
                <a:latin typeface="Times New Roman" panose="02020603050405020304" pitchFamily="18" charset="0"/>
                <a:ea typeface="Calibri"/>
                <a:cs typeface="Times New Roman" panose="02020603050405020304" pitchFamily="18" charset="0"/>
              </a:rPr>
              <a:t> performance instead of LCS. However, it is limited to pre-defined abbreviations and acronyms. Besides, the LCS offers dynamic microtext normalization. Nevertheless, the combination of both approaches increases normalization performance slightly.</a:t>
            </a:r>
            <a:endParaRPr lang="zh-TW" altLang="en-US" sz="2400" dirty="0"/>
          </a:p>
        </p:txBody>
      </p:sp>
      <p:sp>
        <p:nvSpPr>
          <p:cNvPr id="4" name="投影片編號版面配置區 3">
            <a:extLst>
              <a:ext uri="{FF2B5EF4-FFF2-40B4-BE49-F238E27FC236}">
                <a16:creationId xmlns:a16="http://schemas.microsoft.com/office/drawing/2014/main" id="{027B00DD-850F-61AB-1693-9D177727D82E}"/>
              </a:ext>
            </a:extLst>
          </p:cNvPr>
          <p:cNvSpPr>
            <a:spLocks noGrp="1"/>
          </p:cNvSpPr>
          <p:nvPr>
            <p:ph type="sldNum" sz="quarter" idx="12"/>
          </p:nvPr>
        </p:nvSpPr>
        <p:spPr/>
        <p:txBody>
          <a:bodyPr/>
          <a:lstStyle/>
          <a:p>
            <a:fld id="{C497B8E6-CB28-4350-9E62-3F3C29E41FED}" type="slidenum">
              <a:rPr lang="zh-TW" altLang="en-US" smtClean="0"/>
              <a:t>3</a:t>
            </a:fld>
            <a:endParaRPr lang="zh-TW" altLang="en-US"/>
          </a:p>
        </p:txBody>
      </p:sp>
    </p:spTree>
    <p:extLst>
      <p:ext uri="{BB962C8B-B14F-4D97-AF65-F5344CB8AC3E}">
        <p14:creationId xmlns:p14="http://schemas.microsoft.com/office/powerpoint/2010/main" val="4195739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5D6734-5ED9-DDA0-C55E-CCD506F54702}"/>
              </a:ext>
            </a:extLst>
          </p:cNvPr>
          <p:cNvSpPr>
            <a:spLocks noGrp="1"/>
          </p:cNvSpPr>
          <p:nvPr>
            <p:ph type="title"/>
          </p:nvPr>
        </p:nvSpPr>
        <p:spPr/>
        <p:txBody>
          <a:bodyPr/>
          <a:lstStyle/>
          <a:p>
            <a:r>
              <a:rPr lang="en-US" altLang="zh-TW" sz="4400" dirty="0">
                <a:latin typeface="Times New Roman"/>
                <a:ea typeface="新細明體"/>
                <a:cs typeface="Times New Roman"/>
              </a:rPr>
              <a:t>Microtext</a:t>
            </a:r>
            <a:endParaRPr lang="zh-TW" altLang="en-US" dirty="0"/>
          </a:p>
        </p:txBody>
      </p:sp>
      <p:sp>
        <p:nvSpPr>
          <p:cNvPr id="3" name="內容版面配置區 2">
            <a:extLst>
              <a:ext uri="{FF2B5EF4-FFF2-40B4-BE49-F238E27FC236}">
                <a16:creationId xmlns:a16="http://schemas.microsoft.com/office/drawing/2014/main" id="{9F78D921-70B2-5204-210F-B0C55702A1D0}"/>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E.g. </a:t>
            </a:r>
            <a:r>
              <a:rPr lang="en-US" altLang="zh-TW" b="1"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a:t>
            </a:r>
          </a:p>
          <a:p>
            <a:pPr lvl="1"/>
            <a:r>
              <a:rPr lang="en-US" altLang="zh-TW" dirty="0">
                <a:latin typeface="Times New Roman" panose="02020603050405020304" pitchFamily="18" charset="0"/>
                <a:cs typeface="Times New Roman" panose="02020603050405020304" pitchFamily="18" charset="0"/>
              </a:rPr>
              <a:t>USA  : </a:t>
            </a:r>
            <a:r>
              <a:rPr lang="en-US" altLang="zh-TW" dirty="0">
                <a:solidFill>
                  <a:srgbClr val="FF0000"/>
                </a:solidFill>
                <a:latin typeface="Times New Roman" panose="02020603050405020304" pitchFamily="18" charset="0"/>
                <a:cs typeface="Times New Roman" panose="02020603050405020304" pitchFamily="18" charset="0"/>
              </a:rPr>
              <a:t>U</a:t>
            </a:r>
            <a:r>
              <a:rPr lang="en-US" altLang="zh-TW" dirty="0">
                <a:latin typeface="Times New Roman" panose="02020603050405020304" pitchFamily="18" charset="0"/>
                <a:cs typeface="Times New Roman" panose="02020603050405020304" pitchFamily="18" charset="0"/>
              </a:rPr>
              <a:t>nited </a:t>
            </a:r>
            <a:r>
              <a:rPr lang="en-US" altLang="zh-TW" dirty="0">
                <a:solidFill>
                  <a:srgbClr val="FF0000"/>
                </a:solidFill>
                <a:latin typeface="Times New Roman" panose="02020603050405020304" pitchFamily="18" charset="0"/>
                <a:cs typeface="Times New Roman" panose="02020603050405020304" pitchFamily="18" charset="0"/>
              </a:rPr>
              <a:t>S</a:t>
            </a:r>
            <a:r>
              <a:rPr lang="en-US" altLang="zh-TW" dirty="0">
                <a:latin typeface="Times New Roman" panose="02020603050405020304" pitchFamily="18" charset="0"/>
                <a:cs typeface="Times New Roman" panose="02020603050405020304" pitchFamily="18" charset="0"/>
              </a:rPr>
              <a:t>tates of </a:t>
            </a:r>
            <a:r>
              <a:rPr lang="en-US" altLang="zh-TW" dirty="0">
                <a:solidFill>
                  <a:srgbClr val="FF0000"/>
                </a:solidFill>
                <a:latin typeface="Times New Roman" panose="02020603050405020304" pitchFamily="18" charset="0"/>
                <a:cs typeface="Times New Roman" panose="02020603050405020304" pitchFamily="18" charset="0"/>
              </a:rPr>
              <a:t>A</a:t>
            </a:r>
            <a:r>
              <a:rPr lang="en-US" altLang="zh-TW" dirty="0">
                <a:latin typeface="Times New Roman" panose="02020603050405020304" pitchFamily="18" charset="0"/>
                <a:cs typeface="Times New Roman" panose="02020603050405020304" pitchFamily="18" charset="0"/>
              </a:rPr>
              <a:t>merica</a:t>
            </a:r>
          </a:p>
          <a:p>
            <a:pPr lvl="1"/>
            <a:r>
              <a:rPr lang="en-US" altLang="zh-TW" dirty="0">
                <a:latin typeface="Times New Roman" panose="02020603050405020304" pitchFamily="18" charset="0"/>
                <a:cs typeface="Times New Roman" panose="02020603050405020304" pitchFamily="18" charset="0"/>
              </a:rPr>
              <a:t>ASAP : </a:t>
            </a:r>
            <a:r>
              <a:rPr lang="en-US" altLang="zh-TW" dirty="0">
                <a:solidFill>
                  <a:srgbClr val="FF0000"/>
                </a:solidFill>
                <a:latin typeface="Times New Roman" panose="02020603050405020304" pitchFamily="18" charset="0"/>
                <a:cs typeface="Times New Roman" panose="02020603050405020304" pitchFamily="18" charset="0"/>
              </a:rPr>
              <a:t>A</a:t>
            </a:r>
            <a:r>
              <a:rPr lang="en-US" altLang="zh-TW" dirty="0">
                <a:latin typeface="Times New Roman" panose="02020603050405020304" pitchFamily="18" charset="0"/>
                <a:cs typeface="Times New Roman" panose="02020603050405020304" pitchFamily="18" charset="0"/>
              </a:rPr>
              <a:t>s </a:t>
            </a:r>
            <a:r>
              <a:rPr lang="en-US" altLang="zh-TW" dirty="0">
                <a:solidFill>
                  <a:srgbClr val="FF0000"/>
                </a:solidFill>
                <a:latin typeface="Times New Roman" panose="02020603050405020304" pitchFamily="18" charset="0"/>
                <a:cs typeface="Times New Roman" panose="02020603050405020304" pitchFamily="18" charset="0"/>
              </a:rPr>
              <a:t>s</a:t>
            </a:r>
            <a:r>
              <a:rPr lang="en-US" altLang="zh-TW" dirty="0">
                <a:latin typeface="Times New Roman" panose="02020603050405020304" pitchFamily="18" charset="0"/>
                <a:cs typeface="Times New Roman" panose="02020603050405020304" pitchFamily="18" charset="0"/>
              </a:rPr>
              <a:t>oon </a:t>
            </a:r>
            <a:r>
              <a:rPr lang="en-US" altLang="zh-TW" dirty="0">
                <a:solidFill>
                  <a:srgbClr val="FF0000"/>
                </a:solidFill>
                <a:latin typeface="Times New Roman" panose="02020603050405020304" pitchFamily="18" charset="0"/>
                <a:cs typeface="Times New Roman" panose="02020603050405020304" pitchFamily="18" charset="0"/>
              </a:rPr>
              <a:t>a</a:t>
            </a:r>
            <a:r>
              <a:rPr lang="en-US" altLang="zh-TW" dirty="0">
                <a:latin typeface="Times New Roman" panose="02020603050405020304" pitchFamily="18" charset="0"/>
                <a:cs typeface="Times New Roman" panose="02020603050405020304" pitchFamily="18" charset="0"/>
              </a:rPr>
              <a:t>s </a:t>
            </a:r>
            <a:r>
              <a:rPr lang="en-US" altLang="zh-TW" dirty="0">
                <a:solidFill>
                  <a:srgbClr val="FF0000"/>
                </a:solidFill>
                <a:latin typeface="Times New Roman" panose="02020603050405020304" pitchFamily="18" charset="0"/>
                <a:cs typeface="Times New Roman" panose="02020603050405020304" pitchFamily="18" charset="0"/>
              </a:rPr>
              <a:t>p</a:t>
            </a:r>
            <a:r>
              <a:rPr lang="en-US" altLang="zh-TW" dirty="0">
                <a:latin typeface="Times New Roman" panose="02020603050405020304" pitchFamily="18" charset="0"/>
                <a:cs typeface="Times New Roman" panose="02020603050405020304" pitchFamily="18" charset="0"/>
              </a:rPr>
              <a:t>ossible</a:t>
            </a:r>
          </a:p>
          <a:p>
            <a:pPr lvl="1"/>
            <a:r>
              <a:rPr lang="en-US" altLang="zh-TW" dirty="0">
                <a:latin typeface="Times New Roman" panose="02020603050405020304" pitchFamily="18" charset="0"/>
                <a:cs typeface="Times New Roman" panose="02020603050405020304" pitchFamily="18" charset="0"/>
              </a:rPr>
              <a:t>BTW : </a:t>
            </a:r>
            <a:r>
              <a:rPr lang="en-US" altLang="zh-TW" dirty="0">
                <a:solidFill>
                  <a:srgbClr val="FF0000"/>
                </a:solidFill>
                <a:latin typeface="Times New Roman" panose="02020603050405020304" pitchFamily="18" charset="0"/>
                <a:cs typeface="Times New Roman" panose="02020603050405020304" pitchFamily="18" charset="0"/>
              </a:rPr>
              <a:t>B</a:t>
            </a:r>
            <a:r>
              <a:rPr lang="en-US" altLang="zh-TW" dirty="0">
                <a:latin typeface="Times New Roman" panose="02020603050405020304" pitchFamily="18" charset="0"/>
                <a:cs typeface="Times New Roman" panose="02020603050405020304" pitchFamily="18" charset="0"/>
              </a:rPr>
              <a:t>y </a:t>
            </a:r>
            <a:r>
              <a:rPr lang="en-US" altLang="zh-TW" dirty="0">
                <a:solidFill>
                  <a:srgbClr val="FF0000"/>
                </a:solidFill>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he </a:t>
            </a:r>
            <a:r>
              <a:rPr lang="en-US" altLang="zh-TW" dirty="0">
                <a:solidFill>
                  <a:srgbClr val="FF0000"/>
                </a:solidFill>
                <a:latin typeface="Times New Roman" panose="02020603050405020304" pitchFamily="18" charset="0"/>
                <a:cs typeface="Times New Roman" panose="02020603050405020304" pitchFamily="18" charset="0"/>
              </a:rPr>
              <a:t>w</a:t>
            </a:r>
            <a:r>
              <a:rPr lang="en-US" altLang="zh-TW" dirty="0">
                <a:latin typeface="Times New Roman" panose="02020603050405020304" pitchFamily="18" charset="0"/>
                <a:cs typeface="Times New Roman" panose="02020603050405020304" pitchFamily="18" charset="0"/>
              </a:rPr>
              <a:t>ay</a:t>
            </a:r>
          </a:p>
          <a:p>
            <a:pPr lvl="1"/>
            <a:r>
              <a:rPr lang="en-US" altLang="zh-TW" dirty="0">
                <a:latin typeface="Times New Roman" panose="02020603050405020304" pitchFamily="18" charset="0"/>
                <a:cs typeface="Times New Roman" panose="02020603050405020304" pitchFamily="18" charset="0"/>
              </a:rPr>
              <a:t>PPL : </a:t>
            </a:r>
            <a:r>
              <a:rPr lang="en-US" altLang="zh-TW" dirty="0">
                <a:solidFill>
                  <a:srgbClr val="FF0000"/>
                </a:solidFill>
                <a:latin typeface="Times New Roman" panose="02020603050405020304" pitchFamily="18" charset="0"/>
                <a:cs typeface="Times New Roman" panose="02020603050405020304" pitchFamily="18" charset="0"/>
              </a:rPr>
              <a:t>P</a:t>
            </a:r>
            <a:r>
              <a:rPr lang="en-US" altLang="zh-TW" dirty="0">
                <a:latin typeface="Times New Roman" panose="02020603050405020304" pitchFamily="18" charset="0"/>
                <a:cs typeface="Times New Roman" panose="02020603050405020304" pitchFamily="18" charset="0"/>
              </a:rPr>
              <a:t>eo</a:t>
            </a:r>
            <a:r>
              <a:rPr lang="en-US" altLang="zh-TW" dirty="0">
                <a:solidFill>
                  <a:srgbClr val="FF0000"/>
                </a:solidFill>
                <a:latin typeface="Times New Roman" panose="02020603050405020304" pitchFamily="18" charset="0"/>
                <a:cs typeface="Times New Roman" panose="02020603050405020304" pitchFamily="18" charset="0"/>
              </a:rPr>
              <a:t>pl</a:t>
            </a:r>
            <a:r>
              <a:rPr lang="en-US" altLang="zh-TW" dirty="0">
                <a:latin typeface="Times New Roman" panose="02020603050405020304" pitchFamily="18" charset="0"/>
                <a:cs typeface="Times New Roman" panose="02020603050405020304" pitchFamily="18" charset="0"/>
              </a:rPr>
              <a:t>e</a:t>
            </a:r>
          </a:p>
          <a:p>
            <a:pPr lvl="1"/>
            <a:r>
              <a:rPr lang="en-US" altLang="zh-TW" dirty="0">
                <a:latin typeface="Times New Roman" panose="02020603050405020304" pitchFamily="18" charset="0"/>
                <a:cs typeface="Times New Roman" panose="02020603050405020304" pitchFamily="18" charset="0"/>
              </a:rPr>
              <a:t>LMAO : </a:t>
            </a:r>
            <a:r>
              <a:rPr lang="en-US" altLang="zh-TW" dirty="0">
                <a:solidFill>
                  <a:srgbClr val="FF0000"/>
                </a:solidFill>
                <a:latin typeface="Times New Roman" panose="02020603050405020304" pitchFamily="18" charset="0"/>
                <a:cs typeface="Times New Roman" panose="02020603050405020304" pitchFamily="18" charset="0"/>
              </a:rPr>
              <a:t>L</a:t>
            </a:r>
            <a:r>
              <a:rPr lang="en-US" altLang="zh-TW" dirty="0">
                <a:latin typeface="Times New Roman" panose="02020603050405020304" pitchFamily="18" charset="0"/>
                <a:cs typeface="Times New Roman" panose="02020603050405020304" pitchFamily="18" charset="0"/>
              </a:rPr>
              <a:t>augh </a:t>
            </a:r>
            <a:r>
              <a:rPr lang="en-US" altLang="zh-TW" dirty="0">
                <a:solidFill>
                  <a:srgbClr val="FF0000"/>
                </a:solidFill>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y </a:t>
            </a:r>
            <a:r>
              <a:rPr lang="en-US" altLang="zh-TW" dirty="0">
                <a:solidFill>
                  <a:srgbClr val="FF0000"/>
                </a:solidFill>
                <a:latin typeface="Times New Roman" panose="02020603050405020304" pitchFamily="18" charset="0"/>
                <a:cs typeface="Times New Roman" panose="02020603050405020304" pitchFamily="18" charset="0"/>
              </a:rPr>
              <a:t>a</a:t>
            </a:r>
            <a:r>
              <a:rPr lang="en-US" altLang="zh-TW" dirty="0">
                <a:latin typeface="Times New Roman" panose="02020603050405020304" pitchFamily="18" charset="0"/>
                <a:cs typeface="Times New Roman" panose="02020603050405020304" pitchFamily="18" charset="0"/>
              </a:rPr>
              <a:t>ss </a:t>
            </a:r>
            <a:r>
              <a:rPr lang="en-US" altLang="zh-TW" dirty="0">
                <a:solidFill>
                  <a:srgbClr val="FF0000"/>
                </a:solidFill>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f</a:t>
            </a:r>
          </a:p>
          <a:p>
            <a:pPr lvl="1"/>
            <a:r>
              <a:rPr lang="en-US" altLang="zh-TW" dirty="0">
                <a:latin typeface="Times New Roman" panose="02020603050405020304" pitchFamily="18" charset="0"/>
                <a:cs typeface="Times New Roman" panose="02020603050405020304" pitchFamily="18" charset="0"/>
              </a:rPr>
              <a:t>IDK : </a:t>
            </a:r>
            <a:r>
              <a:rPr lang="en-US" altLang="zh-TW" dirty="0">
                <a:solidFill>
                  <a:srgbClr val="FF0000"/>
                </a:solidFill>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d</a:t>
            </a:r>
            <a:r>
              <a:rPr lang="en-US" altLang="zh-TW" dirty="0">
                <a:latin typeface="Times New Roman" panose="02020603050405020304" pitchFamily="18" charset="0"/>
                <a:cs typeface="Times New Roman" panose="02020603050405020304" pitchFamily="18" charset="0"/>
              </a:rPr>
              <a:t>on’t </a:t>
            </a:r>
            <a:r>
              <a:rPr lang="en-US" altLang="zh-TW" dirty="0">
                <a:solidFill>
                  <a:srgbClr val="FF0000"/>
                </a:solidFill>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now</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A16B9104-D0C9-486E-D5FB-14C5C7ABC599}"/>
              </a:ext>
            </a:extLst>
          </p:cNvPr>
          <p:cNvSpPr>
            <a:spLocks noGrp="1"/>
          </p:cNvSpPr>
          <p:nvPr>
            <p:ph type="sldNum" sz="quarter" idx="12"/>
          </p:nvPr>
        </p:nvSpPr>
        <p:spPr/>
        <p:txBody>
          <a:bodyPr/>
          <a:lstStyle/>
          <a:p>
            <a:fld id="{C497B8E6-CB28-4350-9E62-3F3C29E41FED}" type="slidenum">
              <a:rPr lang="zh-TW" altLang="en-US" smtClean="0"/>
              <a:t>4</a:t>
            </a:fld>
            <a:endParaRPr lang="zh-TW" altLang="en-US"/>
          </a:p>
        </p:txBody>
      </p:sp>
      <p:pic>
        <p:nvPicPr>
          <p:cNvPr id="6" name="圖片 5">
            <a:extLst>
              <a:ext uri="{FF2B5EF4-FFF2-40B4-BE49-F238E27FC236}">
                <a16:creationId xmlns:a16="http://schemas.microsoft.com/office/drawing/2014/main" id="{293ABC12-8389-BFEE-1D5B-BA652FA92C9E}"/>
              </a:ext>
            </a:extLst>
          </p:cNvPr>
          <p:cNvPicPr>
            <a:picLocks noChangeAspect="1"/>
          </p:cNvPicPr>
          <p:nvPr/>
        </p:nvPicPr>
        <p:blipFill>
          <a:blip r:embed="rId2"/>
          <a:stretch>
            <a:fillRect/>
          </a:stretch>
        </p:blipFill>
        <p:spPr>
          <a:xfrm>
            <a:off x="6096000" y="2058380"/>
            <a:ext cx="5639587" cy="952633"/>
          </a:xfrm>
          <a:prstGeom prst="rect">
            <a:avLst/>
          </a:prstGeom>
        </p:spPr>
      </p:pic>
      <p:pic>
        <p:nvPicPr>
          <p:cNvPr id="8" name="圖片 7">
            <a:extLst>
              <a:ext uri="{FF2B5EF4-FFF2-40B4-BE49-F238E27FC236}">
                <a16:creationId xmlns:a16="http://schemas.microsoft.com/office/drawing/2014/main" id="{A39B0632-84F4-FE06-6810-72F0064E0C70}"/>
              </a:ext>
            </a:extLst>
          </p:cNvPr>
          <p:cNvPicPr>
            <a:picLocks noChangeAspect="1"/>
          </p:cNvPicPr>
          <p:nvPr/>
        </p:nvPicPr>
        <p:blipFill>
          <a:blip r:embed="rId3"/>
          <a:stretch>
            <a:fillRect/>
          </a:stretch>
        </p:blipFill>
        <p:spPr>
          <a:xfrm>
            <a:off x="6096000" y="3297600"/>
            <a:ext cx="5525271" cy="924054"/>
          </a:xfrm>
          <a:prstGeom prst="rect">
            <a:avLst/>
          </a:prstGeom>
        </p:spPr>
      </p:pic>
    </p:spTree>
    <p:extLst>
      <p:ext uri="{BB962C8B-B14F-4D97-AF65-F5344CB8AC3E}">
        <p14:creationId xmlns:p14="http://schemas.microsoft.com/office/powerpoint/2010/main" val="1303314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D2AD79-CFDB-725A-9A17-4E86CE2F4D0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General architecture of normalization process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7CFD476B-9265-B1A6-9853-19E403EA7AC8}"/>
              </a:ext>
            </a:extLst>
          </p:cNvPr>
          <p:cNvSpPr>
            <a:spLocks noGrp="1"/>
          </p:cNvSpPr>
          <p:nvPr>
            <p:ph type="sldNum" sz="quarter" idx="12"/>
          </p:nvPr>
        </p:nvSpPr>
        <p:spPr/>
        <p:txBody>
          <a:bodyPr/>
          <a:lstStyle/>
          <a:p>
            <a:fld id="{C497B8E6-CB28-4350-9E62-3F3C29E41FED}" type="slidenum">
              <a:rPr lang="zh-TW" altLang="en-US" smtClean="0"/>
              <a:t>5</a:t>
            </a:fld>
            <a:endParaRPr lang="zh-TW" altLang="en-US"/>
          </a:p>
        </p:txBody>
      </p:sp>
      <p:pic>
        <p:nvPicPr>
          <p:cNvPr id="6" name="圖片 5">
            <a:extLst>
              <a:ext uri="{FF2B5EF4-FFF2-40B4-BE49-F238E27FC236}">
                <a16:creationId xmlns:a16="http://schemas.microsoft.com/office/drawing/2014/main" id="{7EED714A-AE3C-2AEB-3CF8-7EEB85A265E2}"/>
              </a:ext>
            </a:extLst>
          </p:cNvPr>
          <p:cNvPicPr>
            <a:picLocks noChangeAspect="1"/>
          </p:cNvPicPr>
          <p:nvPr/>
        </p:nvPicPr>
        <p:blipFill>
          <a:blip r:embed="rId2"/>
          <a:stretch>
            <a:fillRect/>
          </a:stretch>
        </p:blipFill>
        <p:spPr>
          <a:xfrm>
            <a:off x="2542679" y="2144316"/>
            <a:ext cx="7106642" cy="3172268"/>
          </a:xfrm>
          <a:prstGeom prst="rect">
            <a:avLst/>
          </a:prstGeom>
        </p:spPr>
      </p:pic>
    </p:spTree>
    <p:extLst>
      <p:ext uri="{BB962C8B-B14F-4D97-AF65-F5344CB8AC3E}">
        <p14:creationId xmlns:p14="http://schemas.microsoft.com/office/powerpoint/2010/main" val="3887877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BD7071-D2B1-A5BA-6425-6AD8B9E16B8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Data collection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4069721-7A47-4C0C-32AA-051A33FF2ABC}"/>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data source is collected by crawling the twitter posts</a:t>
            </a:r>
          </a:p>
          <a:p>
            <a:r>
              <a:rPr lang="zh-TW" altLang="en-US" dirty="0">
                <a:latin typeface="標楷體" panose="03000509000000000000" pitchFamily="65" charset="-120"/>
                <a:ea typeface="標楷體" panose="03000509000000000000" pitchFamily="65" charset="-120"/>
              </a:rPr>
              <a:t>蒐集的資料刪除僅由幾個單詞組成的貼文，且透過人工篩選出包含 </a:t>
            </a:r>
            <a:r>
              <a:rPr lang="en-US" altLang="zh-TW" sz="2800" dirty="0">
                <a:latin typeface="Times New Roman" panose="02020603050405020304" pitchFamily="18" charset="0"/>
                <a:ea typeface="標楷體" panose="03000509000000000000" pitchFamily="65" charset="-120"/>
                <a:cs typeface="Times New Roman" panose="02020603050405020304" pitchFamily="18" charset="0"/>
              </a:rPr>
              <a:t>Microtext</a:t>
            </a:r>
            <a:r>
              <a:rPr lang="zh-TW" altLang="en-US" sz="2800" dirty="0">
                <a:latin typeface="標楷體" panose="03000509000000000000" pitchFamily="65" charset="-120"/>
                <a:ea typeface="標楷體" panose="03000509000000000000" pitchFamily="65" charset="-120"/>
                <a:cs typeface="Times New Roman"/>
              </a:rPr>
              <a:t> 的貼文</a:t>
            </a:r>
            <a:endParaRPr lang="en-US" altLang="zh-TW" sz="2800" dirty="0">
              <a:latin typeface="標楷體" panose="03000509000000000000" pitchFamily="65" charset="-120"/>
              <a:ea typeface="標楷體" panose="03000509000000000000" pitchFamily="65" charset="-120"/>
              <a:cs typeface="Times New Roman"/>
            </a:endParaRPr>
          </a:p>
          <a:p>
            <a:r>
              <a:rPr lang="en-US" altLang="zh-TW" dirty="0">
                <a:latin typeface="Times New Roman" panose="02020603050405020304" pitchFamily="18" charset="0"/>
                <a:cs typeface="Times New Roman" panose="02020603050405020304" pitchFamily="18" charset="0"/>
              </a:rPr>
              <a:t>The number of collected twitter posts : 400</a:t>
            </a:r>
          </a:p>
          <a:p>
            <a:endParaRPr lang="zh-TW" altLang="en-US" dirty="0"/>
          </a:p>
        </p:txBody>
      </p:sp>
      <p:sp>
        <p:nvSpPr>
          <p:cNvPr id="4" name="投影片編號版面配置區 3">
            <a:extLst>
              <a:ext uri="{FF2B5EF4-FFF2-40B4-BE49-F238E27FC236}">
                <a16:creationId xmlns:a16="http://schemas.microsoft.com/office/drawing/2014/main" id="{A74C1D2F-13C5-BDB4-2D2F-82D320FB4B34}"/>
              </a:ext>
            </a:extLst>
          </p:cNvPr>
          <p:cNvSpPr>
            <a:spLocks noGrp="1"/>
          </p:cNvSpPr>
          <p:nvPr>
            <p:ph type="sldNum" sz="quarter" idx="12"/>
          </p:nvPr>
        </p:nvSpPr>
        <p:spPr/>
        <p:txBody>
          <a:bodyPr/>
          <a:lstStyle/>
          <a:p>
            <a:fld id="{C497B8E6-CB28-4350-9E62-3F3C29E41FED}" type="slidenum">
              <a:rPr lang="zh-TW" altLang="en-US" smtClean="0"/>
              <a:t>6</a:t>
            </a:fld>
            <a:endParaRPr lang="zh-TW" altLang="en-US"/>
          </a:p>
        </p:txBody>
      </p:sp>
    </p:spTree>
    <p:extLst>
      <p:ext uri="{BB962C8B-B14F-4D97-AF65-F5344CB8AC3E}">
        <p14:creationId xmlns:p14="http://schemas.microsoft.com/office/powerpoint/2010/main" val="1431721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86C41D-70E4-FF1E-588C-BC807A8E873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Text pre-processing (Text cleaning)</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77E2ADE-F0C1-2C5C-9D1F-BACC51CDA29F}"/>
              </a:ext>
            </a:extLst>
          </p:cNvPr>
          <p:cNvSpPr>
            <a:spLocks noGrp="1"/>
          </p:cNvSpPr>
          <p:nvPr>
            <p:ph type="sldNum" sz="quarter" idx="12"/>
          </p:nvPr>
        </p:nvSpPr>
        <p:spPr/>
        <p:txBody>
          <a:bodyPr/>
          <a:lstStyle/>
          <a:p>
            <a:fld id="{C497B8E6-CB28-4350-9E62-3F3C29E41FED}" type="slidenum">
              <a:rPr lang="zh-TW" altLang="en-US" smtClean="0"/>
              <a:t>7</a:t>
            </a:fld>
            <a:endParaRPr lang="zh-TW" altLang="en-US"/>
          </a:p>
        </p:txBody>
      </p:sp>
      <p:pic>
        <p:nvPicPr>
          <p:cNvPr id="18" name="圖片 17">
            <a:extLst>
              <a:ext uri="{FF2B5EF4-FFF2-40B4-BE49-F238E27FC236}">
                <a16:creationId xmlns:a16="http://schemas.microsoft.com/office/drawing/2014/main" id="{D0AA282D-6731-9465-CCD6-968BEF104BF6}"/>
              </a:ext>
            </a:extLst>
          </p:cNvPr>
          <p:cNvPicPr>
            <a:picLocks noChangeAspect="1"/>
          </p:cNvPicPr>
          <p:nvPr/>
        </p:nvPicPr>
        <p:blipFill>
          <a:blip r:embed="rId2"/>
          <a:stretch>
            <a:fillRect/>
          </a:stretch>
        </p:blipFill>
        <p:spPr>
          <a:xfrm>
            <a:off x="1416548" y="2438262"/>
            <a:ext cx="9097645" cy="990738"/>
          </a:xfrm>
          <a:prstGeom prst="rect">
            <a:avLst/>
          </a:prstGeom>
        </p:spPr>
      </p:pic>
      <p:sp>
        <p:nvSpPr>
          <p:cNvPr id="19" name="文字方塊 18">
            <a:extLst>
              <a:ext uri="{FF2B5EF4-FFF2-40B4-BE49-F238E27FC236}">
                <a16:creationId xmlns:a16="http://schemas.microsoft.com/office/drawing/2014/main" id="{4F711360-66E3-82FD-B8F6-60596B851298}"/>
              </a:ext>
            </a:extLst>
          </p:cNvPr>
          <p:cNvSpPr txBox="1"/>
          <p:nvPr/>
        </p:nvSpPr>
        <p:spPr>
          <a:xfrm>
            <a:off x="1698171" y="3840927"/>
            <a:ext cx="2903974" cy="369332"/>
          </a:xfrm>
          <a:prstGeom prst="rect">
            <a:avLst/>
          </a:prstGeom>
          <a:noFill/>
        </p:spPr>
        <p:txBody>
          <a:bodyPr wrap="square" rtlCol="0">
            <a:spAutoFit/>
          </a:bodyPr>
          <a:lstStyle/>
          <a:p>
            <a:pPr algn="ctr"/>
            <a:r>
              <a:rPr lang="en-US" altLang="zh-TW" dirty="0"/>
              <a:t>Original twitter post</a:t>
            </a:r>
            <a:endParaRPr lang="zh-TW" altLang="en-US" dirty="0"/>
          </a:p>
        </p:txBody>
      </p:sp>
      <p:sp>
        <p:nvSpPr>
          <p:cNvPr id="20" name="文字方塊 19">
            <a:extLst>
              <a:ext uri="{FF2B5EF4-FFF2-40B4-BE49-F238E27FC236}">
                <a16:creationId xmlns:a16="http://schemas.microsoft.com/office/drawing/2014/main" id="{717ABE73-C6C4-46E8-A523-AEBC6A1DEA99}"/>
              </a:ext>
            </a:extLst>
          </p:cNvPr>
          <p:cNvSpPr txBox="1"/>
          <p:nvPr/>
        </p:nvSpPr>
        <p:spPr>
          <a:xfrm>
            <a:off x="7158613" y="3840927"/>
            <a:ext cx="2903974" cy="369332"/>
          </a:xfrm>
          <a:prstGeom prst="rect">
            <a:avLst/>
          </a:prstGeom>
          <a:noFill/>
        </p:spPr>
        <p:txBody>
          <a:bodyPr wrap="square" rtlCol="0">
            <a:spAutoFit/>
          </a:bodyPr>
          <a:lstStyle/>
          <a:p>
            <a:pPr algn="ctr"/>
            <a:r>
              <a:rPr lang="en-US" altLang="zh-TW" dirty="0"/>
              <a:t>Cleaned twitter post</a:t>
            </a:r>
            <a:endParaRPr lang="zh-TW" altLang="en-US" dirty="0"/>
          </a:p>
        </p:txBody>
      </p:sp>
    </p:spTree>
    <p:extLst>
      <p:ext uri="{BB962C8B-B14F-4D97-AF65-F5344CB8AC3E}">
        <p14:creationId xmlns:p14="http://schemas.microsoft.com/office/powerpoint/2010/main" val="239156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D1F7A3-C8DD-25BC-35B2-E9169956A59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Text pre-processing (Tokenizing)</a:t>
            </a:r>
            <a:endParaRPr lang="zh-TW" altLang="en-US" dirty="0"/>
          </a:p>
        </p:txBody>
      </p:sp>
      <p:sp>
        <p:nvSpPr>
          <p:cNvPr id="3" name="內容版面配置區 2">
            <a:extLst>
              <a:ext uri="{FF2B5EF4-FFF2-40B4-BE49-F238E27FC236}">
                <a16:creationId xmlns:a16="http://schemas.microsoft.com/office/drawing/2014/main" id="{3EE0064B-E4B5-33D9-16C1-B8B27EC7973F}"/>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post will be tokenizing to “</a:t>
            </a:r>
            <a:r>
              <a:rPr lang="en-US" altLang="zh-TW" dirty="0" err="1">
                <a:latin typeface="Times New Roman" panose="02020603050405020304" pitchFamily="18" charset="0"/>
                <a:cs typeface="Times New Roman" panose="02020603050405020304" pitchFamily="18" charset="0"/>
              </a:rPr>
              <a:t>awas</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tertipu</a:t>
            </a:r>
            <a:r>
              <a:rPr lang="en-US" altLang="zh-TW" dirty="0">
                <a:latin typeface="Times New Roman" panose="02020603050405020304" pitchFamily="18" charset="0"/>
                <a:cs typeface="Times New Roman" panose="02020603050405020304" pitchFamily="18" charset="0"/>
              </a:rPr>
              <a:t>”, “dg”, “</a:t>
            </a:r>
            <a:r>
              <a:rPr lang="en-US" altLang="zh-TW" dirty="0" err="1">
                <a:latin typeface="Times New Roman" panose="02020603050405020304" pitchFamily="18" charset="0"/>
                <a:cs typeface="Times New Roman" panose="02020603050405020304" pitchFamily="18" charset="0"/>
              </a:rPr>
              <a:t>recun</a:t>
            </a:r>
            <a:r>
              <a:rPr lang="en-US" altLang="zh-TW" dirty="0">
                <a:latin typeface="Times New Roman" panose="02020603050405020304" pitchFamily="18" charset="0"/>
                <a:cs typeface="Times New Roman" panose="02020603050405020304" pitchFamily="18" charset="0"/>
              </a:rPr>
              <a:t>”, “para”</a:t>
            </a:r>
          </a:p>
          <a:p>
            <a:pPr marL="0" indent="0">
              <a:buNone/>
            </a:pPr>
            <a:r>
              <a:rPr lang="en-US" altLang="zh-TW" dirty="0">
                <a:latin typeface="Times New Roman" panose="02020603050405020304" pitchFamily="18" charset="0"/>
                <a:cs typeface="Times New Roman" panose="02020603050405020304" pitchFamily="18" charset="0"/>
              </a:rPr>
              <a:t>”salesman”, ”</a:t>
            </a:r>
            <a:r>
              <a:rPr lang="en-US" altLang="zh-TW" dirty="0" err="1">
                <a:latin typeface="Times New Roman" panose="02020603050405020304" pitchFamily="18" charset="0"/>
                <a:cs typeface="Times New Roman" panose="02020603050405020304" pitchFamily="18" charset="0"/>
              </a:rPr>
              <a:t>amatir</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mrk</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sanggup</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blg</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apa</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aja</a:t>
            </a:r>
            <a:r>
              <a:rPr lang="en-US" altLang="zh-TW" dirty="0">
                <a:latin typeface="Times New Roman" panose="02020603050405020304" pitchFamily="18" charset="0"/>
                <a:cs typeface="Times New Roman" panose="02020603050405020304" pitchFamily="18" charset="0"/>
              </a:rPr>
              <a:t>”, ”spy”, ”target”,”</a:t>
            </a:r>
            <a:r>
              <a:rPr lang="en-US" altLang="zh-TW" dirty="0" err="1">
                <a:latin typeface="Times New Roman" panose="02020603050405020304" pitchFamily="18" charset="0"/>
                <a:cs typeface="Times New Roman" panose="02020603050405020304" pitchFamily="18" charset="0"/>
              </a:rPr>
              <a:t>terpenuhi</a:t>
            </a:r>
            <a:r>
              <a:rPr lang="en-US" altLang="zh-TW" dirty="0">
                <a:latin typeface="Times New Roman" panose="02020603050405020304" pitchFamily="18" charset="0"/>
                <a:cs typeface="Times New Roman" panose="02020603050405020304" pitchFamily="18" charset="0"/>
              </a:rPr>
              <a:t>”, ”hati2”, and ”</a:t>
            </a:r>
            <a:r>
              <a:rPr lang="en-US" altLang="zh-TW" dirty="0" err="1">
                <a:latin typeface="Times New Roman" panose="02020603050405020304" pitchFamily="18" charset="0"/>
                <a:cs typeface="Times New Roman" panose="02020603050405020304" pitchFamily="18" charset="0"/>
              </a:rPr>
              <a:t>gaes</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7D2D04A1-91E8-4021-3113-8AD79E01CDEB}"/>
              </a:ext>
            </a:extLst>
          </p:cNvPr>
          <p:cNvSpPr>
            <a:spLocks noGrp="1"/>
          </p:cNvSpPr>
          <p:nvPr>
            <p:ph type="sldNum" sz="quarter" idx="12"/>
          </p:nvPr>
        </p:nvSpPr>
        <p:spPr/>
        <p:txBody>
          <a:bodyPr/>
          <a:lstStyle/>
          <a:p>
            <a:fld id="{C497B8E6-CB28-4350-9E62-3F3C29E41FED}" type="slidenum">
              <a:rPr lang="zh-TW" altLang="en-US" smtClean="0"/>
              <a:t>8</a:t>
            </a:fld>
            <a:endParaRPr lang="zh-TW" altLang="en-US" dirty="0"/>
          </a:p>
        </p:txBody>
      </p:sp>
      <p:pic>
        <p:nvPicPr>
          <p:cNvPr id="6" name="圖片 5">
            <a:extLst>
              <a:ext uri="{FF2B5EF4-FFF2-40B4-BE49-F238E27FC236}">
                <a16:creationId xmlns:a16="http://schemas.microsoft.com/office/drawing/2014/main" id="{DA651C7B-9A7F-E23C-9760-B524BFF84B3A}"/>
              </a:ext>
            </a:extLst>
          </p:cNvPr>
          <p:cNvPicPr>
            <a:picLocks noChangeAspect="1"/>
          </p:cNvPicPr>
          <p:nvPr/>
        </p:nvPicPr>
        <p:blipFill>
          <a:blip r:embed="rId2"/>
          <a:stretch>
            <a:fillRect/>
          </a:stretch>
        </p:blipFill>
        <p:spPr>
          <a:xfrm>
            <a:off x="4501417" y="3890377"/>
            <a:ext cx="3505689" cy="885949"/>
          </a:xfrm>
          <a:prstGeom prst="rect">
            <a:avLst/>
          </a:prstGeom>
        </p:spPr>
      </p:pic>
    </p:spTree>
    <p:extLst>
      <p:ext uri="{BB962C8B-B14F-4D97-AF65-F5344CB8AC3E}">
        <p14:creationId xmlns:p14="http://schemas.microsoft.com/office/powerpoint/2010/main" val="2928093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F84283-7527-F494-D0BC-5BCEDAA9F62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Text pre-processing (Stemming)</a:t>
            </a:r>
            <a:endParaRPr lang="zh-TW" altLang="en-US" dirty="0"/>
          </a:p>
        </p:txBody>
      </p:sp>
      <p:sp>
        <p:nvSpPr>
          <p:cNvPr id="3" name="內容版面配置區 2">
            <a:extLst>
              <a:ext uri="{FF2B5EF4-FFF2-40B4-BE49-F238E27FC236}">
                <a16:creationId xmlns:a16="http://schemas.microsoft.com/office/drawing/2014/main" id="{A0349B3B-A50F-6B7B-C25D-8E8F9CB994F1}"/>
              </a:ext>
            </a:extLst>
          </p:cNvPr>
          <p:cNvSpPr>
            <a:spLocks noGrp="1"/>
          </p:cNvSpPr>
          <p:nvPr>
            <p:ph idx="1"/>
          </p:nvPr>
        </p:nvSpPr>
        <p:spPr/>
        <p:txBody>
          <a:bodyPr/>
          <a:lstStyle/>
          <a:p>
            <a:r>
              <a:rPr lang="zh-TW" altLang="en-US" dirty="0">
                <a:latin typeface="Times New Roman" panose="02020603050405020304" pitchFamily="18" charset="0"/>
                <a:cs typeface="Times New Roman" panose="02020603050405020304" pitchFamily="18" charset="0"/>
              </a:rPr>
              <a:t>將</a:t>
            </a:r>
            <a:r>
              <a:rPr lang="en-US" altLang="zh-TW" dirty="0">
                <a:latin typeface="Times New Roman" panose="02020603050405020304" pitchFamily="18" charset="0"/>
                <a:cs typeface="Times New Roman" panose="02020603050405020304" pitchFamily="18" charset="0"/>
              </a:rPr>
              <a:t>token</a:t>
            </a:r>
            <a:r>
              <a:rPr lang="zh-TW" altLang="en-US" dirty="0">
                <a:latin typeface="Times New Roman" panose="02020603050405020304" pitchFamily="18" charset="0"/>
                <a:cs typeface="Times New Roman" panose="02020603050405020304" pitchFamily="18" charset="0"/>
              </a:rPr>
              <a:t>的內容如果包含單詞，則將它們變回他們的原始形式</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E.g. : running ran run -&gt; run </a:t>
            </a:r>
          </a:p>
          <a:p>
            <a:r>
              <a:rPr lang="zh-TW" altLang="en-US" dirty="0">
                <a:latin typeface="Times New Roman" panose="02020603050405020304" pitchFamily="18" charset="0"/>
                <a:cs typeface="Times New Roman" panose="02020603050405020304" pitchFamily="18" charset="0"/>
              </a:rPr>
              <a:t>如果有做</a:t>
            </a:r>
            <a:r>
              <a:rPr lang="en-US" altLang="zh-TW" dirty="0">
                <a:latin typeface="Times New Roman" panose="02020603050405020304" pitchFamily="18" charset="0"/>
                <a:cs typeface="Times New Roman" panose="02020603050405020304" pitchFamily="18" charset="0"/>
              </a:rPr>
              <a:t>Stemming</a:t>
            </a:r>
            <a:r>
              <a:rPr lang="zh-TW" altLang="en-US" dirty="0">
                <a:latin typeface="Times New Roman" panose="02020603050405020304" pitchFamily="18" charset="0"/>
                <a:cs typeface="Times New Roman" panose="02020603050405020304" pitchFamily="18" charset="0"/>
              </a:rPr>
              <a:t>之</a:t>
            </a:r>
            <a:r>
              <a:rPr lang="en-US" altLang="zh-TW" dirty="0">
                <a:latin typeface="Times New Roman" panose="02020603050405020304" pitchFamily="18" charset="0"/>
                <a:cs typeface="Times New Roman" panose="02020603050405020304" pitchFamily="18" charset="0"/>
              </a:rPr>
              <a:t>token</a:t>
            </a:r>
            <a:r>
              <a:rPr lang="zh-TW" altLang="en-US" dirty="0">
                <a:latin typeface="Times New Roman" panose="02020603050405020304" pitchFamily="18" charset="0"/>
                <a:cs typeface="Times New Roman" panose="02020603050405020304" pitchFamily="18" charset="0"/>
              </a:rPr>
              <a:t>則不用做</a:t>
            </a:r>
            <a:r>
              <a:rPr lang="en-US" altLang="zh-TW" dirty="0">
                <a:latin typeface="Times New Roman" panose="02020603050405020304" pitchFamily="18" charset="0"/>
                <a:cs typeface="Times New Roman" panose="02020603050405020304" pitchFamily="18" charset="0"/>
              </a:rPr>
              <a:t>normalization</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A1F1ABB6-927A-6879-09F8-4E9527D81170}"/>
              </a:ext>
            </a:extLst>
          </p:cNvPr>
          <p:cNvSpPr>
            <a:spLocks noGrp="1"/>
          </p:cNvSpPr>
          <p:nvPr>
            <p:ph type="sldNum" sz="quarter" idx="12"/>
          </p:nvPr>
        </p:nvSpPr>
        <p:spPr/>
        <p:txBody>
          <a:bodyPr/>
          <a:lstStyle/>
          <a:p>
            <a:fld id="{C497B8E6-CB28-4350-9E62-3F3C29E41FED}" type="slidenum">
              <a:rPr lang="zh-TW" altLang="en-US" smtClean="0"/>
              <a:t>9</a:t>
            </a:fld>
            <a:endParaRPr lang="zh-TW" altLang="en-US"/>
          </a:p>
        </p:txBody>
      </p:sp>
    </p:spTree>
    <p:extLst>
      <p:ext uri="{BB962C8B-B14F-4D97-AF65-F5344CB8AC3E}">
        <p14:creationId xmlns:p14="http://schemas.microsoft.com/office/powerpoint/2010/main" val="3539188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4596C6-AEC0-56A4-E886-BED9D9DDC66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Normalization</a:t>
            </a:r>
            <a:endParaRPr lang="zh-TW" altLang="en-US" dirty="0"/>
          </a:p>
        </p:txBody>
      </p:sp>
      <p:sp>
        <p:nvSpPr>
          <p:cNvPr id="3" name="內容版面配置區 2">
            <a:extLst>
              <a:ext uri="{FF2B5EF4-FFF2-40B4-BE49-F238E27FC236}">
                <a16:creationId xmlns:a16="http://schemas.microsoft.com/office/drawing/2014/main" id="{52223A09-B588-3504-A2DA-ACC881127A1A}"/>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A</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dictionary</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provides common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abbreviation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acronym</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provide by </a:t>
            </a:r>
            <a:r>
              <a:rPr lang="en-US" altLang="zh-TW" dirty="0" err="1">
                <a:latin typeface="Times New Roman" panose="02020603050405020304" pitchFamily="18" charset="0"/>
                <a:cs typeface="Times New Roman" panose="02020603050405020304" pitchFamily="18" charset="0"/>
              </a:rPr>
              <a:t>Kateglo</a:t>
            </a:r>
            <a:r>
              <a:rPr lang="en-US" altLang="zh-TW" dirty="0">
                <a:latin typeface="Times New Roman" panose="02020603050405020304" pitchFamily="18" charset="0"/>
                <a:cs typeface="Times New Roman" panose="02020603050405020304" pitchFamily="18" charset="0"/>
              </a:rPr>
              <a:t> </a:t>
            </a:r>
          </a:p>
          <a:p>
            <a:r>
              <a:rPr lang="en-US" altLang="zh-TW" dirty="0">
                <a:latin typeface="Times New Roman" panose="02020603050405020304" pitchFamily="18" charset="0"/>
                <a:cs typeface="Times New Roman" panose="02020603050405020304" pitchFamily="18" charset="0"/>
              </a:rPr>
              <a:t>Contains more than 7,000 abbreviations and acronyms</a:t>
            </a: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A01751FB-D8A4-2902-1BA4-3CE785DB6A22}"/>
              </a:ext>
            </a:extLst>
          </p:cNvPr>
          <p:cNvSpPr>
            <a:spLocks noGrp="1"/>
          </p:cNvSpPr>
          <p:nvPr>
            <p:ph type="sldNum" sz="quarter" idx="12"/>
          </p:nvPr>
        </p:nvSpPr>
        <p:spPr/>
        <p:txBody>
          <a:bodyPr/>
          <a:lstStyle/>
          <a:p>
            <a:fld id="{C497B8E6-CB28-4350-9E62-3F3C29E41FED}" type="slidenum">
              <a:rPr lang="zh-TW" altLang="en-US" smtClean="0"/>
              <a:t>10</a:t>
            </a:fld>
            <a:endParaRPr lang="zh-TW" altLang="en-US"/>
          </a:p>
        </p:txBody>
      </p:sp>
      <p:pic>
        <p:nvPicPr>
          <p:cNvPr id="6" name="圖片 5">
            <a:extLst>
              <a:ext uri="{FF2B5EF4-FFF2-40B4-BE49-F238E27FC236}">
                <a16:creationId xmlns:a16="http://schemas.microsoft.com/office/drawing/2014/main" id="{8DA62726-6423-1786-DC4F-29702C41A7F8}"/>
              </a:ext>
            </a:extLst>
          </p:cNvPr>
          <p:cNvPicPr>
            <a:picLocks noChangeAspect="1"/>
          </p:cNvPicPr>
          <p:nvPr/>
        </p:nvPicPr>
        <p:blipFill>
          <a:blip r:embed="rId2"/>
          <a:stretch>
            <a:fillRect/>
          </a:stretch>
        </p:blipFill>
        <p:spPr>
          <a:xfrm>
            <a:off x="979641" y="3429000"/>
            <a:ext cx="9288171" cy="2648320"/>
          </a:xfrm>
          <a:prstGeom prst="rect">
            <a:avLst/>
          </a:prstGeom>
        </p:spPr>
      </p:pic>
    </p:spTree>
    <p:extLst>
      <p:ext uri="{BB962C8B-B14F-4D97-AF65-F5344CB8AC3E}">
        <p14:creationId xmlns:p14="http://schemas.microsoft.com/office/powerpoint/2010/main" val="1350351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5EFED0-454B-10D5-FCE9-3091874044F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Normalization</a:t>
            </a:r>
            <a:endParaRPr lang="zh-TW" altLang="en-US" dirty="0"/>
          </a:p>
        </p:txBody>
      </p:sp>
      <p:sp>
        <p:nvSpPr>
          <p:cNvPr id="3" name="內容版面配置區 2">
            <a:extLst>
              <a:ext uri="{FF2B5EF4-FFF2-40B4-BE49-F238E27FC236}">
                <a16:creationId xmlns:a16="http://schemas.microsoft.com/office/drawing/2014/main" id="{9E58134F-52C1-CE1C-BEB0-2B03A43FC40B}"/>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Although the dictionary provides many abbreviations and acronyms, the twitter posts might consist of the un predictable and unlisted observation</a:t>
            </a: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2C81A4B-402C-5F6E-22FF-E4F68F1BD493}"/>
              </a:ext>
            </a:extLst>
          </p:cNvPr>
          <p:cNvSpPr>
            <a:spLocks noGrp="1"/>
          </p:cNvSpPr>
          <p:nvPr>
            <p:ph type="sldNum" sz="quarter" idx="12"/>
          </p:nvPr>
        </p:nvSpPr>
        <p:spPr/>
        <p:txBody>
          <a:bodyPr/>
          <a:lstStyle/>
          <a:p>
            <a:fld id="{C497B8E6-CB28-4350-9E62-3F3C29E41FED}" type="slidenum">
              <a:rPr lang="zh-TW" altLang="en-US" smtClean="0"/>
              <a:t>11</a:t>
            </a:fld>
            <a:endParaRPr lang="zh-TW" altLang="en-US"/>
          </a:p>
        </p:txBody>
      </p:sp>
      <p:pic>
        <p:nvPicPr>
          <p:cNvPr id="6" name="圖片 5">
            <a:extLst>
              <a:ext uri="{FF2B5EF4-FFF2-40B4-BE49-F238E27FC236}">
                <a16:creationId xmlns:a16="http://schemas.microsoft.com/office/drawing/2014/main" id="{7AA8242A-32F8-DCA3-EEEE-2DFEA2D68A1F}"/>
              </a:ext>
            </a:extLst>
          </p:cNvPr>
          <p:cNvPicPr>
            <a:picLocks noChangeAspect="1"/>
          </p:cNvPicPr>
          <p:nvPr/>
        </p:nvPicPr>
        <p:blipFill>
          <a:blip r:embed="rId2"/>
          <a:stretch>
            <a:fillRect/>
          </a:stretch>
        </p:blipFill>
        <p:spPr>
          <a:xfrm>
            <a:off x="955369" y="3267317"/>
            <a:ext cx="9135750" cy="2534004"/>
          </a:xfrm>
          <a:prstGeom prst="rect">
            <a:avLst/>
          </a:prstGeom>
        </p:spPr>
      </p:pic>
    </p:spTree>
    <p:extLst>
      <p:ext uri="{BB962C8B-B14F-4D97-AF65-F5344CB8AC3E}">
        <p14:creationId xmlns:p14="http://schemas.microsoft.com/office/powerpoint/2010/main" val="3635810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01BEEC-90C1-4F67-B2E1-5A74923F025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Normalization</a:t>
            </a:r>
            <a:endParaRPr lang="zh-TW" altLang="en-US" dirty="0"/>
          </a:p>
        </p:txBody>
      </p:sp>
      <p:sp>
        <p:nvSpPr>
          <p:cNvPr id="3" name="內容版面配置區 2">
            <a:extLst>
              <a:ext uri="{FF2B5EF4-FFF2-40B4-BE49-F238E27FC236}">
                <a16:creationId xmlns:a16="http://schemas.microsoft.com/office/drawing/2014/main" id="{A0E918D1-55B2-CDC5-866B-D981BFAEEAE5}"/>
              </a:ext>
            </a:extLst>
          </p:cNvPr>
          <p:cNvSpPr>
            <a:spLocks noGrp="1"/>
          </p:cNvSpPr>
          <p:nvPr>
            <p:ph idx="1"/>
          </p:nvPr>
        </p:nvSpPr>
        <p:spPr/>
        <p:txBody>
          <a:bodyPr/>
          <a:lstStyle/>
          <a:p>
            <a:r>
              <a:rPr lang="zh-TW" altLang="en-US" dirty="0"/>
              <a:t>因為 </a:t>
            </a:r>
            <a:r>
              <a:rPr lang="en-US" altLang="zh-TW" dirty="0" err="1">
                <a:latin typeface="Times New Roman" panose="02020603050405020304" pitchFamily="18" charset="0"/>
                <a:cs typeface="Times New Roman" panose="02020603050405020304" pitchFamily="18" charset="0"/>
              </a:rPr>
              <a:t>micortext</a:t>
            </a:r>
            <a:r>
              <a:rPr lang="en-US" altLang="zh-TW" dirty="0"/>
              <a:t> </a:t>
            </a:r>
            <a:r>
              <a:rPr lang="zh-TW" altLang="en-US" dirty="0"/>
              <a:t>的種類太多，不太可能都被</a:t>
            </a:r>
            <a:r>
              <a:rPr lang="en-US" altLang="zh-TW" dirty="0"/>
              <a:t>dictionary</a:t>
            </a:r>
            <a:r>
              <a:rPr lang="zh-TW" altLang="en-US" dirty="0"/>
              <a:t>紀錄，所以使用</a:t>
            </a:r>
            <a:r>
              <a:rPr lang="en-US" altLang="zh-TW" dirty="0"/>
              <a:t>LCS</a:t>
            </a:r>
            <a:r>
              <a:rPr lang="zh-TW" altLang="en-US" dirty="0"/>
              <a:t>方法幫助</a:t>
            </a:r>
            <a:r>
              <a:rPr lang="en-US" altLang="zh-TW" dirty="0">
                <a:latin typeface="Times New Roman" panose="02020603050405020304" pitchFamily="18" charset="0"/>
                <a:cs typeface="Times New Roman" panose="02020603050405020304" pitchFamily="18" charset="0"/>
              </a:rPr>
              <a:t>Normalization</a:t>
            </a:r>
          </a:p>
          <a:p>
            <a:r>
              <a:rPr lang="en-US" altLang="zh-TW" dirty="0">
                <a:latin typeface="Times New Roman" panose="02020603050405020304" pitchFamily="18" charset="0"/>
                <a:cs typeface="Times New Roman" panose="02020603050405020304" pitchFamily="18" charset="0"/>
              </a:rPr>
              <a:t>E.g. :”</a:t>
            </a:r>
            <a:r>
              <a:rPr lang="en-US" altLang="zh-TW" dirty="0" err="1">
                <a:latin typeface="Times New Roman" panose="02020603050405020304" pitchFamily="18" charset="0"/>
                <a:cs typeface="Times New Roman" panose="02020603050405020304" pitchFamily="18" charset="0"/>
              </a:rPr>
              <a:t>smlt</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在</a:t>
            </a:r>
            <a:r>
              <a:rPr lang="en-US" altLang="zh-TW" dirty="0">
                <a:latin typeface="Times New Roman" panose="02020603050405020304" pitchFamily="18" charset="0"/>
                <a:cs typeface="Times New Roman" panose="02020603050405020304" pitchFamily="18" charset="0"/>
              </a:rPr>
              <a:t>stemming</a:t>
            </a:r>
            <a:r>
              <a:rPr lang="zh-TW" altLang="en-US" dirty="0">
                <a:latin typeface="Times New Roman" panose="02020603050405020304" pitchFamily="18" charset="0"/>
                <a:cs typeface="Times New Roman" panose="02020603050405020304" pitchFamily="18" charset="0"/>
              </a:rPr>
              <a:t>被識別為非現有單詞，進入</a:t>
            </a:r>
            <a:r>
              <a:rPr lang="en-US" altLang="zh-TW" dirty="0">
                <a:latin typeface="Times New Roman" panose="02020603050405020304" pitchFamily="18" charset="0"/>
                <a:cs typeface="Times New Roman" panose="02020603050405020304" pitchFamily="18" charset="0"/>
              </a:rPr>
              <a:t>Normalization</a:t>
            </a:r>
            <a:r>
              <a:rPr lang="zh-TW" altLang="en-US" dirty="0">
                <a:latin typeface="Times New Roman" panose="02020603050405020304" pitchFamily="18" charset="0"/>
                <a:cs typeface="Times New Roman" panose="02020603050405020304" pitchFamily="18" charset="0"/>
              </a:rPr>
              <a:t>，方法為將 </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smlt</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與現有</a:t>
            </a:r>
            <a:r>
              <a:rPr lang="en-US" altLang="zh-TW" dirty="0">
                <a:latin typeface="Times New Roman" panose="02020603050405020304" pitchFamily="18" charset="0"/>
                <a:cs typeface="Times New Roman" panose="02020603050405020304" pitchFamily="18" charset="0"/>
              </a:rPr>
              <a:t>dictionary</a:t>
            </a:r>
            <a:r>
              <a:rPr lang="zh-TW" altLang="en-US" dirty="0">
                <a:latin typeface="Times New Roman" panose="02020603050405020304" pitchFamily="18" charset="0"/>
                <a:cs typeface="Times New Roman" panose="02020603050405020304" pitchFamily="18" charset="0"/>
              </a:rPr>
              <a:t>內字串開頭為 </a:t>
            </a:r>
            <a:r>
              <a:rPr lang="en-US" altLang="zh-TW" dirty="0">
                <a:latin typeface="Times New Roman" panose="02020603050405020304" pitchFamily="18" charset="0"/>
                <a:cs typeface="Times New Roman" panose="02020603050405020304" pitchFamily="18" charset="0"/>
              </a:rPr>
              <a:t>”s”</a:t>
            </a:r>
            <a:r>
              <a:rPr lang="zh-TW" altLang="en-US" dirty="0">
                <a:latin typeface="Times New Roman" panose="02020603050405020304" pitchFamily="18" charset="0"/>
                <a:cs typeface="Times New Roman" panose="02020603050405020304" pitchFamily="18" charset="0"/>
              </a:rPr>
              <a:t>的字串做</a:t>
            </a:r>
            <a:r>
              <a:rPr lang="en-US" altLang="zh-TW" dirty="0">
                <a:latin typeface="Times New Roman" panose="02020603050405020304" pitchFamily="18" charset="0"/>
                <a:cs typeface="Times New Roman" panose="02020603050405020304" pitchFamily="18" charset="0"/>
              </a:rPr>
              <a:t>LCS</a:t>
            </a:r>
          </a:p>
        </p:txBody>
      </p:sp>
      <p:sp>
        <p:nvSpPr>
          <p:cNvPr id="4" name="投影片編號版面配置區 3">
            <a:extLst>
              <a:ext uri="{FF2B5EF4-FFF2-40B4-BE49-F238E27FC236}">
                <a16:creationId xmlns:a16="http://schemas.microsoft.com/office/drawing/2014/main" id="{F33CE12B-33AC-E1C9-70E7-A4FD1F4C774C}"/>
              </a:ext>
            </a:extLst>
          </p:cNvPr>
          <p:cNvSpPr>
            <a:spLocks noGrp="1"/>
          </p:cNvSpPr>
          <p:nvPr>
            <p:ph type="sldNum" sz="quarter" idx="12"/>
          </p:nvPr>
        </p:nvSpPr>
        <p:spPr/>
        <p:txBody>
          <a:bodyPr/>
          <a:lstStyle/>
          <a:p>
            <a:fld id="{C497B8E6-CB28-4350-9E62-3F3C29E41FED}" type="slidenum">
              <a:rPr lang="zh-TW" altLang="en-US" smtClean="0"/>
              <a:t>12</a:t>
            </a:fld>
            <a:endParaRPr lang="zh-TW" altLang="en-US"/>
          </a:p>
        </p:txBody>
      </p:sp>
    </p:spTree>
    <p:extLst>
      <p:ext uri="{BB962C8B-B14F-4D97-AF65-F5344CB8AC3E}">
        <p14:creationId xmlns:p14="http://schemas.microsoft.com/office/powerpoint/2010/main" val="2540259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F23A3A-0AD1-6B64-A0AC-A7BDC368F21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Normalization</a:t>
            </a:r>
            <a:endParaRPr lang="zh-TW" altLang="en-US" dirty="0"/>
          </a:p>
        </p:txBody>
      </p:sp>
      <p:pic>
        <p:nvPicPr>
          <p:cNvPr id="6" name="內容版面配置區 5">
            <a:extLst>
              <a:ext uri="{FF2B5EF4-FFF2-40B4-BE49-F238E27FC236}">
                <a16:creationId xmlns:a16="http://schemas.microsoft.com/office/drawing/2014/main" id="{FA7DD1CE-2440-71AE-ACAA-0AFAD4A1F002}"/>
              </a:ext>
            </a:extLst>
          </p:cNvPr>
          <p:cNvPicPr>
            <a:picLocks noGrp="1" noChangeAspect="1"/>
          </p:cNvPicPr>
          <p:nvPr>
            <p:ph idx="1"/>
          </p:nvPr>
        </p:nvPicPr>
        <p:blipFill>
          <a:blip r:embed="rId2"/>
          <a:stretch>
            <a:fillRect/>
          </a:stretch>
        </p:blipFill>
        <p:spPr>
          <a:xfrm>
            <a:off x="2432373" y="1825625"/>
            <a:ext cx="7327253" cy="4351338"/>
          </a:xfrm>
        </p:spPr>
      </p:pic>
      <p:sp>
        <p:nvSpPr>
          <p:cNvPr id="4" name="投影片編號版面配置區 3">
            <a:extLst>
              <a:ext uri="{FF2B5EF4-FFF2-40B4-BE49-F238E27FC236}">
                <a16:creationId xmlns:a16="http://schemas.microsoft.com/office/drawing/2014/main" id="{6093397F-52C7-988F-57EB-707F3009945E}"/>
              </a:ext>
            </a:extLst>
          </p:cNvPr>
          <p:cNvSpPr>
            <a:spLocks noGrp="1"/>
          </p:cNvSpPr>
          <p:nvPr>
            <p:ph type="sldNum" sz="quarter" idx="12"/>
          </p:nvPr>
        </p:nvSpPr>
        <p:spPr/>
        <p:txBody>
          <a:bodyPr/>
          <a:lstStyle/>
          <a:p>
            <a:fld id="{C497B8E6-CB28-4350-9E62-3F3C29E41FED}" type="slidenum">
              <a:rPr lang="zh-TW" altLang="en-US" smtClean="0"/>
              <a:t>13</a:t>
            </a:fld>
            <a:endParaRPr lang="zh-TW" altLang="en-US"/>
          </a:p>
        </p:txBody>
      </p:sp>
    </p:spTree>
    <p:extLst>
      <p:ext uri="{BB962C8B-B14F-4D97-AF65-F5344CB8AC3E}">
        <p14:creationId xmlns:p14="http://schemas.microsoft.com/office/powerpoint/2010/main" val="2381680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B146AD-50D5-B682-C088-0BE762D0FE0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Normalization</a:t>
            </a:r>
            <a:endParaRPr lang="zh-TW" altLang="en-US" dirty="0"/>
          </a:p>
        </p:txBody>
      </p:sp>
      <p:pic>
        <p:nvPicPr>
          <p:cNvPr id="6" name="內容版面配置區 5">
            <a:extLst>
              <a:ext uri="{FF2B5EF4-FFF2-40B4-BE49-F238E27FC236}">
                <a16:creationId xmlns:a16="http://schemas.microsoft.com/office/drawing/2014/main" id="{BDE9F3FD-9DF6-78DD-24D3-3B2E4FC968D9}"/>
              </a:ext>
            </a:extLst>
          </p:cNvPr>
          <p:cNvPicPr>
            <a:picLocks noGrp="1" noChangeAspect="1"/>
          </p:cNvPicPr>
          <p:nvPr>
            <p:ph idx="1"/>
          </p:nvPr>
        </p:nvPicPr>
        <p:blipFill>
          <a:blip r:embed="rId2"/>
          <a:stretch>
            <a:fillRect/>
          </a:stretch>
        </p:blipFill>
        <p:spPr>
          <a:xfrm>
            <a:off x="2071126" y="2515186"/>
            <a:ext cx="8049748" cy="2972215"/>
          </a:xfrm>
        </p:spPr>
      </p:pic>
      <p:sp>
        <p:nvSpPr>
          <p:cNvPr id="4" name="投影片編號版面配置區 3">
            <a:extLst>
              <a:ext uri="{FF2B5EF4-FFF2-40B4-BE49-F238E27FC236}">
                <a16:creationId xmlns:a16="http://schemas.microsoft.com/office/drawing/2014/main" id="{A2EB5304-28DA-AC0F-48BC-EA154006FAB4}"/>
              </a:ext>
            </a:extLst>
          </p:cNvPr>
          <p:cNvSpPr>
            <a:spLocks noGrp="1"/>
          </p:cNvSpPr>
          <p:nvPr>
            <p:ph type="sldNum" sz="quarter" idx="12"/>
          </p:nvPr>
        </p:nvSpPr>
        <p:spPr/>
        <p:txBody>
          <a:bodyPr/>
          <a:lstStyle/>
          <a:p>
            <a:fld id="{C497B8E6-CB28-4350-9E62-3F3C29E41FED}" type="slidenum">
              <a:rPr lang="zh-TW" altLang="en-US" smtClean="0"/>
              <a:t>14</a:t>
            </a:fld>
            <a:endParaRPr lang="zh-TW" altLang="en-US"/>
          </a:p>
        </p:txBody>
      </p:sp>
    </p:spTree>
    <p:extLst>
      <p:ext uri="{BB962C8B-B14F-4D97-AF65-F5344CB8AC3E}">
        <p14:creationId xmlns:p14="http://schemas.microsoft.com/office/powerpoint/2010/main" val="3013324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D91C4E-0EE6-37F7-4354-5840A28D9CA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p>
        </p:txBody>
      </p:sp>
      <p:sp>
        <p:nvSpPr>
          <p:cNvPr id="3" name="內容版面配置區 2">
            <a:extLst>
              <a:ext uri="{FF2B5EF4-FFF2-40B4-BE49-F238E27FC236}">
                <a16:creationId xmlns:a16="http://schemas.microsoft.com/office/drawing/2014/main" id="{C69C90B7-0773-49BE-4D05-88794DA6DD23}"/>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TP</a:t>
            </a:r>
            <a:r>
              <a:rPr lang="en-US" altLang="zh-TW" dirty="0"/>
              <a:t> : </a:t>
            </a:r>
            <a:r>
              <a:rPr lang="zh-TW" altLang="en-US" dirty="0"/>
              <a:t>無需做</a:t>
            </a:r>
            <a:r>
              <a:rPr lang="en-US" altLang="zh-TW" dirty="0">
                <a:latin typeface="Times New Roman" panose="02020603050405020304" pitchFamily="18" charset="0"/>
                <a:cs typeface="Times New Roman" panose="02020603050405020304" pitchFamily="18" charset="0"/>
              </a:rPr>
              <a:t>Normalization</a:t>
            </a:r>
            <a:r>
              <a:rPr lang="en-US" altLang="zh-TW" dirty="0"/>
              <a:t> </a:t>
            </a:r>
            <a:r>
              <a:rPr lang="zh-TW" altLang="en-US" dirty="0"/>
              <a:t>的 </a:t>
            </a:r>
            <a:r>
              <a:rPr lang="en-US" altLang="zh-TW" dirty="0"/>
              <a:t>token</a:t>
            </a:r>
          </a:p>
          <a:p>
            <a:pPr lvl="1"/>
            <a:r>
              <a:rPr lang="en-US" altLang="zh-TW" dirty="0">
                <a:latin typeface="Times New Roman" panose="02020603050405020304" pitchFamily="18" charset="0"/>
                <a:cs typeface="Times New Roman" panose="02020603050405020304" pitchFamily="18" charset="0"/>
              </a:rPr>
              <a:t>E.g. : running , ran , run</a:t>
            </a:r>
          </a:p>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TN</a:t>
            </a:r>
            <a:r>
              <a:rPr lang="en-US" altLang="zh-TW" dirty="0"/>
              <a:t> : </a:t>
            </a:r>
            <a:r>
              <a:rPr lang="zh-TW" altLang="en-US" dirty="0"/>
              <a:t>經過</a:t>
            </a:r>
            <a:r>
              <a:rPr lang="en-US" altLang="zh-TW" dirty="0">
                <a:latin typeface="Times New Roman" panose="02020603050405020304" pitchFamily="18" charset="0"/>
                <a:cs typeface="Times New Roman" panose="02020603050405020304" pitchFamily="18" charset="0"/>
              </a:rPr>
              <a:t>Normalization</a:t>
            </a:r>
            <a:r>
              <a:rPr lang="zh-TW" altLang="en-US" dirty="0">
                <a:latin typeface="Times New Roman" panose="02020603050405020304" pitchFamily="18" charset="0"/>
                <a:cs typeface="Times New Roman" panose="02020603050405020304" pitchFamily="18" charset="0"/>
              </a:rPr>
              <a:t>為正確的字串</a:t>
            </a:r>
            <a:endParaRPr lang="en-US" altLang="zh-TW" dirty="0">
              <a:latin typeface="Times New Roman" panose="02020603050405020304" pitchFamily="18" charset="0"/>
              <a:cs typeface="Times New Roman" panose="02020603050405020304" pitchFamily="18" charset="0"/>
            </a:endParaRPr>
          </a:p>
          <a:p>
            <a:pPr lvl="1"/>
            <a:r>
              <a:rPr lang="zh-TW" altLang="en-US" dirty="0">
                <a:latin typeface="Times New Roman" panose="02020603050405020304" pitchFamily="18" charset="0"/>
                <a:cs typeface="Times New Roman" panose="02020603050405020304" pitchFamily="18" charset="0"/>
              </a:rPr>
              <a:t>如果</a:t>
            </a:r>
            <a:r>
              <a:rPr lang="en-US" altLang="zh-TW" dirty="0">
                <a:latin typeface="Times New Roman" panose="02020603050405020304" pitchFamily="18" charset="0"/>
                <a:cs typeface="Times New Roman" panose="02020603050405020304" pitchFamily="18" charset="0"/>
              </a:rPr>
              <a:t>Normalization </a:t>
            </a:r>
            <a:r>
              <a:rPr lang="zh-TW" altLang="en-US" dirty="0">
                <a:latin typeface="Times New Roman" panose="02020603050405020304" pitchFamily="18" charset="0"/>
                <a:cs typeface="Times New Roman" panose="02020603050405020304" pitchFamily="18" charset="0"/>
              </a:rPr>
              <a:t>出來有多個可能的答案則視為不正確的字串</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FN:</a:t>
            </a:r>
            <a:r>
              <a:rPr lang="zh-TW" altLang="en-US" dirty="0">
                <a:latin typeface="Times New Roman" panose="02020603050405020304" pitchFamily="18" charset="0"/>
                <a:cs typeface="Times New Roman" panose="02020603050405020304" pitchFamily="18" charset="0"/>
              </a:rPr>
              <a:t> </a:t>
            </a:r>
            <a:r>
              <a:rPr lang="zh-TW" altLang="en-US" dirty="0"/>
              <a:t>經過</a:t>
            </a:r>
            <a:r>
              <a:rPr lang="en-US" altLang="zh-TW" dirty="0">
                <a:latin typeface="Times New Roman" panose="02020603050405020304" pitchFamily="18" charset="0"/>
                <a:cs typeface="Times New Roman" panose="02020603050405020304" pitchFamily="18" charset="0"/>
              </a:rPr>
              <a:t>Normalization</a:t>
            </a:r>
            <a:r>
              <a:rPr lang="zh-TW" altLang="en-US" dirty="0">
                <a:latin typeface="Times New Roman" panose="02020603050405020304" pitchFamily="18" charset="0"/>
                <a:cs typeface="Times New Roman" panose="02020603050405020304" pitchFamily="18" charset="0"/>
              </a:rPr>
              <a:t>為錯誤的字串</a:t>
            </a:r>
            <a:endParaRPr lang="en-US" altLang="zh-TW"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E.g. :NCCU :</a:t>
            </a:r>
            <a:r>
              <a:rPr lang="en-US" altLang="zh-TW" dirty="0">
                <a:solidFill>
                  <a:srgbClr val="FF0000"/>
                </a:solidFill>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ational </a:t>
            </a:r>
            <a:r>
              <a:rPr lang="en-US" altLang="zh-TW" dirty="0" err="1">
                <a:solidFill>
                  <a:srgbClr val="FF0000"/>
                </a:solidFill>
                <a:latin typeface="Times New Roman" panose="02020603050405020304" pitchFamily="18" charset="0"/>
                <a:cs typeface="Times New Roman" panose="02020603050405020304" pitchFamily="18" charset="0"/>
              </a:rPr>
              <a:t>C</a:t>
            </a:r>
            <a:r>
              <a:rPr lang="en-US" altLang="zh-TW" dirty="0" err="1">
                <a:latin typeface="Times New Roman" panose="02020603050405020304" pitchFamily="18" charset="0"/>
                <a:cs typeface="Times New Roman" panose="02020603050405020304" pitchFamily="18" charset="0"/>
              </a:rPr>
              <a:t>heng</a:t>
            </a:r>
            <a:r>
              <a:rPr lang="en-US" altLang="zh-TW" dirty="0" err="1">
                <a:solidFill>
                  <a:srgbClr val="FF0000"/>
                </a:solidFill>
                <a:latin typeface="Times New Roman" panose="02020603050405020304" pitchFamily="18" charset="0"/>
                <a:cs typeface="Times New Roman" panose="02020603050405020304" pitchFamily="18" charset="0"/>
              </a:rPr>
              <a:t>c</a:t>
            </a:r>
            <a:r>
              <a:rPr lang="en-US" altLang="zh-TW" dirty="0" err="1">
                <a:latin typeface="Times New Roman" panose="02020603050405020304" pitchFamily="18" charset="0"/>
                <a:cs typeface="Times New Roman" panose="02020603050405020304" pitchFamily="18" charset="0"/>
              </a:rPr>
              <a:t>hi</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U</a:t>
            </a:r>
            <a:r>
              <a:rPr lang="en-US" altLang="zh-TW" dirty="0">
                <a:latin typeface="Times New Roman" panose="02020603050405020304" pitchFamily="18" charset="0"/>
                <a:cs typeface="Times New Roman" panose="02020603050405020304" pitchFamily="18" charset="0"/>
              </a:rPr>
              <a:t>niversity(</a:t>
            </a:r>
            <a:r>
              <a:rPr lang="zh-TW" altLang="en-US" dirty="0">
                <a:latin typeface="Times New Roman" panose="02020603050405020304" pitchFamily="18" charset="0"/>
                <a:cs typeface="Times New Roman" panose="02020603050405020304" pitchFamily="18" charset="0"/>
              </a:rPr>
              <a:t>正確</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ational </a:t>
            </a:r>
            <a:r>
              <a:rPr lang="en-US" altLang="zh-TW" dirty="0">
                <a:solidFill>
                  <a:srgbClr val="FF0000"/>
                </a:solidFill>
                <a:latin typeface="Times New Roman" panose="02020603050405020304" pitchFamily="18" charset="0"/>
                <a:cs typeface="Times New Roman" panose="02020603050405020304" pitchFamily="18" charset="0"/>
              </a:rPr>
              <a:t>C</a:t>
            </a:r>
            <a:r>
              <a:rPr lang="en-US" altLang="zh-TW" dirty="0">
                <a:latin typeface="Times New Roman" panose="02020603050405020304" pitchFamily="18" charset="0"/>
                <a:cs typeface="Times New Roman" panose="02020603050405020304" pitchFamily="18" charset="0"/>
              </a:rPr>
              <a:t>hung </a:t>
            </a:r>
            <a:r>
              <a:rPr lang="en-US" altLang="zh-TW" dirty="0">
                <a:solidFill>
                  <a:srgbClr val="FF0000"/>
                </a:solidFill>
                <a:latin typeface="Times New Roman" panose="02020603050405020304" pitchFamily="18" charset="0"/>
                <a:cs typeface="Times New Roman" panose="02020603050405020304" pitchFamily="18" charset="0"/>
              </a:rPr>
              <a:t>C</a:t>
            </a:r>
            <a:r>
              <a:rPr lang="en-US" altLang="zh-TW" dirty="0">
                <a:latin typeface="Times New Roman" panose="02020603050405020304" pitchFamily="18" charset="0"/>
                <a:cs typeface="Times New Roman" panose="02020603050405020304" pitchFamily="18" charset="0"/>
              </a:rPr>
              <a:t>heng </a:t>
            </a:r>
            <a:r>
              <a:rPr lang="en-US" altLang="zh-TW" dirty="0">
                <a:solidFill>
                  <a:srgbClr val="FF0000"/>
                </a:solidFill>
                <a:latin typeface="Times New Roman" panose="02020603050405020304" pitchFamily="18" charset="0"/>
                <a:cs typeface="Times New Roman" panose="02020603050405020304" pitchFamily="18" charset="0"/>
              </a:rPr>
              <a:t>U</a:t>
            </a:r>
            <a:r>
              <a:rPr lang="en-US" altLang="zh-TW" dirty="0">
                <a:latin typeface="Times New Roman" panose="02020603050405020304" pitchFamily="18" charset="0"/>
                <a:cs typeface="Times New Roman" panose="02020603050405020304" pitchFamily="18" charset="0"/>
              </a:rPr>
              <a:t>niversity(</a:t>
            </a:r>
            <a:r>
              <a:rPr lang="zh-TW" altLang="en-US" dirty="0">
                <a:latin typeface="Times New Roman" panose="02020603050405020304" pitchFamily="18" charset="0"/>
                <a:cs typeface="Times New Roman" panose="02020603050405020304" pitchFamily="18" charset="0"/>
              </a:rPr>
              <a:t>錯誤</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FP</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在</a:t>
            </a:r>
            <a:r>
              <a:rPr lang="en-US" altLang="zh-TW" dirty="0">
                <a:latin typeface="Times New Roman" panose="02020603050405020304" pitchFamily="18" charset="0"/>
                <a:cs typeface="Times New Roman" panose="02020603050405020304" pitchFamily="18" charset="0"/>
              </a:rPr>
              <a:t>stemming </a:t>
            </a:r>
            <a:r>
              <a:rPr lang="zh-TW" altLang="en-US" dirty="0">
                <a:latin typeface="Times New Roman" panose="02020603050405020304" pitchFamily="18" charset="0"/>
                <a:cs typeface="Times New Roman" panose="02020603050405020304" pitchFamily="18" charset="0"/>
              </a:rPr>
              <a:t>過程中被錯誤判定成需要做</a:t>
            </a:r>
            <a:r>
              <a:rPr lang="en-US" altLang="zh-TW" dirty="0">
                <a:latin typeface="Times New Roman" panose="02020603050405020304" pitchFamily="18" charset="0"/>
                <a:cs typeface="Times New Roman" panose="02020603050405020304" pitchFamily="18" charset="0"/>
              </a:rPr>
              <a:t>Normalization</a:t>
            </a:r>
            <a:r>
              <a:rPr lang="zh-TW" altLang="en-US" dirty="0">
                <a:latin typeface="Times New Roman" panose="02020603050405020304" pitchFamily="18" charset="0"/>
                <a:cs typeface="Times New Roman" panose="02020603050405020304" pitchFamily="18" charset="0"/>
              </a:rPr>
              <a:t>的</a:t>
            </a:r>
            <a:r>
              <a:rPr lang="en-US" altLang="zh-TW" dirty="0">
                <a:latin typeface="Times New Roman" panose="02020603050405020304" pitchFamily="18" charset="0"/>
                <a:cs typeface="Times New Roman" panose="02020603050405020304" pitchFamily="18" charset="0"/>
              </a:rPr>
              <a:t>token</a:t>
            </a:r>
          </a:p>
          <a:p>
            <a:pPr lvl="1"/>
            <a:r>
              <a:rPr lang="en-US" altLang="zh-TW" dirty="0">
                <a:latin typeface="Times New Roman" panose="02020603050405020304" pitchFamily="18" charset="0"/>
                <a:cs typeface="Times New Roman" panose="02020603050405020304" pitchFamily="18" charset="0"/>
              </a:rPr>
              <a:t>E.g. : “</a:t>
            </a:r>
            <a:r>
              <a:rPr lang="en-US" altLang="zh-TW" dirty="0" err="1">
                <a:latin typeface="Times New Roman" panose="02020603050405020304" pitchFamily="18" charset="0"/>
                <a:cs typeface="Times New Roman" panose="02020603050405020304" pitchFamily="18" charset="0"/>
              </a:rPr>
              <a:t>banyakin</a:t>
            </a:r>
            <a:r>
              <a:rPr lang="en-US" altLang="zh-TW" dirty="0">
                <a:latin typeface="Times New Roman" panose="02020603050405020304" pitchFamily="18" charset="0"/>
                <a:cs typeface="Times New Roman" panose="02020603050405020304" pitchFamily="18" charset="0"/>
              </a:rPr>
              <a:t>” </a:t>
            </a:r>
            <a:r>
              <a:rPr lang="zh-TW" altLang="en-US" dirty="0">
                <a:latin typeface="Times New Roman" panose="02020603050405020304" pitchFamily="18" charset="0"/>
                <a:cs typeface="Times New Roman" panose="02020603050405020304" pitchFamily="18" charset="0"/>
              </a:rPr>
              <a:t>在印尼語中是一種俚語</a:t>
            </a:r>
            <a:endParaRPr lang="zh-TW" altLang="en-US" dirty="0"/>
          </a:p>
        </p:txBody>
      </p:sp>
      <p:sp>
        <p:nvSpPr>
          <p:cNvPr id="4" name="投影片編號版面配置區 3">
            <a:extLst>
              <a:ext uri="{FF2B5EF4-FFF2-40B4-BE49-F238E27FC236}">
                <a16:creationId xmlns:a16="http://schemas.microsoft.com/office/drawing/2014/main" id="{D8ED396E-D667-31FF-9277-EE59636F8F5E}"/>
              </a:ext>
            </a:extLst>
          </p:cNvPr>
          <p:cNvSpPr>
            <a:spLocks noGrp="1"/>
          </p:cNvSpPr>
          <p:nvPr>
            <p:ph type="sldNum" sz="quarter" idx="12"/>
          </p:nvPr>
        </p:nvSpPr>
        <p:spPr/>
        <p:txBody>
          <a:bodyPr/>
          <a:lstStyle/>
          <a:p>
            <a:fld id="{C497B8E6-CB28-4350-9E62-3F3C29E41FED}" type="slidenum">
              <a:rPr lang="zh-TW" altLang="en-US" smtClean="0"/>
              <a:t>15</a:t>
            </a:fld>
            <a:endParaRPr lang="zh-TW" altLang="en-US"/>
          </a:p>
        </p:txBody>
      </p:sp>
      <p:pic>
        <p:nvPicPr>
          <p:cNvPr id="10" name="圖片 9">
            <a:extLst>
              <a:ext uri="{FF2B5EF4-FFF2-40B4-BE49-F238E27FC236}">
                <a16:creationId xmlns:a16="http://schemas.microsoft.com/office/drawing/2014/main" id="{630A7DA2-3BEE-7FB1-CE1B-E2F879AB52C6}"/>
              </a:ext>
            </a:extLst>
          </p:cNvPr>
          <p:cNvPicPr>
            <a:picLocks noChangeAspect="1"/>
          </p:cNvPicPr>
          <p:nvPr/>
        </p:nvPicPr>
        <p:blipFill>
          <a:blip r:embed="rId2"/>
          <a:stretch>
            <a:fillRect/>
          </a:stretch>
        </p:blipFill>
        <p:spPr>
          <a:xfrm>
            <a:off x="8221596" y="2266585"/>
            <a:ext cx="3353268" cy="800212"/>
          </a:xfrm>
          <a:prstGeom prst="rect">
            <a:avLst/>
          </a:prstGeom>
        </p:spPr>
      </p:pic>
    </p:spTree>
    <p:extLst>
      <p:ext uri="{BB962C8B-B14F-4D97-AF65-F5344CB8AC3E}">
        <p14:creationId xmlns:p14="http://schemas.microsoft.com/office/powerpoint/2010/main" val="1812760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DCEBB4-ACAC-672C-1CC5-1662FA82534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p>
        </p:txBody>
      </p:sp>
      <p:sp>
        <p:nvSpPr>
          <p:cNvPr id="3" name="內容版面配置區 2">
            <a:extLst>
              <a:ext uri="{FF2B5EF4-FFF2-40B4-BE49-F238E27FC236}">
                <a16:creationId xmlns:a16="http://schemas.microsoft.com/office/drawing/2014/main" id="{9D64F05D-EEE0-BA28-894A-82D3A89897FB}"/>
              </a:ext>
            </a:extLst>
          </p:cNvPr>
          <p:cNvSpPr>
            <a:spLocks noGrp="1"/>
          </p:cNvSpPr>
          <p:nvPr>
            <p:ph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9CA647C-9D63-3ED8-0842-D2C548D6F6AC}"/>
              </a:ext>
            </a:extLst>
          </p:cNvPr>
          <p:cNvSpPr>
            <a:spLocks noGrp="1"/>
          </p:cNvSpPr>
          <p:nvPr>
            <p:ph type="sldNum" sz="quarter" idx="12"/>
          </p:nvPr>
        </p:nvSpPr>
        <p:spPr/>
        <p:txBody>
          <a:bodyPr/>
          <a:lstStyle/>
          <a:p>
            <a:fld id="{C497B8E6-CB28-4350-9E62-3F3C29E41FED}" type="slidenum">
              <a:rPr lang="zh-TW" altLang="en-US" smtClean="0"/>
              <a:t>16</a:t>
            </a:fld>
            <a:endParaRPr lang="zh-TW" altLang="en-US"/>
          </a:p>
        </p:txBody>
      </p:sp>
      <p:pic>
        <p:nvPicPr>
          <p:cNvPr id="6" name="圖片 5">
            <a:extLst>
              <a:ext uri="{FF2B5EF4-FFF2-40B4-BE49-F238E27FC236}">
                <a16:creationId xmlns:a16="http://schemas.microsoft.com/office/drawing/2014/main" id="{503DBF8F-21C1-430E-F014-33CE065C5906}"/>
              </a:ext>
            </a:extLst>
          </p:cNvPr>
          <p:cNvPicPr>
            <a:picLocks noChangeAspect="1"/>
          </p:cNvPicPr>
          <p:nvPr/>
        </p:nvPicPr>
        <p:blipFill>
          <a:blip r:embed="rId3"/>
          <a:stretch>
            <a:fillRect/>
          </a:stretch>
        </p:blipFill>
        <p:spPr>
          <a:xfrm>
            <a:off x="2171152" y="2890762"/>
            <a:ext cx="7849695" cy="1076475"/>
          </a:xfrm>
          <a:prstGeom prst="rect">
            <a:avLst/>
          </a:prstGeom>
        </p:spPr>
      </p:pic>
    </p:spTree>
    <p:extLst>
      <p:ext uri="{BB962C8B-B14F-4D97-AF65-F5344CB8AC3E}">
        <p14:creationId xmlns:p14="http://schemas.microsoft.com/office/powerpoint/2010/main" val="888367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1554D3-484E-CAD8-6D38-3915C1B95CCB}"/>
              </a:ext>
            </a:extLst>
          </p:cNvPr>
          <p:cNvSpPr>
            <a:spLocks noGrp="1"/>
          </p:cNvSpPr>
          <p:nvPr>
            <p:ph type="title"/>
          </p:nvPr>
        </p:nvSpPr>
        <p:spPr>
          <a:xfrm>
            <a:off x="838200" y="2622189"/>
            <a:ext cx="10515600" cy="1325563"/>
          </a:xfrm>
        </p:spPr>
        <p:txBody>
          <a:bodyPr/>
          <a:lstStyle/>
          <a:p>
            <a:pPr algn="ctr"/>
            <a:r>
              <a:rPr lang="zh-TW" altLang="en-US">
                <a:latin typeface="Times New Roman"/>
                <a:ea typeface="新細明體"/>
                <a:cs typeface="Calibri Light"/>
              </a:rPr>
              <a:t>Thanks</a:t>
            </a:r>
            <a:endParaRPr lang="zh-TW" altLang="en-US">
              <a:latin typeface="Times New Roman"/>
              <a:cs typeface="Calibri Light" panose="020F0302020204030204"/>
            </a:endParaRPr>
          </a:p>
        </p:txBody>
      </p:sp>
      <p:sp>
        <p:nvSpPr>
          <p:cNvPr id="3" name="投影片編號版面配置區 2">
            <a:extLst>
              <a:ext uri="{FF2B5EF4-FFF2-40B4-BE49-F238E27FC236}">
                <a16:creationId xmlns:a16="http://schemas.microsoft.com/office/drawing/2014/main" id="{4D73BD2C-184A-508C-EF35-E45479D97F2A}"/>
              </a:ext>
            </a:extLst>
          </p:cNvPr>
          <p:cNvSpPr>
            <a:spLocks noGrp="1"/>
          </p:cNvSpPr>
          <p:nvPr>
            <p:ph type="sldNum" sz="quarter" idx="12"/>
          </p:nvPr>
        </p:nvSpPr>
        <p:spPr/>
        <p:txBody>
          <a:bodyPr/>
          <a:lstStyle/>
          <a:p>
            <a:fld id="{C497B8E6-CB28-4350-9E62-3F3C29E41FED}" type="slidenum">
              <a:rPr lang="zh-TW" altLang="en-US" smtClean="0"/>
              <a:t>17</a:t>
            </a:fld>
            <a:endParaRPr lang="zh-TW" altLang="en-US"/>
          </a:p>
        </p:txBody>
      </p:sp>
    </p:spTree>
    <p:extLst>
      <p:ext uri="{BB962C8B-B14F-4D97-AF65-F5344CB8AC3E}">
        <p14:creationId xmlns:p14="http://schemas.microsoft.com/office/powerpoint/2010/main" val="4091403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11122</TotalTime>
  <Words>693</Words>
  <Application>Microsoft Office PowerPoint</Application>
  <PresentationFormat>寬螢幕</PresentationFormat>
  <Paragraphs>72</Paragraphs>
  <Slides>17</Slides>
  <Notes>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17</vt:i4>
      </vt:variant>
    </vt:vector>
  </HeadingPairs>
  <TitlesOfParts>
    <vt:vector size="24" baseType="lpstr">
      <vt:lpstr>新細明體</vt:lpstr>
      <vt:lpstr>標楷體</vt:lpstr>
      <vt:lpstr>Arial</vt:lpstr>
      <vt:lpstr>Calibri</vt:lpstr>
      <vt:lpstr>Calibri Light</vt:lpstr>
      <vt:lpstr>Times New Roman</vt:lpstr>
      <vt:lpstr>Office Theme</vt:lpstr>
      <vt:lpstr>Normalization of Abbreviation and Acronym on Microtext in Bahasa Indonesia by Using Dictionary-Based and Longest Common Subsequence(LCS)</vt:lpstr>
      <vt:lpstr>Abstract (1/2)</vt:lpstr>
      <vt:lpstr>Abstract (2/2)</vt:lpstr>
      <vt:lpstr>Microtext</vt:lpstr>
      <vt:lpstr>General architecture of normalization process</vt:lpstr>
      <vt:lpstr>Data collection</vt:lpstr>
      <vt:lpstr>Text pre-processing (Text cleaning)</vt:lpstr>
      <vt:lpstr>Text pre-processing (Tokenizing)</vt:lpstr>
      <vt:lpstr>Text pre-processing (Stemming)</vt:lpstr>
      <vt:lpstr>Normalization</vt:lpstr>
      <vt:lpstr>Normalization</vt:lpstr>
      <vt:lpstr>Normalization</vt:lpstr>
      <vt:lpstr>Normalization</vt:lpstr>
      <vt:lpstr>Normalization</vt:lpstr>
      <vt:lpstr>Result</vt:lpstr>
      <vt:lpstr>Result</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M123040052</cp:lastModifiedBy>
  <cp:revision>1024</cp:revision>
  <dcterms:created xsi:type="dcterms:W3CDTF">2022-10-11T15:33:00Z</dcterms:created>
  <dcterms:modified xsi:type="dcterms:W3CDTF">2024-01-22T13:09:02Z</dcterms:modified>
</cp:coreProperties>
</file>