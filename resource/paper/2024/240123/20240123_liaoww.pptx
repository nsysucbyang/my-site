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78" r:id="rId4"/>
    <p:sldId id="322" r:id="rId5"/>
    <p:sldId id="319" r:id="rId6"/>
    <p:sldId id="321" r:id="rId7"/>
    <p:sldId id="318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294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693" autoAdjust="0"/>
  </p:normalViewPr>
  <p:slideViewPr>
    <p:cSldViewPr snapToGrid="0">
      <p:cViewPr varScale="1">
        <p:scale>
          <a:sx n="93" d="100"/>
          <a:sy n="93" d="100"/>
        </p:scale>
        <p:origin x="12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8EAED"/>
                </a:solidFill>
                <a:effectLst/>
                <a:latin typeface="Google Sans"/>
              </a:rPr>
              <a:t>特拉維夫市</a:t>
            </a:r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以色列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73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370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7261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78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12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173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4226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457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61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算法根據先前窗口的掃描結果來調整掃描順序和位移長度表，以最大化位移長度，從而提高字串匹配的效率。通過利用先前窗口的信息，</a:t>
            </a:r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算法能夠更好地適應不同的文本分佈和模式結構，從而提高了字串匹配的性能。 總的來說，</a:t>
            </a:r>
            <a:r>
              <a:rPr lang="en-US" altLang="zh-TW" b="0" i="0" dirty="0">
                <a:effectLst/>
                <a:latin typeface="-apple-system"/>
              </a:rPr>
              <a:t>TMAS</a:t>
            </a:r>
            <a:r>
              <a:rPr lang="zh-TW" altLang="en-US" b="0" i="0" dirty="0">
                <a:effectLst/>
                <a:latin typeface="-apple-system"/>
              </a:rPr>
              <a:t>算法通過利用先前窗口的掃描結果來調整掃描順序和位移長度表，從而實現更有效的字串匹配。這種方法可以提高字串匹配的效率，特別是在處理不規則文本分佈和模式結構時。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7011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461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234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380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5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341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25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2024/1/23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224" y="1122363"/>
            <a:ext cx="10285551" cy="2387600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string matching for DNA sequences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050" y="3928587"/>
            <a:ext cx="11149897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Cheol Ryu, Thierry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Lecroq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Kunsoo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812 (2020), pp.137-148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Jan.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23, 2024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propose the Maximal Average Shift (MAS) algorithm that finds a pattern scan order that maximizes the average shift length. We also present two extensions of MAS: one improves the scan speed of MAS by using the scan result of the previous window, and the other improves the running time of MAS by using q-grams. These algorithms show better average performances in scan speed than previous string matching algorithms for DNA sequences.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fr-FR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∈ </a:t>
                </a:r>
                <a:r>
                  <a:rPr kumimoji="1" lang="el-GR" altLang="zh-TW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Σ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probability that a text character in T is x.</a:t>
                </a:r>
                <a:endParaRPr kumimoji="1" lang="fr-F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pattern scan </a:t>
                </a:r>
                <a:r>
                  <a:rPr kumimoji="1" lang="fr-FR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</a:t>
                </a:r>
                <a:r>
                  <a:rPr kumimoji="1" lang="fr-FR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(scan[1], scan[2],..., scan[m]) is a permutation of (1, 2,...,m).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20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978C-F771-395E-E8DA-71AA08D20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31058"/>
            <a:ext cx="4815537" cy="2625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042DA-84AC-2747-5E07-A8CDFDDD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143" y="3902249"/>
            <a:ext cx="5980914" cy="2282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952976-AB94-E9BE-B154-D700FF744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04805"/>
            <a:ext cx="887853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96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43BA7-8290-129E-687A-79E58D12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332" y="2477100"/>
            <a:ext cx="4374240" cy="27008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8EE25D-87A4-C0C3-8182-C5F3C7D1C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51004"/>
            <a:ext cx="6596133" cy="8906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704915-ADC4-F277-487B-AAB786426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333" y="1651004"/>
            <a:ext cx="4423804" cy="43363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8E7FE3-FAEB-0B5B-B322-B31414253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590661"/>
            <a:ext cx="6075348" cy="5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47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kumimoji="1" lang="el-GR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A9DB027-9F0C-F77B-0AB9-B7293FD51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95" y="2286043"/>
            <a:ext cx="10338410" cy="42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5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2CBE6D-60EB-C83D-F6DC-A878EFEC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232" y="1876208"/>
            <a:ext cx="616353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average shift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4618F-FFDB-E468-410B-B7CB471B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52" y="2228682"/>
            <a:ext cx="7849695" cy="2400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17348-4315-B897-0A83-2F0FDAC3D7C0}"/>
              </a:ext>
            </a:extLst>
          </p:cNvPr>
          <p:cNvSpPr/>
          <p:nvPr/>
        </p:nvSpPr>
        <p:spPr>
          <a:xfrm>
            <a:off x="6905002" y="3990886"/>
            <a:ext cx="470019" cy="324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82F47-DEF0-7D83-9EAB-236BA9CC0E3C}"/>
              </a:ext>
            </a:extLst>
          </p:cNvPr>
          <p:cNvSpPr/>
          <p:nvPr/>
        </p:nvSpPr>
        <p:spPr>
          <a:xfrm>
            <a:off x="8151714" y="4254819"/>
            <a:ext cx="470019" cy="3247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7AF49-B7EE-DD51-5DFB-0983F3965FE1}"/>
              </a:ext>
            </a:extLst>
          </p:cNvPr>
          <p:cNvSpPr txBox="1"/>
          <p:nvPr/>
        </p:nvSpPr>
        <p:spPr>
          <a:xfrm>
            <a:off x="7375021" y="3754360"/>
            <a:ext cx="206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first scan position=4</a:t>
            </a:r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41BA6-0B25-E17F-0004-9E741CC8840E}"/>
              </a:ext>
            </a:extLst>
          </p:cNvPr>
          <p:cNvSpPr txBox="1"/>
          <p:nvPr/>
        </p:nvSpPr>
        <p:spPr>
          <a:xfrm>
            <a:off x="8308706" y="4526021"/>
            <a:ext cx="206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first scan position=6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4310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= 0.293,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= 0.207,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 = 0.207,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0.293</a:t>
                </a:r>
              </a:p>
              <a:p>
                <a:endParaRPr kumimoji="1"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Scan speed: the ratio of the text length to the number of text scanned by an algorithm, averaged over 100 patterns.</a:t>
                </a:r>
              </a:p>
              <a:p>
                <a:r>
                  <a:rPr kumimoji="1"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Running time: the running time of an algorithm / text length × 1,000,000 (i.e., running time per 1,000,000 text characters), averaged over 100 patterns.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508" t="-1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152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36E03-4B80-6604-8AC2-2E70947D9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678" y="1414756"/>
            <a:ext cx="7830643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56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of MAS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17426-209E-366D-3438-AFF5B6AD33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317"/>
          <a:stretch/>
        </p:blipFill>
        <p:spPr>
          <a:xfrm>
            <a:off x="3265259" y="2215027"/>
            <a:ext cx="5661482" cy="27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8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the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extension</a:t>
            </a:r>
          </a:p>
          <a:p>
            <a:pPr lvl="1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scan speed of MAS by using the scan result of the previous window.</a:t>
            </a:r>
          </a:p>
          <a:p>
            <a:pPr lvl="1"/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running time of MAS by using q-grams.</a:t>
            </a:r>
          </a:p>
        </p:txBody>
      </p:sp>
    </p:spTree>
    <p:extLst>
      <p:ext uri="{BB962C8B-B14F-4D97-AF65-F5344CB8AC3E}">
        <p14:creationId xmlns:p14="http://schemas.microsoft.com/office/powerpoint/2010/main" val="3720855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7B0B4-C2E9-8077-20BC-0AAC739F2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261" y="2904648"/>
            <a:ext cx="4669390" cy="2508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8EE83-36C6-98F7-124D-00521ECB2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90758"/>
            <a:ext cx="6306430" cy="447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6F478-3971-87EC-13D7-1DE97872B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03" y="2054827"/>
            <a:ext cx="7992590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6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4AF535-1A3F-3A30-7993-5476FCB4A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953"/>
          <a:stretch/>
        </p:blipFill>
        <p:spPr>
          <a:xfrm>
            <a:off x="6108730" y="2317717"/>
            <a:ext cx="5410955" cy="3109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3FF58A-FBE3-4DD8-E484-6A51A662DE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702"/>
          <a:stretch/>
        </p:blipFill>
        <p:spPr>
          <a:xfrm>
            <a:off x="672315" y="2669428"/>
            <a:ext cx="5410955" cy="24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70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q-gram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Q-MAS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算法將模式和文本分割成固定長度的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這樣可以更有效地處理大型文本和模式。通過利用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</a:t>
                </a:r>
                <a:r>
                  <a:rPr kumimoji="1"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，算法能夠減少比較的次數，從而提高字串匹配的效率。</a:t>
                </a:r>
                <a:endParaRPr kumimoji="1"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q-gram: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sz="2400" dirty="0">
                    <a:cs typeface="Times New Roman" panose="02020603050405020304" pitchFamily="18" charset="0"/>
                  </a:rPr>
                  <a:t> 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kumimoji="1"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kumimoji="1" lang="en-US" altLang="zh-TW" sz="2400" dirty="0">
                  <a:cs typeface="Times New Roman" panose="02020603050405020304" pitchFamily="18" charset="0"/>
                </a:endParaRP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fingerprint: </a:t>
                </a: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920" r="-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6AFF2C5-5779-14F3-43BD-BE4ADC258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750" y="3626763"/>
            <a:ext cx="3315163" cy="981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734570-44A1-A134-7307-53C250EF9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8985"/>
            <a:ext cx="5249008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03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q-gram MAS algorithm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51BD9-B622-F401-609B-08C7464A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8402"/>
            <a:ext cx="10926700" cy="99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AB0093-C63D-0C0B-0686-C67573FBD9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966"/>
          <a:stretch/>
        </p:blipFill>
        <p:spPr>
          <a:xfrm>
            <a:off x="987806" y="2519139"/>
            <a:ext cx="8341985" cy="698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731EB-7CC2-A338-1515-84F96919B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852" y="2969873"/>
            <a:ext cx="3418433" cy="3372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C54231-942D-6C19-E166-210B98E57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112420"/>
            <a:ext cx="4858190" cy="4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6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50897-CD5C-1091-B70C-24E97FD94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4" y="1512040"/>
            <a:ext cx="11033381" cy="422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6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kumimoji="1" lang="zh-TW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94291-FEF4-4149-549A-6E41F500E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87" y="2128656"/>
            <a:ext cx="3048425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75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outperforms other BM family algorithms in both scan speed and running time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extensions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scan speed of MAS by using the scan result of the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window</a:t>
            </a:r>
          </a:p>
          <a:p>
            <a:pPr lvl="1"/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running time of MAS by using q-grams</a:t>
            </a:r>
          </a:p>
        </p:txBody>
      </p:sp>
    </p:spTree>
    <p:extLst>
      <p:ext uri="{BB962C8B-B14F-4D97-AF65-F5344CB8AC3E}">
        <p14:creationId xmlns:p14="http://schemas.microsoft.com/office/powerpoint/2010/main" val="22391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34420</TotalTime>
  <Words>687</Words>
  <Application>Microsoft Office PowerPoint</Application>
  <PresentationFormat>Widescreen</PresentationFormat>
  <Paragraphs>82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-apple-system</vt:lpstr>
      <vt:lpstr>Google Sans</vt:lpstr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Theme</vt:lpstr>
      <vt:lpstr>Fast string matching for DNA sequences</vt:lpstr>
      <vt:lpstr>Abstract </vt:lpstr>
      <vt:lpstr>Preliminaries</vt:lpstr>
      <vt:lpstr>Maximal average shift algorithm</vt:lpstr>
      <vt:lpstr>Preprocessing</vt:lpstr>
      <vt:lpstr>Preprocessing</vt:lpstr>
      <vt:lpstr>Maximal average shift algorithm</vt:lpstr>
      <vt:lpstr>Maximal average shift algorithm</vt:lpstr>
      <vt:lpstr>Experimental results of MAS</vt:lpstr>
      <vt:lpstr>Experimental results of MAS</vt:lpstr>
      <vt:lpstr>Experimental results of MAS</vt:lpstr>
      <vt:lpstr>Extending the MAS algorithm</vt:lpstr>
      <vt:lpstr>Tuned MAS algorithm</vt:lpstr>
      <vt:lpstr>Tuned MAS algorithm</vt:lpstr>
      <vt:lpstr>q-gram MAS algorithm</vt:lpstr>
      <vt:lpstr>q-gram MAS algorithm</vt:lpstr>
      <vt:lpstr>Experimental results</vt:lpstr>
      <vt:lpstr>Experimental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279</cp:revision>
  <dcterms:created xsi:type="dcterms:W3CDTF">2022-10-11T15:33:00Z</dcterms:created>
  <dcterms:modified xsi:type="dcterms:W3CDTF">2024-01-23T06:54:29Z</dcterms:modified>
</cp:coreProperties>
</file>