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309" r:id="rId4"/>
    <p:sldId id="310" r:id="rId5"/>
    <p:sldId id="311" r:id="rId6"/>
    <p:sldId id="312" r:id="rId7"/>
    <p:sldId id="313" r:id="rId8"/>
    <p:sldId id="314" r:id="rId9"/>
    <p:sldId id="315" r:id="rId10"/>
    <p:sldId id="316" r:id="rId11"/>
    <p:sldId id="317" r:id="rId12"/>
    <p:sldId id="318" r:id="rId13"/>
    <p:sldId id="319" r:id="rId14"/>
    <p:sldId id="290"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14578-5835-485D-A797-12C6B257B115}" v="11" dt="2023-09-04T04:31:32.037"/>
    <p1510:client id="{E7DA5099-78A1-408B-84DF-074DE53BB9A0}" v="2911" dt="2023-08-31T07:26:23.869"/>
    <p1510:client id="{F70ECEBF-8AD3-43A7-BF35-843D2F9F26F7}" v="22" dt="2023-09-04T05:18:59.6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85529" autoAdjust="0"/>
  </p:normalViewPr>
  <p:slideViewPr>
    <p:cSldViewPr snapToGrid="0">
      <p:cViewPr varScale="1">
        <p:scale>
          <a:sx n="95" d="100"/>
          <a:sy n="95" d="100"/>
        </p:scale>
        <p:origin x="1146"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適宏" userId="ba70bf4345ae8a18" providerId="Windows Live" clId="Web-{60414578-5835-485D-A797-12C6B257B115}"/>
    <pc:docChg chg="modSld sldOrd">
      <pc:chgData name="李 適宏" userId="ba70bf4345ae8a18" providerId="Windows Live" clId="Web-{60414578-5835-485D-A797-12C6B257B115}" dt="2023-09-04T04:31:32.037" v="10"/>
      <pc:docMkLst>
        <pc:docMk/>
      </pc:docMkLst>
      <pc:sldChg chg="modSp">
        <pc:chgData name="李 適宏" userId="ba70bf4345ae8a18" providerId="Windows Live" clId="Web-{60414578-5835-485D-A797-12C6B257B115}" dt="2023-09-04T04:27:19.961" v="9" actId="20577"/>
        <pc:sldMkLst>
          <pc:docMk/>
          <pc:sldMk cId="3671907888" sldId="258"/>
        </pc:sldMkLst>
        <pc:spChg chg="mod">
          <ac:chgData name="李 適宏" userId="ba70bf4345ae8a18" providerId="Windows Live" clId="Web-{60414578-5835-485D-A797-12C6B257B115}" dt="2023-09-04T04:27:19.961" v="9" actId="20577"/>
          <ac:spMkLst>
            <pc:docMk/>
            <pc:sldMk cId="3671907888" sldId="258"/>
            <ac:spMk id="3" creationId="{2E60A558-83F5-DC4B-E8C9-3EB0801F3EAE}"/>
          </ac:spMkLst>
        </pc:spChg>
      </pc:sldChg>
      <pc:sldChg chg="modSp">
        <pc:chgData name="李 適宏" userId="ba70bf4345ae8a18" providerId="Windows Live" clId="Web-{60414578-5835-485D-A797-12C6B257B115}" dt="2023-09-04T04:26:39.037" v="4" actId="20577"/>
        <pc:sldMkLst>
          <pc:docMk/>
          <pc:sldMk cId="3428300884" sldId="270"/>
        </pc:sldMkLst>
        <pc:spChg chg="mod">
          <ac:chgData name="李 適宏" userId="ba70bf4345ae8a18" providerId="Windows Live" clId="Web-{60414578-5835-485D-A797-12C6B257B115}" dt="2023-09-04T04:26:39.037" v="4" actId="20577"/>
          <ac:spMkLst>
            <pc:docMk/>
            <pc:sldMk cId="3428300884" sldId="270"/>
            <ac:spMk id="3" creationId="{2E60A558-83F5-DC4B-E8C9-3EB0801F3EAE}"/>
          </ac:spMkLst>
        </pc:spChg>
      </pc:sldChg>
      <pc:sldChg chg="ord">
        <pc:chgData name="李 適宏" userId="ba70bf4345ae8a18" providerId="Windows Live" clId="Web-{60414578-5835-485D-A797-12C6B257B115}" dt="2023-09-04T04:31:32.037" v="10"/>
        <pc:sldMkLst>
          <pc:docMk/>
          <pc:sldMk cId="3552292399" sldId="274"/>
        </pc:sldMkLst>
      </pc:sldChg>
    </pc:docChg>
  </pc:docChgLst>
  <pc:docChgLst>
    <pc:chgData name="李 適宏" userId="ba70bf4345ae8a18" providerId="Windows Live" clId="Web-{E7DA5099-78A1-408B-84DF-074DE53BB9A0}"/>
    <pc:docChg chg="addSld delSld modSld sldOrd">
      <pc:chgData name="李 適宏" userId="ba70bf4345ae8a18" providerId="Windows Live" clId="Web-{E7DA5099-78A1-408B-84DF-074DE53BB9A0}" dt="2023-08-31T07:26:23.869" v="2559" actId="20577"/>
      <pc:docMkLst>
        <pc:docMk/>
      </pc:docMkLst>
      <pc:sldChg chg="modSp modTransition">
        <pc:chgData name="李 適宏" userId="ba70bf4345ae8a18" providerId="Windows Live" clId="Web-{E7DA5099-78A1-408B-84DF-074DE53BB9A0}" dt="2023-08-31T07:19:27.153" v="2517"/>
        <pc:sldMkLst>
          <pc:docMk/>
          <pc:sldMk cId="2067857472" sldId="257"/>
        </pc:sldMkLst>
        <pc:spChg chg="mod">
          <ac:chgData name="李 適宏" userId="ba70bf4345ae8a18" providerId="Windows Live" clId="Web-{E7DA5099-78A1-408B-84DF-074DE53BB9A0}" dt="2023-08-30T09:50:44.315" v="7" actId="20577"/>
          <ac:spMkLst>
            <pc:docMk/>
            <pc:sldMk cId="2067857472" sldId="257"/>
            <ac:spMk id="2" creationId="{CC7901A9-EC42-0349-C42C-1EF1F72BF040}"/>
          </ac:spMkLst>
        </pc:spChg>
        <pc:spChg chg="mod">
          <ac:chgData name="李 適宏" userId="ba70bf4345ae8a18" providerId="Windows Live" clId="Web-{E7DA5099-78A1-408B-84DF-074DE53BB9A0}" dt="2023-08-30T09:51:59.990" v="17" actId="20577"/>
          <ac:spMkLst>
            <pc:docMk/>
            <pc:sldMk cId="2067857472" sldId="257"/>
            <ac:spMk id="3" creationId="{54DBE6CB-9CF8-48E7-B831-C6B10B6C080F}"/>
          </ac:spMkLst>
        </pc:spChg>
        <pc:spChg chg="mod">
          <ac:chgData name="李 適宏" userId="ba70bf4345ae8a18" providerId="Windows Live" clId="Web-{E7DA5099-78A1-408B-84DF-074DE53BB9A0}" dt="2023-08-30T09:56:00.011" v="36" actId="20577"/>
          <ac:spMkLst>
            <pc:docMk/>
            <pc:sldMk cId="2067857472" sldId="257"/>
            <ac:spMk id="4" creationId="{272805CA-C188-EA0E-0232-5E39FC11B582}"/>
          </ac:spMkLst>
        </pc:spChg>
      </pc:sldChg>
      <pc:sldChg chg="modSp modTransition">
        <pc:chgData name="李 適宏" userId="ba70bf4345ae8a18" providerId="Windows Live" clId="Web-{E7DA5099-78A1-408B-84DF-074DE53BB9A0}" dt="2023-08-31T07:24:26.568" v="2550" actId="20577"/>
        <pc:sldMkLst>
          <pc:docMk/>
          <pc:sldMk cId="3671907888" sldId="258"/>
        </pc:sldMkLst>
        <pc:spChg chg="mod">
          <ac:chgData name="李 適宏" userId="ba70bf4345ae8a18" providerId="Windows Live" clId="Web-{E7DA5099-78A1-408B-84DF-074DE53BB9A0}" dt="2023-08-31T07:24:26.568" v="2550" actId="20577"/>
          <ac:spMkLst>
            <pc:docMk/>
            <pc:sldMk cId="3671907888" sldId="258"/>
            <ac:spMk id="3" creationId="{2E60A558-83F5-DC4B-E8C9-3EB0801F3EAE}"/>
          </ac:spMkLst>
        </pc:spChg>
      </pc:sldChg>
      <pc:sldChg chg="modSp del">
        <pc:chgData name="李 適宏" userId="ba70bf4345ae8a18" providerId="Windows Live" clId="Web-{E7DA5099-78A1-408B-84DF-074DE53BB9A0}" dt="2023-08-31T07:19:04.762" v="2516"/>
        <pc:sldMkLst>
          <pc:docMk/>
          <pc:sldMk cId="3664592898" sldId="269"/>
        </pc:sldMkLst>
        <pc:spChg chg="mod">
          <ac:chgData name="李 適宏" userId="ba70bf4345ae8a18" providerId="Windows Live" clId="Web-{E7DA5099-78A1-408B-84DF-074DE53BB9A0}" dt="2023-08-31T07:18:55.121" v="2515" actId="20577"/>
          <ac:spMkLst>
            <pc:docMk/>
            <pc:sldMk cId="3664592898" sldId="269"/>
            <ac:spMk id="3" creationId="{09049979-F5A7-6534-10C1-F736244053A9}"/>
          </ac:spMkLst>
        </pc:spChg>
      </pc:sldChg>
      <pc:sldChg chg="modSp modTransition">
        <pc:chgData name="李 適宏" userId="ba70bf4345ae8a18" providerId="Windows Live" clId="Web-{E7DA5099-78A1-408B-84DF-074DE53BB9A0}" dt="2023-08-31T07:25:13.742" v="2557" actId="20577"/>
        <pc:sldMkLst>
          <pc:docMk/>
          <pc:sldMk cId="3428300884" sldId="270"/>
        </pc:sldMkLst>
        <pc:spChg chg="mod">
          <ac:chgData name="李 適宏" userId="ba70bf4345ae8a18" providerId="Windows Live" clId="Web-{E7DA5099-78A1-408B-84DF-074DE53BB9A0}" dt="2023-08-31T07:25:13.742" v="2557" actId="20577"/>
          <ac:spMkLst>
            <pc:docMk/>
            <pc:sldMk cId="3428300884" sldId="270"/>
            <ac:spMk id="3" creationId="{2E60A558-83F5-DC4B-E8C9-3EB0801F3EAE}"/>
          </ac:spMkLst>
        </pc:spChg>
      </pc:sldChg>
      <pc:sldChg chg="addSp delSp modSp new modNotes">
        <pc:chgData name="李 適宏" userId="ba70bf4345ae8a18" providerId="Windows Live" clId="Web-{E7DA5099-78A1-408B-84DF-074DE53BB9A0}" dt="2023-08-31T07:23:07.363" v="2522"/>
        <pc:sldMkLst>
          <pc:docMk/>
          <pc:sldMk cId="1196738268" sldId="271"/>
        </pc:sldMkLst>
        <pc:spChg chg="mod">
          <ac:chgData name="李 適宏" userId="ba70bf4345ae8a18" providerId="Windows Live" clId="Web-{E7DA5099-78A1-408B-84DF-074DE53BB9A0}" dt="2023-08-30T11:08:30.829" v="81" actId="20577"/>
          <ac:spMkLst>
            <pc:docMk/>
            <pc:sldMk cId="1196738268" sldId="271"/>
            <ac:spMk id="2" creationId="{714A1471-B659-9AFA-9FB7-C296825199DF}"/>
          </ac:spMkLst>
        </pc:spChg>
        <pc:spChg chg="mod">
          <ac:chgData name="李 適宏" userId="ba70bf4345ae8a18" providerId="Windows Live" clId="Web-{E7DA5099-78A1-408B-84DF-074DE53BB9A0}" dt="2023-08-30T11:23:34.912" v="208" actId="20577"/>
          <ac:spMkLst>
            <pc:docMk/>
            <pc:sldMk cId="1196738268" sldId="271"/>
            <ac:spMk id="3" creationId="{BB23D789-6263-68FE-1828-B082C1D4C87F}"/>
          </ac:spMkLst>
        </pc:spChg>
        <pc:spChg chg="add del mod">
          <ac:chgData name="李 適宏" userId="ba70bf4345ae8a18" providerId="Windows Live" clId="Web-{E7DA5099-78A1-408B-84DF-074DE53BB9A0}" dt="2023-08-31T07:23:06.441" v="2521"/>
          <ac:spMkLst>
            <pc:docMk/>
            <pc:sldMk cId="1196738268" sldId="271"/>
            <ac:spMk id="4" creationId="{634F2545-DE7D-59B6-0CD0-FEC5C2642F0D}"/>
          </ac:spMkLst>
        </pc:spChg>
        <pc:spChg chg="add mod">
          <ac:chgData name="李 適宏" userId="ba70bf4345ae8a18" providerId="Windows Live" clId="Web-{E7DA5099-78A1-408B-84DF-074DE53BB9A0}" dt="2023-08-31T07:23:07.363" v="2522"/>
          <ac:spMkLst>
            <pc:docMk/>
            <pc:sldMk cId="1196738268" sldId="271"/>
            <ac:spMk id="6" creationId="{E11BD203-F3E3-C11F-86C8-9E21F0E172C7}"/>
          </ac:spMkLst>
        </pc:spChg>
        <pc:picChg chg="add del mod">
          <ac:chgData name="李 適宏" userId="ba70bf4345ae8a18" providerId="Windows Live" clId="Web-{E7DA5099-78A1-408B-84DF-074DE53BB9A0}" dt="2023-08-30T11:11:19.630" v="107"/>
          <ac:picMkLst>
            <pc:docMk/>
            <pc:sldMk cId="1196738268" sldId="271"/>
            <ac:picMk id="4" creationId="{804AC9F9-0CD1-C557-D554-94CE053E334C}"/>
          </ac:picMkLst>
        </pc:picChg>
        <pc:picChg chg="add mod">
          <ac:chgData name="李 適宏" userId="ba70bf4345ae8a18" providerId="Windows Live" clId="Web-{E7DA5099-78A1-408B-84DF-074DE53BB9A0}" dt="2023-08-30T11:12:20.115" v="111" actId="1076"/>
          <ac:picMkLst>
            <pc:docMk/>
            <pc:sldMk cId="1196738268" sldId="271"/>
            <ac:picMk id="5" creationId="{080D0FF3-29DD-DCF0-135A-09ABBF2E9829}"/>
          </ac:picMkLst>
        </pc:picChg>
      </pc:sldChg>
      <pc:sldChg chg="addSp delSp modSp new">
        <pc:chgData name="李 適宏" userId="ba70bf4345ae8a18" providerId="Windows Live" clId="Web-{E7DA5099-78A1-408B-84DF-074DE53BB9A0}" dt="2023-08-31T07:23:12.519" v="2523"/>
        <pc:sldMkLst>
          <pc:docMk/>
          <pc:sldMk cId="3110931882" sldId="272"/>
        </pc:sldMkLst>
        <pc:spChg chg="mod">
          <ac:chgData name="李 適宏" userId="ba70bf4345ae8a18" providerId="Windows Live" clId="Web-{E7DA5099-78A1-408B-84DF-074DE53BB9A0}" dt="2023-08-30T11:24:07.913" v="225" actId="20577"/>
          <ac:spMkLst>
            <pc:docMk/>
            <pc:sldMk cId="3110931882" sldId="272"/>
            <ac:spMk id="2" creationId="{54FBA7F6-8A44-6BC2-C112-79F7BCAF0400}"/>
          </ac:spMkLst>
        </pc:spChg>
        <pc:spChg chg="del">
          <ac:chgData name="李 適宏" userId="ba70bf4345ae8a18" providerId="Windows Live" clId="Web-{E7DA5099-78A1-408B-84DF-074DE53BB9A0}" dt="2023-08-30T11:35:05.131" v="226"/>
          <ac:spMkLst>
            <pc:docMk/>
            <pc:sldMk cId="3110931882" sldId="272"/>
            <ac:spMk id="3" creationId="{12799C6B-A928-A441-5D1D-6BAB4CDA6B60}"/>
          </ac:spMkLst>
        </pc:spChg>
        <pc:spChg chg="add mod">
          <ac:chgData name="李 適宏" userId="ba70bf4345ae8a18" providerId="Windows Live" clId="Web-{E7DA5099-78A1-408B-84DF-074DE53BB9A0}" dt="2023-08-31T07:23:12.519" v="2523"/>
          <ac:spMkLst>
            <pc:docMk/>
            <pc:sldMk cId="3110931882" sldId="272"/>
            <ac:spMk id="3" creationId="{39F43FE4-649D-A30D-F15B-BC859062ED8E}"/>
          </ac:spMkLst>
        </pc:spChg>
        <pc:spChg chg="add mod">
          <ac:chgData name="李 適宏" userId="ba70bf4345ae8a18" providerId="Windows Live" clId="Web-{E7DA5099-78A1-408B-84DF-074DE53BB9A0}" dt="2023-08-30T12:40:57.912" v="373" actId="20577"/>
          <ac:spMkLst>
            <pc:docMk/>
            <pc:sldMk cId="3110931882" sldId="272"/>
            <ac:spMk id="5" creationId="{384F1F5F-5F06-AAE2-AC0F-0AC1575C90F4}"/>
          </ac:spMkLst>
        </pc:spChg>
        <pc:spChg chg="add mod">
          <ac:chgData name="李 適宏" userId="ba70bf4345ae8a18" providerId="Windows Live" clId="Web-{E7DA5099-78A1-408B-84DF-074DE53BB9A0}" dt="2023-08-30T12:27:47.810" v="317" actId="1076"/>
          <ac:spMkLst>
            <pc:docMk/>
            <pc:sldMk cId="3110931882" sldId="272"/>
            <ac:spMk id="6" creationId="{74604AC9-0E71-854D-B06A-0AE291917F90}"/>
          </ac:spMkLst>
        </pc:spChg>
        <pc:spChg chg="add del mod">
          <ac:chgData name="李 適宏" userId="ba70bf4345ae8a18" providerId="Windows Live" clId="Web-{E7DA5099-78A1-408B-84DF-074DE53BB9A0}" dt="2023-08-30T11:39:15.043" v="275"/>
          <ac:spMkLst>
            <pc:docMk/>
            <pc:sldMk cId="3110931882" sldId="272"/>
            <ac:spMk id="8" creationId="{897DCAF1-1538-888B-49C6-DF2645F3105F}"/>
          </ac:spMkLst>
        </pc:spChg>
        <pc:picChg chg="add del mod ord">
          <ac:chgData name="李 適宏" userId="ba70bf4345ae8a18" providerId="Windows Live" clId="Web-{E7DA5099-78A1-408B-84DF-074DE53BB9A0}" dt="2023-08-30T11:39:13.762" v="274"/>
          <ac:picMkLst>
            <pc:docMk/>
            <pc:sldMk cId="3110931882" sldId="272"/>
            <ac:picMk id="4" creationId="{20C506AE-7AFF-84D0-241C-9C12D4B5104B}"/>
          </ac:picMkLst>
        </pc:picChg>
        <pc:picChg chg="add mod ord">
          <ac:chgData name="李 適宏" userId="ba70bf4345ae8a18" providerId="Windows Live" clId="Web-{E7DA5099-78A1-408B-84DF-074DE53BB9A0}" dt="2023-08-30T11:40:40.529" v="293" actId="1076"/>
          <ac:picMkLst>
            <pc:docMk/>
            <pc:sldMk cId="3110931882" sldId="272"/>
            <ac:picMk id="9" creationId="{8073A0C4-4503-13E4-6ED3-879BE34D695B}"/>
          </ac:picMkLst>
        </pc:picChg>
        <pc:picChg chg="add mod">
          <ac:chgData name="李 適宏" userId="ba70bf4345ae8a18" providerId="Windows Live" clId="Web-{E7DA5099-78A1-408B-84DF-074DE53BB9A0}" dt="2023-08-30T12:28:59.359" v="331" actId="1076"/>
          <ac:picMkLst>
            <pc:docMk/>
            <pc:sldMk cId="3110931882" sldId="272"/>
            <ac:picMk id="10" creationId="{7330CB98-7BB0-E390-137A-91A7077C8187}"/>
          </ac:picMkLst>
        </pc:picChg>
      </pc:sldChg>
      <pc:sldChg chg="addSp delSp modSp new ord">
        <pc:chgData name="李 適宏" userId="ba70bf4345ae8a18" providerId="Windows Live" clId="Web-{E7DA5099-78A1-408B-84DF-074DE53BB9A0}" dt="2023-08-31T07:23:23.129" v="2541"/>
        <pc:sldMkLst>
          <pc:docMk/>
          <pc:sldMk cId="1551935164" sldId="273"/>
        </pc:sldMkLst>
        <pc:spChg chg="mod">
          <ac:chgData name="李 適宏" userId="ba70bf4345ae8a18" providerId="Windows Live" clId="Web-{E7DA5099-78A1-408B-84DF-074DE53BB9A0}" dt="2023-08-30T12:33:19.726" v="344" actId="20577"/>
          <ac:spMkLst>
            <pc:docMk/>
            <pc:sldMk cId="1551935164" sldId="273"/>
            <ac:spMk id="2" creationId="{586E7B9E-57DC-CBEB-89A8-BAB4955671D3}"/>
          </ac:spMkLst>
        </pc:spChg>
        <pc:spChg chg="add del mod">
          <ac:chgData name="李 適宏" userId="ba70bf4345ae8a18" providerId="Windows Live" clId="Web-{E7DA5099-78A1-408B-84DF-074DE53BB9A0}" dt="2023-08-30T12:27:55.201" v="320"/>
          <ac:spMkLst>
            <pc:docMk/>
            <pc:sldMk cId="1551935164" sldId="273"/>
            <ac:spMk id="3" creationId="{71F32AE9-BD79-625B-809D-90E1D46A9DCC}"/>
          </ac:spMkLst>
        </pc:spChg>
        <pc:spChg chg="add mod">
          <ac:chgData name="李 適宏" userId="ba70bf4345ae8a18" providerId="Windows Live" clId="Web-{E7DA5099-78A1-408B-84DF-074DE53BB9A0}" dt="2023-08-31T07:23:23.129" v="2541"/>
          <ac:spMkLst>
            <pc:docMk/>
            <pc:sldMk cId="1551935164" sldId="273"/>
            <ac:spMk id="3" creationId="{BF74973F-E3B6-DDD4-C893-02C5039B2550}"/>
          </ac:spMkLst>
        </pc:spChg>
        <pc:spChg chg="del">
          <ac:chgData name="李 適宏" userId="ba70bf4345ae8a18" providerId="Windows Live" clId="Web-{E7DA5099-78A1-408B-84DF-074DE53BB9A0}" dt="2023-08-30T11:39:55.294" v="278"/>
          <ac:spMkLst>
            <pc:docMk/>
            <pc:sldMk cId="1551935164" sldId="273"/>
            <ac:spMk id="3" creationId="{CD4351F0-137F-6239-55F6-4D76C8E6A942}"/>
          </ac:spMkLst>
        </pc:spChg>
        <pc:spChg chg="add del mod">
          <ac:chgData name="李 適宏" userId="ba70bf4345ae8a18" providerId="Windows Live" clId="Web-{E7DA5099-78A1-408B-84DF-074DE53BB9A0}" dt="2023-08-30T12:27:32.169" v="315"/>
          <ac:spMkLst>
            <pc:docMk/>
            <pc:sldMk cId="1551935164" sldId="273"/>
            <ac:spMk id="6" creationId="{B3826738-D20A-4EE0-70C8-E17CB48C9D3C}"/>
          </ac:spMkLst>
        </pc:spChg>
        <pc:spChg chg="add mod">
          <ac:chgData name="李 適宏" userId="ba70bf4345ae8a18" providerId="Windows Live" clId="Web-{E7DA5099-78A1-408B-84DF-074DE53BB9A0}" dt="2023-08-30T12:40:39.208" v="369" actId="20577"/>
          <ac:spMkLst>
            <pc:docMk/>
            <pc:sldMk cId="1551935164" sldId="273"/>
            <ac:spMk id="7" creationId="{7B70283C-D4CF-1F44-716D-03B304C2249A}"/>
          </ac:spMkLst>
        </pc:spChg>
        <pc:spChg chg="add mod">
          <ac:chgData name="李 適宏" userId="ba70bf4345ae8a18" providerId="Windows Live" clId="Web-{E7DA5099-78A1-408B-84DF-074DE53BB9A0}" dt="2023-08-30T12:40:44.817" v="370" actId="20577"/>
          <ac:spMkLst>
            <pc:docMk/>
            <pc:sldMk cId="1551935164" sldId="273"/>
            <ac:spMk id="9" creationId="{642B57A3-6253-FD80-BA86-C5EC45DB1705}"/>
          </ac:spMkLst>
        </pc:spChg>
        <pc:picChg chg="add del mod ord">
          <ac:chgData name="李 適宏" userId="ba70bf4345ae8a18" providerId="Windows Live" clId="Web-{E7DA5099-78A1-408B-84DF-074DE53BB9A0}" dt="2023-08-30T11:39:56.997" v="279"/>
          <ac:picMkLst>
            <pc:docMk/>
            <pc:sldMk cId="1551935164" sldId="273"/>
            <ac:picMk id="4" creationId="{A62D658F-7C38-CF0E-1888-A7686B01785B}"/>
          </ac:picMkLst>
        </pc:picChg>
        <pc:picChg chg="add del mod">
          <ac:chgData name="李 適宏" userId="ba70bf4345ae8a18" providerId="Windows Live" clId="Web-{E7DA5099-78A1-408B-84DF-074DE53BB9A0}" dt="2023-08-30T12:28:12.217" v="325"/>
          <ac:picMkLst>
            <pc:docMk/>
            <pc:sldMk cId="1551935164" sldId="273"/>
            <ac:picMk id="4" creationId="{C686695A-5C23-33FF-2152-A018B98C31F6}"/>
          </ac:picMkLst>
        </pc:picChg>
        <pc:picChg chg="add del mod">
          <ac:chgData name="李 適宏" userId="ba70bf4345ae8a18" providerId="Windows Live" clId="Web-{E7DA5099-78A1-408B-84DF-074DE53BB9A0}" dt="2023-08-30T12:34:08.212" v="353"/>
          <ac:picMkLst>
            <pc:docMk/>
            <pc:sldMk cId="1551935164" sldId="273"/>
            <ac:picMk id="5" creationId="{C5EBC955-CFAA-9004-9472-6E9370FE16DE}"/>
          </ac:picMkLst>
        </pc:picChg>
        <pc:picChg chg="add del mod">
          <ac:chgData name="李 適宏" userId="ba70bf4345ae8a18" providerId="Windows Live" clId="Web-{E7DA5099-78A1-408B-84DF-074DE53BB9A0}" dt="2023-08-30T12:34:08.509" v="354"/>
          <ac:picMkLst>
            <pc:docMk/>
            <pc:sldMk cId="1551935164" sldId="273"/>
            <ac:picMk id="8" creationId="{D6E5D283-BF59-6B40-1E21-1923DDC26443}"/>
          </ac:picMkLst>
        </pc:picChg>
        <pc:picChg chg="add mod">
          <ac:chgData name="李 適宏" userId="ba70bf4345ae8a18" providerId="Windows Live" clId="Web-{E7DA5099-78A1-408B-84DF-074DE53BB9A0}" dt="2023-08-30T12:36:11.919" v="358" actId="1076"/>
          <ac:picMkLst>
            <pc:docMk/>
            <pc:sldMk cId="1551935164" sldId="273"/>
            <ac:picMk id="10" creationId="{0A853D1A-5AA9-E382-60A2-92187BA88AF4}"/>
          </ac:picMkLst>
        </pc:picChg>
        <pc:picChg chg="add mod">
          <ac:chgData name="李 適宏" userId="ba70bf4345ae8a18" providerId="Windows Live" clId="Web-{E7DA5099-78A1-408B-84DF-074DE53BB9A0}" dt="2023-08-30T12:40:28.520" v="368" actId="1076"/>
          <ac:picMkLst>
            <pc:docMk/>
            <pc:sldMk cId="1551935164" sldId="273"/>
            <ac:picMk id="11" creationId="{CF88C92D-8DC9-8A55-B97C-4ED72EB2789F}"/>
          </ac:picMkLst>
        </pc:picChg>
      </pc:sldChg>
      <pc:sldChg chg="modSp new del">
        <pc:chgData name="李 適宏" userId="ba70bf4345ae8a18" providerId="Windows Live" clId="Web-{E7DA5099-78A1-408B-84DF-074DE53BB9A0}" dt="2023-08-30T12:33:27.164" v="345"/>
        <pc:sldMkLst>
          <pc:docMk/>
          <pc:sldMk cId="225342217" sldId="274"/>
        </pc:sldMkLst>
        <pc:spChg chg="mod">
          <ac:chgData name="李 適宏" userId="ba70bf4345ae8a18" providerId="Windows Live" clId="Web-{E7DA5099-78A1-408B-84DF-074DE53BB9A0}" dt="2023-08-30T12:33:06.882" v="343" actId="20577"/>
          <ac:spMkLst>
            <pc:docMk/>
            <pc:sldMk cId="225342217" sldId="274"/>
            <ac:spMk id="2" creationId="{6B4936EE-B8B0-5E65-CBD2-D9F303D20049}"/>
          </ac:spMkLst>
        </pc:spChg>
      </pc:sldChg>
      <pc:sldChg chg="addSp modSp add ord replId">
        <pc:chgData name="李 適宏" userId="ba70bf4345ae8a18" providerId="Windows Live" clId="Web-{E7DA5099-78A1-408B-84DF-074DE53BB9A0}" dt="2023-08-31T07:23:23.129" v="2540"/>
        <pc:sldMkLst>
          <pc:docMk/>
          <pc:sldMk cId="3552292399" sldId="274"/>
        </pc:sldMkLst>
        <pc:spChg chg="add mod">
          <ac:chgData name="李 適宏" userId="ba70bf4345ae8a18" providerId="Windows Live" clId="Web-{E7DA5099-78A1-408B-84DF-074DE53BB9A0}" dt="2023-08-31T07:23:23.129" v="2540"/>
          <ac:spMkLst>
            <pc:docMk/>
            <pc:sldMk cId="3552292399" sldId="274"/>
            <ac:spMk id="3" creationId="{8A139FA2-7E2C-5C5B-0677-F6275AE3FAE2}"/>
          </ac:spMkLst>
        </pc:spChg>
        <pc:spChg chg="mod">
          <ac:chgData name="李 適宏" userId="ba70bf4345ae8a18" providerId="Windows Live" clId="Web-{E7DA5099-78A1-408B-84DF-074DE53BB9A0}" dt="2023-08-30T12:40:48.927" v="371" actId="20577"/>
          <ac:spMkLst>
            <pc:docMk/>
            <pc:sldMk cId="3552292399" sldId="274"/>
            <ac:spMk id="7" creationId="{7B70283C-D4CF-1F44-716D-03B304C2249A}"/>
          </ac:spMkLst>
        </pc:spChg>
        <pc:spChg chg="mod">
          <ac:chgData name="李 適宏" userId="ba70bf4345ae8a18" providerId="Windows Live" clId="Web-{E7DA5099-78A1-408B-84DF-074DE53BB9A0}" dt="2023-08-30T12:40:52.318" v="372" actId="20577"/>
          <ac:spMkLst>
            <pc:docMk/>
            <pc:sldMk cId="3552292399" sldId="274"/>
            <ac:spMk id="9" creationId="{642B57A3-6253-FD80-BA86-C5EC45DB1705}"/>
          </ac:spMkLst>
        </pc:spChg>
      </pc:sldChg>
      <pc:sldChg chg="addSp delSp modSp add replId">
        <pc:chgData name="李 適宏" userId="ba70bf4345ae8a18" providerId="Windows Live" clId="Web-{E7DA5099-78A1-408B-84DF-074DE53BB9A0}" dt="2023-08-31T07:23:22.926" v="2525"/>
        <pc:sldMkLst>
          <pc:docMk/>
          <pc:sldMk cId="4084616550" sldId="275"/>
        </pc:sldMkLst>
        <pc:spChg chg="add mod">
          <ac:chgData name="李 適宏" userId="ba70bf4345ae8a18" providerId="Windows Live" clId="Web-{E7DA5099-78A1-408B-84DF-074DE53BB9A0}" dt="2023-08-31T07:23:22.926" v="2525"/>
          <ac:spMkLst>
            <pc:docMk/>
            <pc:sldMk cId="4084616550" sldId="275"/>
            <ac:spMk id="5" creationId="{6FAE04C4-35A8-4F06-8FC5-2899B7014F78}"/>
          </ac:spMkLst>
        </pc:spChg>
        <pc:spChg chg="mod">
          <ac:chgData name="李 適宏" userId="ba70bf4345ae8a18" providerId="Windows Live" clId="Web-{E7DA5099-78A1-408B-84DF-074DE53BB9A0}" dt="2023-08-30T12:46:11.811" v="379" actId="20577"/>
          <ac:spMkLst>
            <pc:docMk/>
            <pc:sldMk cId="4084616550" sldId="275"/>
            <ac:spMk id="7" creationId="{7B70283C-D4CF-1F44-716D-03B304C2249A}"/>
          </ac:spMkLst>
        </pc:spChg>
        <pc:spChg chg="mod">
          <ac:chgData name="李 適宏" userId="ba70bf4345ae8a18" providerId="Windows Live" clId="Web-{E7DA5099-78A1-408B-84DF-074DE53BB9A0}" dt="2023-08-30T12:46:27.296" v="383" actId="20577"/>
          <ac:spMkLst>
            <pc:docMk/>
            <pc:sldMk cId="4084616550" sldId="275"/>
            <ac:spMk id="9" creationId="{642B57A3-6253-FD80-BA86-C5EC45DB1705}"/>
          </ac:spMkLst>
        </pc:spChg>
        <pc:picChg chg="add mod">
          <ac:chgData name="李 適宏" userId="ba70bf4345ae8a18" providerId="Windows Live" clId="Web-{E7DA5099-78A1-408B-84DF-074DE53BB9A0}" dt="2023-08-30T20:39:45.504" v="1795" actId="1076"/>
          <ac:picMkLst>
            <pc:docMk/>
            <pc:sldMk cId="4084616550" sldId="275"/>
            <ac:picMk id="3" creationId="{AF46341E-6136-CD40-DA84-CE90AC9A2A39}"/>
          </ac:picMkLst>
        </pc:picChg>
        <pc:picChg chg="add mod">
          <ac:chgData name="李 適宏" userId="ba70bf4345ae8a18" providerId="Windows Live" clId="Web-{E7DA5099-78A1-408B-84DF-074DE53BB9A0}" dt="2023-08-30T12:49:53.521" v="392" actId="1076"/>
          <ac:picMkLst>
            <pc:docMk/>
            <pc:sldMk cId="4084616550" sldId="275"/>
            <ac:picMk id="4" creationId="{56DD295D-F342-2168-632F-290BF055947C}"/>
          </ac:picMkLst>
        </pc:picChg>
        <pc:picChg chg="del">
          <ac:chgData name="李 適宏" userId="ba70bf4345ae8a18" providerId="Windows Live" clId="Web-{E7DA5099-78A1-408B-84DF-074DE53BB9A0}" dt="2023-08-30T12:45:57.295" v="376"/>
          <ac:picMkLst>
            <pc:docMk/>
            <pc:sldMk cId="4084616550" sldId="275"/>
            <ac:picMk id="10" creationId="{0A853D1A-5AA9-E382-60A2-92187BA88AF4}"/>
          </ac:picMkLst>
        </pc:picChg>
        <pc:picChg chg="del">
          <ac:chgData name="李 適宏" userId="ba70bf4345ae8a18" providerId="Windows Live" clId="Web-{E7DA5099-78A1-408B-84DF-074DE53BB9A0}" dt="2023-08-30T12:45:45.951" v="375"/>
          <ac:picMkLst>
            <pc:docMk/>
            <pc:sldMk cId="4084616550" sldId="275"/>
            <ac:picMk id="11" creationId="{CF88C92D-8DC9-8A55-B97C-4ED72EB2789F}"/>
          </ac:picMkLst>
        </pc:picChg>
        <pc:cxnChg chg="add mod">
          <ac:chgData name="李 適宏" userId="ba70bf4345ae8a18" providerId="Windows Live" clId="Web-{E7DA5099-78A1-408B-84DF-074DE53BB9A0}" dt="2023-08-30T20:48:34.579" v="1892" actId="1076"/>
          <ac:cxnSpMkLst>
            <pc:docMk/>
            <pc:sldMk cId="4084616550" sldId="275"/>
            <ac:cxnSpMk id="6" creationId="{E61B31FE-B5A6-2D60-AF0B-2019933CD9BC}"/>
          </ac:cxnSpMkLst>
        </pc:cxnChg>
        <pc:cxnChg chg="add mod">
          <ac:chgData name="李 適宏" userId="ba70bf4345ae8a18" providerId="Windows Live" clId="Web-{E7DA5099-78A1-408B-84DF-074DE53BB9A0}" dt="2023-08-30T20:48:41.736" v="1895" actId="14100"/>
          <ac:cxnSpMkLst>
            <pc:docMk/>
            <pc:sldMk cId="4084616550" sldId="275"/>
            <ac:cxnSpMk id="10" creationId="{D0AB796D-9176-F1B0-1104-0F80EAC66D6B}"/>
          </ac:cxnSpMkLst>
        </pc:cxnChg>
      </pc:sldChg>
      <pc:sldChg chg="del">
        <pc:chgData name="李 適宏" userId="ba70bf4345ae8a18" providerId="Windows Live" clId="Web-{E7DA5099-78A1-408B-84DF-074DE53BB9A0}" dt="2023-08-30T09:56:24.434" v="46"/>
        <pc:sldMkLst>
          <pc:docMk/>
          <pc:sldMk cId="976314453" sldId="276"/>
        </pc:sldMkLst>
      </pc:sldChg>
      <pc:sldChg chg="addSp delSp modSp add replId">
        <pc:chgData name="李 適宏" userId="ba70bf4345ae8a18" providerId="Windows Live" clId="Web-{E7DA5099-78A1-408B-84DF-074DE53BB9A0}" dt="2023-08-31T07:23:22.926" v="2526"/>
        <pc:sldMkLst>
          <pc:docMk/>
          <pc:sldMk cId="1644202037" sldId="276"/>
        </pc:sldMkLst>
        <pc:spChg chg="add mod">
          <ac:chgData name="李 適宏" userId="ba70bf4345ae8a18" providerId="Windows Live" clId="Web-{E7DA5099-78A1-408B-84DF-074DE53BB9A0}" dt="2023-08-31T07:23:22.926" v="2526"/>
          <ac:spMkLst>
            <pc:docMk/>
            <pc:sldMk cId="1644202037" sldId="276"/>
            <ac:spMk id="3" creationId="{B4A54FD1-341D-5662-D4FA-A44C40142FE9}"/>
          </ac:spMkLst>
        </pc:spChg>
        <pc:spChg chg="mod">
          <ac:chgData name="李 適宏" userId="ba70bf4345ae8a18" providerId="Windows Live" clId="Web-{E7DA5099-78A1-408B-84DF-074DE53BB9A0}" dt="2023-08-30T12:50:11.006" v="397" actId="20577"/>
          <ac:spMkLst>
            <pc:docMk/>
            <pc:sldMk cId="1644202037" sldId="276"/>
            <ac:spMk id="7" creationId="{7B70283C-D4CF-1F44-716D-03B304C2249A}"/>
          </ac:spMkLst>
        </pc:spChg>
        <pc:spChg chg="mod">
          <ac:chgData name="李 適宏" userId="ba70bf4345ae8a18" providerId="Windows Live" clId="Web-{E7DA5099-78A1-408B-84DF-074DE53BB9A0}" dt="2023-08-30T12:50:19.256" v="399" actId="20577"/>
          <ac:spMkLst>
            <pc:docMk/>
            <pc:sldMk cId="1644202037" sldId="276"/>
            <ac:spMk id="9" creationId="{642B57A3-6253-FD80-BA86-C5EC45DB1705}"/>
          </ac:spMkLst>
        </pc:spChg>
        <pc:picChg chg="del">
          <ac:chgData name="李 適宏" userId="ba70bf4345ae8a18" providerId="Windows Live" clId="Web-{E7DA5099-78A1-408B-84DF-074DE53BB9A0}" dt="2023-08-30T12:50:04.318" v="394"/>
          <ac:picMkLst>
            <pc:docMk/>
            <pc:sldMk cId="1644202037" sldId="276"/>
            <ac:picMk id="3" creationId="{AF46341E-6136-CD40-DA84-CE90AC9A2A39}"/>
          </ac:picMkLst>
        </pc:picChg>
        <pc:picChg chg="del">
          <ac:chgData name="李 適宏" userId="ba70bf4345ae8a18" providerId="Windows Live" clId="Web-{E7DA5099-78A1-408B-84DF-074DE53BB9A0}" dt="2023-08-30T12:50:04.959" v="395"/>
          <ac:picMkLst>
            <pc:docMk/>
            <pc:sldMk cId="1644202037" sldId="276"/>
            <ac:picMk id="4" creationId="{56DD295D-F342-2168-632F-290BF055947C}"/>
          </ac:picMkLst>
        </pc:picChg>
        <pc:picChg chg="add mod">
          <ac:chgData name="李 適宏" userId="ba70bf4345ae8a18" providerId="Windows Live" clId="Web-{E7DA5099-78A1-408B-84DF-074DE53BB9A0}" dt="2023-08-30T12:53:10.917" v="402" actId="14100"/>
          <ac:picMkLst>
            <pc:docMk/>
            <pc:sldMk cId="1644202037" sldId="276"/>
            <ac:picMk id="5" creationId="{BD25DD76-FF56-5B83-29AA-A8A5C3CD9172}"/>
          </ac:picMkLst>
        </pc:picChg>
        <pc:picChg chg="add mod">
          <ac:chgData name="李 適宏" userId="ba70bf4345ae8a18" providerId="Windows Live" clId="Web-{E7DA5099-78A1-408B-84DF-074DE53BB9A0}" dt="2023-08-30T12:55:01.170" v="407" actId="1076"/>
          <ac:picMkLst>
            <pc:docMk/>
            <pc:sldMk cId="1644202037" sldId="276"/>
            <ac:picMk id="6" creationId="{586B9764-7AFF-2A7D-C0F9-9F9B3BCED405}"/>
          </ac:picMkLst>
        </pc:picChg>
        <pc:cxnChg chg="add mod">
          <ac:chgData name="李 適宏" userId="ba70bf4345ae8a18" providerId="Windows Live" clId="Web-{E7DA5099-78A1-408B-84DF-074DE53BB9A0}" dt="2023-08-30T20:48:18.360" v="1887" actId="14100"/>
          <ac:cxnSpMkLst>
            <pc:docMk/>
            <pc:sldMk cId="1644202037" sldId="276"/>
            <ac:cxnSpMk id="4" creationId="{1314AD16-A450-867F-CDE8-52C82295DC4A}"/>
          </ac:cxnSpMkLst>
        </pc:cxnChg>
        <pc:cxnChg chg="add mod">
          <ac:chgData name="李 適宏" userId="ba70bf4345ae8a18" providerId="Windows Live" clId="Web-{E7DA5099-78A1-408B-84DF-074DE53BB9A0}" dt="2023-08-30T20:48:25.829" v="1890" actId="14100"/>
          <ac:cxnSpMkLst>
            <pc:docMk/>
            <pc:sldMk cId="1644202037" sldId="276"/>
            <ac:cxnSpMk id="10" creationId="{8707903F-50EE-4843-2377-44DB3DFC00D6}"/>
          </ac:cxnSpMkLst>
        </pc:cxnChg>
      </pc:sldChg>
      <pc:sldChg chg="addSp delSp modSp add replId">
        <pc:chgData name="李 適宏" userId="ba70bf4345ae8a18" providerId="Windows Live" clId="Web-{E7DA5099-78A1-408B-84DF-074DE53BB9A0}" dt="2023-08-31T07:23:22.941" v="2527"/>
        <pc:sldMkLst>
          <pc:docMk/>
          <pc:sldMk cId="1108261142" sldId="277"/>
        </pc:sldMkLst>
        <pc:spChg chg="mod">
          <ac:chgData name="李 適宏" userId="ba70bf4345ae8a18" providerId="Windows Live" clId="Web-{E7DA5099-78A1-408B-84DF-074DE53BB9A0}" dt="2023-08-30T18:46:13.743" v="601" actId="20577"/>
          <ac:spMkLst>
            <pc:docMk/>
            <pc:sldMk cId="1108261142" sldId="277"/>
            <ac:spMk id="2" creationId="{586E7B9E-57DC-CBEB-89A8-BAB4955671D3}"/>
          </ac:spMkLst>
        </pc:spChg>
        <pc:spChg chg="add mod">
          <ac:chgData name="李 適宏" userId="ba70bf4345ae8a18" providerId="Windows Live" clId="Web-{E7DA5099-78A1-408B-84DF-074DE53BB9A0}" dt="2023-08-31T07:23:22.941" v="2527"/>
          <ac:spMkLst>
            <pc:docMk/>
            <pc:sldMk cId="1108261142" sldId="277"/>
            <ac:spMk id="5" creationId="{93E866EE-CA50-DC17-3BDB-3DD0EA87EF37}"/>
          </ac:spMkLst>
        </pc:spChg>
        <pc:spChg chg="mod">
          <ac:chgData name="李 適宏" userId="ba70bf4345ae8a18" providerId="Windows Live" clId="Web-{E7DA5099-78A1-408B-84DF-074DE53BB9A0}" dt="2023-08-30T12:55:26.234" v="413" actId="20577"/>
          <ac:spMkLst>
            <pc:docMk/>
            <pc:sldMk cId="1108261142" sldId="277"/>
            <ac:spMk id="7" creationId="{7B70283C-D4CF-1F44-716D-03B304C2249A}"/>
          </ac:spMkLst>
        </pc:spChg>
        <pc:spChg chg="mod">
          <ac:chgData name="李 適宏" userId="ba70bf4345ae8a18" providerId="Windows Live" clId="Web-{E7DA5099-78A1-408B-84DF-074DE53BB9A0}" dt="2023-08-30T13:00:10.086" v="427" actId="20577"/>
          <ac:spMkLst>
            <pc:docMk/>
            <pc:sldMk cId="1108261142" sldId="277"/>
            <ac:spMk id="9" creationId="{642B57A3-6253-FD80-BA86-C5EC45DB1705}"/>
          </ac:spMkLst>
        </pc:spChg>
        <pc:picChg chg="add mod">
          <ac:chgData name="李 適宏" userId="ba70bf4345ae8a18" providerId="Windows Live" clId="Web-{E7DA5099-78A1-408B-84DF-074DE53BB9A0}" dt="2023-08-30T12:57:04.237" v="420" actId="14100"/>
          <ac:picMkLst>
            <pc:docMk/>
            <pc:sldMk cId="1108261142" sldId="277"/>
            <ac:picMk id="3" creationId="{31790599-A2DE-5C16-3410-92521D5E9D47}"/>
          </ac:picMkLst>
        </pc:picChg>
        <pc:picChg chg="add mod">
          <ac:chgData name="李 適宏" userId="ba70bf4345ae8a18" providerId="Windows Live" clId="Web-{E7DA5099-78A1-408B-84DF-074DE53BB9A0}" dt="2023-08-30T12:59:47.944" v="424" actId="1076"/>
          <ac:picMkLst>
            <pc:docMk/>
            <pc:sldMk cId="1108261142" sldId="277"/>
            <ac:picMk id="4" creationId="{4D1C6ADD-071C-C7E0-64FA-1922A67FE4E8}"/>
          </ac:picMkLst>
        </pc:picChg>
        <pc:picChg chg="del">
          <ac:chgData name="李 適宏" userId="ba70bf4345ae8a18" providerId="Windows Live" clId="Web-{E7DA5099-78A1-408B-84DF-074DE53BB9A0}" dt="2023-08-30T12:55:18.124" v="409"/>
          <ac:picMkLst>
            <pc:docMk/>
            <pc:sldMk cId="1108261142" sldId="277"/>
            <ac:picMk id="5" creationId="{BD25DD76-FF56-5B83-29AA-A8A5C3CD9172}"/>
          </ac:picMkLst>
        </pc:picChg>
        <pc:picChg chg="del">
          <ac:chgData name="李 適宏" userId="ba70bf4345ae8a18" providerId="Windows Live" clId="Web-{E7DA5099-78A1-408B-84DF-074DE53BB9A0}" dt="2023-08-30T12:55:18.687" v="410"/>
          <ac:picMkLst>
            <pc:docMk/>
            <pc:sldMk cId="1108261142" sldId="277"/>
            <ac:picMk id="6" creationId="{586B9764-7AFF-2A7D-C0F9-9F9B3BCED405}"/>
          </ac:picMkLst>
        </pc:picChg>
        <pc:cxnChg chg="add mod">
          <ac:chgData name="李 適宏" userId="ba70bf4345ae8a18" providerId="Windows Live" clId="Web-{E7DA5099-78A1-408B-84DF-074DE53BB9A0}" dt="2023-08-30T20:47:58.094" v="1880" actId="1076"/>
          <ac:cxnSpMkLst>
            <pc:docMk/>
            <pc:sldMk cId="1108261142" sldId="277"/>
            <ac:cxnSpMk id="6" creationId="{92DCA5B9-0901-8CB0-6416-01C86CAB0D16}"/>
          </ac:cxnSpMkLst>
        </pc:cxnChg>
        <pc:cxnChg chg="add mod">
          <ac:chgData name="李 適宏" userId="ba70bf4345ae8a18" providerId="Windows Live" clId="Web-{E7DA5099-78A1-408B-84DF-074DE53BB9A0}" dt="2023-08-30T20:48:09.297" v="1884" actId="14100"/>
          <ac:cxnSpMkLst>
            <pc:docMk/>
            <pc:sldMk cId="1108261142" sldId="277"/>
            <ac:cxnSpMk id="10" creationId="{6C1A636E-AD67-5DA5-AB87-9CC192303540}"/>
          </ac:cxnSpMkLst>
        </pc:cxnChg>
      </pc:sldChg>
      <pc:sldChg chg="del">
        <pc:chgData name="李 適宏" userId="ba70bf4345ae8a18" providerId="Windows Live" clId="Web-{E7DA5099-78A1-408B-84DF-074DE53BB9A0}" dt="2023-08-30T09:56:24.606" v="47"/>
        <pc:sldMkLst>
          <pc:docMk/>
          <pc:sldMk cId="1562261445" sldId="277"/>
        </pc:sldMkLst>
      </pc:sldChg>
      <pc:sldChg chg="addSp delSp modSp add replId">
        <pc:chgData name="李 適宏" userId="ba70bf4345ae8a18" providerId="Windows Live" clId="Web-{E7DA5099-78A1-408B-84DF-074DE53BB9A0}" dt="2023-08-31T07:23:22.957" v="2528"/>
        <pc:sldMkLst>
          <pc:docMk/>
          <pc:sldMk cId="2778347549" sldId="278"/>
        </pc:sldMkLst>
        <pc:spChg chg="mod">
          <ac:chgData name="李 適宏" userId="ba70bf4345ae8a18" providerId="Windows Live" clId="Web-{E7DA5099-78A1-408B-84DF-074DE53BB9A0}" dt="2023-08-30T18:46:21.540" v="603" actId="20577"/>
          <ac:spMkLst>
            <pc:docMk/>
            <pc:sldMk cId="2778347549" sldId="278"/>
            <ac:spMk id="2" creationId="{586E7B9E-57DC-CBEB-89A8-BAB4955671D3}"/>
          </ac:spMkLst>
        </pc:spChg>
        <pc:spChg chg="add mod">
          <ac:chgData name="李 適宏" userId="ba70bf4345ae8a18" providerId="Windows Live" clId="Web-{E7DA5099-78A1-408B-84DF-074DE53BB9A0}" dt="2023-08-31T07:23:22.957" v="2528"/>
          <ac:spMkLst>
            <pc:docMk/>
            <pc:sldMk cId="2778347549" sldId="278"/>
            <ac:spMk id="3" creationId="{5B8EAAD2-E307-242C-3D1C-2124E7695518}"/>
          </ac:spMkLst>
        </pc:spChg>
        <pc:spChg chg="add del mod">
          <ac:chgData name="李 適宏" userId="ba70bf4345ae8a18" providerId="Windows Live" clId="Web-{E7DA5099-78A1-408B-84DF-074DE53BB9A0}" dt="2023-08-30T13:03:10.763" v="446"/>
          <ac:spMkLst>
            <pc:docMk/>
            <pc:sldMk cId="2778347549" sldId="278"/>
            <ac:spMk id="5" creationId="{59F03AF3-C7ED-5FD8-319E-09229F8F672A}"/>
          </ac:spMkLst>
        </pc:spChg>
        <pc:spChg chg="mod">
          <ac:chgData name="李 適宏" userId="ba70bf4345ae8a18" providerId="Windows Live" clId="Web-{E7DA5099-78A1-408B-84DF-074DE53BB9A0}" dt="2023-08-30T13:00:32.946" v="437" actId="20577"/>
          <ac:spMkLst>
            <pc:docMk/>
            <pc:sldMk cId="2778347549" sldId="278"/>
            <ac:spMk id="7" creationId="{7B70283C-D4CF-1F44-716D-03B304C2249A}"/>
          </ac:spMkLst>
        </pc:spChg>
        <pc:spChg chg="mod">
          <ac:chgData name="李 適宏" userId="ba70bf4345ae8a18" providerId="Windows Live" clId="Web-{E7DA5099-78A1-408B-84DF-074DE53BB9A0}" dt="2023-08-30T13:00:39.758" v="440" actId="20577"/>
          <ac:spMkLst>
            <pc:docMk/>
            <pc:sldMk cId="2778347549" sldId="278"/>
            <ac:spMk id="9" creationId="{642B57A3-6253-FD80-BA86-C5EC45DB1705}"/>
          </ac:spMkLst>
        </pc:spChg>
        <pc:picChg chg="del">
          <ac:chgData name="李 適宏" userId="ba70bf4345ae8a18" providerId="Windows Live" clId="Web-{E7DA5099-78A1-408B-84DF-074DE53BB9A0}" dt="2023-08-30T13:00:46.368" v="441"/>
          <ac:picMkLst>
            <pc:docMk/>
            <pc:sldMk cId="2778347549" sldId="278"/>
            <ac:picMk id="3" creationId="{31790599-A2DE-5C16-3410-92521D5E9D47}"/>
          </ac:picMkLst>
        </pc:picChg>
        <pc:picChg chg="del">
          <ac:chgData name="李 適宏" userId="ba70bf4345ae8a18" providerId="Windows Live" clId="Web-{E7DA5099-78A1-408B-84DF-074DE53BB9A0}" dt="2023-08-30T13:00:46.571" v="442"/>
          <ac:picMkLst>
            <pc:docMk/>
            <pc:sldMk cId="2778347549" sldId="278"/>
            <ac:picMk id="4" creationId="{4D1C6ADD-071C-C7E0-64FA-1922A67FE4E8}"/>
          </ac:picMkLst>
        </pc:picChg>
        <pc:picChg chg="add mod">
          <ac:chgData name="李 適宏" userId="ba70bf4345ae8a18" providerId="Windows Live" clId="Web-{E7DA5099-78A1-408B-84DF-074DE53BB9A0}" dt="2023-08-30T13:03:29.560" v="450" actId="1076"/>
          <ac:picMkLst>
            <pc:docMk/>
            <pc:sldMk cId="2778347549" sldId="278"/>
            <ac:picMk id="6" creationId="{5D0A4FC2-3D58-E499-5175-88A846022B55}"/>
          </ac:picMkLst>
        </pc:picChg>
        <pc:picChg chg="add mod">
          <ac:chgData name="李 適宏" userId="ba70bf4345ae8a18" providerId="Windows Live" clId="Web-{E7DA5099-78A1-408B-84DF-074DE53BB9A0}" dt="2023-08-30T13:04:46.906" v="454" actId="1076"/>
          <ac:picMkLst>
            <pc:docMk/>
            <pc:sldMk cId="2778347549" sldId="278"/>
            <ac:picMk id="8" creationId="{176243BC-6B65-BF69-6D42-5D8D52CC3A8F}"/>
          </ac:picMkLst>
        </pc:picChg>
        <pc:cxnChg chg="add mod">
          <ac:chgData name="李 適宏" userId="ba70bf4345ae8a18" providerId="Windows Live" clId="Web-{E7DA5099-78A1-408B-84DF-074DE53BB9A0}" dt="2023-08-30T20:47:35.921" v="1875" actId="14100"/>
          <ac:cxnSpMkLst>
            <pc:docMk/>
            <pc:sldMk cId="2778347549" sldId="278"/>
            <ac:cxnSpMk id="4" creationId="{2F117D60-DB32-F27F-F202-745DE38E991D}"/>
          </ac:cxnSpMkLst>
        </pc:cxnChg>
        <pc:cxnChg chg="add mod">
          <ac:chgData name="李 適宏" userId="ba70bf4345ae8a18" providerId="Windows Live" clId="Web-{E7DA5099-78A1-408B-84DF-074DE53BB9A0}" dt="2023-08-30T20:47:45.656" v="1878" actId="14100"/>
          <ac:cxnSpMkLst>
            <pc:docMk/>
            <pc:sldMk cId="2778347549" sldId="278"/>
            <ac:cxnSpMk id="10" creationId="{BAE26980-54EC-4ADF-5E7C-A0AD63CACEE3}"/>
          </ac:cxnSpMkLst>
        </pc:cxnChg>
      </pc:sldChg>
      <pc:sldChg chg="del">
        <pc:chgData name="李 適宏" userId="ba70bf4345ae8a18" providerId="Windows Live" clId="Web-{E7DA5099-78A1-408B-84DF-074DE53BB9A0}" dt="2023-08-30T09:56:24.434" v="44"/>
        <pc:sldMkLst>
          <pc:docMk/>
          <pc:sldMk cId="1139216738" sldId="279"/>
        </pc:sldMkLst>
      </pc:sldChg>
      <pc:sldChg chg="addSp delSp modSp add replId">
        <pc:chgData name="李 適宏" userId="ba70bf4345ae8a18" providerId="Windows Live" clId="Web-{E7DA5099-78A1-408B-84DF-074DE53BB9A0}" dt="2023-08-31T07:23:22.957" v="2529"/>
        <pc:sldMkLst>
          <pc:docMk/>
          <pc:sldMk cId="2876509648" sldId="279"/>
        </pc:sldMkLst>
        <pc:spChg chg="add mod">
          <ac:chgData name="李 適宏" userId="ba70bf4345ae8a18" providerId="Windows Live" clId="Web-{E7DA5099-78A1-408B-84DF-074DE53BB9A0}" dt="2023-08-31T07:23:22.957" v="2529"/>
          <ac:spMkLst>
            <pc:docMk/>
            <pc:sldMk cId="2876509648" sldId="279"/>
            <ac:spMk id="4" creationId="{2AB043E5-7C75-04A2-0A97-DAC773960FD2}"/>
          </ac:spMkLst>
        </pc:spChg>
        <pc:spChg chg="mod">
          <ac:chgData name="李 適宏" userId="ba70bf4345ae8a18" providerId="Windows Live" clId="Web-{E7DA5099-78A1-408B-84DF-074DE53BB9A0}" dt="2023-08-30T13:20:23.855" v="565" actId="20577"/>
          <ac:spMkLst>
            <pc:docMk/>
            <pc:sldMk cId="2876509648" sldId="279"/>
            <ac:spMk id="7" creationId="{7B70283C-D4CF-1F44-716D-03B304C2249A}"/>
          </ac:spMkLst>
        </pc:spChg>
        <pc:spChg chg="del">
          <ac:chgData name="李 適宏" userId="ba70bf4345ae8a18" providerId="Windows Live" clId="Web-{E7DA5099-78A1-408B-84DF-074DE53BB9A0}" dt="2023-08-30T13:05:16.001" v="462"/>
          <ac:spMkLst>
            <pc:docMk/>
            <pc:sldMk cId="2876509648" sldId="279"/>
            <ac:spMk id="9" creationId="{642B57A3-6253-FD80-BA86-C5EC45DB1705}"/>
          </ac:spMkLst>
        </pc:spChg>
        <pc:spChg chg="add mod">
          <ac:chgData name="李 適宏" userId="ba70bf4345ae8a18" providerId="Windows Live" clId="Web-{E7DA5099-78A1-408B-84DF-074DE53BB9A0}" dt="2023-08-30T19:19:00.638" v="808" actId="20577"/>
          <ac:spMkLst>
            <pc:docMk/>
            <pc:sldMk cId="2876509648" sldId="279"/>
            <ac:spMk id="10" creationId="{57B27060-23DD-C14E-2199-90760FF9DE5F}"/>
          </ac:spMkLst>
        </pc:spChg>
        <pc:spChg chg="add del">
          <ac:chgData name="李 適宏" userId="ba70bf4345ae8a18" providerId="Windows Live" clId="Web-{E7DA5099-78A1-408B-84DF-074DE53BB9A0}" dt="2023-08-30T13:09:33.165" v="485"/>
          <ac:spMkLst>
            <pc:docMk/>
            <pc:sldMk cId="2876509648" sldId="279"/>
            <ac:spMk id="11" creationId="{3DBDFE4C-0451-AF39-1607-FA31B17A58D9}"/>
          </ac:spMkLst>
        </pc:spChg>
        <pc:picChg chg="add mod">
          <ac:chgData name="李 適宏" userId="ba70bf4345ae8a18" providerId="Windows Live" clId="Web-{E7DA5099-78A1-408B-84DF-074DE53BB9A0}" dt="2023-08-30T13:06:39.378" v="467" actId="1076"/>
          <ac:picMkLst>
            <pc:docMk/>
            <pc:sldMk cId="2876509648" sldId="279"/>
            <ac:picMk id="3" creationId="{3AE7C658-6F42-8BFB-3AC0-E0A9B05E94D8}"/>
          </ac:picMkLst>
        </pc:picChg>
        <pc:picChg chg="add del mod">
          <ac:chgData name="李 適宏" userId="ba70bf4345ae8a18" providerId="Windows Live" clId="Web-{E7DA5099-78A1-408B-84DF-074DE53BB9A0}" dt="2023-08-30T13:07:25.536" v="470"/>
          <ac:picMkLst>
            <pc:docMk/>
            <pc:sldMk cId="2876509648" sldId="279"/>
            <ac:picMk id="5" creationId="{32D88D96-F8B6-4AF4-BFC2-0F538B57C691}"/>
          </ac:picMkLst>
        </pc:picChg>
        <pc:picChg chg="del">
          <ac:chgData name="李 適宏" userId="ba70bf4345ae8a18" providerId="Windows Live" clId="Web-{E7DA5099-78A1-408B-84DF-074DE53BB9A0}" dt="2023-08-30T13:04:58.922" v="456"/>
          <ac:picMkLst>
            <pc:docMk/>
            <pc:sldMk cId="2876509648" sldId="279"/>
            <ac:picMk id="6" creationId="{5D0A4FC2-3D58-E499-5175-88A846022B55}"/>
          </ac:picMkLst>
        </pc:picChg>
        <pc:picChg chg="del">
          <ac:chgData name="李 適宏" userId="ba70bf4345ae8a18" providerId="Windows Live" clId="Web-{E7DA5099-78A1-408B-84DF-074DE53BB9A0}" dt="2023-08-30T13:04:59.453" v="457"/>
          <ac:picMkLst>
            <pc:docMk/>
            <pc:sldMk cId="2876509648" sldId="279"/>
            <ac:picMk id="8" creationId="{176243BC-6B65-BF69-6D42-5D8D52CC3A8F}"/>
          </ac:picMkLst>
        </pc:picChg>
        <pc:cxnChg chg="add mod">
          <ac:chgData name="李 適宏" userId="ba70bf4345ae8a18" providerId="Windows Live" clId="Web-{E7DA5099-78A1-408B-84DF-074DE53BB9A0}" dt="2023-08-30T20:47:24.749" v="1872" actId="1076"/>
          <ac:cxnSpMkLst>
            <pc:docMk/>
            <pc:sldMk cId="2876509648" sldId="279"/>
            <ac:cxnSpMk id="5" creationId="{12E06FFC-7339-CACA-18CD-9B3B6B363754}"/>
          </ac:cxnSpMkLst>
        </pc:cxnChg>
      </pc:sldChg>
      <pc:sldChg chg="del">
        <pc:chgData name="李 適宏" userId="ba70bf4345ae8a18" providerId="Windows Live" clId="Web-{E7DA5099-78A1-408B-84DF-074DE53BB9A0}" dt="2023-08-30T09:56:24.434" v="45"/>
        <pc:sldMkLst>
          <pc:docMk/>
          <pc:sldMk cId="2089769532" sldId="280"/>
        </pc:sldMkLst>
      </pc:sldChg>
      <pc:sldChg chg="addSp modSp new ord modNotes">
        <pc:chgData name="李 適宏" userId="ba70bf4345ae8a18" providerId="Windows Live" clId="Web-{E7DA5099-78A1-408B-84DF-074DE53BB9A0}" dt="2023-08-31T07:23:22.988" v="2531"/>
        <pc:sldMkLst>
          <pc:docMk/>
          <pc:sldMk cId="2366481983" sldId="280"/>
        </pc:sldMkLst>
        <pc:spChg chg="mod">
          <ac:chgData name="李 適宏" userId="ba70bf4345ae8a18" providerId="Windows Live" clId="Web-{E7DA5099-78A1-408B-84DF-074DE53BB9A0}" dt="2023-08-30T18:46:01.071" v="600" actId="20577"/>
          <ac:spMkLst>
            <pc:docMk/>
            <pc:sldMk cId="2366481983" sldId="280"/>
            <ac:spMk id="2" creationId="{22B757A1-34EF-296F-C492-509B10CCA717}"/>
          </ac:spMkLst>
        </pc:spChg>
        <pc:spChg chg="mod">
          <ac:chgData name="李 適宏" userId="ba70bf4345ae8a18" providerId="Windows Live" clId="Web-{E7DA5099-78A1-408B-84DF-074DE53BB9A0}" dt="2023-08-30T18:56:33.840" v="713" actId="20577"/>
          <ac:spMkLst>
            <pc:docMk/>
            <pc:sldMk cId="2366481983" sldId="280"/>
            <ac:spMk id="3" creationId="{96577230-7D86-D0B7-608C-4C71188C0301}"/>
          </ac:spMkLst>
        </pc:spChg>
        <pc:spChg chg="add mod">
          <ac:chgData name="李 適宏" userId="ba70bf4345ae8a18" providerId="Windows Live" clId="Web-{E7DA5099-78A1-408B-84DF-074DE53BB9A0}" dt="2023-08-31T07:23:22.988" v="2531"/>
          <ac:spMkLst>
            <pc:docMk/>
            <pc:sldMk cId="2366481983" sldId="280"/>
            <ac:spMk id="4" creationId="{CB31F11B-9FF8-C371-D1BE-7B33E2E6E5ED}"/>
          </ac:spMkLst>
        </pc:spChg>
      </pc:sldChg>
      <pc:sldChg chg="del">
        <pc:chgData name="李 適宏" userId="ba70bf4345ae8a18" providerId="Windows Live" clId="Web-{E7DA5099-78A1-408B-84DF-074DE53BB9A0}" dt="2023-08-30T09:56:24.153" v="43"/>
        <pc:sldMkLst>
          <pc:docMk/>
          <pc:sldMk cId="139360540" sldId="281"/>
        </pc:sldMkLst>
      </pc:sldChg>
      <pc:sldChg chg="addSp delSp modSp new">
        <pc:chgData name="李 適宏" userId="ba70bf4345ae8a18" providerId="Windows Live" clId="Web-{E7DA5099-78A1-408B-84DF-074DE53BB9A0}" dt="2023-08-31T07:26:23.869" v="2559" actId="20577"/>
        <pc:sldMkLst>
          <pc:docMk/>
          <pc:sldMk cId="1250583130" sldId="281"/>
        </pc:sldMkLst>
        <pc:spChg chg="mod">
          <ac:chgData name="李 適宏" userId="ba70bf4345ae8a18" providerId="Windows Live" clId="Web-{E7DA5099-78A1-408B-84DF-074DE53BB9A0}" dt="2023-08-30T18:58:56.954" v="716" actId="20577"/>
          <ac:spMkLst>
            <pc:docMk/>
            <pc:sldMk cId="1250583130" sldId="281"/>
            <ac:spMk id="2" creationId="{274890AF-9A0C-4C2E-42B0-73C0D726D449}"/>
          </ac:spMkLst>
        </pc:spChg>
        <pc:spChg chg="mod">
          <ac:chgData name="李 適宏" userId="ba70bf4345ae8a18" providerId="Windows Live" clId="Web-{E7DA5099-78A1-408B-84DF-074DE53BB9A0}" dt="2023-08-31T07:26:23.869" v="2559" actId="20577"/>
          <ac:spMkLst>
            <pc:docMk/>
            <pc:sldMk cId="1250583130" sldId="281"/>
            <ac:spMk id="3" creationId="{BA75B119-A2A2-860D-8787-7E5292210D0A}"/>
          </ac:spMkLst>
        </pc:spChg>
        <pc:spChg chg="add mod">
          <ac:chgData name="李 適宏" userId="ba70bf4345ae8a18" providerId="Windows Live" clId="Web-{E7DA5099-78A1-408B-84DF-074DE53BB9A0}" dt="2023-08-31T07:23:22.973" v="2530"/>
          <ac:spMkLst>
            <pc:docMk/>
            <pc:sldMk cId="1250583130" sldId="281"/>
            <ac:spMk id="4" creationId="{BEC5296C-9088-BE6D-07E6-1116B6B730E5}"/>
          </ac:spMkLst>
        </pc:spChg>
        <pc:spChg chg="add del mod">
          <ac:chgData name="李 適宏" userId="ba70bf4345ae8a18" providerId="Windows Live" clId="Web-{E7DA5099-78A1-408B-84DF-074DE53BB9A0}" dt="2023-08-30T19:08:19.767" v="778"/>
          <ac:spMkLst>
            <pc:docMk/>
            <pc:sldMk cId="1250583130" sldId="281"/>
            <ac:spMk id="4" creationId="{EEA38AA7-2E29-2FB9-9B1A-5D8280CDC83A}"/>
          </ac:spMkLst>
        </pc:spChg>
        <pc:picChg chg="add mod">
          <ac:chgData name="李 適宏" userId="ba70bf4345ae8a18" providerId="Windows Live" clId="Web-{E7DA5099-78A1-408B-84DF-074DE53BB9A0}" dt="2023-08-30T19:09:04.284" v="785" actId="1076"/>
          <ac:picMkLst>
            <pc:docMk/>
            <pc:sldMk cId="1250583130" sldId="281"/>
            <ac:picMk id="5" creationId="{9A001351-ADAB-5B92-987F-9447F2F50040}"/>
          </ac:picMkLst>
        </pc:picChg>
      </pc:sldChg>
      <pc:sldChg chg="del">
        <pc:chgData name="李 適宏" userId="ba70bf4345ae8a18" providerId="Windows Live" clId="Web-{E7DA5099-78A1-408B-84DF-074DE53BB9A0}" dt="2023-08-30T09:56:24.153" v="41"/>
        <pc:sldMkLst>
          <pc:docMk/>
          <pc:sldMk cId="324218543" sldId="282"/>
        </pc:sldMkLst>
      </pc:sldChg>
      <pc:sldChg chg="addSp modSp new">
        <pc:chgData name="李 適宏" userId="ba70bf4345ae8a18" providerId="Windows Live" clId="Web-{E7DA5099-78A1-408B-84DF-074DE53BB9A0}" dt="2023-08-31T07:23:23.004" v="2532"/>
        <pc:sldMkLst>
          <pc:docMk/>
          <pc:sldMk cId="1129166158" sldId="282"/>
        </pc:sldMkLst>
        <pc:spChg chg="mod">
          <ac:chgData name="李 適宏" userId="ba70bf4345ae8a18" providerId="Windows Live" clId="Web-{E7DA5099-78A1-408B-84DF-074DE53BB9A0}" dt="2023-08-30T19:17:43.543" v="803" actId="20577"/>
          <ac:spMkLst>
            <pc:docMk/>
            <pc:sldMk cId="1129166158" sldId="282"/>
            <ac:spMk id="2" creationId="{B82D5465-6424-897A-20FA-D053DDB15427}"/>
          </ac:spMkLst>
        </pc:spChg>
        <pc:spChg chg="mod">
          <ac:chgData name="李 適宏" userId="ba70bf4345ae8a18" providerId="Windows Live" clId="Web-{E7DA5099-78A1-408B-84DF-074DE53BB9A0}" dt="2023-08-30T19:28:28.793" v="959" actId="20577"/>
          <ac:spMkLst>
            <pc:docMk/>
            <pc:sldMk cId="1129166158" sldId="282"/>
            <ac:spMk id="3" creationId="{C228B281-FB0F-E075-C48B-F53E99703D4A}"/>
          </ac:spMkLst>
        </pc:spChg>
        <pc:spChg chg="add mod">
          <ac:chgData name="李 適宏" userId="ba70bf4345ae8a18" providerId="Windows Live" clId="Web-{E7DA5099-78A1-408B-84DF-074DE53BB9A0}" dt="2023-08-31T07:23:23.004" v="2532"/>
          <ac:spMkLst>
            <pc:docMk/>
            <pc:sldMk cId="1129166158" sldId="282"/>
            <ac:spMk id="4" creationId="{556B5CE7-E875-6066-D67D-C82DF62F6986}"/>
          </ac:spMkLst>
        </pc:spChg>
      </pc:sldChg>
      <pc:sldChg chg="addSp delSp modSp new">
        <pc:chgData name="李 適宏" userId="ba70bf4345ae8a18" providerId="Windows Live" clId="Web-{E7DA5099-78A1-408B-84DF-074DE53BB9A0}" dt="2023-08-31T07:23:23.004" v="2533"/>
        <pc:sldMkLst>
          <pc:docMk/>
          <pc:sldMk cId="2495757006" sldId="283"/>
        </pc:sldMkLst>
        <pc:spChg chg="mod">
          <ac:chgData name="李 適宏" userId="ba70bf4345ae8a18" providerId="Windows Live" clId="Web-{E7DA5099-78A1-408B-84DF-074DE53BB9A0}" dt="2023-08-30T19:30:44.077" v="981" actId="20577"/>
          <ac:spMkLst>
            <pc:docMk/>
            <pc:sldMk cId="2495757006" sldId="283"/>
            <ac:spMk id="2" creationId="{8F6145AE-13C2-819A-454C-6D0420413DB1}"/>
          </ac:spMkLst>
        </pc:spChg>
        <pc:spChg chg="add mod">
          <ac:chgData name="李 適宏" userId="ba70bf4345ae8a18" providerId="Windows Live" clId="Web-{E7DA5099-78A1-408B-84DF-074DE53BB9A0}" dt="2023-08-31T07:23:23.004" v="2533"/>
          <ac:spMkLst>
            <pc:docMk/>
            <pc:sldMk cId="2495757006" sldId="283"/>
            <ac:spMk id="3" creationId="{8F244933-83B6-6CEF-3860-612C80FC75D0}"/>
          </ac:spMkLst>
        </pc:spChg>
        <pc:spChg chg="del">
          <ac:chgData name="李 適宏" userId="ba70bf4345ae8a18" providerId="Windows Live" clId="Web-{E7DA5099-78A1-408B-84DF-074DE53BB9A0}" dt="2023-08-30T19:29:16.419" v="961"/>
          <ac:spMkLst>
            <pc:docMk/>
            <pc:sldMk cId="2495757006" sldId="283"/>
            <ac:spMk id="3" creationId="{B63C4760-BB30-5BC1-84E1-49985E3F0C76}"/>
          </ac:spMkLst>
        </pc:spChg>
        <pc:spChg chg="add mod">
          <ac:chgData name="李 適宏" userId="ba70bf4345ae8a18" providerId="Windows Live" clId="Web-{E7DA5099-78A1-408B-84DF-074DE53BB9A0}" dt="2023-08-30T19:39:03.089" v="1088" actId="20577"/>
          <ac:spMkLst>
            <pc:docMk/>
            <pc:sldMk cId="2495757006" sldId="283"/>
            <ac:spMk id="5" creationId="{6F3CE8F8-1C83-7161-7592-879A01980E90}"/>
          </ac:spMkLst>
        </pc:spChg>
        <pc:picChg chg="add mod ord">
          <ac:chgData name="李 適宏" userId="ba70bf4345ae8a18" providerId="Windows Live" clId="Web-{E7DA5099-78A1-408B-84DF-074DE53BB9A0}" dt="2023-08-30T19:29:20.184" v="962" actId="1076"/>
          <ac:picMkLst>
            <pc:docMk/>
            <pc:sldMk cId="2495757006" sldId="283"/>
            <ac:picMk id="4" creationId="{9405F2E0-7FF5-EA28-9417-F2492CDE6B86}"/>
          </ac:picMkLst>
        </pc:picChg>
      </pc:sldChg>
      <pc:sldChg chg="del">
        <pc:chgData name="李 適宏" userId="ba70bf4345ae8a18" providerId="Windows Live" clId="Web-{E7DA5099-78A1-408B-84DF-074DE53BB9A0}" dt="2023-08-30T09:56:24.059" v="40"/>
        <pc:sldMkLst>
          <pc:docMk/>
          <pc:sldMk cId="4023731045" sldId="283"/>
        </pc:sldMkLst>
      </pc:sldChg>
      <pc:sldChg chg="addSp modSp new">
        <pc:chgData name="李 適宏" userId="ba70bf4345ae8a18" providerId="Windows Live" clId="Web-{E7DA5099-78A1-408B-84DF-074DE53BB9A0}" dt="2023-08-31T07:23:23.020" v="2534"/>
        <pc:sldMkLst>
          <pc:docMk/>
          <pc:sldMk cId="918537606" sldId="284"/>
        </pc:sldMkLst>
        <pc:spChg chg="mod">
          <ac:chgData name="李 適宏" userId="ba70bf4345ae8a18" providerId="Windows Live" clId="Web-{E7DA5099-78A1-408B-84DF-074DE53BB9A0}" dt="2023-08-30T19:40:39.857" v="1091" actId="20577"/>
          <ac:spMkLst>
            <pc:docMk/>
            <pc:sldMk cId="918537606" sldId="284"/>
            <ac:spMk id="2" creationId="{35CB59DA-99AE-1E3F-BE67-E0117A48E919}"/>
          </ac:spMkLst>
        </pc:spChg>
        <pc:spChg chg="mod">
          <ac:chgData name="李 適宏" userId="ba70bf4345ae8a18" providerId="Windows Live" clId="Web-{E7DA5099-78A1-408B-84DF-074DE53BB9A0}" dt="2023-08-30T19:45:21.114" v="1172" actId="20577"/>
          <ac:spMkLst>
            <pc:docMk/>
            <pc:sldMk cId="918537606" sldId="284"/>
            <ac:spMk id="3" creationId="{84ACAE3E-62A4-ED5D-359B-7C704CB5F38B}"/>
          </ac:spMkLst>
        </pc:spChg>
        <pc:spChg chg="add mod">
          <ac:chgData name="李 適宏" userId="ba70bf4345ae8a18" providerId="Windows Live" clId="Web-{E7DA5099-78A1-408B-84DF-074DE53BB9A0}" dt="2023-08-31T07:23:23.020" v="2534"/>
          <ac:spMkLst>
            <pc:docMk/>
            <pc:sldMk cId="918537606" sldId="284"/>
            <ac:spMk id="4" creationId="{8FEB5D2D-D98A-3EF2-7D48-C28E9551B7D3}"/>
          </ac:spMkLst>
        </pc:spChg>
      </pc:sldChg>
      <pc:sldChg chg="del">
        <pc:chgData name="李 適宏" userId="ba70bf4345ae8a18" providerId="Windows Live" clId="Web-{E7DA5099-78A1-408B-84DF-074DE53BB9A0}" dt="2023-08-30T09:56:24.059" v="39"/>
        <pc:sldMkLst>
          <pc:docMk/>
          <pc:sldMk cId="4184696065" sldId="284"/>
        </pc:sldMkLst>
      </pc:sldChg>
      <pc:sldChg chg="del">
        <pc:chgData name="李 適宏" userId="ba70bf4345ae8a18" providerId="Windows Live" clId="Web-{E7DA5099-78A1-408B-84DF-074DE53BB9A0}" dt="2023-08-30T09:56:24.059" v="38"/>
        <pc:sldMkLst>
          <pc:docMk/>
          <pc:sldMk cId="468694768" sldId="285"/>
        </pc:sldMkLst>
      </pc:sldChg>
      <pc:sldChg chg="addSp delSp modSp new">
        <pc:chgData name="李 適宏" userId="ba70bf4345ae8a18" providerId="Windows Live" clId="Web-{E7DA5099-78A1-408B-84DF-074DE53BB9A0}" dt="2023-08-31T07:23:23.051" v="2535"/>
        <pc:sldMkLst>
          <pc:docMk/>
          <pc:sldMk cId="1163189224" sldId="285"/>
        </pc:sldMkLst>
        <pc:spChg chg="mod">
          <ac:chgData name="李 適宏" userId="ba70bf4345ae8a18" providerId="Windows Live" clId="Web-{E7DA5099-78A1-408B-84DF-074DE53BB9A0}" dt="2023-08-30T20:11:24.932" v="1636" actId="20577"/>
          <ac:spMkLst>
            <pc:docMk/>
            <pc:sldMk cId="1163189224" sldId="285"/>
            <ac:spMk id="2" creationId="{E6428363-9E49-B06E-A74D-8935475A42EB}"/>
          </ac:spMkLst>
        </pc:spChg>
        <pc:spChg chg="mod">
          <ac:chgData name="李 適宏" userId="ba70bf4345ae8a18" providerId="Windows Live" clId="Web-{E7DA5099-78A1-408B-84DF-074DE53BB9A0}" dt="2023-08-30T20:17:24.535" v="1772" actId="20577"/>
          <ac:spMkLst>
            <pc:docMk/>
            <pc:sldMk cId="1163189224" sldId="285"/>
            <ac:spMk id="3" creationId="{62FC13A2-4CDE-B7E6-3DA7-925B2F0F99EF}"/>
          </ac:spMkLst>
        </pc:spChg>
        <pc:spChg chg="add mod">
          <ac:chgData name="李 適宏" userId="ba70bf4345ae8a18" providerId="Windows Live" clId="Web-{E7DA5099-78A1-408B-84DF-074DE53BB9A0}" dt="2023-08-31T07:23:23.051" v="2535"/>
          <ac:spMkLst>
            <pc:docMk/>
            <pc:sldMk cId="1163189224" sldId="285"/>
            <ac:spMk id="4" creationId="{27E637F6-D0DE-5D5A-964A-DDBDFBF5EC9A}"/>
          </ac:spMkLst>
        </pc:spChg>
        <pc:graphicFrameChg chg="add mod modGraphic">
          <ac:chgData name="李 適宏" userId="ba70bf4345ae8a18" providerId="Windows Live" clId="Web-{E7DA5099-78A1-408B-84DF-074DE53BB9A0}" dt="2023-08-30T20:38:31.080" v="1790"/>
          <ac:graphicFrameMkLst>
            <pc:docMk/>
            <pc:sldMk cId="1163189224" sldId="285"/>
            <ac:graphicFrameMk id="5" creationId="{FE83D9F6-757B-C76E-8D81-317A44A27283}"/>
          </ac:graphicFrameMkLst>
        </pc:graphicFrameChg>
        <pc:graphicFrameChg chg="add mod modGraphic">
          <ac:chgData name="李 適宏" userId="ba70bf4345ae8a18" providerId="Windows Live" clId="Web-{E7DA5099-78A1-408B-84DF-074DE53BB9A0}" dt="2023-08-30T20:10:53.525" v="1619" actId="1076"/>
          <ac:graphicFrameMkLst>
            <pc:docMk/>
            <pc:sldMk cId="1163189224" sldId="285"/>
            <ac:graphicFrameMk id="6" creationId="{36EA033C-9781-F383-536D-366F5DAD01B7}"/>
          </ac:graphicFrameMkLst>
        </pc:graphicFrameChg>
        <pc:picChg chg="add del mod">
          <ac:chgData name="李 適宏" userId="ba70bf4345ae8a18" providerId="Windows Live" clId="Web-{E7DA5099-78A1-408B-84DF-074DE53BB9A0}" dt="2023-08-30T20:05:45.315" v="1550"/>
          <ac:picMkLst>
            <pc:docMk/>
            <pc:sldMk cId="1163189224" sldId="285"/>
            <ac:picMk id="4" creationId="{D12873D1-A318-A32E-8C30-C7B7A2AB8884}"/>
          </ac:picMkLst>
        </pc:picChg>
        <pc:picChg chg="add del mod">
          <ac:chgData name="李 適宏" userId="ba70bf4345ae8a18" providerId="Windows Live" clId="Web-{E7DA5099-78A1-408B-84DF-074DE53BB9A0}" dt="2023-08-30T20:08:35.038" v="1570"/>
          <ac:picMkLst>
            <pc:docMk/>
            <pc:sldMk cId="1163189224" sldId="285"/>
            <ac:picMk id="7" creationId="{ED8F85C6-24AA-A7DC-2A95-F71EC8413F74}"/>
          </ac:picMkLst>
        </pc:picChg>
        <pc:picChg chg="add mod ord">
          <ac:chgData name="李 適宏" userId="ba70bf4345ae8a18" providerId="Windows Live" clId="Web-{E7DA5099-78A1-408B-84DF-074DE53BB9A0}" dt="2023-08-30T20:10:57.666" v="1620"/>
          <ac:picMkLst>
            <pc:docMk/>
            <pc:sldMk cId="1163189224" sldId="285"/>
            <ac:picMk id="8" creationId="{91E2D868-83DB-C4F8-C4B8-97551ACFF8C1}"/>
          </ac:picMkLst>
        </pc:picChg>
        <pc:cxnChg chg="add mod">
          <ac:chgData name="李 適宏" userId="ba70bf4345ae8a18" providerId="Windows Live" clId="Web-{E7DA5099-78A1-408B-84DF-074DE53BB9A0}" dt="2023-08-30T20:47:04.827" v="1868" actId="1076"/>
          <ac:cxnSpMkLst>
            <pc:docMk/>
            <pc:sldMk cId="1163189224" sldId="285"/>
            <ac:cxnSpMk id="9" creationId="{3403112F-9F7E-C354-EC03-ADECEA6C0B48}"/>
          </ac:cxnSpMkLst>
        </pc:cxnChg>
      </pc:sldChg>
      <pc:sldChg chg="addSp delSp modSp new">
        <pc:chgData name="李 適宏" userId="ba70bf4345ae8a18" providerId="Windows Live" clId="Web-{E7DA5099-78A1-408B-84DF-074DE53BB9A0}" dt="2023-08-31T07:23:23.082" v="2536"/>
        <pc:sldMkLst>
          <pc:docMk/>
          <pc:sldMk cId="1683517903" sldId="286"/>
        </pc:sldMkLst>
        <pc:spChg chg="mod">
          <ac:chgData name="李 適宏" userId="ba70bf4345ae8a18" providerId="Windows Live" clId="Web-{E7DA5099-78A1-408B-84DF-074DE53BB9A0}" dt="2023-08-30T20:37:34.079" v="1785" actId="20577"/>
          <ac:spMkLst>
            <pc:docMk/>
            <pc:sldMk cId="1683517903" sldId="286"/>
            <ac:spMk id="2" creationId="{A004FD11-257D-62CE-D688-723D2E67FB37}"/>
          </ac:spMkLst>
        </pc:spChg>
        <pc:spChg chg="add mod">
          <ac:chgData name="李 適宏" userId="ba70bf4345ae8a18" providerId="Windows Live" clId="Web-{E7DA5099-78A1-408B-84DF-074DE53BB9A0}" dt="2023-08-31T07:23:23.082" v="2536"/>
          <ac:spMkLst>
            <pc:docMk/>
            <pc:sldMk cId="1683517903" sldId="286"/>
            <ac:spMk id="3" creationId="{04EDCC1F-8918-FA2A-0DDD-7497C207A591}"/>
          </ac:spMkLst>
        </pc:spChg>
        <pc:spChg chg="del mod">
          <ac:chgData name="李 適宏" userId="ba70bf4345ae8a18" providerId="Windows Live" clId="Web-{E7DA5099-78A1-408B-84DF-074DE53BB9A0}" dt="2023-08-30T20:41:10.178" v="1800"/>
          <ac:spMkLst>
            <pc:docMk/>
            <pc:sldMk cId="1683517903" sldId="286"/>
            <ac:spMk id="3" creationId="{110FF0CA-2C6B-6141-5925-3FD2B02DF836}"/>
          </ac:spMkLst>
        </pc:spChg>
        <pc:spChg chg="add del mod">
          <ac:chgData name="李 適宏" userId="ba70bf4345ae8a18" providerId="Windows Live" clId="Web-{E7DA5099-78A1-408B-84DF-074DE53BB9A0}" dt="2023-08-30T20:40:41.318" v="1799"/>
          <ac:spMkLst>
            <pc:docMk/>
            <pc:sldMk cId="1683517903" sldId="286"/>
            <ac:spMk id="8" creationId="{F2FAC252-6DA2-3064-430B-73A955F4A344}"/>
          </ac:spMkLst>
        </pc:spChg>
        <pc:spChg chg="add mod">
          <ac:chgData name="李 適宏" userId="ba70bf4345ae8a18" providerId="Windows Live" clId="Web-{E7DA5099-78A1-408B-84DF-074DE53BB9A0}" dt="2023-08-30T20:45:08.246" v="1859" actId="20577"/>
          <ac:spMkLst>
            <pc:docMk/>
            <pc:sldMk cId="1683517903" sldId="286"/>
            <ac:spMk id="10" creationId="{26C2C17A-B174-444A-6239-F4E7F4A8C36E}"/>
          </ac:spMkLst>
        </pc:spChg>
        <pc:graphicFrameChg chg="add">
          <ac:chgData name="李 適宏" userId="ba70bf4345ae8a18" providerId="Windows Live" clId="Web-{E7DA5099-78A1-408B-84DF-074DE53BB9A0}" dt="2023-08-30T20:38:11.909" v="1786"/>
          <ac:graphicFrameMkLst>
            <pc:docMk/>
            <pc:sldMk cId="1683517903" sldId="286"/>
            <ac:graphicFrameMk id="5" creationId="{7E4D3DB7-9B03-0AD2-FBB7-028F48FFDB15}"/>
          </ac:graphicFrameMkLst>
        </pc:graphicFrameChg>
        <pc:graphicFrameChg chg="add mod modGraphic">
          <ac:chgData name="李 適宏" userId="ba70bf4345ae8a18" providerId="Windows Live" clId="Web-{E7DA5099-78A1-408B-84DF-074DE53BB9A0}" dt="2023-08-30T20:38:35.456" v="1792"/>
          <ac:graphicFrameMkLst>
            <pc:docMk/>
            <pc:sldMk cId="1683517903" sldId="286"/>
            <ac:graphicFrameMk id="7" creationId="{51168FDF-8612-72D2-66F0-A18598AF96BB}"/>
          </ac:graphicFrameMkLst>
        </pc:graphicFrameChg>
        <pc:picChg chg="add mod ord">
          <ac:chgData name="李 適宏" userId="ba70bf4345ae8a18" providerId="Windows Live" clId="Web-{E7DA5099-78A1-408B-84DF-074DE53BB9A0}" dt="2023-08-30T20:41:17.178" v="1802" actId="1076"/>
          <ac:picMkLst>
            <pc:docMk/>
            <pc:sldMk cId="1683517903" sldId="286"/>
            <ac:picMk id="9" creationId="{95A40EC2-584F-AB00-080A-2FE4DDD50844}"/>
          </ac:picMkLst>
        </pc:picChg>
      </pc:sldChg>
      <pc:sldChg chg="del">
        <pc:chgData name="李 適宏" userId="ba70bf4345ae8a18" providerId="Windows Live" clId="Web-{E7DA5099-78A1-408B-84DF-074DE53BB9A0}" dt="2023-08-30T09:56:24.059" v="37"/>
        <pc:sldMkLst>
          <pc:docMk/>
          <pc:sldMk cId="3819135115" sldId="286"/>
        </pc:sldMkLst>
      </pc:sldChg>
      <pc:sldChg chg="addSp modSp new">
        <pc:chgData name="李 適宏" userId="ba70bf4345ae8a18" providerId="Windows Live" clId="Web-{E7DA5099-78A1-408B-84DF-074DE53BB9A0}" dt="2023-08-31T07:23:23.082" v="2537"/>
        <pc:sldMkLst>
          <pc:docMk/>
          <pc:sldMk cId="2152916773" sldId="287"/>
        </pc:sldMkLst>
        <pc:spChg chg="mod">
          <ac:chgData name="李 適宏" userId="ba70bf4345ae8a18" providerId="Windows Live" clId="Web-{E7DA5099-78A1-408B-84DF-074DE53BB9A0}" dt="2023-08-31T06:06:23.073" v="1897" actId="20577"/>
          <ac:spMkLst>
            <pc:docMk/>
            <pc:sldMk cId="2152916773" sldId="287"/>
            <ac:spMk id="2" creationId="{3F2412AD-2AFB-13E9-4B13-8527F4C62FF6}"/>
          </ac:spMkLst>
        </pc:spChg>
        <pc:spChg chg="mod">
          <ac:chgData name="李 適宏" userId="ba70bf4345ae8a18" providerId="Windows Live" clId="Web-{E7DA5099-78A1-408B-84DF-074DE53BB9A0}" dt="2023-08-31T06:16:10.512" v="2085" actId="20577"/>
          <ac:spMkLst>
            <pc:docMk/>
            <pc:sldMk cId="2152916773" sldId="287"/>
            <ac:spMk id="3" creationId="{7911B56A-1115-9429-3174-CAF0E5D2CD92}"/>
          </ac:spMkLst>
        </pc:spChg>
        <pc:spChg chg="add mod">
          <ac:chgData name="李 適宏" userId="ba70bf4345ae8a18" providerId="Windows Live" clId="Web-{E7DA5099-78A1-408B-84DF-074DE53BB9A0}" dt="2023-08-31T07:23:23.082" v="2537"/>
          <ac:spMkLst>
            <pc:docMk/>
            <pc:sldMk cId="2152916773" sldId="287"/>
            <ac:spMk id="4" creationId="{A8D934C0-8310-91DC-0CD2-AC8E4FCC94A1}"/>
          </ac:spMkLst>
        </pc:spChg>
      </pc:sldChg>
      <pc:sldChg chg="del">
        <pc:chgData name="李 適宏" userId="ba70bf4345ae8a18" providerId="Windows Live" clId="Web-{E7DA5099-78A1-408B-84DF-074DE53BB9A0}" dt="2023-08-30T09:56:24.153" v="42"/>
        <pc:sldMkLst>
          <pc:docMk/>
          <pc:sldMk cId="2639931187" sldId="287"/>
        </pc:sldMkLst>
      </pc:sldChg>
      <pc:sldChg chg="addSp modSp new ord modNotes">
        <pc:chgData name="李 適宏" userId="ba70bf4345ae8a18" providerId="Windows Live" clId="Web-{E7DA5099-78A1-408B-84DF-074DE53BB9A0}" dt="2023-08-31T07:23:23.098" v="2538"/>
        <pc:sldMkLst>
          <pc:docMk/>
          <pc:sldMk cId="1025841646" sldId="288"/>
        </pc:sldMkLst>
        <pc:spChg chg="mod">
          <ac:chgData name="李 適宏" userId="ba70bf4345ae8a18" providerId="Windows Live" clId="Web-{E7DA5099-78A1-408B-84DF-074DE53BB9A0}" dt="2023-08-31T06:54:09.953" v="2306" actId="20577"/>
          <ac:spMkLst>
            <pc:docMk/>
            <pc:sldMk cId="1025841646" sldId="288"/>
            <ac:spMk id="2" creationId="{EE70504A-5172-8BA8-9C15-0F7B69AAB495}"/>
          </ac:spMkLst>
        </pc:spChg>
        <pc:spChg chg="mod">
          <ac:chgData name="李 適宏" userId="ba70bf4345ae8a18" providerId="Windows Live" clId="Web-{E7DA5099-78A1-408B-84DF-074DE53BB9A0}" dt="2023-08-31T07:09:04.901" v="2464" actId="20577"/>
          <ac:spMkLst>
            <pc:docMk/>
            <pc:sldMk cId="1025841646" sldId="288"/>
            <ac:spMk id="3" creationId="{11ED5AA8-FA66-12B1-7561-3FE447FE851E}"/>
          </ac:spMkLst>
        </pc:spChg>
        <pc:spChg chg="add mod">
          <ac:chgData name="李 適宏" userId="ba70bf4345ae8a18" providerId="Windows Live" clId="Web-{E7DA5099-78A1-408B-84DF-074DE53BB9A0}" dt="2023-08-31T07:23:23.098" v="2538"/>
          <ac:spMkLst>
            <pc:docMk/>
            <pc:sldMk cId="1025841646" sldId="288"/>
            <ac:spMk id="4" creationId="{83137B9D-4706-83CA-963E-BFB51394090C}"/>
          </ac:spMkLst>
        </pc:spChg>
      </pc:sldChg>
      <pc:sldChg chg="addSp modSp new ord">
        <pc:chgData name="李 適宏" userId="ba70bf4345ae8a18" providerId="Windows Live" clId="Web-{E7DA5099-78A1-408B-84DF-074DE53BB9A0}" dt="2023-08-31T07:23:23.113" v="2539"/>
        <pc:sldMkLst>
          <pc:docMk/>
          <pc:sldMk cId="1900478409" sldId="289"/>
        </pc:sldMkLst>
        <pc:spChg chg="mod">
          <ac:chgData name="李 適宏" userId="ba70bf4345ae8a18" providerId="Windows Live" clId="Web-{E7DA5099-78A1-408B-84DF-074DE53BB9A0}" dt="2023-08-31T06:54:14.485" v="2308" actId="20577"/>
          <ac:spMkLst>
            <pc:docMk/>
            <pc:sldMk cId="1900478409" sldId="289"/>
            <ac:spMk id="2" creationId="{08B7EDD0-E380-A8FC-31BE-E3386BA990D3}"/>
          </ac:spMkLst>
        </pc:spChg>
        <pc:spChg chg="mod">
          <ac:chgData name="李 適宏" userId="ba70bf4345ae8a18" providerId="Windows Live" clId="Web-{E7DA5099-78A1-408B-84DF-074DE53BB9A0}" dt="2023-08-31T07:18:44.090" v="2512" actId="20577"/>
          <ac:spMkLst>
            <pc:docMk/>
            <pc:sldMk cId="1900478409" sldId="289"/>
            <ac:spMk id="3" creationId="{2CFE26D1-1383-BF51-E3AF-009ADF969ECE}"/>
          </ac:spMkLst>
        </pc:spChg>
        <pc:spChg chg="add mod">
          <ac:chgData name="李 適宏" userId="ba70bf4345ae8a18" providerId="Windows Live" clId="Web-{E7DA5099-78A1-408B-84DF-074DE53BB9A0}" dt="2023-08-31T07:23:23.113" v="2539"/>
          <ac:spMkLst>
            <pc:docMk/>
            <pc:sldMk cId="1900478409" sldId="289"/>
            <ac:spMk id="4" creationId="{DD52911A-EB32-209A-14C0-E973569B1CF4}"/>
          </ac:spMkLst>
        </pc:spChg>
      </pc:sldChg>
    </pc:docChg>
  </pc:docChgLst>
  <pc:docChgLst>
    <pc:chgData name="李 適宏" userId="ba70bf4345ae8a18" providerId="Windows Live" clId="Web-{F70ECEBF-8AD3-43A7-BF35-843D2F9F26F7}"/>
    <pc:docChg chg="addSld modSld sldOrd">
      <pc:chgData name="李 適宏" userId="ba70bf4345ae8a18" providerId="Windows Live" clId="Web-{F70ECEBF-8AD3-43A7-BF35-843D2F9F26F7}" dt="2023-09-04T05:18:59.643" v="21" actId="20577"/>
      <pc:docMkLst>
        <pc:docMk/>
      </pc:docMkLst>
      <pc:sldChg chg="modSp">
        <pc:chgData name="李 適宏" userId="ba70bf4345ae8a18" providerId="Windows Live" clId="Web-{F70ECEBF-8AD3-43A7-BF35-843D2F9F26F7}" dt="2023-09-04T04:41:07.889" v="4" actId="20577"/>
        <pc:sldMkLst>
          <pc:docMk/>
          <pc:sldMk cId="1250583130" sldId="281"/>
        </pc:sldMkLst>
        <pc:spChg chg="mod">
          <ac:chgData name="李 適宏" userId="ba70bf4345ae8a18" providerId="Windows Live" clId="Web-{F70ECEBF-8AD3-43A7-BF35-843D2F9F26F7}" dt="2023-09-04T04:41:07.889" v="4" actId="20577"/>
          <ac:spMkLst>
            <pc:docMk/>
            <pc:sldMk cId="1250583130" sldId="281"/>
            <ac:spMk id="3" creationId="{BA75B119-A2A2-860D-8787-7E5292210D0A}"/>
          </ac:spMkLst>
        </pc:spChg>
      </pc:sldChg>
      <pc:sldChg chg="ord">
        <pc:chgData name="李 適宏" userId="ba70bf4345ae8a18" providerId="Windows Live" clId="Web-{F70ECEBF-8AD3-43A7-BF35-843D2F9F26F7}" dt="2023-09-04T04:43:08.282" v="6"/>
        <pc:sldMkLst>
          <pc:docMk/>
          <pc:sldMk cId="1129166158" sldId="282"/>
        </pc:sldMkLst>
      </pc:sldChg>
      <pc:sldChg chg="modSp">
        <pc:chgData name="李 適宏" userId="ba70bf4345ae8a18" providerId="Windows Live" clId="Web-{F70ECEBF-8AD3-43A7-BF35-843D2F9F26F7}" dt="2023-09-04T05:15:44.528" v="7" actId="20577"/>
        <pc:sldMkLst>
          <pc:docMk/>
          <pc:sldMk cId="1025841646" sldId="288"/>
        </pc:sldMkLst>
        <pc:spChg chg="mod">
          <ac:chgData name="李 適宏" userId="ba70bf4345ae8a18" providerId="Windows Live" clId="Web-{F70ECEBF-8AD3-43A7-BF35-843D2F9F26F7}" dt="2023-09-04T05:15:44.528" v="7" actId="20577"/>
          <ac:spMkLst>
            <pc:docMk/>
            <pc:sldMk cId="1025841646" sldId="288"/>
            <ac:spMk id="3" creationId="{11ED5AA8-FA66-12B1-7561-3FE447FE851E}"/>
          </ac:spMkLst>
        </pc:spChg>
      </pc:sldChg>
      <pc:sldChg chg="modSp">
        <pc:chgData name="李 適宏" userId="ba70bf4345ae8a18" providerId="Windows Live" clId="Web-{F70ECEBF-8AD3-43A7-BF35-843D2F9F26F7}" dt="2023-09-04T05:18:05.860" v="10" actId="20577"/>
        <pc:sldMkLst>
          <pc:docMk/>
          <pc:sldMk cId="1900478409" sldId="289"/>
        </pc:sldMkLst>
        <pc:spChg chg="mod">
          <ac:chgData name="李 適宏" userId="ba70bf4345ae8a18" providerId="Windows Live" clId="Web-{F70ECEBF-8AD3-43A7-BF35-843D2F9F26F7}" dt="2023-09-04T05:18:05.860" v="10" actId="20577"/>
          <ac:spMkLst>
            <pc:docMk/>
            <pc:sldMk cId="1900478409" sldId="289"/>
            <ac:spMk id="3" creationId="{2CFE26D1-1383-BF51-E3AF-009ADF969ECE}"/>
          </ac:spMkLst>
        </pc:spChg>
      </pc:sldChg>
      <pc:sldChg chg="delSp modSp new">
        <pc:chgData name="李 適宏" userId="ba70bf4345ae8a18" providerId="Windows Live" clId="Web-{F70ECEBF-8AD3-43A7-BF35-843D2F9F26F7}" dt="2023-09-04T05:18:59.643" v="21" actId="20577"/>
        <pc:sldMkLst>
          <pc:docMk/>
          <pc:sldMk cId="4091403356" sldId="290"/>
        </pc:sldMkLst>
        <pc:spChg chg="mod">
          <ac:chgData name="李 適宏" userId="ba70bf4345ae8a18" providerId="Windows Live" clId="Web-{F70ECEBF-8AD3-43A7-BF35-843D2F9F26F7}" dt="2023-09-04T05:18:59.643" v="21" actId="20577"/>
          <ac:spMkLst>
            <pc:docMk/>
            <pc:sldMk cId="4091403356" sldId="290"/>
            <ac:spMk id="2" creationId="{D31554D3-484E-CAD8-6D38-3915C1B95CCB}"/>
          </ac:spMkLst>
        </pc:spChg>
        <pc:spChg chg="del">
          <ac:chgData name="李 適宏" userId="ba70bf4345ae8a18" providerId="Windows Live" clId="Web-{F70ECEBF-8AD3-43A7-BF35-843D2F9F26F7}" dt="2023-09-04T05:18:32.142" v="12"/>
          <ac:spMkLst>
            <pc:docMk/>
            <pc:sldMk cId="4091403356" sldId="290"/>
            <ac:spMk id="3" creationId="{515F0E91-12F2-61B5-248E-07A2EBE351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2024/6/11</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2</a:t>
            </a:fld>
            <a:endParaRPr lang="zh-TW" altLang="en-US"/>
          </a:p>
        </p:txBody>
      </p:sp>
    </p:spTree>
    <p:extLst>
      <p:ext uri="{BB962C8B-B14F-4D97-AF65-F5344CB8AC3E}">
        <p14:creationId xmlns:p14="http://schemas.microsoft.com/office/powerpoint/2010/main" val="118311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https://waymo.com/intl/zh-tw/</a:t>
            </a:r>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3635483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第二步中，我們引入了</a:t>
            </a:r>
            <a:r>
              <a:rPr lang="en-US" altLang="zh-TW" dirty="0" err="1"/>
              <a:t>smDLCSS</a:t>
            </a:r>
            <a:r>
              <a:rPr lang="zh-TW" altLang="en-US" dirty="0"/>
              <a:t>度量，這是一種為一對路線分配數值，描述其相似性的方法。運營商可以使用所提出的算法和度量來改進其車隊運營，並作為進一步分析的起點。這可以幫助提供商估算所需的車隊規模，幫助政策制定者更好地理解出行模式，並幫助城市規模化必要的基礎設施</a:t>
            </a:r>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13</a:t>
            </a:fld>
            <a:endParaRPr lang="zh-TW" altLang="en-US"/>
          </a:p>
        </p:txBody>
      </p:sp>
    </p:spTree>
    <p:extLst>
      <p:ext uri="{BB962C8B-B14F-4D97-AF65-F5344CB8AC3E}">
        <p14:creationId xmlns:p14="http://schemas.microsoft.com/office/powerpoint/2010/main" val="3400382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FEEF57D2-7BA1-4DB1-96F5-7A053A222987}" type="datetime1">
              <a:rPr lang="zh-TW" altLang="en-US" smtClean="0"/>
              <a:t>2024/6/11</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8F380DED-8F7F-4840-95CC-07C169235ABE}" type="datetime1">
              <a:rPr lang="zh-TW" altLang="en-US" smtClean="0"/>
              <a:t>2024/6/11</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57565B83-0041-4153-BE6A-AC833F78FF5D}" type="datetime1">
              <a:rPr lang="zh-TW" altLang="en-US" smtClean="0"/>
              <a:t>2024/6/11</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46CB9B35-D303-45AC-922E-2C254C3D75FD}" type="datetime1">
              <a:rPr lang="zh-TW" altLang="en-US" smtClean="0"/>
              <a:t>2024/6/11</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A3921656-B42B-4D9A-AC54-F81F7BCCBEAE}" type="datetime1">
              <a:rPr lang="zh-TW" altLang="en-US" smtClean="0"/>
              <a:t>2024/6/11</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4AD17E9E-DC5F-4981-A278-B964CEDE55F3}" type="datetime1">
              <a:rPr lang="zh-TW" altLang="en-US" smtClean="0"/>
              <a:t>2024/6/11</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B61BA28-29E6-413C-8FC3-1AB2A12C5000}" type="datetime1">
              <a:rPr lang="zh-TW" altLang="en-US" smtClean="0"/>
              <a:t>2024/6/11</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CA35B894-C477-477B-A40C-ABF96CFD8F6D}" type="datetime1">
              <a:rPr lang="zh-TW" altLang="en-US" smtClean="0"/>
              <a:t>2024/6/11</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60B8CEE4-CC87-4EDB-B1A0-E5B550FCFFE6}" type="datetime1">
              <a:rPr lang="zh-TW" altLang="en-US" smtClean="0"/>
              <a:t>2024/6/11</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817EE008-8BE4-416E-B613-24286D41E7D4}" type="datetime1">
              <a:rPr lang="zh-TW" altLang="en-US" smtClean="0"/>
              <a:t>2024/6/11</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2CDEF28F-6298-4CFF-8665-F90686AB1F2D}" type="datetime1">
              <a:rPr lang="zh-TW" altLang="en-US" smtClean="0"/>
              <a:t>2024/6/11</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9A6DC-91FA-468A-8153-0A164473FE7A}" type="datetime1">
              <a:rPr lang="zh-TW" altLang="en-US" smtClean="0"/>
              <a:t>2024/6/11</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vert="horz" lIns="91440" tIns="45720" rIns="91440" bIns="45720" rtlCol="0" anchor="ctr">
            <a:noAutofit/>
          </a:bodyPr>
          <a:lstStyle/>
          <a:p>
            <a:r>
              <a:rPr lang="en-US" altLang="zh-TW" sz="4400" dirty="0">
                <a:latin typeface="Times New Roman"/>
                <a:ea typeface="新細明體"/>
                <a:cs typeface="Times New Roman"/>
              </a:rPr>
              <a:t>DLCSS: Dynamic Longest Common Subsequences</a:t>
            </a:r>
            <a:endParaRPr lang="zh-TW" sz="4400" dirty="0">
              <a:ea typeface="新細明體"/>
              <a:cs typeface="Calibri Light"/>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vert="horz" lIns="91440" tIns="45720" rIns="91440" bIns="45720" rtlCol="0" anchor="t">
            <a:normAutofit/>
          </a:bodyPr>
          <a:lstStyle/>
          <a:p>
            <a:r>
              <a:rPr lang="en-US" dirty="0">
                <a:latin typeface="Times New Roman"/>
                <a:ea typeface="+mn-lt"/>
                <a:cs typeface="+mn-lt"/>
              </a:rPr>
              <a:t>Daniel </a:t>
            </a:r>
            <a:r>
              <a:rPr lang="en-US" dirty="0" err="1">
                <a:latin typeface="Times New Roman"/>
                <a:ea typeface="+mn-lt"/>
                <a:cs typeface="+mn-lt"/>
              </a:rPr>
              <a:t>Bogdoll</a:t>
            </a:r>
            <a:r>
              <a:rPr lang="en-US" dirty="0">
                <a:latin typeface="Times New Roman"/>
                <a:ea typeface="+mn-lt"/>
                <a:cs typeface="+mn-lt"/>
              </a:rPr>
              <a:t>,  Jonas Rauch , and J. Marius </a:t>
            </a:r>
            <a:r>
              <a:rPr lang="en-US" dirty="0" err="1">
                <a:latin typeface="Times New Roman"/>
                <a:ea typeface="+mn-lt"/>
                <a:cs typeface="+mn-lt"/>
              </a:rPr>
              <a:t>Zollner</a:t>
            </a:r>
            <a:endParaRPr lang="en-US" dirty="0">
              <a:latin typeface="Times New Roman"/>
              <a:ea typeface="+mn-lt"/>
              <a:cs typeface="+mn-lt"/>
            </a:endParaRPr>
          </a:p>
          <a:p>
            <a:r>
              <a:rPr lang="en-US" altLang="zh-TW" sz="2000" dirty="0">
                <a:latin typeface="Times New Roman" panose="02020603050405020304" pitchFamily="18" charset="0"/>
                <a:cs typeface="Times New Roman" panose="02020603050405020304" pitchFamily="18" charset="0"/>
              </a:rPr>
              <a:t>2022 International Conference on Electrical, Computer, Communications and Mechatronics Engineering (ICECCME), Maldives, Maldives, 2022, pp. 1-5, </a:t>
            </a:r>
            <a:r>
              <a:rPr lang="en-US" altLang="zh-TW" sz="2000" dirty="0" err="1">
                <a:latin typeface="Times New Roman" panose="02020603050405020304" pitchFamily="18" charset="0"/>
                <a:cs typeface="Times New Roman" panose="02020603050405020304" pitchFamily="18" charset="0"/>
              </a:rPr>
              <a:t>doi</a:t>
            </a:r>
            <a:r>
              <a:rPr lang="en-US" altLang="zh-TW" sz="2000" dirty="0">
                <a:latin typeface="Times New Roman" panose="02020603050405020304" pitchFamily="18" charset="0"/>
                <a:cs typeface="Times New Roman" panose="02020603050405020304" pitchFamily="18" charset="0"/>
              </a:rPr>
              <a:t>: 10.1109/ICECCME55909.2022.9988548.</a:t>
            </a:r>
            <a:endParaRPr lang="fr-FR" altLang="zh-TW" sz="2500" dirty="0">
              <a:latin typeface="Times New Roman" panose="02020603050405020304" pitchFamily="18" charset="0"/>
              <a:ea typeface="新細明體"/>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12805"/>
            <a:ext cx="3584053" cy="66071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a:ea typeface="新細明體"/>
                <a:cs typeface="Times New Roman"/>
              </a:rPr>
              <a:t>Presenter: Shih-Hong Lee</a:t>
            </a:r>
          </a:p>
          <a:p>
            <a:r>
              <a:rPr kumimoji="1" lang="en" altLang="zh-TW" dirty="0">
                <a:latin typeface="Times New Roman"/>
                <a:ea typeface="新細明體"/>
                <a:cs typeface="Times New Roman"/>
              </a:rPr>
              <a:t>Date: </a:t>
            </a:r>
            <a:r>
              <a:rPr kumimoji="1" lang="en-US" altLang="zh-TW" dirty="0">
                <a:latin typeface="Times New Roman"/>
                <a:ea typeface="新細明體"/>
                <a:cs typeface="Times New Roman"/>
              </a:rPr>
              <a:t>June</a:t>
            </a:r>
            <a:r>
              <a:rPr kumimoji="1" lang="en" altLang="zh-TW" dirty="0">
                <a:latin typeface="Times New Roman"/>
                <a:ea typeface="新細明體"/>
                <a:cs typeface="Times New Roman"/>
              </a:rPr>
              <a:t> </a:t>
            </a:r>
            <a:r>
              <a:rPr kumimoji="1" lang="en-US" altLang="zh-TW" dirty="0">
                <a:latin typeface="Times New Roman"/>
                <a:ea typeface="新細明體"/>
                <a:cs typeface="Times New Roman"/>
              </a:rPr>
              <a:t>11</a:t>
            </a:r>
            <a:r>
              <a:rPr kumimoji="1" lang="en" altLang="zh-TW" dirty="0">
                <a:latin typeface="Times New Roman"/>
                <a:ea typeface="新細明體"/>
                <a:cs typeface="Times New Roman"/>
              </a:rPr>
              <a:t>, 2024</a:t>
            </a:r>
            <a:endParaRPr lang="en" altLang="zh-TW" dirty="0">
              <a:latin typeface="Times New Roman"/>
              <a:ea typeface="新細明體"/>
              <a:cs typeface="Times New Roman"/>
            </a:endParaRP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Autofit/>
          </a:bodyPr>
          <a:lstStyle/>
          <a:p>
            <a:pPr marL="0" indent="0">
              <a:lnSpc>
                <a:spcPct val="110000"/>
              </a:lnSpc>
              <a:buNone/>
            </a:pPr>
            <a:r>
              <a:rPr lang="en-US" altLang="zh-TW" sz="2400" dirty="0">
                <a:latin typeface="Times New Roman" panose="02020603050405020304" pitchFamily="18" charset="0"/>
                <a:ea typeface="+mj-ea"/>
                <a:cs typeface="Times New Roman" panose="02020603050405020304" pitchFamily="18" charset="0"/>
              </a:rPr>
              <a:t>Autonomous driving is a key technology towards a brighter, more sustainable future. To enable such a future, it is necessary to utilize autonomous vehicles in shared mobility models. However, to evaluate, whether two or more route requests have the potential for a shared ride, is a compute intensive task, if done by rerouting. In this work, we propose the Dynamic Longest Common Subsequences algorithm for fast and cost-efficient comparison of two routes for their compatibility, dynamically only incorporating parts of the routes which are suited for a shared trip. Based on this, one can also estimate, how many autonomous vehicles might be necessary to fulfill the local mobility demands. This can help providers to estimate the necessary fleet sizes, policymakers to better understand mobility patterns and cities to scale necessary infrastructure.</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2026D4-4178-3E26-6543-9A58CE11FAD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Autonomous vehicles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919FC99F-BF9C-56F5-FEAA-32A968C45F12}"/>
              </a:ext>
            </a:extLst>
          </p:cNvPr>
          <p:cNvSpPr>
            <a:spLocks noGrp="1"/>
          </p:cNvSpPr>
          <p:nvPr>
            <p:ph type="sldNum" sz="quarter" idx="12"/>
          </p:nvPr>
        </p:nvSpPr>
        <p:spPr/>
        <p:txBody>
          <a:bodyPr/>
          <a:lstStyle/>
          <a:p>
            <a:fld id="{C497B8E6-CB28-4350-9E62-3F3C29E41FED}" type="slidenum">
              <a:rPr lang="zh-TW" altLang="en-US" smtClean="0"/>
              <a:t>3</a:t>
            </a:fld>
            <a:endParaRPr lang="zh-TW" altLang="en-US"/>
          </a:p>
        </p:txBody>
      </p:sp>
      <p:pic>
        <p:nvPicPr>
          <p:cNvPr id="1026" name="Picture 2" descr="Waymo - Self-Driving Cars - Autonomous Vehicles - Ride-Hail">
            <a:extLst>
              <a:ext uri="{FF2B5EF4-FFF2-40B4-BE49-F238E27FC236}">
                <a16:creationId xmlns:a16="http://schemas.microsoft.com/office/drawing/2014/main" id="{AAA65ADC-1E0A-E7FC-B638-E1195F60438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12021" y="1825625"/>
            <a:ext cx="836795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766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21A2A3-0B70-6A9C-1AF0-EACAAFF0EB7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How two people can shared a ride?</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24F852B8-ED20-8192-E210-9E9DD5271FDC}"/>
              </a:ext>
            </a:extLst>
          </p:cNvPr>
          <p:cNvPicPr>
            <a:picLocks noGrp="1" noChangeAspect="1"/>
          </p:cNvPicPr>
          <p:nvPr>
            <p:ph idx="1"/>
          </p:nvPr>
        </p:nvPicPr>
        <p:blipFill>
          <a:blip r:embed="rId2"/>
          <a:stretch>
            <a:fillRect/>
          </a:stretch>
        </p:blipFill>
        <p:spPr>
          <a:xfrm>
            <a:off x="1526831" y="1771022"/>
            <a:ext cx="9138337" cy="3315955"/>
          </a:xfrm>
        </p:spPr>
      </p:pic>
      <p:sp>
        <p:nvSpPr>
          <p:cNvPr id="4" name="投影片編號版面配置區 3">
            <a:extLst>
              <a:ext uri="{FF2B5EF4-FFF2-40B4-BE49-F238E27FC236}">
                <a16:creationId xmlns:a16="http://schemas.microsoft.com/office/drawing/2014/main" id="{D516A21B-5014-A81C-71FB-0FE8FC01335C}"/>
              </a:ext>
            </a:extLst>
          </p:cNvPr>
          <p:cNvSpPr>
            <a:spLocks noGrp="1"/>
          </p:cNvSpPr>
          <p:nvPr>
            <p:ph type="sldNum" sz="quarter" idx="12"/>
          </p:nvPr>
        </p:nvSpPr>
        <p:spPr/>
        <p:txBody>
          <a:bodyPr/>
          <a:lstStyle/>
          <a:p>
            <a:fld id="{C497B8E6-CB28-4350-9E62-3F3C29E41FED}" type="slidenum">
              <a:rPr lang="zh-TW" altLang="en-US" smtClean="0"/>
              <a:t>4</a:t>
            </a:fld>
            <a:endParaRPr lang="zh-TW" altLang="en-US"/>
          </a:p>
        </p:txBody>
      </p:sp>
    </p:spTree>
    <p:extLst>
      <p:ext uri="{BB962C8B-B14F-4D97-AF65-F5344CB8AC3E}">
        <p14:creationId xmlns:p14="http://schemas.microsoft.com/office/powerpoint/2010/main" val="3345097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175AD5-A4FD-AEF8-69CC-71B28C302A7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Previous research</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D332A7A-F135-8A82-13C2-9E1EE39B4B5A}"/>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Only lead to usable results</a:t>
            </a:r>
          </a:p>
        </p:txBody>
      </p:sp>
      <p:sp>
        <p:nvSpPr>
          <p:cNvPr id="4" name="投影片編號版面配置區 3">
            <a:extLst>
              <a:ext uri="{FF2B5EF4-FFF2-40B4-BE49-F238E27FC236}">
                <a16:creationId xmlns:a16="http://schemas.microsoft.com/office/drawing/2014/main" id="{AE381644-10A1-C9EE-838F-32A45FB921D9}"/>
              </a:ext>
            </a:extLst>
          </p:cNvPr>
          <p:cNvSpPr>
            <a:spLocks noGrp="1"/>
          </p:cNvSpPr>
          <p:nvPr>
            <p:ph type="sldNum" sz="quarter" idx="12"/>
          </p:nvPr>
        </p:nvSpPr>
        <p:spPr/>
        <p:txBody>
          <a:bodyPr/>
          <a:lstStyle/>
          <a:p>
            <a:fld id="{C497B8E6-CB28-4350-9E62-3F3C29E41FED}" type="slidenum">
              <a:rPr lang="zh-TW" altLang="en-US" smtClean="0"/>
              <a:t>5</a:t>
            </a:fld>
            <a:endParaRPr lang="zh-TW" altLang="en-US"/>
          </a:p>
        </p:txBody>
      </p:sp>
      <p:pic>
        <p:nvPicPr>
          <p:cNvPr id="9" name="內容版面配置區 5">
            <a:extLst>
              <a:ext uri="{FF2B5EF4-FFF2-40B4-BE49-F238E27FC236}">
                <a16:creationId xmlns:a16="http://schemas.microsoft.com/office/drawing/2014/main" id="{4DC8FD0F-98BD-E27F-D247-B17AED45B77F}"/>
              </a:ext>
            </a:extLst>
          </p:cNvPr>
          <p:cNvPicPr>
            <a:picLocks noChangeAspect="1"/>
          </p:cNvPicPr>
          <p:nvPr/>
        </p:nvPicPr>
        <p:blipFill>
          <a:blip r:embed="rId2"/>
          <a:stretch>
            <a:fillRect/>
          </a:stretch>
        </p:blipFill>
        <p:spPr>
          <a:xfrm>
            <a:off x="1124897" y="2343316"/>
            <a:ext cx="9138337" cy="3315955"/>
          </a:xfrm>
          <a:prstGeom prst="rect">
            <a:avLst/>
          </a:prstGeom>
        </p:spPr>
      </p:pic>
      <p:sp>
        <p:nvSpPr>
          <p:cNvPr id="10" name="矩形: 圓角 9">
            <a:extLst>
              <a:ext uri="{FF2B5EF4-FFF2-40B4-BE49-F238E27FC236}">
                <a16:creationId xmlns:a16="http://schemas.microsoft.com/office/drawing/2014/main" id="{625F2BB4-6948-473C-28EF-EA1B9C588F9F}"/>
              </a:ext>
            </a:extLst>
          </p:cNvPr>
          <p:cNvSpPr/>
          <p:nvPr/>
        </p:nvSpPr>
        <p:spPr>
          <a:xfrm>
            <a:off x="3436536" y="3175279"/>
            <a:ext cx="4511710" cy="1657978"/>
          </a:xfrm>
          <a:prstGeom prst="roundRect">
            <a:avLst/>
          </a:prstGeom>
          <a:no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093968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175AD5-A4FD-AEF8-69CC-71B28C302A7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Previous research</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D332A7A-F135-8A82-13C2-9E1EE39B4B5A}"/>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meeting points are considered, but only under the condition of pedestrian accessibility by passengers</a:t>
            </a:r>
          </a:p>
        </p:txBody>
      </p:sp>
      <p:sp>
        <p:nvSpPr>
          <p:cNvPr id="4" name="投影片編號版面配置區 3">
            <a:extLst>
              <a:ext uri="{FF2B5EF4-FFF2-40B4-BE49-F238E27FC236}">
                <a16:creationId xmlns:a16="http://schemas.microsoft.com/office/drawing/2014/main" id="{AE381644-10A1-C9EE-838F-32A45FB921D9}"/>
              </a:ext>
            </a:extLst>
          </p:cNvPr>
          <p:cNvSpPr>
            <a:spLocks noGrp="1"/>
          </p:cNvSpPr>
          <p:nvPr>
            <p:ph type="sldNum" sz="quarter" idx="12"/>
          </p:nvPr>
        </p:nvSpPr>
        <p:spPr/>
        <p:txBody>
          <a:bodyPr/>
          <a:lstStyle/>
          <a:p>
            <a:fld id="{C497B8E6-CB28-4350-9E62-3F3C29E41FED}" type="slidenum">
              <a:rPr lang="zh-TW" altLang="en-US" smtClean="0"/>
              <a:t>6</a:t>
            </a:fld>
            <a:endParaRPr lang="zh-TW" altLang="en-US"/>
          </a:p>
        </p:txBody>
      </p:sp>
      <p:pic>
        <p:nvPicPr>
          <p:cNvPr id="9" name="內容版面配置區 5">
            <a:extLst>
              <a:ext uri="{FF2B5EF4-FFF2-40B4-BE49-F238E27FC236}">
                <a16:creationId xmlns:a16="http://schemas.microsoft.com/office/drawing/2014/main" id="{4DC8FD0F-98BD-E27F-D247-B17AED45B77F}"/>
              </a:ext>
            </a:extLst>
          </p:cNvPr>
          <p:cNvPicPr>
            <a:picLocks noChangeAspect="1"/>
          </p:cNvPicPr>
          <p:nvPr/>
        </p:nvPicPr>
        <p:blipFill>
          <a:blip r:embed="rId2"/>
          <a:stretch>
            <a:fillRect/>
          </a:stretch>
        </p:blipFill>
        <p:spPr>
          <a:xfrm>
            <a:off x="1376106" y="2861008"/>
            <a:ext cx="9138337" cy="3315955"/>
          </a:xfrm>
          <a:prstGeom prst="rect">
            <a:avLst/>
          </a:prstGeom>
        </p:spPr>
      </p:pic>
      <p:sp>
        <p:nvSpPr>
          <p:cNvPr id="10" name="矩形: 圓角 9">
            <a:extLst>
              <a:ext uri="{FF2B5EF4-FFF2-40B4-BE49-F238E27FC236}">
                <a16:creationId xmlns:a16="http://schemas.microsoft.com/office/drawing/2014/main" id="{625F2BB4-6948-473C-28EF-EA1B9C588F9F}"/>
              </a:ext>
            </a:extLst>
          </p:cNvPr>
          <p:cNvSpPr/>
          <p:nvPr/>
        </p:nvSpPr>
        <p:spPr>
          <a:xfrm>
            <a:off x="8199455" y="3692971"/>
            <a:ext cx="2314988" cy="1657978"/>
          </a:xfrm>
          <a:prstGeom prst="roundRect">
            <a:avLst/>
          </a:prstGeom>
          <a:no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a:extLst>
              <a:ext uri="{FF2B5EF4-FFF2-40B4-BE49-F238E27FC236}">
                <a16:creationId xmlns:a16="http://schemas.microsoft.com/office/drawing/2014/main" id="{997E79E3-D917-12FF-20B5-B99A684C267D}"/>
              </a:ext>
            </a:extLst>
          </p:cNvPr>
          <p:cNvSpPr/>
          <p:nvPr/>
        </p:nvSpPr>
        <p:spPr>
          <a:xfrm>
            <a:off x="3687746" y="5350948"/>
            <a:ext cx="6752492" cy="745253"/>
          </a:xfrm>
          <a:prstGeom prst="roundRect">
            <a:avLst/>
          </a:prstGeom>
          <a:no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3052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DBC29A-02CD-0BE7-37E5-AEA20AF8011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DLCSS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E329A90-2AA1-F064-5B10-85522AAA2009}"/>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Given a route A from an autonomous vehicle and a requested route R from a potential second passenger, we want to rate the </a:t>
            </a:r>
            <a:r>
              <a:rPr lang="en-US" altLang="zh-TW" dirty="0" err="1">
                <a:latin typeface="Times New Roman" panose="02020603050405020304" pitchFamily="18" charset="0"/>
                <a:cs typeface="Times New Roman" panose="02020603050405020304" pitchFamily="18" charset="0"/>
              </a:rPr>
              <a:t>spatio</a:t>
            </a:r>
            <a:r>
              <a:rPr lang="en-US" altLang="zh-TW" dirty="0">
                <a:latin typeface="Times New Roman" panose="02020603050405020304" pitchFamily="18" charset="0"/>
                <a:cs typeface="Times New Roman" panose="02020603050405020304" pitchFamily="18" charset="0"/>
              </a:rPr>
              <a:t>-temporal similarity of the routes based on the partial overlap, but also the distance between these routes within the overlapping section</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E09C124-8BDC-8201-BDC8-E1FD78969A3E}"/>
              </a:ext>
            </a:extLst>
          </p:cNvPr>
          <p:cNvSpPr>
            <a:spLocks noGrp="1"/>
          </p:cNvSpPr>
          <p:nvPr>
            <p:ph type="sldNum" sz="quarter" idx="12"/>
          </p:nvPr>
        </p:nvSpPr>
        <p:spPr/>
        <p:txBody>
          <a:bodyPr/>
          <a:lstStyle/>
          <a:p>
            <a:fld id="{C497B8E6-CB28-4350-9E62-3F3C29E41FED}" type="slidenum">
              <a:rPr lang="zh-TW" altLang="en-US" smtClean="0"/>
              <a:t>7</a:t>
            </a:fld>
            <a:endParaRPr lang="zh-TW" altLang="en-US"/>
          </a:p>
        </p:txBody>
      </p:sp>
      <p:pic>
        <p:nvPicPr>
          <p:cNvPr id="6" name="圖片 5">
            <a:extLst>
              <a:ext uri="{FF2B5EF4-FFF2-40B4-BE49-F238E27FC236}">
                <a16:creationId xmlns:a16="http://schemas.microsoft.com/office/drawing/2014/main" id="{7AFCB375-5850-98F3-29C3-88A981ED30C6}"/>
              </a:ext>
            </a:extLst>
          </p:cNvPr>
          <p:cNvPicPr>
            <a:picLocks noChangeAspect="1"/>
          </p:cNvPicPr>
          <p:nvPr/>
        </p:nvPicPr>
        <p:blipFill>
          <a:blip r:embed="rId2"/>
          <a:stretch>
            <a:fillRect/>
          </a:stretch>
        </p:blipFill>
        <p:spPr>
          <a:xfrm>
            <a:off x="3963647" y="3429000"/>
            <a:ext cx="4264705" cy="3366097"/>
          </a:xfrm>
          <a:prstGeom prst="rect">
            <a:avLst/>
          </a:prstGeom>
        </p:spPr>
      </p:pic>
    </p:spTree>
    <p:extLst>
      <p:ext uri="{BB962C8B-B14F-4D97-AF65-F5344CB8AC3E}">
        <p14:creationId xmlns:p14="http://schemas.microsoft.com/office/powerpoint/2010/main" val="3316756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3E46BB-4913-5EEF-9466-28E3163306F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DLCSS</a:t>
            </a:r>
            <a:endParaRPr lang="zh-TW" altLang="en-US" dirty="0"/>
          </a:p>
        </p:txBody>
      </p:sp>
      <p:sp>
        <p:nvSpPr>
          <p:cNvPr id="3" name="內容版面配置區 2">
            <a:extLst>
              <a:ext uri="{FF2B5EF4-FFF2-40B4-BE49-F238E27FC236}">
                <a16:creationId xmlns:a16="http://schemas.microsoft.com/office/drawing/2014/main" id="{33B1CCAF-DBDC-9E6A-C97F-E18A4A477EF2}"/>
              </a:ext>
            </a:extLst>
          </p:cNvPr>
          <p:cNvSpPr>
            <a:spLocks noGrp="1"/>
          </p:cNvSpPr>
          <p:nvPr>
            <p:ph idx="1"/>
          </p:nvPr>
        </p:nvSpPr>
        <p:spPr/>
        <p:txBody>
          <a:bodyPr/>
          <a:lstStyle/>
          <a:p>
            <a:r>
              <a:rPr lang="en-US" altLang="zh-TW" dirty="0"/>
              <a:t>Step 1 : </a:t>
            </a:r>
            <a:endParaRPr lang="zh-TW" altLang="en-US" dirty="0"/>
          </a:p>
        </p:txBody>
      </p:sp>
      <p:sp>
        <p:nvSpPr>
          <p:cNvPr id="4" name="投影片編號版面配置區 3">
            <a:extLst>
              <a:ext uri="{FF2B5EF4-FFF2-40B4-BE49-F238E27FC236}">
                <a16:creationId xmlns:a16="http://schemas.microsoft.com/office/drawing/2014/main" id="{8B156613-E568-3C65-C916-BE079FEEDFAE}"/>
              </a:ext>
            </a:extLst>
          </p:cNvPr>
          <p:cNvSpPr>
            <a:spLocks noGrp="1"/>
          </p:cNvSpPr>
          <p:nvPr>
            <p:ph type="sldNum" sz="quarter" idx="12"/>
          </p:nvPr>
        </p:nvSpPr>
        <p:spPr/>
        <p:txBody>
          <a:bodyPr/>
          <a:lstStyle/>
          <a:p>
            <a:fld id="{C497B8E6-CB28-4350-9E62-3F3C29E41FED}" type="slidenum">
              <a:rPr lang="zh-TW" altLang="en-US" smtClean="0"/>
              <a:t>8</a:t>
            </a:fld>
            <a:endParaRPr lang="zh-TW" altLang="en-US" dirty="0"/>
          </a:p>
        </p:txBody>
      </p:sp>
      <p:pic>
        <p:nvPicPr>
          <p:cNvPr id="8" name="圖片 7">
            <a:extLst>
              <a:ext uri="{FF2B5EF4-FFF2-40B4-BE49-F238E27FC236}">
                <a16:creationId xmlns:a16="http://schemas.microsoft.com/office/drawing/2014/main" id="{198AE1A7-5308-E4F5-5648-38C5DBF76F00}"/>
              </a:ext>
            </a:extLst>
          </p:cNvPr>
          <p:cNvPicPr>
            <a:picLocks noChangeAspect="1"/>
          </p:cNvPicPr>
          <p:nvPr/>
        </p:nvPicPr>
        <p:blipFill>
          <a:blip r:embed="rId2"/>
          <a:stretch>
            <a:fillRect/>
          </a:stretch>
        </p:blipFill>
        <p:spPr>
          <a:xfrm>
            <a:off x="7117155" y="3249128"/>
            <a:ext cx="4629796" cy="2610214"/>
          </a:xfrm>
          <a:prstGeom prst="rect">
            <a:avLst/>
          </a:prstGeom>
        </p:spPr>
      </p:pic>
      <p:pic>
        <p:nvPicPr>
          <p:cNvPr id="10" name="圖片 9">
            <a:extLst>
              <a:ext uri="{FF2B5EF4-FFF2-40B4-BE49-F238E27FC236}">
                <a16:creationId xmlns:a16="http://schemas.microsoft.com/office/drawing/2014/main" id="{24A93416-4FB3-E455-E56D-72438FB789E6}"/>
              </a:ext>
            </a:extLst>
          </p:cNvPr>
          <p:cNvPicPr>
            <a:picLocks noChangeAspect="1"/>
          </p:cNvPicPr>
          <p:nvPr/>
        </p:nvPicPr>
        <p:blipFill>
          <a:blip r:embed="rId3"/>
          <a:stretch>
            <a:fillRect/>
          </a:stretch>
        </p:blipFill>
        <p:spPr>
          <a:xfrm>
            <a:off x="838200" y="2386995"/>
            <a:ext cx="5753903" cy="4334480"/>
          </a:xfrm>
          <a:prstGeom prst="rect">
            <a:avLst/>
          </a:prstGeom>
        </p:spPr>
      </p:pic>
    </p:spTree>
    <p:extLst>
      <p:ext uri="{BB962C8B-B14F-4D97-AF65-F5344CB8AC3E}">
        <p14:creationId xmlns:p14="http://schemas.microsoft.com/office/powerpoint/2010/main" val="1881703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D85B33-74EC-F5B4-78C3-BA6974A5467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DLCSS</a:t>
            </a:r>
            <a:endParaRPr lang="zh-TW" altLang="en-US" dirty="0"/>
          </a:p>
        </p:txBody>
      </p:sp>
      <p:sp>
        <p:nvSpPr>
          <p:cNvPr id="3" name="內容版面配置區 2">
            <a:extLst>
              <a:ext uri="{FF2B5EF4-FFF2-40B4-BE49-F238E27FC236}">
                <a16:creationId xmlns:a16="http://schemas.microsoft.com/office/drawing/2014/main" id="{0D2FEF06-0893-6279-ECFD-63275417BC28}"/>
              </a:ext>
            </a:extLst>
          </p:cNvPr>
          <p:cNvSpPr>
            <a:spLocks noGrp="1"/>
          </p:cNvSpPr>
          <p:nvPr>
            <p:ph idx="1"/>
          </p:nvPr>
        </p:nvSpPr>
        <p:spPr/>
        <p:txBody>
          <a:bodyPr/>
          <a:lstStyle/>
          <a:p>
            <a:r>
              <a:rPr lang="en-US" altLang="zh-TW" dirty="0"/>
              <a:t>Step 2 : </a:t>
            </a:r>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11609098-71C0-0337-B3CB-141D6805C917}"/>
              </a:ext>
            </a:extLst>
          </p:cNvPr>
          <p:cNvSpPr>
            <a:spLocks noGrp="1"/>
          </p:cNvSpPr>
          <p:nvPr>
            <p:ph type="sldNum" sz="quarter" idx="12"/>
          </p:nvPr>
        </p:nvSpPr>
        <p:spPr/>
        <p:txBody>
          <a:bodyPr/>
          <a:lstStyle/>
          <a:p>
            <a:fld id="{C497B8E6-CB28-4350-9E62-3F3C29E41FED}" type="slidenum">
              <a:rPr lang="zh-TW" altLang="en-US" smtClean="0"/>
              <a:t>9</a:t>
            </a:fld>
            <a:endParaRPr lang="zh-TW" altLang="en-US" dirty="0"/>
          </a:p>
        </p:txBody>
      </p:sp>
      <p:pic>
        <p:nvPicPr>
          <p:cNvPr id="6" name="圖片 5">
            <a:extLst>
              <a:ext uri="{FF2B5EF4-FFF2-40B4-BE49-F238E27FC236}">
                <a16:creationId xmlns:a16="http://schemas.microsoft.com/office/drawing/2014/main" id="{1BA2953E-449D-1EC8-A57B-DB29A38F45B0}"/>
              </a:ext>
            </a:extLst>
          </p:cNvPr>
          <p:cNvPicPr>
            <a:picLocks noChangeAspect="1"/>
          </p:cNvPicPr>
          <p:nvPr/>
        </p:nvPicPr>
        <p:blipFill>
          <a:blip r:embed="rId2"/>
          <a:stretch>
            <a:fillRect/>
          </a:stretch>
        </p:blipFill>
        <p:spPr>
          <a:xfrm>
            <a:off x="6707431" y="2712397"/>
            <a:ext cx="4877481" cy="3543795"/>
          </a:xfrm>
          <a:prstGeom prst="rect">
            <a:avLst/>
          </a:prstGeom>
        </p:spPr>
      </p:pic>
      <p:pic>
        <p:nvPicPr>
          <p:cNvPr id="8" name="圖片 7">
            <a:extLst>
              <a:ext uri="{FF2B5EF4-FFF2-40B4-BE49-F238E27FC236}">
                <a16:creationId xmlns:a16="http://schemas.microsoft.com/office/drawing/2014/main" id="{76E1F678-3722-7BED-09B3-1BCA5ED6EEAD}"/>
              </a:ext>
            </a:extLst>
          </p:cNvPr>
          <p:cNvPicPr>
            <a:picLocks noChangeAspect="1"/>
          </p:cNvPicPr>
          <p:nvPr/>
        </p:nvPicPr>
        <p:blipFill>
          <a:blip r:embed="rId3"/>
          <a:stretch>
            <a:fillRect/>
          </a:stretch>
        </p:blipFill>
        <p:spPr>
          <a:xfrm>
            <a:off x="846258" y="2317055"/>
            <a:ext cx="5630061" cy="4334480"/>
          </a:xfrm>
          <a:prstGeom prst="rect">
            <a:avLst/>
          </a:prstGeom>
        </p:spPr>
      </p:pic>
    </p:spTree>
    <p:extLst>
      <p:ext uri="{BB962C8B-B14F-4D97-AF65-F5344CB8AC3E}">
        <p14:creationId xmlns:p14="http://schemas.microsoft.com/office/powerpoint/2010/main" val="3576380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BF8AD3-72F7-F144-AB47-F2B4499BC08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Single similarity metric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D853CAE-91F6-5457-FABD-9C8021ED0F40}"/>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Present the similarity of two route</a:t>
            </a:r>
          </a:p>
          <a:p>
            <a:r>
              <a:rPr lang="en-US" altLang="zh-TW" dirty="0">
                <a:latin typeface="Times New Roman" panose="02020603050405020304" pitchFamily="18" charset="0"/>
                <a:cs typeface="Times New Roman" panose="02020603050405020304" pitchFamily="18" charset="0"/>
              </a:rPr>
              <a:t>suitable threshold = 20K</a:t>
            </a:r>
          </a:p>
        </p:txBody>
      </p:sp>
      <p:sp>
        <p:nvSpPr>
          <p:cNvPr id="4" name="投影片編號版面配置區 3">
            <a:extLst>
              <a:ext uri="{FF2B5EF4-FFF2-40B4-BE49-F238E27FC236}">
                <a16:creationId xmlns:a16="http://schemas.microsoft.com/office/drawing/2014/main" id="{91C80C07-66BC-20AD-DDFB-B38A09156077}"/>
              </a:ext>
            </a:extLst>
          </p:cNvPr>
          <p:cNvSpPr>
            <a:spLocks noGrp="1"/>
          </p:cNvSpPr>
          <p:nvPr>
            <p:ph type="sldNum" sz="quarter" idx="12"/>
          </p:nvPr>
        </p:nvSpPr>
        <p:spPr/>
        <p:txBody>
          <a:bodyPr/>
          <a:lstStyle/>
          <a:p>
            <a:fld id="{C497B8E6-CB28-4350-9E62-3F3C29E41FED}" type="slidenum">
              <a:rPr lang="zh-TW" altLang="en-US" smtClean="0"/>
              <a:t>10</a:t>
            </a:fld>
            <a:endParaRPr lang="zh-TW" altLang="en-US"/>
          </a:p>
        </p:txBody>
      </p:sp>
      <p:pic>
        <p:nvPicPr>
          <p:cNvPr id="6" name="圖片 5">
            <a:extLst>
              <a:ext uri="{FF2B5EF4-FFF2-40B4-BE49-F238E27FC236}">
                <a16:creationId xmlns:a16="http://schemas.microsoft.com/office/drawing/2014/main" id="{92DAB892-2CE4-090A-08F7-C2E554AF91B6}"/>
              </a:ext>
            </a:extLst>
          </p:cNvPr>
          <p:cNvPicPr>
            <a:picLocks noChangeAspect="1"/>
          </p:cNvPicPr>
          <p:nvPr/>
        </p:nvPicPr>
        <p:blipFill>
          <a:blip r:embed="rId2"/>
          <a:stretch>
            <a:fillRect/>
          </a:stretch>
        </p:blipFill>
        <p:spPr>
          <a:xfrm>
            <a:off x="3170042" y="3165329"/>
            <a:ext cx="6831619" cy="1497106"/>
          </a:xfrm>
          <a:prstGeom prst="rect">
            <a:avLst/>
          </a:prstGeom>
        </p:spPr>
      </p:pic>
      <p:sp>
        <p:nvSpPr>
          <p:cNvPr id="7" name="文字方塊 6">
            <a:extLst>
              <a:ext uri="{FF2B5EF4-FFF2-40B4-BE49-F238E27FC236}">
                <a16:creationId xmlns:a16="http://schemas.microsoft.com/office/drawing/2014/main" id="{44376062-4884-195C-696D-1F1E6447C471}"/>
              </a:ext>
            </a:extLst>
          </p:cNvPr>
          <p:cNvSpPr txBox="1"/>
          <p:nvPr/>
        </p:nvSpPr>
        <p:spPr>
          <a:xfrm>
            <a:off x="4511709" y="5102302"/>
            <a:ext cx="3235569"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percentage overlap of the routes</a:t>
            </a:r>
            <a:endParaRPr lang="zh-TW" altLang="en-US" dirty="0">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B5127FFA-97A7-FC8D-71A0-86B303D6DA62}"/>
              </a:ext>
            </a:extLst>
          </p:cNvPr>
          <p:cNvSpPr/>
          <p:nvPr/>
        </p:nvSpPr>
        <p:spPr>
          <a:xfrm>
            <a:off x="5617028" y="3066174"/>
            <a:ext cx="1477108" cy="1497106"/>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單箭頭接點 9">
            <a:extLst>
              <a:ext uri="{FF2B5EF4-FFF2-40B4-BE49-F238E27FC236}">
                <a16:creationId xmlns:a16="http://schemas.microsoft.com/office/drawing/2014/main" id="{C93EC588-1DB4-4B4E-2903-7EE2D5D116F5}"/>
              </a:ext>
            </a:extLst>
          </p:cNvPr>
          <p:cNvCxnSpPr>
            <a:cxnSpLocks/>
            <a:stCxn id="7" idx="0"/>
          </p:cNvCxnSpPr>
          <p:nvPr/>
        </p:nvCxnSpPr>
        <p:spPr>
          <a:xfrm flipV="1">
            <a:off x="6129494" y="4563280"/>
            <a:ext cx="226088" cy="539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5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E4A03A-B79D-D309-CE2B-01278BECEDE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Application : Meeting point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2177128-7F0F-1EB6-6CA0-A07D14890E06}"/>
              </a:ext>
            </a:extLst>
          </p:cNvPr>
          <p:cNvSpPr>
            <a:spLocks noGrp="1"/>
          </p:cNvSpPr>
          <p:nvPr>
            <p:ph type="sldNum" sz="quarter" idx="12"/>
          </p:nvPr>
        </p:nvSpPr>
        <p:spPr/>
        <p:txBody>
          <a:bodyPr/>
          <a:lstStyle/>
          <a:p>
            <a:fld id="{C497B8E6-CB28-4350-9E62-3F3C29E41FED}" type="slidenum">
              <a:rPr lang="zh-TW" altLang="en-US" smtClean="0"/>
              <a:t>11</a:t>
            </a:fld>
            <a:endParaRPr lang="zh-TW" altLang="en-US"/>
          </a:p>
        </p:txBody>
      </p:sp>
      <p:pic>
        <p:nvPicPr>
          <p:cNvPr id="6" name="圖片 5">
            <a:extLst>
              <a:ext uri="{FF2B5EF4-FFF2-40B4-BE49-F238E27FC236}">
                <a16:creationId xmlns:a16="http://schemas.microsoft.com/office/drawing/2014/main" id="{54C533CF-E7E5-EB8E-E544-312A700F4D68}"/>
              </a:ext>
            </a:extLst>
          </p:cNvPr>
          <p:cNvPicPr>
            <a:picLocks noChangeAspect="1"/>
          </p:cNvPicPr>
          <p:nvPr/>
        </p:nvPicPr>
        <p:blipFill>
          <a:blip r:embed="rId2"/>
          <a:stretch>
            <a:fillRect/>
          </a:stretch>
        </p:blipFill>
        <p:spPr>
          <a:xfrm>
            <a:off x="3333364" y="2248449"/>
            <a:ext cx="5525271" cy="3505689"/>
          </a:xfrm>
          <a:prstGeom prst="rect">
            <a:avLst/>
          </a:prstGeom>
        </p:spPr>
      </p:pic>
    </p:spTree>
    <p:extLst>
      <p:ext uri="{BB962C8B-B14F-4D97-AF65-F5344CB8AC3E}">
        <p14:creationId xmlns:p14="http://schemas.microsoft.com/office/powerpoint/2010/main" val="2759430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F05778-F1E8-ECF8-9D25-882DC4192BA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Exemplary results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347811B-12C3-CB96-29C5-D1F36EEDEDB4}"/>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DLCSS algorithm reject 87.2% of the entries from the dataset</a:t>
            </a:r>
          </a:p>
          <a:p>
            <a:r>
              <a:rPr lang="en-US" altLang="zh-TW" dirty="0">
                <a:latin typeface="Times New Roman" panose="02020603050405020304" pitchFamily="18" charset="0"/>
                <a:cs typeface="Times New Roman" panose="02020603050405020304" pitchFamily="18" charset="0"/>
              </a:rPr>
              <a:t>The comparison with the actual detour showed, that the results contained 47.82% true positives</a:t>
            </a:r>
          </a:p>
          <a:p>
            <a:r>
              <a:rPr lang="en-US" altLang="zh-TW" dirty="0">
                <a:latin typeface="Times New Roman" panose="02020603050405020304" pitchFamily="18" charset="0"/>
                <a:cs typeface="Times New Roman" panose="02020603050405020304" pitchFamily="18" charset="0"/>
              </a:rPr>
              <a:t>routing-based comparisons need only to be made for 12.8% of the data</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AA9D5E9-0FFD-4D4D-744A-26E41198EFBB}"/>
              </a:ext>
            </a:extLst>
          </p:cNvPr>
          <p:cNvSpPr>
            <a:spLocks noGrp="1"/>
          </p:cNvSpPr>
          <p:nvPr>
            <p:ph type="sldNum" sz="quarter" idx="12"/>
          </p:nvPr>
        </p:nvSpPr>
        <p:spPr/>
        <p:txBody>
          <a:bodyPr/>
          <a:lstStyle/>
          <a:p>
            <a:fld id="{C497B8E6-CB28-4350-9E62-3F3C29E41FED}" type="slidenum">
              <a:rPr lang="zh-TW" altLang="en-US" smtClean="0"/>
              <a:t>12</a:t>
            </a:fld>
            <a:endParaRPr lang="zh-TW" altLang="en-US" dirty="0"/>
          </a:p>
        </p:txBody>
      </p:sp>
      <p:pic>
        <p:nvPicPr>
          <p:cNvPr id="6" name="圖片 5">
            <a:extLst>
              <a:ext uri="{FF2B5EF4-FFF2-40B4-BE49-F238E27FC236}">
                <a16:creationId xmlns:a16="http://schemas.microsoft.com/office/drawing/2014/main" id="{C8FE7B93-2D2D-2479-BB45-2FA552A84B0C}"/>
              </a:ext>
            </a:extLst>
          </p:cNvPr>
          <p:cNvPicPr>
            <a:picLocks noChangeAspect="1"/>
          </p:cNvPicPr>
          <p:nvPr/>
        </p:nvPicPr>
        <p:blipFill>
          <a:blip r:embed="rId2"/>
          <a:stretch>
            <a:fillRect/>
          </a:stretch>
        </p:blipFill>
        <p:spPr>
          <a:xfrm>
            <a:off x="2942434" y="3677323"/>
            <a:ext cx="5668166" cy="3172268"/>
          </a:xfrm>
          <a:prstGeom prst="rect">
            <a:avLst/>
          </a:prstGeom>
        </p:spPr>
      </p:pic>
    </p:spTree>
    <p:extLst>
      <p:ext uri="{BB962C8B-B14F-4D97-AF65-F5344CB8AC3E}">
        <p14:creationId xmlns:p14="http://schemas.microsoft.com/office/powerpoint/2010/main" val="3877850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A89B96-0768-7DB6-E78D-3878ED90409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Conclusion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EB10499-C246-41B1-B298-ED4C496634F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Dynamic Longest Common Subsequences (DLCSS) algorithm is introduced, which is a dynamic, parameter-free improvement of the LCSS algorithm</a:t>
            </a:r>
          </a:p>
          <a:p>
            <a:r>
              <a:rPr lang="en-US" altLang="zh-TW" dirty="0">
                <a:latin typeface="Times New Roman" panose="02020603050405020304" pitchFamily="18" charset="0"/>
                <a:cs typeface="Times New Roman" panose="02020603050405020304" pitchFamily="18" charset="0"/>
              </a:rPr>
              <a:t>Introduced the </a:t>
            </a:r>
            <a:r>
              <a:rPr lang="en-US" altLang="zh-TW" dirty="0" err="1">
                <a:latin typeface="Times New Roman" panose="02020603050405020304" pitchFamily="18" charset="0"/>
                <a:cs typeface="Times New Roman" panose="02020603050405020304" pitchFamily="18" charset="0"/>
              </a:rPr>
              <a:t>smDLCSS</a:t>
            </a:r>
            <a:r>
              <a:rPr lang="en-US" altLang="zh-TW" dirty="0">
                <a:latin typeface="Times New Roman" panose="02020603050405020304" pitchFamily="18" charset="0"/>
                <a:cs typeface="Times New Roman" panose="02020603050405020304" pitchFamily="18" charset="0"/>
              </a:rPr>
              <a:t> metric</a:t>
            </a:r>
          </a:p>
          <a:p>
            <a:r>
              <a:rPr lang="en-US" altLang="zh-TW" dirty="0">
                <a:latin typeface="Times New Roman" panose="02020603050405020304" pitchFamily="18" charset="0"/>
                <a:cs typeface="Times New Roman" panose="02020603050405020304" pitchFamily="18" charset="0"/>
              </a:rPr>
              <a:t>Can help providers to estimate the necessary fleet sizes, policymakers to better understand mobility patterns and cities to scale </a:t>
            </a:r>
            <a:r>
              <a:rPr lang="en-US" altLang="zh-TW">
                <a:latin typeface="Times New Roman" panose="02020603050405020304" pitchFamily="18" charset="0"/>
                <a:cs typeface="Times New Roman" panose="02020603050405020304" pitchFamily="18" charset="0"/>
              </a:rPr>
              <a:t>necessary infrastructure</a:t>
            </a:r>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7E90AA-CAD9-CEC0-27F4-5EDD30044FA6}"/>
              </a:ext>
            </a:extLst>
          </p:cNvPr>
          <p:cNvSpPr>
            <a:spLocks noGrp="1"/>
          </p:cNvSpPr>
          <p:nvPr>
            <p:ph type="sldNum" sz="quarter" idx="12"/>
          </p:nvPr>
        </p:nvSpPr>
        <p:spPr/>
        <p:txBody>
          <a:bodyPr/>
          <a:lstStyle/>
          <a:p>
            <a:fld id="{C497B8E6-CB28-4350-9E62-3F3C29E41FED}" type="slidenum">
              <a:rPr lang="zh-TW" altLang="en-US" smtClean="0"/>
              <a:t>13</a:t>
            </a:fld>
            <a:endParaRPr lang="zh-TW" altLang="en-US"/>
          </a:p>
        </p:txBody>
      </p:sp>
    </p:spTree>
    <p:extLst>
      <p:ext uri="{BB962C8B-B14F-4D97-AF65-F5344CB8AC3E}">
        <p14:creationId xmlns:p14="http://schemas.microsoft.com/office/powerpoint/2010/main" val="3778802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1554D3-484E-CAD8-6D38-3915C1B95CCB}"/>
              </a:ext>
            </a:extLst>
          </p:cNvPr>
          <p:cNvSpPr>
            <a:spLocks noGrp="1"/>
          </p:cNvSpPr>
          <p:nvPr>
            <p:ph type="title"/>
          </p:nvPr>
        </p:nvSpPr>
        <p:spPr>
          <a:xfrm>
            <a:off x="838200" y="2622189"/>
            <a:ext cx="10515600" cy="1325563"/>
          </a:xfrm>
        </p:spPr>
        <p:txBody>
          <a:bodyPr/>
          <a:lstStyle/>
          <a:p>
            <a:pPr algn="ctr"/>
            <a:r>
              <a:rPr lang="zh-TW" altLang="en-US">
                <a:latin typeface="Times New Roman"/>
                <a:ea typeface="新細明體"/>
                <a:cs typeface="Calibri Light"/>
              </a:rPr>
              <a:t>Thanks</a:t>
            </a:r>
            <a:endParaRPr lang="zh-TW" altLang="en-US">
              <a:latin typeface="Times New Roman"/>
              <a:cs typeface="Calibri Light" panose="020F0302020204030204"/>
            </a:endParaRPr>
          </a:p>
        </p:txBody>
      </p:sp>
      <p:sp>
        <p:nvSpPr>
          <p:cNvPr id="3" name="投影片編號版面配置區 2">
            <a:extLst>
              <a:ext uri="{FF2B5EF4-FFF2-40B4-BE49-F238E27FC236}">
                <a16:creationId xmlns:a16="http://schemas.microsoft.com/office/drawing/2014/main" id="{4D73BD2C-184A-508C-EF35-E45479D97F2A}"/>
              </a:ext>
            </a:extLst>
          </p:cNvPr>
          <p:cNvSpPr>
            <a:spLocks noGrp="1"/>
          </p:cNvSpPr>
          <p:nvPr>
            <p:ph type="sldNum" sz="quarter" idx="12"/>
          </p:nvPr>
        </p:nvSpPr>
        <p:spPr/>
        <p:txBody>
          <a:bodyPr/>
          <a:lstStyle/>
          <a:p>
            <a:fld id="{C497B8E6-CB28-4350-9E62-3F3C29E41FED}" type="slidenum">
              <a:rPr lang="zh-TW" altLang="en-US" smtClean="0"/>
              <a:t>14</a:t>
            </a:fld>
            <a:endParaRPr lang="zh-TW" altLang="en-US"/>
          </a:p>
        </p:txBody>
      </p:sp>
    </p:spTree>
    <p:extLst>
      <p:ext uri="{BB962C8B-B14F-4D97-AF65-F5344CB8AC3E}">
        <p14:creationId xmlns:p14="http://schemas.microsoft.com/office/powerpoint/2010/main" val="4091403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12375</TotalTime>
  <Words>524</Words>
  <Application>Microsoft Office PowerPoint</Application>
  <PresentationFormat>寬螢幕</PresentationFormat>
  <Paragraphs>53</Paragraphs>
  <Slides>14</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新細明體</vt:lpstr>
      <vt:lpstr>Arial</vt:lpstr>
      <vt:lpstr>Calibri</vt:lpstr>
      <vt:lpstr>Calibri Light</vt:lpstr>
      <vt:lpstr>Times New Roman</vt:lpstr>
      <vt:lpstr>Office Theme</vt:lpstr>
      <vt:lpstr>DLCSS: Dynamic Longest Common Subsequences</vt:lpstr>
      <vt:lpstr>Abstract</vt:lpstr>
      <vt:lpstr>Autonomous vehicles</vt:lpstr>
      <vt:lpstr>How two people can shared a ride?</vt:lpstr>
      <vt:lpstr>Previous research</vt:lpstr>
      <vt:lpstr>Previous research</vt:lpstr>
      <vt:lpstr>DLCSS</vt:lpstr>
      <vt:lpstr>DLCSS</vt:lpstr>
      <vt:lpstr>DLCSS</vt:lpstr>
      <vt:lpstr>Single similarity metric </vt:lpstr>
      <vt:lpstr>Application : Meeting point</vt:lpstr>
      <vt:lpstr>Exemplary results</vt:lpstr>
      <vt:lpstr>Conclusion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M123040052@o365.student.nsysu.edu.tw</cp:lastModifiedBy>
  <cp:revision>1263</cp:revision>
  <dcterms:created xsi:type="dcterms:W3CDTF">2022-10-11T15:33:00Z</dcterms:created>
  <dcterms:modified xsi:type="dcterms:W3CDTF">2024-06-11T07:50:00Z</dcterms:modified>
</cp:coreProperties>
</file>