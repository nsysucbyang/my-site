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58" r:id="rId3"/>
    <p:sldId id="291" r:id="rId4"/>
    <p:sldId id="293" r:id="rId5"/>
    <p:sldId id="292" r:id="rId6"/>
    <p:sldId id="295" r:id="rId7"/>
    <p:sldId id="294" r:id="rId8"/>
    <p:sldId id="296" r:id="rId9"/>
    <p:sldId id="298" r:id="rId10"/>
    <p:sldId id="297" r:id="rId11"/>
    <p:sldId id="299" r:id="rId12"/>
    <p:sldId id="300" r:id="rId13"/>
    <p:sldId id="301" r:id="rId14"/>
    <p:sldId id="303" r:id="rId15"/>
    <p:sldId id="302"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290"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4578-5835-485D-A797-12C6B257B115}" v="11" dt="2023-09-04T04:31:32.037"/>
    <p1510:client id="{E7DA5099-78A1-408B-84DF-074DE53BB9A0}" v="2911" dt="2023-08-31T07:26:23.869"/>
    <p1510:client id="{F70ECEBF-8AD3-43A7-BF35-843D2F9F26F7}" v="22" dt="2023-09-04T05:18:59.6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85529" autoAdjust="0"/>
  </p:normalViewPr>
  <p:slideViewPr>
    <p:cSldViewPr snapToGrid="0">
      <p:cViewPr varScale="1">
        <p:scale>
          <a:sx n="95" d="100"/>
          <a:sy n="95" d="100"/>
        </p:scale>
        <p:origin x="114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適宏" userId="ba70bf4345ae8a18" providerId="Windows Live" clId="Web-{60414578-5835-485D-A797-12C6B257B115}"/>
    <pc:docChg chg="modSld sldOrd">
      <pc:chgData name="李 適宏" userId="ba70bf4345ae8a18" providerId="Windows Live" clId="Web-{60414578-5835-485D-A797-12C6B257B115}" dt="2023-09-04T04:31:32.037" v="10"/>
      <pc:docMkLst>
        <pc:docMk/>
      </pc:docMkLst>
      <pc:sldChg chg="modSp">
        <pc:chgData name="李 適宏" userId="ba70bf4345ae8a18" providerId="Windows Live" clId="Web-{60414578-5835-485D-A797-12C6B257B115}" dt="2023-09-04T04:27:19.961" v="9" actId="20577"/>
        <pc:sldMkLst>
          <pc:docMk/>
          <pc:sldMk cId="3671907888" sldId="258"/>
        </pc:sldMkLst>
        <pc:spChg chg="mod">
          <ac:chgData name="李 適宏" userId="ba70bf4345ae8a18" providerId="Windows Live" clId="Web-{60414578-5835-485D-A797-12C6B257B115}" dt="2023-09-04T04:27:19.961" v="9" actId="20577"/>
          <ac:spMkLst>
            <pc:docMk/>
            <pc:sldMk cId="3671907888" sldId="258"/>
            <ac:spMk id="3" creationId="{2E60A558-83F5-DC4B-E8C9-3EB0801F3EAE}"/>
          </ac:spMkLst>
        </pc:spChg>
      </pc:sldChg>
      <pc:sldChg chg="modSp">
        <pc:chgData name="李 適宏" userId="ba70bf4345ae8a18" providerId="Windows Live" clId="Web-{60414578-5835-485D-A797-12C6B257B115}" dt="2023-09-04T04:26:39.037" v="4" actId="20577"/>
        <pc:sldMkLst>
          <pc:docMk/>
          <pc:sldMk cId="3428300884" sldId="270"/>
        </pc:sldMkLst>
        <pc:spChg chg="mod">
          <ac:chgData name="李 適宏" userId="ba70bf4345ae8a18" providerId="Windows Live" clId="Web-{60414578-5835-485D-A797-12C6B257B115}" dt="2023-09-04T04:26:39.037" v="4" actId="20577"/>
          <ac:spMkLst>
            <pc:docMk/>
            <pc:sldMk cId="3428300884" sldId="270"/>
            <ac:spMk id="3" creationId="{2E60A558-83F5-DC4B-E8C9-3EB0801F3EAE}"/>
          </ac:spMkLst>
        </pc:spChg>
      </pc:sldChg>
      <pc:sldChg chg="ord">
        <pc:chgData name="李 適宏" userId="ba70bf4345ae8a18" providerId="Windows Live" clId="Web-{60414578-5835-485D-A797-12C6B257B115}" dt="2023-09-04T04:31:32.037" v="10"/>
        <pc:sldMkLst>
          <pc:docMk/>
          <pc:sldMk cId="3552292399" sldId="274"/>
        </pc:sldMkLst>
      </pc:sldChg>
    </pc:docChg>
  </pc:docChgLst>
  <pc:docChgLst>
    <pc:chgData name="李 適宏" userId="ba70bf4345ae8a18" providerId="Windows Live" clId="Web-{E7DA5099-78A1-408B-84DF-074DE53BB9A0}"/>
    <pc:docChg chg="addSld delSld modSld sldOrd">
      <pc:chgData name="李 適宏" userId="ba70bf4345ae8a18" providerId="Windows Live" clId="Web-{E7DA5099-78A1-408B-84DF-074DE53BB9A0}" dt="2023-08-31T07:26:23.869" v="2559" actId="20577"/>
      <pc:docMkLst>
        <pc:docMk/>
      </pc:docMkLst>
      <pc:sldChg chg="modSp modTransition">
        <pc:chgData name="李 適宏" userId="ba70bf4345ae8a18" providerId="Windows Live" clId="Web-{E7DA5099-78A1-408B-84DF-074DE53BB9A0}" dt="2023-08-31T07:19:27.153" v="2517"/>
        <pc:sldMkLst>
          <pc:docMk/>
          <pc:sldMk cId="2067857472" sldId="257"/>
        </pc:sldMkLst>
        <pc:spChg chg="mod">
          <ac:chgData name="李 適宏" userId="ba70bf4345ae8a18" providerId="Windows Live" clId="Web-{E7DA5099-78A1-408B-84DF-074DE53BB9A0}" dt="2023-08-30T09:50:44.315" v="7" actId="20577"/>
          <ac:spMkLst>
            <pc:docMk/>
            <pc:sldMk cId="2067857472" sldId="257"/>
            <ac:spMk id="2" creationId="{CC7901A9-EC42-0349-C42C-1EF1F72BF040}"/>
          </ac:spMkLst>
        </pc:spChg>
        <pc:spChg chg="mod">
          <ac:chgData name="李 適宏" userId="ba70bf4345ae8a18" providerId="Windows Live" clId="Web-{E7DA5099-78A1-408B-84DF-074DE53BB9A0}" dt="2023-08-30T09:51:59.990" v="17" actId="20577"/>
          <ac:spMkLst>
            <pc:docMk/>
            <pc:sldMk cId="2067857472" sldId="257"/>
            <ac:spMk id="3" creationId="{54DBE6CB-9CF8-48E7-B831-C6B10B6C080F}"/>
          </ac:spMkLst>
        </pc:spChg>
        <pc:spChg chg="mod">
          <ac:chgData name="李 適宏" userId="ba70bf4345ae8a18" providerId="Windows Live" clId="Web-{E7DA5099-78A1-408B-84DF-074DE53BB9A0}" dt="2023-08-30T09:56:00.011" v="36" actId="20577"/>
          <ac:spMkLst>
            <pc:docMk/>
            <pc:sldMk cId="2067857472" sldId="257"/>
            <ac:spMk id="4" creationId="{272805CA-C188-EA0E-0232-5E39FC11B582}"/>
          </ac:spMkLst>
        </pc:spChg>
      </pc:sldChg>
      <pc:sldChg chg="modSp modTransition">
        <pc:chgData name="李 適宏" userId="ba70bf4345ae8a18" providerId="Windows Live" clId="Web-{E7DA5099-78A1-408B-84DF-074DE53BB9A0}" dt="2023-08-31T07:24:26.568" v="2550" actId="20577"/>
        <pc:sldMkLst>
          <pc:docMk/>
          <pc:sldMk cId="3671907888" sldId="258"/>
        </pc:sldMkLst>
        <pc:spChg chg="mod">
          <ac:chgData name="李 適宏" userId="ba70bf4345ae8a18" providerId="Windows Live" clId="Web-{E7DA5099-78A1-408B-84DF-074DE53BB9A0}" dt="2023-08-31T07:24:26.568" v="2550" actId="20577"/>
          <ac:spMkLst>
            <pc:docMk/>
            <pc:sldMk cId="3671907888" sldId="258"/>
            <ac:spMk id="3" creationId="{2E60A558-83F5-DC4B-E8C9-3EB0801F3EAE}"/>
          </ac:spMkLst>
        </pc:spChg>
      </pc:sldChg>
      <pc:sldChg chg="modSp del">
        <pc:chgData name="李 適宏" userId="ba70bf4345ae8a18" providerId="Windows Live" clId="Web-{E7DA5099-78A1-408B-84DF-074DE53BB9A0}" dt="2023-08-31T07:19:04.762" v="2516"/>
        <pc:sldMkLst>
          <pc:docMk/>
          <pc:sldMk cId="3664592898" sldId="269"/>
        </pc:sldMkLst>
        <pc:spChg chg="mod">
          <ac:chgData name="李 適宏" userId="ba70bf4345ae8a18" providerId="Windows Live" clId="Web-{E7DA5099-78A1-408B-84DF-074DE53BB9A0}" dt="2023-08-31T07:18:55.121" v="2515" actId="20577"/>
          <ac:spMkLst>
            <pc:docMk/>
            <pc:sldMk cId="3664592898" sldId="269"/>
            <ac:spMk id="3" creationId="{09049979-F5A7-6534-10C1-F736244053A9}"/>
          </ac:spMkLst>
        </pc:spChg>
      </pc:sldChg>
      <pc:sldChg chg="modSp modTransition">
        <pc:chgData name="李 適宏" userId="ba70bf4345ae8a18" providerId="Windows Live" clId="Web-{E7DA5099-78A1-408B-84DF-074DE53BB9A0}" dt="2023-08-31T07:25:13.742" v="2557" actId="20577"/>
        <pc:sldMkLst>
          <pc:docMk/>
          <pc:sldMk cId="3428300884" sldId="270"/>
        </pc:sldMkLst>
        <pc:spChg chg="mod">
          <ac:chgData name="李 適宏" userId="ba70bf4345ae8a18" providerId="Windows Live" clId="Web-{E7DA5099-78A1-408B-84DF-074DE53BB9A0}" dt="2023-08-31T07:25:13.742" v="2557" actId="20577"/>
          <ac:spMkLst>
            <pc:docMk/>
            <pc:sldMk cId="3428300884" sldId="270"/>
            <ac:spMk id="3" creationId="{2E60A558-83F5-DC4B-E8C9-3EB0801F3EAE}"/>
          </ac:spMkLst>
        </pc:spChg>
      </pc:sldChg>
      <pc:sldChg chg="addSp delSp modSp new modNotes">
        <pc:chgData name="李 適宏" userId="ba70bf4345ae8a18" providerId="Windows Live" clId="Web-{E7DA5099-78A1-408B-84DF-074DE53BB9A0}" dt="2023-08-31T07:23:07.363" v="2522"/>
        <pc:sldMkLst>
          <pc:docMk/>
          <pc:sldMk cId="1196738268" sldId="271"/>
        </pc:sldMkLst>
        <pc:spChg chg="mod">
          <ac:chgData name="李 適宏" userId="ba70bf4345ae8a18" providerId="Windows Live" clId="Web-{E7DA5099-78A1-408B-84DF-074DE53BB9A0}" dt="2023-08-30T11:08:30.829" v="81" actId="20577"/>
          <ac:spMkLst>
            <pc:docMk/>
            <pc:sldMk cId="1196738268" sldId="271"/>
            <ac:spMk id="2" creationId="{714A1471-B659-9AFA-9FB7-C296825199DF}"/>
          </ac:spMkLst>
        </pc:spChg>
        <pc:spChg chg="mod">
          <ac:chgData name="李 適宏" userId="ba70bf4345ae8a18" providerId="Windows Live" clId="Web-{E7DA5099-78A1-408B-84DF-074DE53BB9A0}" dt="2023-08-30T11:23:34.912" v="208" actId="20577"/>
          <ac:spMkLst>
            <pc:docMk/>
            <pc:sldMk cId="1196738268" sldId="271"/>
            <ac:spMk id="3" creationId="{BB23D789-6263-68FE-1828-B082C1D4C87F}"/>
          </ac:spMkLst>
        </pc:spChg>
        <pc:spChg chg="add del mod">
          <ac:chgData name="李 適宏" userId="ba70bf4345ae8a18" providerId="Windows Live" clId="Web-{E7DA5099-78A1-408B-84DF-074DE53BB9A0}" dt="2023-08-31T07:23:06.441" v="2521"/>
          <ac:spMkLst>
            <pc:docMk/>
            <pc:sldMk cId="1196738268" sldId="271"/>
            <ac:spMk id="4" creationId="{634F2545-DE7D-59B6-0CD0-FEC5C2642F0D}"/>
          </ac:spMkLst>
        </pc:spChg>
        <pc:spChg chg="add mod">
          <ac:chgData name="李 適宏" userId="ba70bf4345ae8a18" providerId="Windows Live" clId="Web-{E7DA5099-78A1-408B-84DF-074DE53BB9A0}" dt="2023-08-31T07:23:07.363" v="2522"/>
          <ac:spMkLst>
            <pc:docMk/>
            <pc:sldMk cId="1196738268" sldId="271"/>
            <ac:spMk id="6" creationId="{E11BD203-F3E3-C11F-86C8-9E21F0E172C7}"/>
          </ac:spMkLst>
        </pc:spChg>
        <pc:picChg chg="add del mod">
          <ac:chgData name="李 適宏" userId="ba70bf4345ae8a18" providerId="Windows Live" clId="Web-{E7DA5099-78A1-408B-84DF-074DE53BB9A0}" dt="2023-08-30T11:11:19.630" v="107"/>
          <ac:picMkLst>
            <pc:docMk/>
            <pc:sldMk cId="1196738268" sldId="271"/>
            <ac:picMk id="4" creationId="{804AC9F9-0CD1-C557-D554-94CE053E334C}"/>
          </ac:picMkLst>
        </pc:picChg>
        <pc:picChg chg="add mod">
          <ac:chgData name="李 適宏" userId="ba70bf4345ae8a18" providerId="Windows Live" clId="Web-{E7DA5099-78A1-408B-84DF-074DE53BB9A0}" dt="2023-08-30T11:12:20.115" v="111" actId="1076"/>
          <ac:picMkLst>
            <pc:docMk/>
            <pc:sldMk cId="1196738268" sldId="271"/>
            <ac:picMk id="5" creationId="{080D0FF3-29DD-DCF0-135A-09ABBF2E9829}"/>
          </ac:picMkLst>
        </pc:picChg>
      </pc:sldChg>
      <pc:sldChg chg="addSp delSp modSp new">
        <pc:chgData name="李 適宏" userId="ba70bf4345ae8a18" providerId="Windows Live" clId="Web-{E7DA5099-78A1-408B-84DF-074DE53BB9A0}" dt="2023-08-31T07:23:12.519" v="2523"/>
        <pc:sldMkLst>
          <pc:docMk/>
          <pc:sldMk cId="3110931882" sldId="272"/>
        </pc:sldMkLst>
        <pc:spChg chg="mod">
          <ac:chgData name="李 適宏" userId="ba70bf4345ae8a18" providerId="Windows Live" clId="Web-{E7DA5099-78A1-408B-84DF-074DE53BB9A0}" dt="2023-08-30T11:24:07.913" v="225" actId="20577"/>
          <ac:spMkLst>
            <pc:docMk/>
            <pc:sldMk cId="3110931882" sldId="272"/>
            <ac:spMk id="2" creationId="{54FBA7F6-8A44-6BC2-C112-79F7BCAF0400}"/>
          </ac:spMkLst>
        </pc:spChg>
        <pc:spChg chg="del">
          <ac:chgData name="李 適宏" userId="ba70bf4345ae8a18" providerId="Windows Live" clId="Web-{E7DA5099-78A1-408B-84DF-074DE53BB9A0}" dt="2023-08-30T11:35:05.131" v="226"/>
          <ac:spMkLst>
            <pc:docMk/>
            <pc:sldMk cId="3110931882" sldId="272"/>
            <ac:spMk id="3" creationId="{12799C6B-A928-A441-5D1D-6BAB4CDA6B60}"/>
          </ac:spMkLst>
        </pc:spChg>
        <pc:spChg chg="add mod">
          <ac:chgData name="李 適宏" userId="ba70bf4345ae8a18" providerId="Windows Live" clId="Web-{E7DA5099-78A1-408B-84DF-074DE53BB9A0}" dt="2023-08-31T07:23:12.519" v="2523"/>
          <ac:spMkLst>
            <pc:docMk/>
            <pc:sldMk cId="3110931882" sldId="272"/>
            <ac:spMk id="3" creationId="{39F43FE4-649D-A30D-F15B-BC859062ED8E}"/>
          </ac:spMkLst>
        </pc:spChg>
        <pc:spChg chg="add mod">
          <ac:chgData name="李 適宏" userId="ba70bf4345ae8a18" providerId="Windows Live" clId="Web-{E7DA5099-78A1-408B-84DF-074DE53BB9A0}" dt="2023-08-30T12:40:57.912" v="373" actId="20577"/>
          <ac:spMkLst>
            <pc:docMk/>
            <pc:sldMk cId="3110931882" sldId="272"/>
            <ac:spMk id="5" creationId="{384F1F5F-5F06-AAE2-AC0F-0AC1575C90F4}"/>
          </ac:spMkLst>
        </pc:spChg>
        <pc:spChg chg="add mod">
          <ac:chgData name="李 適宏" userId="ba70bf4345ae8a18" providerId="Windows Live" clId="Web-{E7DA5099-78A1-408B-84DF-074DE53BB9A0}" dt="2023-08-30T12:27:47.810" v="317" actId="1076"/>
          <ac:spMkLst>
            <pc:docMk/>
            <pc:sldMk cId="3110931882" sldId="272"/>
            <ac:spMk id="6" creationId="{74604AC9-0E71-854D-B06A-0AE291917F90}"/>
          </ac:spMkLst>
        </pc:spChg>
        <pc:spChg chg="add del mod">
          <ac:chgData name="李 適宏" userId="ba70bf4345ae8a18" providerId="Windows Live" clId="Web-{E7DA5099-78A1-408B-84DF-074DE53BB9A0}" dt="2023-08-30T11:39:15.043" v="275"/>
          <ac:spMkLst>
            <pc:docMk/>
            <pc:sldMk cId="3110931882" sldId="272"/>
            <ac:spMk id="8" creationId="{897DCAF1-1538-888B-49C6-DF2645F3105F}"/>
          </ac:spMkLst>
        </pc:spChg>
        <pc:picChg chg="add del mod ord">
          <ac:chgData name="李 適宏" userId="ba70bf4345ae8a18" providerId="Windows Live" clId="Web-{E7DA5099-78A1-408B-84DF-074DE53BB9A0}" dt="2023-08-30T11:39:13.762" v="274"/>
          <ac:picMkLst>
            <pc:docMk/>
            <pc:sldMk cId="3110931882" sldId="272"/>
            <ac:picMk id="4" creationId="{20C506AE-7AFF-84D0-241C-9C12D4B5104B}"/>
          </ac:picMkLst>
        </pc:picChg>
        <pc:picChg chg="add mod ord">
          <ac:chgData name="李 適宏" userId="ba70bf4345ae8a18" providerId="Windows Live" clId="Web-{E7DA5099-78A1-408B-84DF-074DE53BB9A0}" dt="2023-08-30T11:40:40.529" v="293" actId="1076"/>
          <ac:picMkLst>
            <pc:docMk/>
            <pc:sldMk cId="3110931882" sldId="272"/>
            <ac:picMk id="9" creationId="{8073A0C4-4503-13E4-6ED3-879BE34D695B}"/>
          </ac:picMkLst>
        </pc:picChg>
        <pc:picChg chg="add mod">
          <ac:chgData name="李 適宏" userId="ba70bf4345ae8a18" providerId="Windows Live" clId="Web-{E7DA5099-78A1-408B-84DF-074DE53BB9A0}" dt="2023-08-30T12:28:59.359" v="331" actId="1076"/>
          <ac:picMkLst>
            <pc:docMk/>
            <pc:sldMk cId="3110931882" sldId="272"/>
            <ac:picMk id="10" creationId="{7330CB98-7BB0-E390-137A-91A7077C8187}"/>
          </ac:picMkLst>
        </pc:picChg>
      </pc:sldChg>
      <pc:sldChg chg="addSp delSp modSp new ord">
        <pc:chgData name="李 適宏" userId="ba70bf4345ae8a18" providerId="Windows Live" clId="Web-{E7DA5099-78A1-408B-84DF-074DE53BB9A0}" dt="2023-08-31T07:23:23.129" v="2541"/>
        <pc:sldMkLst>
          <pc:docMk/>
          <pc:sldMk cId="1551935164" sldId="273"/>
        </pc:sldMkLst>
        <pc:spChg chg="mod">
          <ac:chgData name="李 適宏" userId="ba70bf4345ae8a18" providerId="Windows Live" clId="Web-{E7DA5099-78A1-408B-84DF-074DE53BB9A0}" dt="2023-08-30T12:33:19.726" v="344" actId="20577"/>
          <ac:spMkLst>
            <pc:docMk/>
            <pc:sldMk cId="1551935164" sldId="273"/>
            <ac:spMk id="2" creationId="{586E7B9E-57DC-CBEB-89A8-BAB4955671D3}"/>
          </ac:spMkLst>
        </pc:spChg>
        <pc:spChg chg="add del mod">
          <ac:chgData name="李 適宏" userId="ba70bf4345ae8a18" providerId="Windows Live" clId="Web-{E7DA5099-78A1-408B-84DF-074DE53BB9A0}" dt="2023-08-30T12:27:55.201" v="320"/>
          <ac:spMkLst>
            <pc:docMk/>
            <pc:sldMk cId="1551935164" sldId="273"/>
            <ac:spMk id="3" creationId="{71F32AE9-BD79-625B-809D-90E1D46A9DCC}"/>
          </ac:spMkLst>
        </pc:spChg>
        <pc:spChg chg="add mod">
          <ac:chgData name="李 適宏" userId="ba70bf4345ae8a18" providerId="Windows Live" clId="Web-{E7DA5099-78A1-408B-84DF-074DE53BB9A0}" dt="2023-08-31T07:23:23.129" v="2541"/>
          <ac:spMkLst>
            <pc:docMk/>
            <pc:sldMk cId="1551935164" sldId="273"/>
            <ac:spMk id="3" creationId="{BF74973F-E3B6-DDD4-C893-02C5039B2550}"/>
          </ac:spMkLst>
        </pc:spChg>
        <pc:spChg chg="del">
          <ac:chgData name="李 適宏" userId="ba70bf4345ae8a18" providerId="Windows Live" clId="Web-{E7DA5099-78A1-408B-84DF-074DE53BB9A0}" dt="2023-08-30T11:39:55.294" v="278"/>
          <ac:spMkLst>
            <pc:docMk/>
            <pc:sldMk cId="1551935164" sldId="273"/>
            <ac:spMk id="3" creationId="{CD4351F0-137F-6239-55F6-4D76C8E6A942}"/>
          </ac:spMkLst>
        </pc:spChg>
        <pc:spChg chg="add del mod">
          <ac:chgData name="李 適宏" userId="ba70bf4345ae8a18" providerId="Windows Live" clId="Web-{E7DA5099-78A1-408B-84DF-074DE53BB9A0}" dt="2023-08-30T12:27:32.169" v="315"/>
          <ac:spMkLst>
            <pc:docMk/>
            <pc:sldMk cId="1551935164" sldId="273"/>
            <ac:spMk id="6" creationId="{B3826738-D20A-4EE0-70C8-E17CB48C9D3C}"/>
          </ac:spMkLst>
        </pc:spChg>
        <pc:spChg chg="add mod">
          <ac:chgData name="李 適宏" userId="ba70bf4345ae8a18" providerId="Windows Live" clId="Web-{E7DA5099-78A1-408B-84DF-074DE53BB9A0}" dt="2023-08-30T12:40:39.208" v="369" actId="20577"/>
          <ac:spMkLst>
            <pc:docMk/>
            <pc:sldMk cId="1551935164" sldId="273"/>
            <ac:spMk id="7" creationId="{7B70283C-D4CF-1F44-716D-03B304C2249A}"/>
          </ac:spMkLst>
        </pc:spChg>
        <pc:spChg chg="add mod">
          <ac:chgData name="李 適宏" userId="ba70bf4345ae8a18" providerId="Windows Live" clId="Web-{E7DA5099-78A1-408B-84DF-074DE53BB9A0}" dt="2023-08-30T12:40:44.817" v="370" actId="20577"/>
          <ac:spMkLst>
            <pc:docMk/>
            <pc:sldMk cId="1551935164" sldId="273"/>
            <ac:spMk id="9" creationId="{642B57A3-6253-FD80-BA86-C5EC45DB1705}"/>
          </ac:spMkLst>
        </pc:spChg>
        <pc:picChg chg="add del mod ord">
          <ac:chgData name="李 適宏" userId="ba70bf4345ae8a18" providerId="Windows Live" clId="Web-{E7DA5099-78A1-408B-84DF-074DE53BB9A0}" dt="2023-08-30T11:39:56.997" v="279"/>
          <ac:picMkLst>
            <pc:docMk/>
            <pc:sldMk cId="1551935164" sldId="273"/>
            <ac:picMk id="4" creationId="{A62D658F-7C38-CF0E-1888-A7686B01785B}"/>
          </ac:picMkLst>
        </pc:picChg>
        <pc:picChg chg="add del mod">
          <ac:chgData name="李 適宏" userId="ba70bf4345ae8a18" providerId="Windows Live" clId="Web-{E7DA5099-78A1-408B-84DF-074DE53BB9A0}" dt="2023-08-30T12:28:12.217" v="325"/>
          <ac:picMkLst>
            <pc:docMk/>
            <pc:sldMk cId="1551935164" sldId="273"/>
            <ac:picMk id="4" creationId="{C686695A-5C23-33FF-2152-A018B98C31F6}"/>
          </ac:picMkLst>
        </pc:picChg>
        <pc:picChg chg="add del mod">
          <ac:chgData name="李 適宏" userId="ba70bf4345ae8a18" providerId="Windows Live" clId="Web-{E7DA5099-78A1-408B-84DF-074DE53BB9A0}" dt="2023-08-30T12:34:08.212" v="353"/>
          <ac:picMkLst>
            <pc:docMk/>
            <pc:sldMk cId="1551935164" sldId="273"/>
            <ac:picMk id="5" creationId="{C5EBC955-CFAA-9004-9472-6E9370FE16DE}"/>
          </ac:picMkLst>
        </pc:picChg>
        <pc:picChg chg="add del mod">
          <ac:chgData name="李 適宏" userId="ba70bf4345ae8a18" providerId="Windows Live" clId="Web-{E7DA5099-78A1-408B-84DF-074DE53BB9A0}" dt="2023-08-30T12:34:08.509" v="354"/>
          <ac:picMkLst>
            <pc:docMk/>
            <pc:sldMk cId="1551935164" sldId="273"/>
            <ac:picMk id="8" creationId="{D6E5D283-BF59-6B40-1E21-1923DDC26443}"/>
          </ac:picMkLst>
        </pc:picChg>
        <pc:picChg chg="add mod">
          <ac:chgData name="李 適宏" userId="ba70bf4345ae8a18" providerId="Windows Live" clId="Web-{E7DA5099-78A1-408B-84DF-074DE53BB9A0}" dt="2023-08-30T12:36:11.919" v="358" actId="1076"/>
          <ac:picMkLst>
            <pc:docMk/>
            <pc:sldMk cId="1551935164" sldId="273"/>
            <ac:picMk id="10" creationId="{0A853D1A-5AA9-E382-60A2-92187BA88AF4}"/>
          </ac:picMkLst>
        </pc:picChg>
        <pc:picChg chg="add mod">
          <ac:chgData name="李 適宏" userId="ba70bf4345ae8a18" providerId="Windows Live" clId="Web-{E7DA5099-78A1-408B-84DF-074DE53BB9A0}" dt="2023-08-30T12:40:28.520" v="368" actId="1076"/>
          <ac:picMkLst>
            <pc:docMk/>
            <pc:sldMk cId="1551935164" sldId="273"/>
            <ac:picMk id="11" creationId="{CF88C92D-8DC9-8A55-B97C-4ED72EB2789F}"/>
          </ac:picMkLst>
        </pc:picChg>
      </pc:sldChg>
      <pc:sldChg chg="modSp new del">
        <pc:chgData name="李 適宏" userId="ba70bf4345ae8a18" providerId="Windows Live" clId="Web-{E7DA5099-78A1-408B-84DF-074DE53BB9A0}" dt="2023-08-30T12:33:27.164" v="345"/>
        <pc:sldMkLst>
          <pc:docMk/>
          <pc:sldMk cId="225342217" sldId="274"/>
        </pc:sldMkLst>
        <pc:spChg chg="mod">
          <ac:chgData name="李 適宏" userId="ba70bf4345ae8a18" providerId="Windows Live" clId="Web-{E7DA5099-78A1-408B-84DF-074DE53BB9A0}" dt="2023-08-30T12:33:06.882" v="343" actId="20577"/>
          <ac:spMkLst>
            <pc:docMk/>
            <pc:sldMk cId="225342217" sldId="274"/>
            <ac:spMk id="2" creationId="{6B4936EE-B8B0-5E65-CBD2-D9F303D20049}"/>
          </ac:spMkLst>
        </pc:spChg>
      </pc:sldChg>
      <pc:sldChg chg="addSp modSp add ord replId">
        <pc:chgData name="李 適宏" userId="ba70bf4345ae8a18" providerId="Windows Live" clId="Web-{E7DA5099-78A1-408B-84DF-074DE53BB9A0}" dt="2023-08-31T07:23:23.129" v="2540"/>
        <pc:sldMkLst>
          <pc:docMk/>
          <pc:sldMk cId="3552292399" sldId="274"/>
        </pc:sldMkLst>
        <pc:spChg chg="add mod">
          <ac:chgData name="李 適宏" userId="ba70bf4345ae8a18" providerId="Windows Live" clId="Web-{E7DA5099-78A1-408B-84DF-074DE53BB9A0}" dt="2023-08-31T07:23:23.129" v="2540"/>
          <ac:spMkLst>
            <pc:docMk/>
            <pc:sldMk cId="3552292399" sldId="274"/>
            <ac:spMk id="3" creationId="{8A139FA2-7E2C-5C5B-0677-F6275AE3FAE2}"/>
          </ac:spMkLst>
        </pc:spChg>
        <pc:spChg chg="mod">
          <ac:chgData name="李 適宏" userId="ba70bf4345ae8a18" providerId="Windows Live" clId="Web-{E7DA5099-78A1-408B-84DF-074DE53BB9A0}" dt="2023-08-30T12:40:48.927" v="371" actId="20577"/>
          <ac:spMkLst>
            <pc:docMk/>
            <pc:sldMk cId="3552292399" sldId="274"/>
            <ac:spMk id="7" creationId="{7B70283C-D4CF-1F44-716D-03B304C2249A}"/>
          </ac:spMkLst>
        </pc:spChg>
        <pc:spChg chg="mod">
          <ac:chgData name="李 適宏" userId="ba70bf4345ae8a18" providerId="Windows Live" clId="Web-{E7DA5099-78A1-408B-84DF-074DE53BB9A0}" dt="2023-08-30T12:40:52.318" v="372" actId="20577"/>
          <ac:spMkLst>
            <pc:docMk/>
            <pc:sldMk cId="3552292399" sldId="274"/>
            <ac:spMk id="9" creationId="{642B57A3-6253-FD80-BA86-C5EC45DB1705}"/>
          </ac:spMkLst>
        </pc:spChg>
      </pc:sldChg>
      <pc:sldChg chg="addSp delSp modSp add replId">
        <pc:chgData name="李 適宏" userId="ba70bf4345ae8a18" providerId="Windows Live" clId="Web-{E7DA5099-78A1-408B-84DF-074DE53BB9A0}" dt="2023-08-31T07:23:22.926" v="2525"/>
        <pc:sldMkLst>
          <pc:docMk/>
          <pc:sldMk cId="4084616550" sldId="275"/>
        </pc:sldMkLst>
        <pc:spChg chg="add mod">
          <ac:chgData name="李 適宏" userId="ba70bf4345ae8a18" providerId="Windows Live" clId="Web-{E7DA5099-78A1-408B-84DF-074DE53BB9A0}" dt="2023-08-31T07:23:22.926" v="2525"/>
          <ac:spMkLst>
            <pc:docMk/>
            <pc:sldMk cId="4084616550" sldId="275"/>
            <ac:spMk id="5" creationId="{6FAE04C4-35A8-4F06-8FC5-2899B7014F78}"/>
          </ac:spMkLst>
        </pc:spChg>
        <pc:spChg chg="mod">
          <ac:chgData name="李 適宏" userId="ba70bf4345ae8a18" providerId="Windows Live" clId="Web-{E7DA5099-78A1-408B-84DF-074DE53BB9A0}" dt="2023-08-30T12:46:11.811" v="379" actId="20577"/>
          <ac:spMkLst>
            <pc:docMk/>
            <pc:sldMk cId="4084616550" sldId="275"/>
            <ac:spMk id="7" creationId="{7B70283C-D4CF-1F44-716D-03B304C2249A}"/>
          </ac:spMkLst>
        </pc:spChg>
        <pc:spChg chg="mod">
          <ac:chgData name="李 適宏" userId="ba70bf4345ae8a18" providerId="Windows Live" clId="Web-{E7DA5099-78A1-408B-84DF-074DE53BB9A0}" dt="2023-08-30T12:46:27.296" v="383" actId="20577"/>
          <ac:spMkLst>
            <pc:docMk/>
            <pc:sldMk cId="4084616550" sldId="275"/>
            <ac:spMk id="9" creationId="{642B57A3-6253-FD80-BA86-C5EC45DB1705}"/>
          </ac:spMkLst>
        </pc:spChg>
        <pc:picChg chg="add mod">
          <ac:chgData name="李 適宏" userId="ba70bf4345ae8a18" providerId="Windows Live" clId="Web-{E7DA5099-78A1-408B-84DF-074DE53BB9A0}" dt="2023-08-30T20:39:45.504" v="1795" actId="1076"/>
          <ac:picMkLst>
            <pc:docMk/>
            <pc:sldMk cId="4084616550" sldId="275"/>
            <ac:picMk id="3" creationId="{AF46341E-6136-CD40-DA84-CE90AC9A2A39}"/>
          </ac:picMkLst>
        </pc:picChg>
        <pc:picChg chg="add mod">
          <ac:chgData name="李 適宏" userId="ba70bf4345ae8a18" providerId="Windows Live" clId="Web-{E7DA5099-78A1-408B-84DF-074DE53BB9A0}" dt="2023-08-30T12:49:53.521" v="392" actId="1076"/>
          <ac:picMkLst>
            <pc:docMk/>
            <pc:sldMk cId="4084616550" sldId="275"/>
            <ac:picMk id="4" creationId="{56DD295D-F342-2168-632F-290BF055947C}"/>
          </ac:picMkLst>
        </pc:picChg>
        <pc:picChg chg="del">
          <ac:chgData name="李 適宏" userId="ba70bf4345ae8a18" providerId="Windows Live" clId="Web-{E7DA5099-78A1-408B-84DF-074DE53BB9A0}" dt="2023-08-30T12:45:57.295" v="376"/>
          <ac:picMkLst>
            <pc:docMk/>
            <pc:sldMk cId="4084616550" sldId="275"/>
            <ac:picMk id="10" creationId="{0A853D1A-5AA9-E382-60A2-92187BA88AF4}"/>
          </ac:picMkLst>
        </pc:picChg>
        <pc:picChg chg="del">
          <ac:chgData name="李 適宏" userId="ba70bf4345ae8a18" providerId="Windows Live" clId="Web-{E7DA5099-78A1-408B-84DF-074DE53BB9A0}" dt="2023-08-30T12:45:45.951" v="375"/>
          <ac:picMkLst>
            <pc:docMk/>
            <pc:sldMk cId="4084616550" sldId="275"/>
            <ac:picMk id="11" creationId="{CF88C92D-8DC9-8A55-B97C-4ED72EB2789F}"/>
          </ac:picMkLst>
        </pc:picChg>
        <pc:cxnChg chg="add mod">
          <ac:chgData name="李 適宏" userId="ba70bf4345ae8a18" providerId="Windows Live" clId="Web-{E7DA5099-78A1-408B-84DF-074DE53BB9A0}" dt="2023-08-30T20:48:34.579" v="1892" actId="1076"/>
          <ac:cxnSpMkLst>
            <pc:docMk/>
            <pc:sldMk cId="4084616550" sldId="275"/>
            <ac:cxnSpMk id="6" creationId="{E61B31FE-B5A6-2D60-AF0B-2019933CD9BC}"/>
          </ac:cxnSpMkLst>
        </pc:cxnChg>
        <pc:cxnChg chg="add mod">
          <ac:chgData name="李 適宏" userId="ba70bf4345ae8a18" providerId="Windows Live" clId="Web-{E7DA5099-78A1-408B-84DF-074DE53BB9A0}" dt="2023-08-30T20:48:41.736" v="1895" actId="14100"/>
          <ac:cxnSpMkLst>
            <pc:docMk/>
            <pc:sldMk cId="4084616550" sldId="275"/>
            <ac:cxnSpMk id="10" creationId="{D0AB796D-9176-F1B0-1104-0F80EAC66D6B}"/>
          </ac:cxnSpMkLst>
        </pc:cxnChg>
      </pc:sldChg>
      <pc:sldChg chg="del">
        <pc:chgData name="李 適宏" userId="ba70bf4345ae8a18" providerId="Windows Live" clId="Web-{E7DA5099-78A1-408B-84DF-074DE53BB9A0}" dt="2023-08-30T09:56:24.434" v="46"/>
        <pc:sldMkLst>
          <pc:docMk/>
          <pc:sldMk cId="976314453" sldId="276"/>
        </pc:sldMkLst>
      </pc:sldChg>
      <pc:sldChg chg="addSp delSp modSp add replId">
        <pc:chgData name="李 適宏" userId="ba70bf4345ae8a18" providerId="Windows Live" clId="Web-{E7DA5099-78A1-408B-84DF-074DE53BB9A0}" dt="2023-08-31T07:23:22.926" v="2526"/>
        <pc:sldMkLst>
          <pc:docMk/>
          <pc:sldMk cId="1644202037" sldId="276"/>
        </pc:sldMkLst>
        <pc:spChg chg="add mod">
          <ac:chgData name="李 適宏" userId="ba70bf4345ae8a18" providerId="Windows Live" clId="Web-{E7DA5099-78A1-408B-84DF-074DE53BB9A0}" dt="2023-08-31T07:23:22.926" v="2526"/>
          <ac:spMkLst>
            <pc:docMk/>
            <pc:sldMk cId="1644202037" sldId="276"/>
            <ac:spMk id="3" creationId="{B4A54FD1-341D-5662-D4FA-A44C40142FE9}"/>
          </ac:spMkLst>
        </pc:spChg>
        <pc:spChg chg="mod">
          <ac:chgData name="李 適宏" userId="ba70bf4345ae8a18" providerId="Windows Live" clId="Web-{E7DA5099-78A1-408B-84DF-074DE53BB9A0}" dt="2023-08-30T12:50:11.006" v="397" actId="20577"/>
          <ac:spMkLst>
            <pc:docMk/>
            <pc:sldMk cId="1644202037" sldId="276"/>
            <ac:spMk id="7" creationId="{7B70283C-D4CF-1F44-716D-03B304C2249A}"/>
          </ac:spMkLst>
        </pc:spChg>
        <pc:spChg chg="mod">
          <ac:chgData name="李 適宏" userId="ba70bf4345ae8a18" providerId="Windows Live" clId="Web-{E7DA5099-78A1-408B-84DF-074DE53BB9A0}" dt="2023-08-30T12:50:19.256" v="399" actId="20577"/>
          <ac:spMkLst>
            <pc:docMk/>
            <pc:sldMk cId="1644202037" sldId="276"/>
            <ac:spMk id="9" creationId="{642B57A3-6253-FD80-BA86-C5EC45DB1705}"/>
          </ac:spMkLst>
        </pc:spChg>
        <pc:picChg chg="del">
          <ac:chgData name="李 適宏" userId="ba70bf4345ae8a18" providerId="Windows Live" clId="Web-{E7DA5099-78A1-408B-84DF-074DE53BB9A0}" dt="2023-08-30T12:50:04.318" v="394"/>
          <ac:picMkLst>
            <pc:docMk/>
            <pc:sldMk cId="1644202037" sldId="276"/>
            <ac:picMk id="3" creationId="{AF46341E-6136-CD40-DA84-CE90AC9A2A39}"/>
          </ac:picMkLst>
        </pc:picChg>
        <pc:picChg chg="del">
          <ac:chgData name="李 適宏" userId="ba70bf4345ae8a18" providerId="Windows Live" clId="Web-{E7DA5099-78A1-408B-84DF-074DE53BB9A0}" dt="2023-08-30T12:50:04.959" v="395"/>
          <ac:picMkLst>
            <pc:docMk/>
            <pc:sldMk cId="1644202037" sldId="276"/>
            <ac:picMk id="4" creationId="{56DD295D-F342-2168-632F-290BF055947C}"/>
          </ac:picMkLst>
        </pc:picChg>
        <pc:picChg chg="add mod">
          <ac:chgData name="李 適宏" userId="ba70bf4345ae8a18" providerId="Windows Live" clId="Web-{E7DA5099-78A1-408B-84DF-074DE53BB9A0}" dt="2023-08-30T12:53:10.917" v="402" actId="14100"/>
          <ac:picMkLst>
            <pc:docMk/>
            <pc:sldMk cId="1644202037" sldId="276"/>
            <ac:picMk id="5" creationId="{BD25DD76-FF56-5B83-29AA-A8A5C3CD9172}"/>
          </ac:picMkLst>
        </pc:picChg>
        <pc:picChg chg="add mod">
          <ac:chgData name="李 適宏" userId="ba70bf4345ae8a18" providerId="Windows Live" clId="Web-{E7DA5099-78A1-408B-84DF-074DE53BB9A0}" dt="2023-08-30T12:55:01.170" v="407" actId="1076"/>
          <ac:picMkLst>
            <pc:docMk/>
            <pc:sldMk cId="1644202037" sldId="276"/>
            <ac:picMk id="6" creationId="{586B9764-7AFF-2A7D-C0F9-9F9B3BCED405}"/>
          </ac:picMkLst>
        </pc:picChg>
        <pc:cxnChg chg="add mod">
          <ac:chgData name="李 適宏" userId="ba70bf4345ae8a18" providerId="Windows Live" clId="Web-{E7DA5099-78A1-408B-84DF-074DE53BB9A0}" dt="2023-08-30T20:48:18.360" v="1887" actId="14100"/>
          <ac:cxnSpMkLst>
            <pc:docMk/>
            <pc:sldMk cId="1644202037" sldId="276"/>
            <ac:cxnSpMk id="4" creationId="{1314AD16-A450-867F-CDE8-52C82295DC4A}"/>
          </ac:cxnSpMkLst>
        </pc:cxnChg>
        <pc:cxnChg chg="add mod">
          <ac:chgData name="李 適宏" userId="ba70bf4345ae8a18" providerId="Windows Live" clId="Web-{E7DA5099-78A1-408B-84DF-074DE53BB9A0}" dt="2023-08-30T20:48:25.829" v="1890" actId="14100"/>
          <ac:cxnSpMkLst>
            <pc:docMk/>
            <pc:sldMk cId="1644202037" sldId="276"/>
            <ac:cxnSpMk id="10" creationId="{8707903F-50EE-4843-2377-44DB3DFC00D6}"/>
          </ac:cxnSpMkLst>
        </pc:cxnChg>
      </pc:sldChg>
      <pc:sldChg chg="addSp delSp modSp add replId">
        <pc:chgData name="李 適宏" userId="ba70bf4345ae8a18" providerId="Windows Live" clId="Web-{E7DA5099-78A1-408B-84DF-074DE53BB9A0}" dt="2023-08-31T07:23:22.941" v="2527"/>
        <pc:sldMkLst>
          <pc:docMk/>
          <pc:sldMk cId="1108261142" sldId="277"/>
        </pc:sldMkLst>
        <pc:spChg chg="mod">
          <ac:chgData name="李 適宏" userId="ba70bf4345ae8a18" providerId="Windows Live" clId="Web-{E7DA5099-78A1-408B-84DF-074DE53BB9A0}" dt="2023-08-30T18:46:13.743" v="601" actId="20577"/>
          <ac:spMkLst>
            <pc:docMk/>
            <pc:sldMk cId="1108261142" sldId="277"/>
            <ac:spMk id="2" creationId="{586E7B9E-57DC-CBEB-89A8-BAB4955671D3}"/>
          </ac:spMkLst>
        </pc:spChg>
        <pc:spChg chg="add mod">
          <ac:chgData name="李 適宏" userId="ba70bf4345ae8a18" providerId="Windows Live" clId="Web-{E7DA5099-78A1-408B-84DF-074DE53BB9A0}" dt="2023-08-31T07:23:22.941" v="2527"/>
          <ac:spMkLst>
            <pc:docMk/>
            <pc:sldMk cId="1108261142" sldId="277"/>
            <ac:spMk id="5" creationId="{93E866EE-CA50-DC17-3BDB-3DD0EA87EF37}"/>
          </ac:spMkLst>
        </pc:spChg>
        <pc:spChg chg="mod">
          <ac:chgData name="李 適宏" userId="ba70bf4345ae8a18" providerId="Windows Live" clId="Web-{E7DA5099-78A1-408B-84DF-074DE53BB9A0}" dt="2023-08-30T12:55:26.234" v="413" actId="20577"/>
          <ac:spMkLst>
            <pc:docMk/>
            <pc:sldMk cId="1108261142" sldId="277"/>
            <ac:spMk id="7" creationId="{7B70283C-D4CF-1F44-716D-03B304C2249A}"/>
          </ac:spMkLst>
        </pc:spChg>
        <pc:spChg chg="mod">
          <ac:chgData name="李 適宏" userId="ba70bf4345ae8a18" providerId="Windows Live" clId="Web-{E7DA5099-78A1-408B-84DF-074DE53BB9A0}" dt="2023-08-30T13:00:10.086" v="427" actId="20577"/>
          <ac:spMkLst>
            <pc:docMk/>
            <pc:sldMk cId="1108261142" sldId="277"/>
            <ac:spMk id="9" creationId="{642B57A3-6253-FD80-BA86-C5EC45DB1705}"/>
          </ac:spMkLst>
        </pc:spChg>
        <pc:picChg chg="add mod">
          <ac:chgData name="李 適宏" userId="ba70bf4345ae8a18" providerId="Windows Live" clId="Web-{E7DA5099-78A1-408B-84DF-074DE53BB9A0}" dt="2023-08-30T12:57:04.237" v="420" actId="14100"/>
          <ac:picMkLst>
            <pc:docMk/>
            <pc:sldMk cId="1108261142" sldId="277"/>
            <ac:picMk id="3" creationId="{31790599-A2DE-5C16-3410-92521D5E9D47}"/>
          </ac:picMkLst>
        </pc:picChg>
        <pc:picChg chg="add mod">
          <ac:chgData name="李 適宏" userId="ba70bf4345ae8a18" providerId="Windows Live" clId="Web-{E7DA5099-78A1-408B-84DF-074DE53BB9A0}" dt="2023-08-30T12:59:47.944" v="424" actId="1076"/>
          <ac:picMkLst>
            <pc:docMk/>
            <pc:sldMk cId="1108261142" sldId="277"/>
            <ac:picMk id="4" creationId="{4D1C6ADD-071C-C7E0-64FA-1922A67FE4E8}"/>
          </ac:picMkLst>
        </pc:picChg>
        <pc:picChg chg="del">
          <ac:chgData name="李 適宏" userId="ba70bf4345ae8a18" providerId="Windows Live" clId="Web-{E7DA5099-78A1-408B-84DF-074DE53BB9A0}" dt="2023-08-30T12:55:18.124" v="409"/>
          <ac:picMkLst>
            <pc:docMk/>
            <pc:sldMk cId="1108261142" sldId="277"/>
            <ac:picMk id="5" creationId="{BD25DD76-FF56-5B83-29AA-A8A5C3CD9172}"/>
          </ac:picMkLst>
        </pc:picChg>
        <pc:picChg chg="del">
          <ac:chgData name="李 適宏" userId="ba70bf4345ae8a18" providerId="Windows Live" clId="Web-{E7DA5099-78A1-408B-84DF-074DE53BB9A0}" dt="2023-08-30T12:55:18.687" v="410"/>
          <ac:picMkLst>
            <pc:docMk/>
            <pc:sldMk cId="1108261142" sldId="277"/>
            <ac:picMk id="6" creationId="{586B9764-7AFF-2A7D-C0F9-9F9B3BCED405}"/>
          </ac:picMkLst>
        </pc:picChg>
        <pc:cxnChg chg="add mod">
          <ac:chgData name="李 適宏" userId="ba70bf4345ae8a18" providerId="Windows Live" clId="Web-{E7DA5099-78A1-408B-84DF-074DE53BB9A0}" dt="2023-08-30T20:47:58.094" v="1880" actId="1076"/>
          <ac:cxnSpMkLst>
            <pc:docMk/>
            <pc:sldMk cId="1108261142" sldId="277"/>
            <ac:cxnSpMk id="6" creationId="{92DCA5B9-0901-8CB0-6416-01C86CAB0D16}"/>
          </ac:cxnSpMkLst>
        </pc:cxnChg>
        <pc:cxnChg chg="add mod">
          <ac:chgData name="李 適宏" userId="ba70bf4345ae8a18" providerId="Windows Live" clId="Web-{E7DA5099-78A1-408B-84DF-074DE53BB9A0}" dt="2023-08-30T20:48:09.297" v="1884" actId="14100"/>
          <ac:cxnSpMkLst>
            <pc:docMk/>
            <pc:sldMk cId="1108261142" sldId="277"/>
            <ac:cxnSpMk id="10" creationId="{6C1A636E-AD67-5DA5-AB87-9CC192303540}"/>
          </ac:cxnSpMkLst>
        </pc:cxnChg>
      </pc:sldChg>
      <pc:sldChg chg="del">
        <pc:chgData name="李 適宏" userId="ba70bf4345ae8a18" providerId="Windows Live" clId="Web-{E7DA5099-78A1-408B-84DF-074DE53BB9A0}" dt="2023-08-30T09:56:24.606" v="47"/>
        <pc:sldMkLst>
          <pc:docMk/>
          <pc:sldMk cId="1562261445" sldId="277"/>
        </pc:sldMkLst>
      </pc:sldChg>
      <pc:sldChg chg="addSp delSp modSp add replId">
        <pc:chgData name="李 適宏" userId="ba70bf4345ae8a18" providerId="Windows Live" clId="Web-{E7DA5099-78A1-408B-84DF-074DE53BB9A0}" dt="2023-08-31T07:23:22.957" v="2528"/>
        <pc:sldMkLst>
          <pc:docMk/>
          <pc:sldMk cId="2778347549" sldId="278"/>
        </pc:sldMkLst>
        <pc:spChg chg="mod">
          <ac:chgData name="李 適宏" userId="ba70bf4345ae8a18" providerId="Windows Live" clId="Web-{E7DA5099-78A1-408B-84DF-074DE53BB9A0}" dt="2023-08-30T18:46:21.540" v="603" actId="20577"/>
          <ac:spMkLst>
            <pc:docMk/>
            <pc:sldMk cId="2778347549" sldId="278"/>
            <ac:spMk id="2" creationId="{586E7B9E-57DC-CBEB-89A8-BAB4955671D3}"/>
          </ac:spMkLst>
        </pc:spChg>
        <pc:spChg chg="add mod">
          <ac:chgData name="李 適宏" userId="ba70bf4345ae8a18" providerId="Windows Live" clId="Web-{E7DA5099-78A1-408B-84DF-074DE53BB9A0}" dt="2023-08-31T07:23:22.957" v="2528"/>
          <ac:spMkLst>
            <pc:docMk/>
            <pc:sldMk cId="2778347549" sldId="278"/>
            <ac:spMk id="3" creationId="{5B8EAAD2-E307-242C-3D1C-2124E7695518}"/>
          </ac:spMkLst>
        </pc:spChg>
        <pc:spChg chg="add del mod">
          <ac:chgData name="李 適宏" userId="ba70bf4345ae8a18" providerId="Windows Live" clId="Web-{E7DA5099-78A1-408B-84DF-074DE53BB9A0}" dt="2023-08-30T13:03:10.763" v="446"/>
          <ac:spMkLst>
            <pc:docMk/>
            <pc:sldMk cId="2778347549" sldId="278"/>
            <ac:spMk id="5" creationId="{59F03AF3-C7ED-5FD8-319E-09229F8F672A}"/>
          </ac:spMkLst>
        </pc:spChg>
        <pc:spChg chg="mod">
          <ac:chgData name="李 適宏" userId="ba70bf4345ae8a18" providerId="Windows Live" clId="Web-{E7DA5099-78A1-408B-84DF-074DE53BB9A0}" dt="2023-08-30T13:00:32.946" v="437" actId="20577"/>
          <ac:spMkLst>
            <pc:docMk/>
            <pc:sldMk cId="2778347549" sldId="278"/>
            <ac:spMk id="7" creationId="{7B70283C-D4CF-1F44-716D-03B304C2249A}"/>
          </ac:spMkLst>
        </pc:spChg>
        <pc:spChg chg="mod">
          <ac:chgData name="李 適宏" userId="ba70bf4345ae8a18" providerId="Windows Live" clId="Web-{E7DA5099-78A1-408B-84DF-074DE53BB9A0}" dt="2023-08-30T13:00:39.758" v="440" actId="20577"/>
          <ac:spMkLst>
            <pc:docMk/>
            <pc:sldMk cId="2778347549" sldId="278"/>
            <ac:spMk id="9" creationId="{642B57A3-6253-FD80-BA86-C5EC45DB1705}"/>
          </ac:spMkLst>
        </pc:spChg>
        <pc:picChg chg="del">
          <ac:chgData name="李 適宏" userId="ba70bf4345ae8a18" providerId="Windows Live" clId="Web-{E7DA5099-78A1-408B-84DF-074DE53BB9A0}" dt="2023-08-30T13:00:46.368" v="441"/>
          <ac:picMkLst>
            <pc:docMk/>
            <pc:sldMk cId="2778347549" sldId="278"/>
            <ac:picMk id="3" creationId="{31790599-A2DE-5C16-3410-92521D5E9D47}"/>
          </ac:picMkLst>
        </pc:picChg>
        <pc:picChg chg="del">
          <ac:chgData name="李 適宏" userId="ba70bf4345ae8a18" providerId="Windows Live" clId="Web-{E7DA5099-78A1-408B-84DF-074DE53BB9A0}" dt="2023-08-30T13:00:46.571" v="442"/>
          <ac:picMkLst>
            <pc:docMk/>
            <pc:sldMk cId="2778347549" sldId="278"/>
            <ac:picMk id="4" creationId="{4D1C6ADD-071C-C7E0-64FA-1922A67FE4E8}"/>
          </ac:picMkLst>
        </pc:picChg>
        <pc:picChg chg="add mod">
          <ac:chgData name="李 適宏" userId="ba70bf4345ae8a18" providerId="Windows Live" clId="Web-{E7DA5099-78A1-408B-84DF-074DE53BB9A0}" dt="2023-08-30T13:03:29.560" v="450" actId="1076"/>
          <ac:picMkLst>
            <pc:docMk/>
            <pc:sldMk cId="2778347549" sldId="278"/>
            <ac:picMk id="6" creationId="{5D0A4FC2-3D58-E499-5175-88A846022B55}"/>
          </ac:picMkLst>
        </pc:picChg>
        <pc:picChg chg="add mod">
          <ac:chgData name="李 適宏" userId="ba70bf4345ae8a18" providerId="Windows Live" clId="Web-{E7DA5099-78A1-408B-84DF-074DE53BB9A0}" dt="2023-08-30T13:04:46.906" v="454" actId="1076"/>
          <ac:picMkLst>
            <pc:docMk/>
            <pc:sldMk cId="2778347549" sldId="278"/>
            <ac:picMk id="8" creationId="{176243BC-6B65-BF69-6D42-5D8D52CC3A8F}"/>
          </ac:picMkLst>
        </pc:picChg>
        <pc:cxnChg chg="add mod">
          <ac:chgData name="李 適宏" userId="ba70bf4345ae8a18" providerId="Windows Live" clId="Web-{E7DA5099-78A1-408B-84DF-074DE53BB9A0}" dt="2023-08-30T20:47:35.921" v="1875" actId="14100"/>
          <ac:cxnSpMkLst>
            <pc:docMk/>
            <pc:sldMk cId="2778347549" sldId="278"/>
            <ac:cxnSpMk id="4" creationId="{2F117D60-DB32-F27F-F202-745DE38E991D}"/>
          </ac:cxnSpMkLst>
        </pc:cxnChg>
        <pc:cxnChg chg="add mod">
          <ac:chgData name="李 適宏" userId="ba70bf4345ae8a18" providerId="Windows Live" clId="Web-{E7DA5099-78A1-408B-84DF-074DE53BB9A0}" dt="2023-08-30T20:47:45.656" v="1878" actId="14100"/>
          <ac:cxnSpMkLst>
            <pc:docMk/>
            <pc:sldMk cId="2778347549" sldId="278"/>
            <ac:cxnSpMk id="10" creationId="{BAE26980-54EC-4ADF-5E7C-A0AD63CACEE3}"/>
          </ac:cxnSpMkLst>
        </pc:cxnChg>
      </pc:sldChg>
      <pc:sldChg chg="del">
        <pc:chgData name="李 適宏" userId="ba70bf4345ae8a18" providerId="Windows Live" clId="Web-{E7DA5099-78A1-408B-84DF-074DE53BB9A0}" dt="2023-08-30T09:56:24.434" v="44"/>
        <pc:sldMkLst>
          <pc:docMk/>
          <pc:sldMk cId="1139216738" sldId="279"/>
        </pc:sldMkLst>
      </pc:sldChg>
      <pc:sldChg chg="addSp delSp modSp add replId">
        <pc:chgData name="李 適宏" userId="ba70bf4345ae8a18" providerId="Windows Live" clId="Web-{E7DA5099-78A1-408B-84DF-074DE53BB9A0}" dt="2023-08-31T07:23:22.957" v="2529"/>
        <pc:sldMkLst>
          <pc:docMk/>
          <pc:sldMk cId="2876509648" sldId="279"/>
        </pc:sldMkLst>
        <pc:spChg chg="add mod">
          <ac:chgData name="李 適宏" userId="ba70bf4345ae8a18" providerId="Windows Live" clId="Web-{E7DA5099-78A1-408B-84DF-074DE53BB9A0}" dt="2023-08-31T07:23:22.957" v="2529"/>
          <ac:spMkLst>
            <pc:docMk/>
            <pc:sldMk cId="2876509648" sldId="279"/>
            <ac:spMk id="4" creationId="{2AB043E5-7C75-04A2-0A97-DAC773960FD2}"/>
          </ac:spMkLst>
        </pc:spChg>
        <pc:spChg chg="mod">
          <ac:chgData name="李 適宏" userId="ba70bf4345ae8a18" providerId="Windows Live" clId="Web-{E7DA5099-78A1-408B-84DF-074DE53BB9A0}" dt="2023-08-30T13:20:23.855" v="565" actId="20577"/>
          <ac:spMkLst>
            <pc:docMk/>
            <pc:sldMk cId="2876509648" sldId="279"/>
            <ac:spMk id="7" creationId="{7B70283C-D4CF-1F44-716D-03B304C2249A}"/>
          </ac:spMkLst>
        </pc:spChg>
        <pc:spChg chg="del">
          <ac:chgData name="李 適宏" userId="ba70bf4345ae8a18" providerId="Windows Live" clId="Web-{E7DA5099-78A1-408B-84DF-074DE53BB9A0}" dt="2023-08-30T13:05:16.001" v="462"/>
          <ac:spMkLst>
            <pc:docMk/>
            <pc:sldMk cId="2876509648" sldId="279"/>
            <ac:spMk id="9" creationId="{642B57A3-6253-FD80-BA86-C5EC45DB1705}"/>
          </ac:spMkLst>
        </pc:spChg>
        <pc:spChg chg="add mod">
          <ac:chgData name="李 適宏" userId="ba70bf4345ae8a18" providerId="Windows Live" clId="Web-{E7DA5099-78A1-408B-84DF-074DE53BB9A0}" dt="2023-08-30T19:19:00.638" v="808" actId="20577"/>
          <ac:spMkLst>
            <pc:docMk/>
            <pc:sldMk cId="2876509648" sldId="279"/>
            <ac:spMk id="10" creationId="{57B27060-23DD-C14E-2199-90760FF9DE5F}"/>
          </ac:spMkLst>
        </pc:spChg>
        <pc:spChg chg="add del">
          <ac:chgData name="李 適宏" userId="ba70bf4345ae8a18" providerId="Windows Live" clId="Web-{E7DA5099-78A1-408B-84DF-074DE53BB9A0}" dt="2023-08-30T13:09:33.165" v="485"/>
          <ac:spMkLst>
            <pc:docMk/>
            <pc:sldMk cId="2876509648" sldId="279"/>
            <ac:spMk id="11" creationId="{3DBDFE4C-0451-AF39-1607-FA31B17A58D9}"/>
          </ac:spMkLst>
        </pc:spChg>
        <pc:picChg chg="add mod">
          <ac:chgData name="李 適宏" userId="ba70bf4345ae8a18" providerId="Windows Live" clId="Web-{E7DA5099-78A1-408B-84DF-074DE53BB9A0}" dt="2023-08-30T13:06:39.378" v="467" actId="1076"/>
          <ac:picMkLst>
            <pc:docMk/>
            <pc:sldMk cId="2876509648" sldId="279"/>
            <ac:picMk id="3" creationId="{3AE7C658-6F42-8BFB-3AC0-E0A9B05E94D8}"/>
          </ac:picMkLst>
        </pc:picChg>
        <pc:picChg chg="add del mod">
          <ac:chgData name="李 適宏" userId="ba70bf4345ae8a18" providerId="Windows Live" clId="Web-{E7DA5099-78A1-408B-84DF-074DE53BB9A0}" dt="2023-08-30T13:07:25.536" v="470"/>
          <ac:picMkLst>
            <pc:docMk/>
            <pc:sldMk cId="2876509648" sldId="279"/>
            <ac:picMk id="5" creationId="{32D88D96-F8B6-4AF4-BFC2-0F538B57C691}"/>
          </ac:picMkLst>
        </pc:picChg>
        <pc:picChg chg="del">
          <ac:chgData name="李 適宏" userId="ba70bf4345ae8a18" providerId="Windows Live" clId="Web-{E7DA5099-78A1-408B-84DF-074DE53BB9A0}" dt="2023-08-30T13:04:58.922" v="456"/>
          <ac:picMkLst>
            <pc:docMk/>
            <pc:sldMk cId="2876509648" sldId="279"/>
            <ac:picMk id="6" creationId="{5D0A4FC2-3D58-E499-5175-88A846022B55}"/>
          </ac:picMkLst>
        </pc:picChg>
        <pc:picChg chg="del">
          <ac:chgData name="李 適宏" userId="ba70bf4345ae8a18" providerId="Windows Live" clId="Web-{E7DA5099-78A1-408B-84DF-074DE53BB9A0}" dt="2023-08-30T13:04:59.453" v="457"/>
          <ac:picMkLst>
            <pc:docMk/>
            <pc:sldMk cId="2876509648" sldId="279"/>
            <ac:picMk id="8" creationId="{176243BC-6B65-BF69-6D42-5D8D52CC3A8F}"/>
          </ac:picMkLst>
        </pc:picChg>
        <pc:cxnChg chg="add mod">
          <ac:chgData name="李 適宏" userId="ba70bf4345ae8a18" providerId="Windows Live" clId="Web-{E7DA5099-78A1-408B-84DF-074DE53BB9A0}" dt="2023-08-30T20:47:24.749" v="1872" actId="1076"/>
          <ac:cxnSpMkLst>
            <pc:docMk/>
            <pc:sldMk cId="2876509648" sldId="279"/>
            <ac:cxnSpMk id="5" creationId="{12E06FFC-7339-CACA-18CD-9B3B6B363754}"/>
          </ac:cxnSpMkLst>
        </pc:cxnChg>
      </pc:sldChg>
      <pc:sldChg chg="del">
        <pc:chgData name="李 適宏" userId="ba70bf4345ae8a18" providerId="Windows Live" clId="Web-{E7DA5099-78A1-408B-84DF-074DE53BB9A0}" dt="2023-08-30T09:56:24.434" v="45"/>
        <pc:sldMkLst>
          <pc:docMk/>
          <pc:sldMk cId="2089769532" sldId="280"/>
        </pc:sldMkLst>
      </pc:sldChg>
      <pc:sldChg chg="addSp modSp new ord modNotes">
        <pc:chgData name="李 適宏" userId="ba70bf4345ae8a18" providerId="Windows Live" clId="Web-{E7DA5099-78A1-408B-84DF-074DE53BB9A0}" dt="2023-08-31T07:23:22.988" v="2531"/>
        <pc:sldMkLst>
          <pc:docMk/>
          <pc:sldMk cId="2366481983" sldId="280"/>
        </pc:sldMkLst>
        <pc:spChg chg="mod">
          <ac:chgData name="李 適宏" userId="ba70bf4345ae8a18" providerId="Windows Live" clId="Web-{E7DA5099-78A1-408B-84DF-074DE53BB9A0}" dt="2023-08-30T18:46:01.071" v="600" actId="20577"/>
          <ac:spMkLst>
            <pc:docMk/>
            <pc:sldMk cId="2366481983" sldId="280"/>
            <ac:spMk id="2" creationId="{22B757A1-34EF-296F-C492-509B10CCA717}"/>
          </ac:spMkLst>
        </pc:spChg>
        <pc:spChg chg="mod">
          <ac:chgData name="李 適宏" userId="ba70bf4345ae8a18" providerId="Windows Live" clId="Web-{E7DA5099-78A1-408B-84DF-074DE53BB9A0}" dt="2023-08-30T18:56:33.840" v="713" actId="20577"/>
          <ac:spMkLst>
            <pc:docMk/>
            <pc:sldMk cId="2366481983" sldId="280"/>
            <ac:spMk id="3" creationId="{96577230-7D86-D0B7-608C-4C71188C0301}"/>
          </ac:spMkLst>
        </pc:spChg>
        <pc:spChg chg="add mod">
          <ac:chgData name="李 適宏" userId="ba70bf4345ae8a18" providerId="Windows Live" clId="Web-{E7DA5099-78A1-408B-84DF-074DE53BB9A0}" dt="2023-08-31T07:23:22.988" v="2531"/>
          <ac:spMkLst>
            <pc:docMk/>
            <pc:sldMk cId="2366481983" sldId="280"/>
            <ac:spMk id="4" creationId="{CB31F11B-9FF8-C371-D1BE-7B33E2E6E5ED}"/>
          </ac:spMkLst>
        </pc:spChg>
      </pc:sldChg>
      <pc:sldChg chg="del">
        <pc:chgData name="李 適宏" userId="ba70bf4345ae8a18" providerId="Windows Live" clId="Web-{E7DA5099-78A1-408B-84DF-074DE53BB9A0}" dt="2023-08-30T09:56:24.153" v="43"/>
        <pc:sldMkLst>
          <pc:docMk/>
          <pc:sldMk cId="139360540" sldId="281"/>
        </pc:sldMkLst>
      </pc:sldChg>
      <pc:sldChg chg="addSp delSp modSp new">
        <pc:chgData name="李 適宏" userId="ba70bf4345ae8a18" providerId="Windows Live" clId="Web-{E7DA5099-78A1-408B-84DF-074DE53BB9A0}" dt="2023-08-31T07:26:23.869" v="2559" actId="20577"/>
        <pc:sldMkLst>
          <pc:docMk/>
          <pc:sldMk cId="1250583130" sldId="281"/>
        </pc:sldMkLst>
        <pc:spChg chg="mod">
          <ac:chgData name="李 適宏" userId="ba70bf4345ae8a18" providerId="Windows Live" clId="Web-{E7DA5099-78A1-408B-84DF-074DE53BB9A0}" dt="2023-08-30T18:58:56.954" v="716" actId="20577"/>
          <ac:spMkLst>
            <pc:docMk/>
            <pc:sldMk cId="1250583130" sldId="281"/>
            <ac:spMk id="2" creationId="{274890AF-9A0C-4C2E-42B0-73C0D726D449}"/>
          </ac:spMkLst>
        </pc:spChg>
        <pc:spChg chg="mod">
          <ac:chgData name="李 適宏" userId="ba70bf4345ae8a18" providerId="Windows Live" clId="Web-{E7DA5099-78A1-408B-84DF-074DE53BB9A0}" dt="2023-08-31T07:26:23.869" v="2559" actId="20577"/>
          <ac:spMkLst>
            <pc:docMk/>
            <pc:sldMk cId="1250583130" sldId="281"/>
            <ac:spMk id="3" creationId="{BA75B119-A2A2-860D-8787-7E5292210D0A}"/>
          </ac:spMkLst>
        </pc:spChg>
        <pc:spChg chg="add mod">
          <ac:chgData name="李 適宏" userId="ba70bf4345ae8a18" providerId="Windows Live" clId="Web-{E7DA5099-78A1-408B-84DF-074DE53BB9A0}" dt="2023-08-31T07:23:22.973" v="2530"/>
          <ac:spMkLst>
            <pc:docMk/>
            <pc:sldMk cId="1250583130" sldId="281"/>
            <ac:spMk id="4" creationId="{BEC5296C-9088-BE6D-07E6-1116B6B730E5}"/>
          </ac:spMkLst>
        </pc:spChg>
        <pc:spChg chg="add del mod">
          <ac:chgData name="李 適宏" userId="ba70bf4345ae8a18" providerId="Windows Live" clId="Web-{E7DA5099-78A1-408B-84DF-074DE53BB9A0}" dt="2023-08-30T19:08:19.767" v="778"/>
          <ac:spMkLst>
            <pc:docMk/>
            <pc:sldMk cId="1250583130" sldId="281"/>
            <ac:spMk id="4" creationId="{EEA38AA7-2E29-2FB9-9B1A-5D8280CDC83A}"/>
          </ac:spMkLst>
        </pc:spChg>
        <pc:picChg chg="add mod">
          <ac:chgData name="李 適宏" userId="ba70bf4345ae8a18" providerId="Windows Live" clId="Web-{E7DA5099-78A1-408B-84DF-074DE53BB9A0}" dt="2023-08-30T19:09:04.284" v="785" actId="1076"/>
          <ac:picMkLst>
            <pc:docMk/>
            <pc:sldMk cId="1250583130" sldId="281"/>
            <ac:picMk id="5" creationId="{9A001351-ADAB-5B92-987F-9447F2F50040}"/>
          </ac:picMkLst>
        </pc:picChg>
      </pc:sldChg>
      <pc:sldChg chg="del">
        <pc:chgData name="李 適宏" userId="ba70bf4345ae8a18" providerId="Windows Live" clId="Web-{E7DA5099-78A1-408B-84DF-074DE53BB9A0}" dt="2023-08-30T09:56:24.153" v="41"/>
        <pc:sldMkLst>
          <pc:docMk/>
          <pc:sldMk cId="324218543" sldId="282"/>
        </pc:sldMkLst>
      </pc:sldChg>
      <pc:sldChg chg="addSp modSp new">
        <pc:chgData name="李 適宏" userId="ba70bf4345ae8a18" providerId="Windows Live" clId="Web-{E7DA5099-78A1-408B-84DF-074DE53BB9A0}" dt="2023-08-31T07:23:23.004" v="2532"/>
        <pc:sldMkLst>
          <pc:docMk/>
          <pc:sldMk cId="1129166158" sldId="282"/>
        </pc:sldMkLst>
        <pc:spChg chg="mod">
          <ac:chgData name="李 適宏" userId="ba70bf4345ae8a18" providerId="Windows Live" clId="Web-{E7DA5099-78A1-408B-84DF-074DE53BB9A0}" dt="2023-08-30T19:17:43.543" v="803" actId="20577"/>
          <ac:spMkLst>
            <pc:docMk/>
            <pc:sldMk cId="1129166158" sldId="282"/>
            <ac:spMk id="2" creationId="{B82D5465-6424-897A-20FA-D053DDB15427}"/>
          </ac:spMkLst>
        </pc:spChg>
        <pc:spChg chg="mod">
          <ac:chgData name="李 適宏" userId="ba70bf4345ae8a18" providerId="Windows Live" clId="Web-{E7DA5099-78A1-408B-84DF-074DE53BB9A0}" dt="2023-08-30T19:28:28.793" v="959" actId="20577"/>
          <ac:spMkLst>
            <pc:docMk/>
            <pc:sldMk cId="1129166158" sldId="282"/>
            <ac:spMk id="3" creationId="{C228B281-FB0F-E075-C48B-F53E99703D4A}"/>
          </ac:spMkLst>
        </pc:spChg>
        <pc:spChg chg="add mod">
          <ac:chgData name="李 適宏" userId="ba70bf4345ae8a18" providerId="Windows Live" clId="Web-{E7DA5099-78A1-408B-84DF-074DE53BB9A0}" dt="2023-08-31T07:23:23.004" v="2532"/>
          <ac:spMkLst>
            <pc:docMk/>
            <pc:sldMk cId="1129166158" sldId="282"/>
            <ac:spMk id="4" creationId="{556B5CE7-E875-6066-D67D-C82DF62F6986}"/>
          </ac:spMkLst>
        </pc:spChg>
      </pc:sldChg>
      <pc:sldChg chg="addSp delSp modSp new">
        <pc:chgData name="李 適宏" userId="ba70bf4345ae8a18" providerId="Windows Live" clId="Web-{E7DA5099-78A1-408B-84DF-074DE53BB9A0}" dt="2023-08-31T07:23:23.004" v="2533"/>
        <pc:sldMkLst>
          <pc:docMk/>
          <pc:sldMk cId="2495757006" sldId="283"/>
        </pc:sldMkLst>
        <pc:spChg chg="mod">
          <ac:chgData name="李 適宏" userId="ba70bf4345ae8a18" providerId="Windows Live" clId="Web-{E7DA5099-78A1-408B-84DF-074DE53BB9A0}" dt="2023-08-30T19:30:44.077" v="981" actId="20577"/>
          <ac:spMkLst>
            <pc:docMk/>
            <pc:sldMk cId="2495757006" sldId="283"/>
            <ac:spMk id="2" creationId="{8F6145AE-13C2-819A-454C-6D0420413DB1}"/>
          </ac:spMkLst>
        </pc:spChg>
        <pc:spChg chg="add mod">
          <ac:chgData name="李 適宏" userId="ba70bf4345ae8a18" providerId="Windows Live" clId="Web-{E7DA5099-78A1-408B-84DF-074DE53BB9A0}" dt="2023-08-31T07:23:23.004" v="2533"/>
          <ac:spMkLst>
            <pc:docMk/>
            <pc:sldMk cId="2495757006" sldId="283"/>
            <ac:spMk id="3" creationId="{8F244933-83B6-6CEF-3860-612C80FC75D0}"/>
          </ac:spMkLst>
        </pc:spChg>
        <pc:spChg chg="del">
          <ac:chgData name="李 適宏" userId="ba70bf4345ae8a18" providerId="Windows Live" clId="Web-{E7DA5099-78A1-408B-84DF-074DE53BB9A0}" dt="2023-08-30T19:29:16.419" v="961"/>
          <ac:spMkLst>
            <pc:docMk/>
            <pc:sldMk cId="2495757006" sldId="283"/>
            <ac:spMk id="3" creationId="{B63C4760-BB30-5BC1-84E1-49985E3F0C76}"/>
          </ac:spMkLst>
        </pc:spChg>
        <pc:spChg chg="add mod">
          <ac:chgData name="李 適宏" userId="ba70bf4345ae8a18" providerId="Windows Live" clId="Web-{E7DA5099-78A1-408B-84DF-074DE53BB9A0}" dt="2023-08-30T19:39:03.089" v="1088" actId="20577"/>
          <ac:spMkLst>
            <pc:docMk/>
            <pc:sldMk cId="2495757006" sldId="283"/>
            <ac:spMk id="5" creationId="{6F3CE8F8-1C83-7161-7592-879A01980E90}"/>
          </ac:spMkLst>
        </pc:spChg>
        <pc:picChg chg="add mod ord">
          <ac:chgData name="李 適宏" userId="ba70bf4345ae8a18" providerId="Windows Live" clId="Web-{E7DA5099-78A1-408B-84DF-074DE53BB9A0}" dt="2023-08-30T19:29:20.184" v="962" actId="1076"/>
          <ac:picMkLst>
            <pc:docMk/>
            <pc:sldMk cId="2495757006" sldId="283"/>
            <ac:picMk id="4" creationId="{9405F2E0-7FF5-EA28-9417-F2492CDE6B86}"/>
          </ac:picMkLst>
        </pc:picChg>
      </pc:sldChg>
      <pc:sldChg chg="del">
        <pc:chgData name="李 適宏" userId="ba70bf4345ae8a18" providerId="Windows Live" clId="Web-{E7DA5099-78A1-408B-84DF-074DE53BB9A0}" dt="2023-08-30T09:56:24.059" v="40"/>
        <pc:sldMkLst>
          <pc:docMk/>
          <pc:sldMk cId="4023731045" sldId="283"/>
        </pc:sldMkLst>
      </pc:sldChg>
      <pc:sldChg chg="addSp modSp new">
        <pc:chgData name="李 適宏" userId="ba70bf4345ae8a18" providerId="Windows Live" clId="Web-{E7DA5099-78A1-408B-84DF-074DE53BB9A0}" dt="2023-08-31T07:23:23.020" v="2534"/>
        <pc:sldMkLst>
          <pc:docMk/>
          <pc:sldMk cId="918537606" sldId="284"/>
        </pc:sldMkLst>
        <pc:spChg chg="mod">
          <ac:chgData name="李 適宏" userId="ba70bf4345ae8a18" providerId="Windows Live" clId="Web-{E7DA5099-78A1-408B-84DF-074DE53BB9A0}" dt="2023-08-30T19:40:39.857" v="1091" actId="20577"/>
          <ac:spMkLst>
            <pc:docMk/>
            <pc:sldMk cId="918537606" sldId="284"/>
            <ac:spMk id="2" creationId="{35CB59DA-99AE-1E3F-BE67-E0117A48E919}"/>
          </ac:spMkLst>
        </pc:spChg>
        <pc:spChg chg="mod">
          <ac:chgData name="李 適宏" userId="ba70bf4345ae8a18" providerId="Windows Live" clId="Web-{E7DA5099-78A1-408B-84DF-074DE53BB9A0}" dt="2023-08-30T19:45:21.114" v="1172" actId="20577"/>
          <ac:spMkLst>
            <pc:docMk/>
            <pc:sldMk cId="918537606" sldId="284"/>
            <ac:spMk id="3" creationId="{84ACAE3E-62A4-ED5D-359B-7C704CB5F38B}"/>
          </ac:spMkLst>
        </pc:spChg>
        <pc:spChg chg="add mod">
          <ac:chgData name="李 適宏" userId="ba70bf4345ae8a18" providerId="Windows Live" clId="Web-{E7DA5099-78A1-408B-84DF-074DE53BB9A0}" dt="2023-08-31T07:23:23.020" v="2534"/>
          <ac:spMkLst>
            <pc:docMk/>
            <pc:sldMk cId="918537606" sldId="284"/>
            <ac:spMk id="4" creationId="{8FEB5D2D-D98A-3EF2-7D48-C28E9551B7D3}"/>
          </ac:spMkLst>
        </pc:spChg>
      </pc:sldChg>
      <pc:sldChg chg="del">
        <pc:chgData name="李 適宏" userId="ba70bf4345ae8a18" providerId="Windows Live" clId="Web-{E7DA5099-78A1-408B-84DF-074DE53BB9A0}" dt="2023-08-30T09:56:24.059" v="39"/>
        <pc:sldMkLst>
          <pc:docMk/>
          <pc:sldMk cId="4184696065" sldId="284"/>
        </pc:sldMkLst>
      </pc:sldChg>
      <pc:sldChg chg="del">
        <pc:chgData name="李 適宏" userId="ba70bf4345ae8a18" providerId="Windows Live" clId="Web-{E7DA5099-78A1-408B-84DF-074DE53BB9A0}" dt="2023-08-30T09:56:24.059" v="38"/>
        <pc:sldMkLst>
          <pc:docMk/>
          <pc:sldMk cId="468694768" sldId="285"/>
        </pc:sldMkLst>
      </pc:sldChg>
      <pc:sldChg chg="addSp delSp modSp new">
        <pc:chgData name="李 適宏" userId="ba70bf4345ae8a18" providerId="Windows Live" clId="Web-{E7DA5099-78A1-408B-84DF-074DE53BB9A0}" dt="2023-08-31T07:23:23.051" v="2535"/>
        <pc:sldMkLst>
          <pc:docMk/>
          <pc:sldMk cId="1163189224" sldId="285"/>
        </pc:sldMkLst>
        <pc:spChg chg="mod">
          <ac:chgData name="李 適宏" userId="ba70bf4345ae8a18" providerId="Windows Live" clId="Web-{E7DA5099-78A1-408B-84DF-074DE53BB9A0}" dt="2023-08-30T20:11:24.932" v="1636" actId="20577"/>
          <ac:spMkLst>
            <pc:docMk/>
            <pc:sldMk cId="1163189224" sldId="285"/>
            <ac:spMk id="2" creationId="{E6428363-9E49-B06E-A74D-8935475A42EB}"/>
          </ac:spMkLst>
        </pc:spChg>
        <pc:spChg chg="mod">
          <ac:chgData name="李 適宏" userId="ba70bf4345ae8a18" providerId="Windows Live" clId="Web-{E7DA5099-78A1-408B-84DF-074DE53BB9A0}" dt="2023-08-30T20:17:24.535" v="1772" actId="20577"/>
          <ac:spMkLst>
            <pc:docMk/>
            <pc:sldMk cId="1163189224" sldId="285"/>
            <ac:spMk id="3" creationId="{62FC13A2-4CDE-B7E6-3DA7-925B2F0F99EF}"/>
          </ac:spMkLst>
        </pc:spChg>
        <pc:spChg chg="add mod">
          <ac:chgData name="李 適宏" userId="ba70bf4345ae8a18" providerId="Windows Live" clId="Web-{E7DA5099-78A1-408B-84DF-074DE53BB9A0}" dt="2023-08-31T07:23:23.051" v="2535"/>
          <ac:spMkLst>
            <pc:docMk/>
            <pc:sldMk cId="1163189224" sldId="285"/>
            <ac:spMk id="4" creationId="{27E637F6-D0DE-5D5A-964A-DDBDFBF5EC9A}"/>
          </ac:spMkLst>
        </pc:spChg>
        <pc:graphicFrameChg chg="add mod modGraphic">
          <ac:chgData name="李 適宏" userId="ba70bf4345ae8a18" providerId="Windows Live" clId="Web-{E7DA5099-78A1-408B-84DF-074DE53BB9A0}" dt="2023-08-30T20:38:31.080" v="1790"/>
          <ac:graphicFrameMkLst>
            <pc:docMk/>
            <pc:sldMk cId="1163189224" sldId="285"/>
            <ac:graphicFrameMk id="5" creationId="{FE83D9F6-757B-C76E-8D81-317A44A27283}"/>
          </ac:graphicFrameMkLst>
        </pc:graphicFrameChg>
        <pc:graphicFrameChg chg="add mod modGraphic">
          <ac:chgData name="李 適宏" userId="ba70bf4345ae8a18" providerId="Windows Live" clId="Web-{E7DA5099-78A1-408B-84DF-074DE53BB9A0}" dt="2023-08-30T20:10:53.525" v="1619" actId="1076"/>
          <ac:graphicFrameMkLst>
            <pc:docMk/>
            <pc:sldMk cId="1163189224" sldId="285"/>
            <ac:graphicFrameMk id="6" creationId="{36EA033C-9781-F383-536D-366F5DAD01B7}"/>
          </ac:graphicFrameMkLst>
        </pc:graphicFrameChg>
        <pc:picChg chg="add del mod">
          <ac:chgData name="李 適宏" userId="ba70bf4345ae8a18" providerId="Windows Live" clId="Web-{E7DA5099-78A1-408B-84DF-074DE53BB9A0}" dt="2023-08-30T20:05:45.315" v="1550"/>
          <ac:picMkLst>
            <pc:docMk/>
            <pc:sldMk cId="1163189224" sldId="285"/>
            <ac:picMk id="4" creationId="{D12873D1-A318-A32E-8C30-C7B7A2AB8884}"/>
          </ac:picMkLst>
        </pc:picChg>
        <pc:picChg chg="add del mod">
          <ac:chgData name="李 適宏" userId="ba70bf4345ae8a18" providerId="Windows Live" clId="Web-{E7DA5099-78A1-408B-84DF-074DE53BB9A0}" dt="2023-08-30T20:08:35.038" v="1570"/>
          <ac:picMkLst>
            <pc:docMk/>
            <pc:sldMk cId="1163189224" sldId="285"/>
            <ac:picMk id="7" creationId="{ED8F85C6-24AA-A7DC-2A95-F71EC8413F74}"/>
          </ac:picMkLst>
        </pc:picChg>
        <pc:picChg chg="add mod ord">
          <ac:chgData name="李 適宏" userId="ba70bf4345ae8a18" providerId="Windows Live" clId="Web-{E7DA5099-78A1-408B-84DF-074DE53BB9A0}" dt="2023-08-30T20:10:57.666" v="1620"/>
          <ac:picMkLst>
            <pc:docMk/>
            <pc:sldMk cId="1163189224" sldId="285"/>
            <ac:picMk id="8" creationId="{91E2D868-83DB-C4F8-C4B8-97551ACFF8C1}"/>
          </ac:picMkLst>
        </pc:picChg>
        <pc:cxnChg chg="add mod">
          <ac:chgData name="李 適宏" userId="ba70bf4345ae8a18" providerId="Windows Live" clId="Web-{E7DA5099-78A1-408B-84DF-074DE53BB9A0}" dt="2023-08-30T20:47:04.827" v="1868" actId="1076"/>
          <ac:cxnSpMkLst>
            <pc:docMk/>
            <pc:sldMk cId="1163189224" sldId="285"/>
            <ac:cxnSpMk id="9" creationId="{3403112F-9F7E-C354-EC03-ADECEA6C0B48}"/>
          </ac:cxnSpMkLst>
        </pc:cxnChg>
      </pc:sldChg>
      <pc:sldChg chg="addSp delSp modSp new">
        <pc:chgData name="李 適宏" userId="ba70bf4345ae8a18" providerId="Windows Live" clId="Web-{E7DA5099-78A1-408B-84DF-074DE53BB9A0}" dt="2023-08-31T07:23:23.082" v="2536"/>
        <pc:sldMkLst>
          <pc:docMk/>
          <pc:sldMk cId="1683517903" sldId="286"/>
        </pc:sldMkLst>
        <pc:spChg chg="mod">
          <ac:chgData name="李 適宏" userId="ba70bf4345ae8a18" providerId="Windows Live" clId="Web-{E7DA5099-78A1-408B-84DF-074DE53BB9A0}" dt="2023-08-30T20:37:34.079" v="1785" actId="20577"/>
          <ac:spMkLst>
            <pc:docMk/>
            <pc:sldMk cId="1683517903" sldId="286"/>
            <ac:spMk id="2" creationId="{A004FD11-257D-62CE-D688-723D2E67FB37}"/>
          </ac:spMkLst>
        </pc:spChg>
        <pc:spChg chg="add mod">
          <ac:chgData name="李 適宏" userId="ba70bf4345ae8a18" providerId="Windows Live" clId="Web-{E7DA5099-78A1-408B-84DF-074DE53BB9A0}" dt="2023-08-31T07:23:23.082" v="2536"/>
          <ac:spMkLst>
            <pc:docMk/>
            <pc:sldMk cId="1683517903" sldId="286"/>
            <ac:spMk id="3" creationId="{04EDCC1F-8918-FA2A-0DDD-7497C207A591}"/>
          </ac:spMkLst>
        </pc:spChg>
        <pc:spChg chg="del mod">
          <ac:chgData name="李 適宏" userId="ba70bf4345ae8a18" providerId="Windows Live" clId="Web-{E7DA5099-78A1-408B-84DF-074DE53BB9A0}" dt="2023-08-30T20:41:10.178" v="1800"/>
          <ac:spMkLst>
            <pc:docMk/>
            <pc:sldMk cId="1683517903" sldId="286"/>
            <ac:spMk id="3" creationId="{110FF0CA-2C6B-6141-5925-3FD2B02DF836}"/>
          </ac:spMkLst>
        </pc:spChg>
        <pc:spChg chg="add del mod">
          <ac:chgData name="李 適宏" userId="ba70bf4345ae8a18" providerId="Windows Live" clId="Web-{E7DA5099-78A1-408B-84DF-074DE53BB9A0}" dt="2023-08-30T20:40:41.318" v="1799"/>
          <ac:spMkLst>
            <pc:docMk/>
            <pc:sldMk cId="1683517903" sldId="286"/>
            <ac:spMk id="8" creationId="{F2FAC252-6DA2-3064-430B-73A955F4A344}"/>
          </ac:spMkLst>
        </pc:spChg>
        <pc:spChg chg="add mod">
          <ac:chgData name="李 適宏" userId="ba70bf4345ae8a18" providerId="Windows Live" clId="Web-{E7DA5099-78A1-408B-84DF-074DE53BB9A0}" dt="2023-08-30T20:45:08.246" v="1859" actId="20577"/>
          <ac:spMkLst>
            <pc:docMk/>
            <pc:sldMk cId="1683517903" sldId="286"/>
            <ac:spMk id="10" creationId="{26C2C17A-B174-444A-6239-F4E7F4A8C36E}"/>
          </ac:spMkLst>
        </pc:spChg>
        <pc:graphicFrameChg chg="add">
          <ac:chgData name="李 適宏" userId="ba70bf4345ae8a18" providerId="Windows Live" clId="Web-{E7DA5099-78A1-408B-84DF-074DE53BB9A0}" dt="2023-08-30T20:38:11.909" v="1786"/>
          <ac:graphicFrameMkLst>
            <pc:docMk/>
            <pc:sldMk cId="1683517903" sldId="286"/>
            <ac:graphicFrameMk id="5" creationId="{7E4D3DB7-9B03-0AD2-FBB7-028F48FFDB15}"/>
          </ac:graphicFrameMkLst>
        </pc:graphicFrameChg>
        <pc:graphicFrameChg chg="add mod modGraphic">
          <ac:chgData name="李 適宏" userId="ba70bf4345ae8a18" providerId="Windows Live" clId="Web-{E7DA5099-78A1-408B-84DF-074DE53BB9A0}" dt="2023-08-30T20:38:35.456" v="1792"/>
          <ac:graphicFrameMkLst>
            <pc:docMk/>
            <pc:sldMk cId="1683517903" sldId="286"/>
            <ac:graphicFrameMk id="7" creationId="{51168FDF-8612-72D2-66F0-A18598AF96BB}"/>
          </ac:graphicFrameMkLst>
        </pc:graphicFrameChg>
        <pc:picChg chg="add mod ord">
          <ac:chgData name="李 適宏" userId="ba70bf4345ae8a18" providerId="Windows Live" clId="Web-{E7DA5099-78A1-408B-84DF-074DE53BB9A0}" dt="2023-08-30T20:41:17.178" v="1802" actId="1076"/>
          <ac:picMkLst>
            <pc:docMk/>
            <pc:sldMk cId="1683517903" sldId="286"/>
            <ac:picMk id="9" creationId="{95A40EC2-584F-AB00-080A-2FE4DDD50844}"/>
          </ac:picMkLst>
        </pc:picChg>
      </pc:sldChg>
      <pc:sldChg chg="del">
        <pc:chgData name="李 適宏" userId="ba70bf4345ae8a18" providerId="Windows Live" clId="Web-{E7DA5099-78A1-408B-84DF-074DE53BB9A0}" dt="2023-08-30T09:56:24.059" v="37"/>
        <pc:sldMkLst>
          <pc:docMk/>
          <pc:sldMk cId="3819135115" sldId="286"/>
        </pc:sldMkLst>
      </pc:sldChg>
      <pc:sldChg chg="addSp modSp new">
        <pc:chgData name="李 適宏" userId="ba70bf4345ae8a18" providerId="Windows Live" clId="Web-{E7DA5099-78A1-408B-84DF-074DE53BB9A0}" dt="2023-08-31T07:23:23.082" v="2537"/>
        <pc:sldMkLst>
          <pc:docMk/>
          <pc:sldMk cId="2152916773" sldId="287"/>
        </pc:sldMkLst>
        <pc:spChg chg="mod">
          <ac:chgData name="李 適宏" userId="ba70bf4345ae8a18" providerId="Windows Live" clId="Web-{E7DA5099-78A1-408B-84DF-074DE53BB9A0}" dt="2023-08-31T06:06:23.073" v="1897" actId="20577"/>
          <ac:spMkLst>
            <pc:docMk/>
            <pc:sldMk cId="2152916773" sldId="287"/>
            <ac:spMk id="2" creationId="{3F2412AD-2AFB-13E9-4B13-8527F4C62FF6}"/>
          </ac:spMkLst>
        </pc:spChg>
        <pc:spChg chg="mod">
          <ac:chgData name="李 適宏" userId="ba70bf4345ae8a18" providerId="Windows Live" clId="Web-{E7DA5099-78A1-408B-84DF-074DE53BB9A0}" dt="2023-08-31T06:16:10.512" v="2085" actId="20577"/>
          <ac:spMkLst>
            <pc:docMk/>
            <pc:sldMk cId="2152916773" sldId="287"/>
            <ac:spMk id="3" creationId="{7911B56A-1115-9429-3174-CAF0E5D2CD92}"/>
          </ac:spMkLst>
        </pc:spChg>
        <pc:spChg chg="add mod">
          <ac:chgData name="李 適宏" userId="ba70bf4345ae8a18" providerId="Windows Live" clId="Web-{E7DA5099-78A1-408B-84DF-074DE53BB9A0}" dt="2023-08-31T07:23:23.082" v="2537"/>
          <ac:spMkLst>
            <pc:docMk/>
            <pc:sldMk cId="2152916773" sldId="287"/>
            <ac:spMk id="4" creationId="{A8D934C0-8310-91DC-0CD2-AC8E4FCC94A1}"/>
          </ac:spMkLst>
        </pc:spChg>
      </pc:sldChg>
      <pc:sldChg chg="del">
        <pc:chgData name="李 適宏" userId="ba70bf4345ae8a18" providerId="Windows Live" clId="Web-{E7DA5099-78A1-408B-84DF-074DE53BB9A0}" dt="2023-08-30T09:56:24.153" v="42"/>
        <pc:sldMkLst>
          <pc:docMk/>
          <pc:sldMk cId="2639931187" sldId="287"/>
        </pc:sldMkLst>
      </pc:sldChg>
      <pc:sldChg chg="addSp modSp new ord modNotes">
        <pc:chgData name="李 適宏" userId="ba70bf4345ae8a18" providerId="Windows Live" clId="Web-{E7DA5099-78A1-408B-84DF-074DE53BB9A0}" dt="2023-08-31T07:23:23.098" v="2538"/>
        <pc:sldMkLst>
          <pc:docMk/>
          <pc:sldMk cId="1025841646" sldId="288"/>
        </pc:sldMkLst>
        <pc:spChg chg="mod">
          <ac:chgData name="李 適宏" userId="ba70bf4345ae8a18" providerId="Windows Live" clId="Web-{E7DA5099-78A1-408B-84DF-074DE53BB9A0}" dt="2023-08-31T06:54:09.953" v="2306" actId="20577"/>
          <ac:spMkLst>
            <pc:docMk/>
            <pc:sldMk cId="1025841646" sldId="288"/>
            <ac:spMk id="2" creationId="{EE70504A-5172-8BA8-9C15-0F7B69AAB495}"/>
          </ac:spMkLst>
        </pc:spChg>
        <pc:spChg chg="mod">
          <ac:chgData name="李 適宏" userId="ba70bf4345ae8a18" providerId="Windows Live" clId="Web-{E7DA5099-78A1-408B-84DF-074DE53BB9A0}" dt="2023-08-31T07:09:04.901" v="2464" actId="20577"/>
          <ac:spMkLst>
            <pc:docMk/>
            <pc:sldMk cId="1025841646" sldId="288"/>
            <ac:spMk id="3" creationId="{11ED5AA8-FA66-12B1-7561-3FE447FE851E}"/>
          </ac:spMkLst>
        </pc:spChg>
        <pc:spChg chg="add mod">
          <ac:chgData name="李 適宏" userId="ba70bf4345ae8a18" providerId="Windows Live" clId="Web-{E7DA5099-78A1-408B-84DF-074DE53BB9A0}" dt="2023-08-31T07:23:23.098" v="2538"/>
          <ac:spMkLst>
            <pc:docMk/>
            <pc:sldMk cId="1025841646" sldId="288"/>
            <ac:spMk id="4" creationId="{83137B9D-4706-83CA-963E-BFB51394090C}"/>
          </ac:spMkLst>
        </pc:spChg>
      </pc:sldChg>
      <pc:sldChg chg="addSp modSp new ord">
        <pc:chgData name="李 適宏" userId="ba70bf4345ae8a18" providerId="Windows Live" clId="Web-{E7DA5099-78A1-408B-84DF-074DE53BB9A0}" dt="2023-08-31T07:23:23.113" v="2539"/>
        <pc:sldMkLst>
          <pc:docMk/>
          <pc:sldMk cId="1900478409" sldId="289"/>
        </pc:sldMkLst>
        <pc:spChg chg="mod">
          <ac:chgData name="李 適宏" userId="ba70bf4345ae8a18" providerId="Windows Live" clId="Web-{E7DA5099-78A1-408B-84DF-074DE53BB9A0}" dt="2023-08-31T06:54:14.485" v="2308" actId="20577"/>
          <ac:spMkLst>
            <pc:docMk/>
            <pc:sldMk cId="1900478409" sldId="289"/>
            <ac:spMk id="2" creationId="{08B7EDD0-E380-A8FC-31BE-E3386BA990D3}"/>
          </ac:spMkLst>
        </pc:spChg>
        <pc:spChg chg="mod">
          <ac:chgData name="李 適宏" userId="ba70bf4345ae8a18" providerId="Windows Live" clId="Web-{E7DA5099-78A1-408B-84DF-074DE53BB9A0}" dt="2023-08-31T07:18:44.090" v="2512" actId="20577"/>
          <ac:spMkLst>
            <pc:docMk/>
            <pc:sldMk cId="1900478409" sldId="289"/>
            <ac:spMk id="3" creationId="{2CFE26D1-1383-BF51-E3AF-009ADF969ECE}"/>
          </ac:spMkLst>
        </pc:spChg>
        <pc:spChg chg="add mod">
          <ac:chgData name="李 適宏" userId="ba70bf4345ae8a18" providerId="Windows Live" clId="Web-{E7DA5099-78A1-408B-84DF-074DE53BB9A0}" dt="2023-08-31T07:23:23.113" v="2539"/>
          <ac:spMkLst>
            <pc:docMk/>
            <pc:sldMk cId="1900478409" sldId="289"/>
            <ac:spMk id="4" creationId="{DD52911A-EB32-209A-14C0-E973569B1CF4}"/>
          </ac:spMkLst>
        </pc:spChg>
      </pc:sldChg>
    </pc:docChg>
  </pc:docChgLst>
  <pc:docChgLst>
    <pc:chgData name="李 適宏" userId="ba70bf4345ae8a18" providerId="Windows Live" clId="Web-{F70ECEBF-8AD3-43A7-BF35-843D2F9F26F7}"/>
    <pc:docChg chg="addSld modSld sldOrd">
      <pc:chgData name="李 適宏" userId="ba70bf4345ae8a18" providerId="Windows Live" clId="Web-{F70ECEBF-8AD3-43A7-BF35-843D2F9F26F7}" dt="2023-09-04T05:18:59.643" v="21" actId="20577"/>
      <pc:docMkLst>
        <pc:docMk/>
      </pc:docMkLst>
      <pc:sldChg chg="modSp">
        <pc:chgData name="李 適宏" userId="ba70bf4345ae8a18" providerId="Windows Live" clId="Web-{F70ECEBF-8AD3-43A7-BF35-843D2F9F26F7}" dt="2023-09-04T04:41:07.889" v="4" actId="20577"/>
        <pc:sldMkLst>
          <pc:docMk/>
          <pc:sldMk cId="1250583130" sldId="281"/>
        </pc:sldMkLst>
        <pc:spChg chg="mod">
          <ac:chgData name="李 適宏" userId="ba70bf4345ae8a18" providerId="Windows Live" clId="Web-{F70ECEBF-8AD3-43A7-BF35-843D2F9F26F7}" dt="2023-09-04T04:41:07.889" v="4" actId="20577"/>
          <ac:spMkLst>
            <pc:docMk/>
            <pc:sldMk cId="1250583130" sldId="281"/>
            <ac:spMk id="3" creationId="{BA75B119-A2A2-860D-8787-7E5292210D0A}"/>
          </ac:spMkLst>
        </pc:spChg>
      </pc:sldChg>
      <pc:sldChg chg="ord">
        <pc:chgData name="李 適宏" userId="ba70bf4345ae8a18" providerId="Windows Live" clId="Web-{F70ECEBF-8AD3-43A7-BF35-843D2F9F26F7}" dt="2023-09-04T04:43:08.282" v="6"/>
        <pc:sldMkLst>
          <pc:docMk/>
          <pc:sldMk cId="1129166158" sldId="282"/>
        </pc:sldMkLst>
      </pc:sldChg>
      <pc:sldChg chg="modSp">
        <pc:chgData name="李 適宏" userId="ba70bf4345ae8a18" providerId="Windows Live" clId="Web-{F70ECEBF-8AD3-43A7-BF35-843D2F9F26F7}" dt="2023-09-04T05:15:44.528" v="7" actId="20577"/>
        <pc:sldMkLst>
          <pc:docMk/>
          <pc:sldMk cId="1025841646" sldId="288"/>
        </pc:sldMkLst>
        <pc:spChg chg="mod">
          <ac:chgData name="李 適宏" userId="ba70bf4345ae8a18" providerId="Windows Live" clId="Web-{F70ECEBF-8AD3-43A7-BF35-843D2F9F26F7}" dt="2023-09-04T05:15:44.528" v="7" actId="20577"/>
          <ac:spMkLst>
            <pc:docMk/>
            <pc:sldMk cId="1025841646" sldId="288"/>
            <ac:spMk id="3" creationId="{11ED5AA8-FA66-12B1-7561-3FE447FE851E}"/>
          </ac:spMkLst>
        </pc:spChg>
      </pc:sldChg>
      <pc:sldChg chg="modSp">
        <pc:chgData name="李 適宏" userId="ba70bf4345ae8a18" providerId="Windows Live" clId="Web-{F70ECEBF-8AD3-43A7-BF35-843D2F9F26F7}" dt="2023-09-04T05:18:05.860" v="10" actId="20577"/>
        <pc:sldMkLst>
          <pc:docMk/>
          <pc:sldMk cId="1900478409" sldId="289"/>
        </pc:sldMkLst>
        <pc:spChg chg="mod">
          <ac:chgData name="李 適宏" userId="ba70bf4345ae8a18" providerId="Windows Live" clId="Web-{F70ECEBF-8AD3-43A7-BF35-843D2F9F26F7}" dt="2023-09-04T05:18:05.860" v="10" actId="20577"/>
          <ac:spMkLst>
            <pc:docMk/>
            <pc:sldMk cId="1900478409" sldId="289"/>
            <ac:spMk id="3" creationId="{2CFE26D1-1383-BF51-E3AF-009ADF969ECE}"/>
          </ac:spMkLst>
        </pc:spChg>
      </pc:sldChg>
      <pc:sldChg chg="delSp modSp new">
        <pc:chgData name="李 適宏" userId="ba70bf4345ae8a18" providerId="Windows Live" clId="Web-{F70ECEBF-8AD3-43A7-BF35-843D2F9F26F7}" dt="2023-09-04T05:18:59.643" v="21" actId="20577"/>
        <pc:sldMkLst>
          <pc:docMk/>
          <pc:sldMk cId="4091403356" sldId="290"/>
        </pc:sldMkLst>
        <pc:spChg chg="mod">
          <ac:chgData name="李 適宏" userId="ba70bf4345ae8a18" providerId="Windows Live" clId="Web-{F70ECEBF-8AD3-43A7-BF35-843D2F9F26F7}" dt="2023-09-04T05:18:59.643" v="21" actId="20577"/>
          <ac:spMkLst>
            <pc:docMk/>
            <pc:sldMk cId="4091403356" sldId="290"/>
            <ac:spMk id="2" creationId="{D31554D3-484E-CAD8-6D38-3915C1B95CCB}"/>
          </ac:spMkLst>
        </pc:spChg>
        <pc:spChg chg="del">
          <ac:chgData name="李 適宏" userId="ba70bf4345ae8a18" providerId="Windows Live" clId="Web-{F70ECEBF-8AD3-43A7-BF35-843D2F9F26F7}" dt="2023-09-04T05:18:32.142" v="12"/>
          <ac:spMkLst>
            <pc:docMk/>
            <pc:sldMk cId="4091403356" sldId="290"/>
            <ac:spMk id="3" creationId="{515F0E91-12F2-61B5-248E-07A2EBE35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2024/3/5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1966562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CN" altLang="en-US" b="1" i="0" dirty="0">
                <a:solidFill>
                  <a:srgbClr val="ECECEC"/>
                </a:solidFill>
                <a:effectLst/>
                <a:latin typeface="Söhne"/>
              </a:rPr>
              <a:t>问题定义：</a:t>
            </a:r>
            <a:endParaRPr lang="zh-CN" altLang="en-US" b="0" i="0" dirty="0">
              <a:solidFill>
                <a:srgbClr val="ECECEC"/>
              </a:solidFill>
              <a:effectLst/>
              <a:latin typeface="Söhne"/>
            </a:endParaRPr>
          </a:p>
          <a:p>
            <a:pPr algn="l">
              <a:buFont typeface="Arial" panose="020B0604020202020204" pitchFamily="34" charset="0"/>
              <a:buChar char="•"/>
            </a:pPr>
            <a:r>
              <a:rPr lang="en-US" altLang="zh-CN" b="1" i="0" dirty="0">
                <a:solidFill>
                  <a:srgbClr val="ECECEC"/>
                </a:solidFill>
                <a:effectLst/>
                <a:latin typeface="Söhne"/>
              </a:rPr>
              <a:t>LCS</a:t>
            </a:r>
            <a:r>
              <a:rPr lang="zh-CN" altLang="en-US" b="1" i="0" dirty="0">
                <a:solidFill>
                  <a:srgbClr val="ECECEC"/>
                </a:solidFill>
                <a:effectLst/>
                <a:latin typeface="Söhne"/>
              </a:rPr>
              <a:t>：</a:t>
            </a:r>
            <a:r>
              <a:rPr lang="zh-CN" altLang="en-US" b="0" i="0" dirty="0">
                <a:solidFill>
                  <a:srgbClr val="ECECEC"/>
                </a:solidFill>
                <a:effectLst/>
                <a:latin typeface="Söhne"/>
              </a:rPr>
              <a:t> </a:t>
            </a:r>
            <a:r>
              <a:rPr lang="en-US" altLang="zh-CN" b="0" i="0" dirty="0">
                <a:solidFill>
                  <a:srgbClr val="ECECEC"/>
                </a:solidFill>
                <a:effectLst/>
                <a:latin typeface="Söhne"/>
              </a:rPr>
              <a:t>LCS</a:t>
            </a:r>
            <a:r>
              <a:rPr lang="zh-CN" altLang="en-US" b="0" i="0" dirty="0">
                <a:solidFill>
                  <a:srgbClr val="ECECEC"/>
                </a:solidFill>
                <a:effectLst/>
                <a:latin typeface="Söhne"/>
              </a:rPr>
              <a:t>问题的目标是找到两个序列中的最长公共子序列，该子序列不要求在原序列中是连续的。</a:t>
            </a:r>
            <a:r>
              <a:rPr lang="en-US" altLang="zh-CN" b="0" i="0" dirty="0">
                <a:solidFill>
                  <a:srgbClr val="ECECEC"/>
                </a:solidFill>
                <a:effectLst/>
                <a:latin typeface="Söhne"/>
              </a:rPr>
              <a:t>LCS</a:t>
            </a:r>
            <a:r>
              <a:rPr lang="zh-CN" altLang="en-US" b="0" i="0" dirty="0">
                <a:solidFill>
                  <a:srgbClr val="ECECEC"/>
                </a:solidFill>
                <a:effectLst/>
                <a:latin typeface="Söhne"/>
              </a:rPr>
              <a:t>只关心序列中的相同字符的相对顺序。</a:t>
            </a:r>
          </a:p>
          <a:p>
            <a:pPr algn="l">
              <a:buFont typeface="Arial" panose="020B0604020202020204" pitchFamily="34" charset="0"/>
              <a:buChar char="•"/>
            </a:pPr>
            <a:r>
              <a:rPr lang="zh-CN" altLang="en-US" b="1" i="0" dirty="0">
                <a:solidFill>
                  <a:srgbClr val="ECECEC"/>
                </a:solidFill>
                <a:effectLst/>
                <a:latin typeface="Söhne"/>
              </a:rPr>
              <a:t>全局比对：</a:t>
            </a:r>
            <a:r>
              <a:rPr lang="zh-CN" altLang="en-US" b="0" i="0" dirty="0">
                <a:solidFill>
                  <a:srgbClr val="ECECEC"/>
                </a:solidFill>
                <a:effectLst/>
                <a:latin typeface="Söhne"/>
              </a:rPr>
              <a:t> 全局比对问题涉及整个序列的比对，目标是找到使得比对得分最大的全局比对路径。这通常包括了整个序列的匹配和不匹配的情况。</a:t>
            </a:r>
          </a:p>
          <a:p>
            <a:pPr algn="l"/>
            <a:r>
              <a:rPr lang="zh-CN" altLang="en-US" b="1" i="0" dirty="0">
                <a:solidFill>
                  <a:srgbClr val="ECECEC"/>
                </a:solidFill>
                <a:effectLst/>
                <a:latin typeface="Söhne"/>
              </a:rPr>
              <a:t>应用场景：</a:t>
            </a:r>
            <a:endParaRPr lang="zh-CN" altLang="en-US" b="0" i="0" dirty="0">
              <a:solidFill>
                <a:srgbClr val="ECECEC"/>
              </a:solidFill>
              <a:effectLst/>
              <a:latin typeface="Söhne"/>
            </a:endParaRPr>
          </a:p>
          <a:p>
            <a:pPr algn="l">
              <a:buFont typeface="Arial" panose="020B0604020202020204" pitchFamily="34" charset="0"/>
              <a:buChar char="•"/>
            </a:pPr>
            <a:r>
              <a:rPr lang="en-US" altLang="zh-CN" b="1" i="0" dirty="0">
                <a:solidFill>
                  <a:srgbClr val="ECECEC"/>
                </a:solidFill>
                <a:effectLst/>
                <a:latin typeface="Söhne"/>
              </a:rPr>
              <a:t>LCS</a:t>
            </a:r>
            <a:r>
              <a:rPr lang="zh-CN" altLang="en-US" b="1" i="0" dirty="0">
                <a:solidFill>
                  <a:srgbClr val="ECECEC"/>
                </a:solidFill>
                <a:effectLst/>
                <a:latin typeface="Söhne"/>
              </a:rPr>
              <a:t>：</a:t>
            </a:r>
            <a:r>
              <a:rPr lang="zh-CN" altLang="en-US" b="0" i="0" dirty="0">
                <a:solidFill>
                  <a:srgbClr val="ECECEC"/>
                </a:solidFill>
                <a:effectLst/>
                <a:latin typeface="Söhne"/>
              </a:rPr>
              <a:t> 适用于解决两个序列中相同部分的问题，例如</a:t>
            </a:r>
            <a:r>
              <a:rPr lang="en-US" altLang="zh-CN" b="0" i="0" dirty="0">
                <a:solidFill>
                  <a:srgbClr val="ECECEC"/>
                </a:solidFill>
                <a:effectLst/>
                <a:latin typeface="Söhne"/>
              </a:rPr>
              <a:t>DNA</a:t>
            </a:r>
            <a:r>
              <a:rPr lang="zh-CN" altLang="en-US" b="0" i="0" dirty="0">
                <a:solidFill>
                  <a:srgbClr val="ECECEC"/>
                </a:solidFill>
                <a:effectLst/>
                <a:latin typeface="Söhne"/>
              </a:rPr>
              <a:t>序列中的保守区域。</a:t>
            </a:r>
          </a:p>
          <a:p>
            <a:pPr algn="l">
              <a:buFont typeface="Arial" panose="020B0604020202020204" pitchFamily="34" charset="0"/>
              <a:buChar char="•"/>
            </a:pPr>
            <a:r>
              <a:rPr lang="zh-CN" altLang="en-US" b="1" i="0" dirty="0">
                <a:solidFill>
                  <a:srgbClr val="ECECEC"/>
                </a:solidFill>
                <a:effectLst/>
                <a:latin typeface="Söhne"/>
              </a:rPr>
              <a:t>全局比对：</a:t>
            </a:r>
            <a:r>
              <a:rPr lang="zh-CN" altLang="en-US" b="0" i="0" dirty="0">
                <a:solidFill>
                  <a:srgbClr val="ECECEC"/>
                </a:solidFill>
                <a:effectLst/>
                <a:latin typeface="Söhne"/>
              </a:rPr>
              <a:t> 适用于解决整个序列的相似性问题，例如比较两个蛋白质序列的结构或整体性质。</a:t>
            </a:r>
          </a:p>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1173683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02122"/>
                </a:solidFill>
                <a:effectLst/>
                <a:latin typeface="Arial" panose="020B0604020202020204" pitchFamily="34" charset="0"/>
              </a:rPr>
              <a:t>兼顧我們在做搜尋時的速度以及搜尋結果的精確度。因為當我們所要搜尋的目標資料庫非常龐大的時候，速度就變成一項很需要考量的因素</a:t>
            </a:r>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389917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1752104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当</a:t>
            </a:r>
            <a:r>
              <a:rPr lang="en-US" altLang="zh-CN" sz="1200" b="0" i="0" kern="1200" dirty="0">
                <a:solidFill>
                  <a:schemeClr val="tx1"/>
                </a:solidFill>
                <a:effectLst/>
                <a:latin typeface="+mn-lt"/>
                <a:ea typeface="+mn-ea"/>
                <a:cs typeface="+mn-cs"/>
              </a:rPr>
              <a:t>gap</a:t>
            </a:r>
            <a:r>
              <a:rPr lang="zh-CN" altLang="en-US" sz="1200" b="0" i="0" kern="1200" dirty="0">
                <a:solidFill>
                  <a:schemeClr val="tx1"/>
                </a:solidFill>
                <a:effectLst/>
                <a:latin typeface="+mn-lt"/>
                <a:ea typeface="+mn-ea"/>
                <a:cs typeface="+mn-cs"/>
              </a:rPr>
              <a:t>为零时，</a:t>
            </a:r>
            <a:r>
              <a:rPr lang="en-US" altLang="zh-CN" sz="1200" b="0" i="0" kern="1200" dirty="0">
                <a:solidFill>
                  <a:schemeClr val="tx1"/>
                </a:solidFill>
                <a:effectLst/>
                <a:latin typeface="+mn-lt"/>
                <a:ea typeface="+mn-ea"/>
                <a:cs typeface="+mn-cs"/>
              </a:rPr>
              <a:t>Smith-Waterman</a:t>
            </a:r>
            <a:r>
              <a:rPr lang="zh-CN" altLang="en-US" sz="1200" b="0" i="0" kern="1200" dirty="0">
                <a:solidFill>
                  <a:schemeClr val="tx1"/>
                </a:solidFill>
                <a:effectLst/>
                <a:latin typeface="+mn-lt"/>
                <a:ea typeface="+mn-ea"/>
                <a:cs typeface="+mn-cs"/>
              </a:rPr>
              <a:t>算法的目标是找到最大得分的局部比对路径，而不过分惩罚插入或删除。这在寻找局部相似性区域，特别是在存在插入或删除的情况下，可以更容易地找到具有局部相似性的序列片段。</a:t>
            </a:r>
            <a:endParaRPr lang="zh-TW" altLang="en-US" dirty="0"/>
          </a:p>
        </p:txBody>
      </p:sp>
      <p:sp>
        <p:nvSpPr>
          <p:cNvPr id="4" name="投影片編號版面配置區 3"/>
          <p:cNvSpPr>
            <a:spLocks noGrp="1"/>
          </p:cNvSpPr>
          <p:nvPr>
            <p:ph type="sldNum" sz="quarter" idx="10"/>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3097071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3555395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FEEF57D2-7BA1-4DB1-96F5-7A053A222987}" type="datetime1">
              <a:rPr lang="zh-TW" altLang="en-US" smtClean="0"/>
              <a:t>2024/3/5</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8F380DED-8F7F-4840-95CC-07C169235ABE}" type="datetime1">
              <a:rPr lang="zh-TW" altLang="en-US" smtClean="0"/>
              <a:t>2024/3/5</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57565B83-0041-4153-BE6A-AC833F78FF5D}" type="datetime1">
              <a:rPr lang="zh-TW" altLang="en-US" smtClean="0"/>
              <a:t>2024/3/5</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6CB9B35-D303-45AC-922E-2C254C3D75FD}" type="datetime1">
              <a:rPr lang="zh-TW" altLang="en-US" smtClean="0"/>
              <a:t>2024/3/5</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A3921656-B42B-4D9A-AC54-F81F7BCCBEAE}" type="datetime1">
              <a:rPr lang="zh-TW" altLang="en-US" smtClean="0"/>
              <a:t>2024/3/5</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AD17E9E-DC5F-4981-A278-B964CEDE55F3}" type="datetime1">
              <a:rPr lang="zh-TW" altLang="en-US" smtClean="0"/>
              <a:t>2024/3/5</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B61BA28-29E6-413C-8FC3-1AB2A12C5000}" type="datetime1">
              <a:rPr lang="zh-TW" altLang="en-US" smtClean="0"/>
              <a:t>2024/3/5</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CA35B894-C477-477B-A40C-ABF96CFD8F6D}" type="datetime1">
              <a:rPr lang="zh-TW" altLang="en-US" smtClean="0"/>
              <a:t>2024/3/5</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60B8CEE4-CC87-4EDB-B1A0-E5B550FCFFE6}" type="datetime1">
              <a:rPr lang="zh-TW" altLang="en-US" smtClean="0"/>
              <a:t>2024/3/5</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817EE008-8BE4-416E-B613-24286D41E7D4}" type="datetime1">
              <a:rPr lang="zh-TW" altLang="en-US" smtClean="0"/>
              <a:t>2024/3/5</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2CDEF28F-6298-4CFF-8665-F90686AB1F2D}" type="datetime1">
              <a:rPr lang="zh-TW" altLang="en-US" smtClean="0"/>
              <a:t>2024/3/5</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9A6DC-91FA-468A-8153-0A164473FE7A}" type="datetime1">
              <a:rPr lang="zh-TW" altLang="en-US" smtClean="0"/>
              <a:t>2024/3/5</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a:latin typeface="Times New Roman"/>
                <a:ea typeface="新細明體"/>
                <a:cs typeface="Times New Roman"/>
              </a:rPr>
              <a:t>Fast Longest Common Subsequences for Bioinformatics Dynamic Programming</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dirty="0">
                <a:latin typeface="Times New Roman"/>
                <a:ea typeface="+mn-lt"/>
                <a:cs typeface="+mn-lt"/>
              </a:rPr>
              <a:t>Arabi </a:t>
            </a:r>
            <a:r>
              <a:rPr lang="en-US" dirty="0" err="1">
                <a:latin typeface="Times New Roman"/>
                <a:ea typeface="+mn-lt"/>
                <a:cs typeface="+mn-lt"/>
              </a:rPr>
              <a:t>E.keshk</a:t>
            </a:r>
            <a:r>
              <a:rPr lang="en-US" dirty="0">
                <a:latin typeface="Times New Roman"/>
                <a:ea typeface="+mn-lt"/>
                <a:cs typeface="+mn-lt"/>
              </a:rPr>
              <a:t>, Mohammed </a:t>
            </a:r>
            <a:r>
              <a:rPr lang="en-US" dirty="0" err="1">
                <a:latin typeface="Times New Roman"/>
                <a:ea typeface="+mn-lt"/>
                <a:cs typeface="+mn-lt"/>
              </a:rPr>
              <a:t>Ossman</a:t>
            </a:r>
            <a:r>
              <a:rPr lang="en-US" dirty="0">
                <a:latin typeface="Times New Roman"/>
                <a:ea typeface="+mn-lt"/>
                <a:cs typeface="+mn-lt"/>
              </a:rPr>
              <a:t>, </a:t>
            </a:r>
            <a:r>
              <a:rPr lang="en-US" dirty="0" err="1">
                <a:latin typeface="Times New Roman"/>
                <a:ea typeface="+mn-lt"/>
                <a:cs typeface="+mn-lt"/>
              </a:rPr>
              <a:t>Lamiaa</a:t>
            </a:r>
            <a:r>
              <a:rPr lang="en-US" dirty="0">
                <a:latin typeface="Times New Roman"/>
                <a:ea typeface="+mn-lt"/>
                <a:cs typeface="+mn-lt"/>
              </a:rPr>
              <a:t> </a:t>
            </a:r>
            <a:r>
              <a:rPr lang="en-US" dirty="0" err="1">
                <a:latin typeface="Times New Roman"/>
                <a:ea typeface="+mn-lt"/>
                <a:cs typeface="+mn-lt"/>
              </a:rPr>
              <a:t>Fathi</a:t>
            </a:r>
            <a:r>
              <a:rPr lang="en-US" dirty="0">
                <a:latin typeface="Times New Roman"/>
                <a:ea typeface="+mn-lt"/>
                <a:cs typeface="+mn-lt"/>
              </a:rPr>
              <a:t> Hussein</a:t>
            </a:r>
          </a:p>
          <a:p>
            <a:r>
              <a:rPr lang="en-US" altLang="zh-TW" sz="2000" dirty="0">
                <a:latin typeface="Times New Roman" panose="02020603050405020304" pitchFamily="18" charset="0"/>
                <a:cs typeface="Times New Roman" panose="02020603050405020304" pitchFamily="18" charset="0"/>
              </a:rPr>
              <a:t>International Journal of Computer Applications (0975 – 8887) Volume 57– No.22, November 2012</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a:ea typeface="新細明體"/>
                <a:cs typeface="Times New Roman"/>
              </a:rPr>
              <a:t>Presenter: Shih-Hong Li</a:t>
            </a:r>
          </a:p>
          <a:p>
            <a:r>
              <a:rPr kumimoji="1" lang="en" altLang="zh-TW" dirty="0">
                <a:latin typeface="Times New Roman"/>
                <a:ea typeface="新細明體"/>
                <a:cs typeface="Times New Roman"/>
              </a:rPr>
              <a:t>Date: </a:t>
            </a:r>
            <a:r>
              <a:rPr kumimoji="1" lang="en-US" altLang="zh-TW" dirty="0">
                <a:latin typeface="Times New Roman"/>
                <a:ea typeface="新細明體"/>
                <a:cs typeface="Times New Roman"/>
              </a:rPr>
              <a:t>Mar.</a:t>
            </a:r>
            <a:r>
              <a:rPr kumimoji="1" lang="en" altLang="zh-TW" dirty="0">
                <a:latin typeface="Times New Roman"/>
                <a:ea typeface="新細明體"/>
                <a:cs typeface="Times New Roman"/>
              </a:rPr>
              <a:t> </a:t>
            </a:r>
            <a:r>
              <a:rPr kumimoji="1" lang="en-US" altLang="zh-TW" dirty="0">
                <a:latin typeface="Times New Roman"/>
                <a:ea typeface="新細明體"/>
                <a:cs typeface="Times New Roman"/>
              </a:rPr>
              <a:t>5</a:t>
            </a:r>
            <a:r>
              <a:rPr kumimoji="1" lang="en" altLang="zh-TW" dirty="0">
                <a:latin typeface="Times New Roman"/>
                <a:ea typeface="新細明體"/>
                <a:cs typeface="Times New Roman"/>
              </a:rPr>
              <a:t>, 2024</a:t>
            </a:r>
            <a:endParaRPr lang="en" altLang="zh-TW" dirty="0">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Bioinformatics applications represent an increasingly important workload to improve the programs of sequence analysis. It can be used to assign function to genes and proteins by the study of the similarities between the compared sequences. This paper introduces a modified implementation of bioinformatics algorithm for sequence alignment .The implemented algorithm is called Fast Longest Common Subsequence (FLCS). It is filling the three main diagonals without filling the entire matrix by the unused data. It gets the optimal solution but the execution time is decreased and the performance is high. To illustrate the effectiveness of optimizing the performance of the proposed FLCS algorithm and demonstrate its superiority, it is compared with Needleman-Wunsch, Smith-Waterman and Longest Common Subsequence algorithms.</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0E1B08-B8FA-CD50-50D2-B716600B7F6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Sequence alignment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F363C9D-0728-9590-A63A-CDE3A0BC8075}"/>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Local alignment </a:t>
            </a:r>
          </a:p>
          <a:p>
            <a:pPr lvl="1"/>
            <a:r>
              <a:rPr lang="en-US" altLang="zh-TW" dirty="0">
                <a:latin typeface="Times New Roman" panose="02020603050405020304" pitchFamily="18" charset="0"/>
                <a:cs typeface="Times New Roman" panose="02020603050405020304" pitchFamily="18" charset="0"/>
              </a:rPr>
              <a:t>part of the two sequences that match well</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Global alignment </a:t>
            </a:r>
          </a:p>
          <a:p>
            <a:pPr lvl="1"/>
            <a:r>
              <a:rPr lang="en-US" altLang="zh-TW" dirty="0">
                <a:latin typeface="Times New Roman" panose="02020603050405020304" pitchFamily="18" charset="0"/>
                <a:cs typeface="Times New Roman" panose="02020603050405020304" pitchFamily="18" charset="0"/>
              </a:rPr>
              <a:t>maximum  match  between  the sequences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4B7820A-D44F-01F6-EB6B-9068ADB85961}"/>
              </a:ext>
            </a:extLst>
          </p:cNvPr>
          <p:cNvSpPr>
            <a:spLocks noGrp="1"/>
          </p:cNvSpPr>
          <p:nvPr>
            <p:ph type="sldNum" sz="quarter" idx="12"/>
          </p:nvPr>
        </p:nvSpPr>
        <p:spPr/>
        <p:txBody>
          <a:bodyPr/>
          <a:lstStyle/>
          <a:p>
            <a:fld id="{C497B8E6-CB28-4350-9E62-3F3C29E41FED}" type="slidenum">
              <a:rPr lang="zh-TW" altLang="en-US" smtClean="0"/>
              <a:t>3</a:t>
            </a:fld>
            <a:endParaRPr lang="zh-TW" altLang="en-US"/>
          </a:p>
        </p:txBody>
      </p:sp>
      <p:pic>
        <p:nvPicPr>
          <p:cNvPr id="10" name="圖片 9">
            <a:extLst>
              <a:ext uri="{FF2B5EF4-FFF2-40B4-BE49-F238E27FC236}">
                <a16:creationId xmlns:a16="http://schemas.microsoft.com/office/drawing/2014/main" id="{50376AB4-39BE-23F4-7404-8F10291D0C2A}"/>
              </a:ext>
            </a:extLst>
          </p:cNvPr>
          <p:cNvPicPr>
            <a:picLocks noChangeAspect="1"/>
          </p:cNvPicPr>
          <p:nvPr/>
        </p:nvPicPr>
        <p:blipFill>
          <a:blip r:embed="rId3"/>
          <a:stretch>
            <a:fillRect/>
          </a:stretch>
        </p:blipFill>
        <p:spPr>
          <a:xfrm>
            <a:off x="7572776" y="4869894"/>
            <a:ext cx="3356684" cy="1098825"/>
          </a:xfrm>
          <a:prstGeom prst="rect">
            <a:avLst/>
          </a:prstGeom>
        </p:spPr>
      </p:pic>
      <p:pic>
        <p:nvPicPr>
          <p:cNvPr id="14" name="圖片 13">
            <a:extLst>
              <a:ext uri="{FF2B5EF4-FFF2-40B4-BE49-F238E27FC236}">
                <a16:creationId xmlns:a16="http://schemas.microsoft.com/office/drawing/2014/main" id="{B7FAD609-76AD-9A28-8CAC-B41DF8C8A6A0}"/>
              </a:ext>
            </a:extLst>
          </p:cNvPr>
          <p:cNvPicPr>
            <a:picLocks noChangeAspect="1"/>
          </p:cNvPicPr>
          <p:nvPr/>
        </p:nvPicPr>
        <p:blipFill>
          <a:blip r:embed="rId4"/>
          <a:stretch>
            <a:fillRect/>
          </a:stretch>
        </p:blipFill>
        <p:spPr>
          <a:xfrm>
            <a:off x="7667361" y="2886955"/>
            <a:ext cx="3686439" cy="921609"/>
          </a:xfrm>
          <a:prstGeom prst="rect">
            <a:avLst/>
          </a:prstGeom>
        </p:spPr>
      </p:pic>
    </p:spTree>
    <p:extLst>
      <p:ext uri="{BB962C8B-B14F-4D97-AF65-F5344CB8AC3E}">
        <p14:creationId xmlns:p14="http://schemas.microsoft.com/office/powerpoint/2010/main" val="2712049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0DD3DE-F023-8537-7CFB-905E25A8A29E}"/>
              </a:ext>
            </a:extLst>
          </p:cNvPr>
          <p:cNvSpPr>
            <a:spLocks noGrp="1"/>
          </p:cNvSpPr>
          <p:nvPr>
            <p:ph type="title"/>
          </p:nvPr>
        </p:nvSpPr>
        <p:spPr>
          <a:xfrm>
            <a:off x="813006" y="365125"/>
            <a:ext cx="10515600" cy="1325563"/>
          </a:xfrm>
        </p:spPr>
        <p:txBody>
          <a:bodyPr/>
          <a:lstStyle/>
          <a:p>
            <a:r>
              <a:rPr lang="en-US" altLang="zh-TW" dirty="0">
                <a:latin typeface="Times New Roman" panose="02020603050405020304" pitchFamily="18" charset="0"/>
                <a:cs typeface="Times New Roman" panose="02020603050405020304" pitchFamily="18" charset="0"/>
              </a:rPr>
              <a:t>Dynamic algorithms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2891052-01DE-D816-E915-808D4035E3D6}"/>
              </a:ext>
            </a:extLst>
          </p:cNvPr>
          <p:cNvSpPr>
            <a:spLocks noGrp="1"/>
          </p:cNvSpPr>
          <p:nvPr>
            <p:ph idx="1"/>
          </p:nvPr>
        </p:nvSpPr>
        <p:spPr>
          <a:xfrm>
            <a:off x="813006" y="1825625"/>
            <a:ext cx="10515600" cy="4351338"/>
          </a:xfrm>
        </p:spPr>
        <p:txBody>
          <a:bodyPr/>
          <a:lstStyle/>
          <a:p>
            <a:r>
              <a:rPr lang="en-US" altLang="zh-TW" dirty="0">
                <a:latin typeface="Times New Roman" panose="02020603050405020304" pitchFamily="18" charset="0"/>
                <a:cs typeface="Times New Roman" panose="02020603050405020304" pitchFamily="18" charset="0"/>
              </a:rPr>
              <a:t>Needleman-Wunsch algorithm(global)</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in 1970</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Smith-Waterman algorithm (local) in 1981</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DBE60FE-4194-32A4-6AAA-134996A9B7E3}"/>
              </a:ext>
            </a:extLst>
          </p:cNvPr>
          <p:cNvSpPr>
            <a:spLocks noGrp="1"/>
          </p:cNvSpPr>
          <p:nvPr>
            <p:ph type="sldNum" sz="quarter" idx="12"/>
          </p:nvPr>
        </p:nvSpPr>
        <p:spPr>
          <a:xfrm>
            <a:off x="8585406" y="6356350"/>
            <a:ext cx="2743200" cy="365125"/>
          </a:xfrm>
        </p:spPr>
        <p:txBody>
          <a:bodyPr/>
          <a:lstStyle/>
          <a:p>
            <a:fld id="{C497B8E6-CB28-4350-9E62-3F3C29E41FED}" type="slidenum">
              <a:rPr lang="zh-TW" altLang="en-US" smtClean="0"/>
              <a:t>4</a:t>
            </a:fld>
            <a:endParaRPr lang="zh-TW" altLang="en-US" dirty="0"/>
          </a:p>
        </p:txBody>
      </p:sp>
      <p:pic>
        <p:nvPicPr>
          <p:cNvPr id="1028" name="Picture 4">
            <a:extLst>
              <a:ext uri="{FF2B5EF4-FFF2-40B4-BE49-F238E27FC236}">
                <a16:creationId xmlns:a16="http://schemas.microsoft.com/office/drawing/2014/main" id="{9315D291-1132-04FC-AD56-F25188781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211" y="4831521"/>
            <a:ext cx="1718183" cy="1718183"/>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237F5D0A-4C5E-7F70-FA37-07E377187993}"/>
              </a:ext>
            </a:extLst>
          </p:cNvPr>
          <p:cNvSpPr txBox="1"/>
          <p:nvPr/>
        </p:nvSpPr>
        <p:spPr>
          <a:xfrm>
            <a:off x="4168878" y="5505454"/>
            <a:ext cx="2025445" cy="369332"/>
          </a:xfrm>
          <a:prstGeom prst="rect">
            <a:avLst/>
          </a:prstGeom>
          <a:noFill/>
        </p:spPr>
        <p:txBody>
          <a:bodyPr wrap="square" rtlCol="0">
            <a:spAutoFit/>
          </a:bodyPr>
          <a:lstStyle/>
          <a:p>
            <a:pPr algn="ctr"/>
            <a:r>
              <a:rPr lang="en-US" altLang="zh-TW" b="0" i="0" dirty="0">
                <a:solidFill>
                  <a:srgbClr val="000000"/>
                </a:solidFill>
                <a:effectLst/>
                <a:latin typeface="Times New Roman" panose="02020603050405020304" pitchFamily="18" charset="0"/>
                <a:cs typeface="Times New Roman" panose="02020603050405020304" pitchFamily="18" charset="0"/>
              </a:rPr>
              <a:t>Temple F. Smith</a:t>
            </a:r>
          </a:p>
        </p:txBody>
      </p:sp>
      <p:sp>
        <p:nvSpPr>
          <p:cNvPr id="7" name="文字方塊 6">
            <a:extLst>
              <a:ext uri="{FF2B5EF4-FFF2-40B4-BE49-F238E27FC236}">
                <a16:creationId xmlns:a16="http://schemas.microsoft.com/office/drawing/2014/main" id="{8FAF894D-9178-95D9-9B8C-0916C26CBC5A}"/>
              </a:ext>
            </a:extLst>
          </p:cNvPr>
          <p:cNvSpPr txBox="1"/>
          <p:nvPr/>
        </p:nvSpPr>
        <p:spPr>
          <a:xfrm>
            <a:off x="8428090" y="5409646"/>
            <a:ext cx="6096000" cy="369332"/>
          </a:xfrm>
          <a:prstGeom prst="rect">
            <a:avLst/>
          </a:prstGeom>
          <a:noFill/>
        </p:spPr>
        <p:txBody>
          <a:bodyPr wrap="square">
            <a:spAutoFit/>
          </a:bodyPr>
          <a:lstStyle/>
          <a:p>
            <a:pPr algn="l"/>
            <a:r>
              <a:rPr lang="en-US" altLang="zh-TW" b="0" i="0" dirty="0">
                <a:solidFill>
                  <a:srgbClr val="000000"/>
                </a:solidFill>
                <a:effectLst/>
                <a:latin typeface="Linux Libertine"/>
              </a:rPr>
              <a:t>Michael Waterman</a:t>
            </a:r>
          </a:p>
        </p:txBody>
      </p:sp>
      <p:pic>
        <p:nvPicPr>
          <p:cNvPr id="1032" name="Picture 8" descr="Michael Waterman awarded Dan David Prize for scientific contributions - USC  News">
            <a:extLst>
              <a:ext uri="{FF2B5EF4-FFF2-40B4-BE49-F238E27FC236}">
                <a16:creationId xmlns:a16="http://schemas.microsoft.com/office/drawing/2014/main" id="{26D326D6-7A9A-2D08-0914-8A872A003AF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413" y="4831520"/>
            <a:ext cx="1717200" cy="17172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n Loving Memory of Saul Ben Needleman">
            <a:extLst>
              <a:ext uri="{FF2B5EF4-FFF2-40B4-BE49-F238E27FC236}">
                <a16:creationId xmlns:a16="http://schemas.microsoft.com/office/drawing/2014/main" id="{05BE001D-FD13-66ED-DBC3-2FECFC90C28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9094" y="2284094"/>
            <a:ext cx="1717200" cy="17172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hristian D Wunsch MD PhD Miller School of Medicine">
            <a:extLst>
              <a:ext uri="{FF2B5EF4-FFF2-40B4-BE49-F238E27FC236}">
                <a16:creationId xmlns:a16="http://schemas.microsoft.com/office/drawing/2014/main" id="{2F19BB7F-4A32-7BDF-155C-34A86FBC686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7784" y="2284094"/>
            <a:ext cx="1717200" cy="1717200"/>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1D530B4-16A5-344E-9C9A-219FF65D0D28}"/>
              </a:ext>
            </a:extLst>
          </p:cNvPr>
          <p:cNvSpPr txBox="1"/>
          <p:nvPr/>
        </p:nvSpPr>
        <p:spPr>
          <a:xfrm>
            <a:off x="4168878" y="2949677"/>
            <a:ext cx="2054941"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Saul B. Needleman</a:t>
            </a:r>
            <a:endParaRPr lang="zh-TW" altLang="en-US"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614B12F0-23B9-EE25-A733-78E1A27A5687}"/>
              </a:ext>
            </a:extLst>
          </p:cNvPr>
          <p:cNvSpPr txBox="1"/>
          <p:nvPr/>
        </p:nvSpPr>
        <p:spPr>
          <a:xfrm>
            <a:off x="8290436" y="2949677"/>
            <a:ext cx="2475887"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Christian D. Wunsch</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01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0C85E1-9881-EABC-4045-7B21BEF72EA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 heuristic algorithms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A19B7D1-11B4-2E3E-F11E-DCBF69401CA7}"/>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FASTA (</a:t>
            </a:r>
            <a:r>
              <a:rPr lang="en-US" altLang="zh-TW" b="0" i="0" dirty="0">
                <a:solidFill>
                  <a:srgbClr val="202122"/>
                </a:solidFill>
                <a:effectLst/>
                <a:latin typeface="Times New Roman" panose="02020603050405020304" pitchFamily="18" charset="0"/>
                <a:cs typeface="Times New Roman" panose="02020603050405020304" pitchFamily="18" charset="0"/>
              </a:rPr>
              <a:t>fast all</a:t>
            </a:r>
            <a:r>
              <a:rPr lang="en-US" altLang="zh-TW" dirty="0">
                <a:latin typeface="Times New Roman" panose="02020603050405020304" pitchFamily="18" charset="0"/>
                <a:cs typeface="Times New Roman" panose="02020603050405020304" pitchFamily="18" charset="0"/>
              </a:rPr>
              <a:t>) in 1985</a:t>
            </a:r>
          </a:p>
          <a:p>
            <a:r>
              <a:rPr lang="en-US" altLang="zh-TW" dirty="0">
                <a:latin typeface="Times New Roman" panose="02020603050405020304" pitchFamily="18" charset="0"/>
                <a:cs typeface="Times New Roman" panose="02020603050405020304" pitchFamily="18" charset="0"/>
              </a:rPr>
              <a:t>BLAST(Basic Local Alignment Search Tool) in 1990</a:t>
            </a: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Ignoring the unused data from computation this speed the performance</a:t>
            </a:r>
          </a:p>
          <a:p>
            <a:pPr marL="0" indent="0">
              <a:buNone/>
            </a:pPr>
            <a:r>
              <a:rPr lang="en-US" altLang="zh-TW" dirty="0">
                <a:latin typeface="Times New Roman" panose="02020603050405020304" pitchFamily="18" charset="0"/>
                <a:cs typeface="Times New Roman" panose="02020603050405020304" pitchFamily="18" charset="0"/>
              </a:rPr>
              <a:t>Faster than dynamic programming</a:t>
            </a:r>
          </a:p>
          <a:p>
            <a:pPr marL="0" indent="0">
              <a:buNone/>
            </a:pPr>
            <a:r>
              <a:rPr lang="en-US" altLang="zh-TW" dirty="0">
                <a:latin typeface="Times New Roman" panose="02020603050405020304" pitchFamily="18" charset="0"/>
                <a:cs typeface="Times New Roman" panose="02020603050405020304" pitchFamily="18" charset="0"/>
              </a:rPr>
              <a:t>Not the optimal solution</a:t>
            </a:r>
          </a:p>
          <a:p>
            <a:pPr lvl="1"/>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ED91B0A-965D-99A8-4F06-12CD22F22327}"/>
              </a:ext>
            </a:extLst>
          </p:cNvPr>
          <p:cNvSpPr>
            <a:spLocks noGrp="1"/>
          </p:cNvSpPr>
          <p:nvPr>
            <p:ph type="sldNum" sz="quarter" idx="12"/>
          </p:nvPr>
        </p:nvSpPr>
        <p:spPr/>
        <p:txBody>
          <a:bodyPr/>
          <a:lstStyle/>
          <a:p>
            <a:fld id="{C497B8E6-CB28-4350-9E62-3F3C29E41FED}" type="slidenum">
              <a:rPr lang="zh-TW" altLang="en-US" smtClean="0"/>
              <a:t>5</a:t>
            </a:fld>
            <a:endParaRPr lang="zh-TW" altLang="en-US"/>
          </a:p>
        </p:txBody>
      </p:sp>
    </p:spTree>
    <p:extLst>
      <p:ext uri="{BB962C8B-B14F-4D97-AF65-F5344CB8AC3E}">
        <p14:creationId xmlns:p14="http://schemas.microsoft.com/office/powerpoint/2010/main" val="1378382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Needleman-</a:t>
            </a:r>
            <a:r>
              <a:rPr lang="en-US" altLang="zh-TW" dirty="0" err="1">
                <a:latin typeface="Times New Roman" panose="02020603050405020304" pitchFamily="18" charset="0"/>
                <a:cs typeface="Times New Roman" panose="02020603050405020304" pitchFamily="18" charset="0"/>
              </a:rPr>
              <a:t>Wunsch</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6</a:t>
            </a:fld>
            <a:endParaRPr lang="zh-TW" altLang="en-US"/>
          </a:p>
        </p:txBody>
      </p:sp>
      <p:sp>
        <p:nvSpPr>
          <p:cNvPr id="7" name="內容版面配置區 6"/>
          <p:cNvSpPr>
            <a:spLocks noGrp="1"/>
          </p:cNvSpPr>
          <p:nvPr>
            <p:ph idx="1"/>
          </p:nvPr>
        </p:nvSpPr>
        <p:spPr/>
        <p:txBody>
          <a:bodyPr>
            <a:normAutofit/>
          </a:bodyPr>
          <a:lstStyle/>
          <a:p>
            <a:pPr marL="285750" indent="-285750"/>
            <a:r>
              <a:rPr lang="en-US" altLang="zh-TW" dirty="0">
                <a:latin typeface="Times New Roman" panose="02020603050405020304" pitchFamily="18" charset="0"/>
                <a:cs typeface="Times New Roman" panose="02020603050405020304" pitchFamily="18" charset="0"/>
              </a:rPr>
              <a:t>F[</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max{</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j-1</a:t>
            </a:r>
            <a:r>
              <a:rPr lang="en-US" altLang="zh-TW" dirty="0">
                <a:latin typeface="Times New Roman" panose="02020603050405020304" pitchFamily="18" charset="0"/>
                <a:cs typeface="Times New Roman" panose="02020603050405020304" pitchFamily="18" charset="0"/>
              </a:rPr>
              <a:t>] + mismatch/match</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gap</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j-1</a:t>
            </a:r>
            <a:r>
              <a:rPr lang="en-US" altLang="zh-TW" dirty="0">
                <a:latin typeface="Times New Roman" panose="02020603050405020304" pitchFamily="18" charset="0"/>
                <a:cs typeface="Times New Roman" panose="02020603050405020304" pitchFamily="18" charset="0"/>
              </a:rPr>
              <a:t>] – gap</a:t>
            </a:r>
          </a:p>
          <a:p>
            <a:pPr marL="0" indent="0">
              <a:buNone/>
            </a:pPr>
            <a:r>
              <a:rPr lang="en-US" altLang="zh-TW" dirty="0">
                <a:latin typeface="Times New Roman" panose="02020603050405020304" pitchFamily="18" charset="0"/>
                <a:cs typeface="Times New Roman" panose="02020603050405020304" pitchFamily="18" charset="0"/>
              </a:rPr>
              <a:t>                       }</a:t>
            </a:r>
          </a:p>
          <a:p>
            <a:pPr marL="285750" indent="-285750"/>
            <a:r>
              <a:rPr lang="en-US" altLang="zh-TW" dirty="0">
                <a:latin typeface="Times New Roman" panose="02020603050405020304" pitchFamily="18" charset="0"/>
                <a:cs typeface="Times New Roman" panose="02020603050405020304" pitchFamily="18" charset="0"/>
              </a:rPr>
              <a:t>Match/mismatch =+1/-1</a:t>
            </a:r>
          </a:p>
          <a:p>
            <a:pPr marL="285750" indent="-285750"/>
            <a:r>
              <a:rPr lang="en-US" altLang="zh-TW" dirty="0">
                <a:latin typeface="Times New Roman" panose="02020603050405020304" pitchFamily="18" charset="0"/>
                <a:cs typeface="Times New Roman" panose="02020603050405020304" pitchFamily="18" charset="0"/>
              </a:rPr>
              <a:t>Gap = -2</a:t>
            </a:r>
            <a:endParaRPr lang="zh-TW" altLang="en-US" dirty="0">
              <a:latin typeface="Times New Roman" panose="02020603050405020304" pitchFamily="18"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489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Needleman-</a:t>
            </a:r>
            <a:r>
              <a:rPr lang="en-US" altLang="zh-TW" dirty="0" err="1">
                <a:latin typeface="Times New Roman" panose="02020603050405020304" pitchFamily="18" charset="0"/>
                <a:cs typeface="Times New Roman" panose="02020603050405020304" pitchFamily="18" charset="0"/>
              </a:rPr>
              <a:t>Wunsch</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7</a:t>
            </a:fld>
            <a:endParaRPr lang="zh-TW" altLang="en-US"/>
          </a:p>
        </p:txBody>
      </p:sp>
      <p:graphicFrame>
        <p:nvGraphicFramePr>
          <p:cNvPr id="7" name="內容版面配置區 6"/>
          <p:cNvGraphicFramePr>
            <a:graphicFrameLocks noGrp="1"/>
          </p:cNvGraphicFramePr>
          <p:nvPr>
            <p:ph idx="1"/>
            <p:extLst>
              <p:ext uri="{D42A27DB-BD31-4B8C-83A1-F6EECF244321}">
                <p14:modId xmlns:p14="http://schemas.microsoft.com/office/powerpoint/2010/main" val="1010331678"/>
              </p:ext>
            </p:extLst>
          </p:nvPr>
        </p:nvGraphicFramePr>
        <p:xfrm>
          <a:off x="838200" y="1347152"/>
          <a:ext cx="10093963" cy="5009200"/>
        </p:xfrm>
        <a:graphic>
          <a:graphicData uri="http://schemas.openxmlformats.org/drawingml/2006/table">
            <a:tbl>
              <a:tblPr firstRow="1" firstCol="1">
                <a:tableStyleId>{F5AB1C69-6EDB-4FF4-983F-18BD219EF322}</a:tableStyleId>
              </a:tblPr>
              <a:tblGrid>
                <a:gridCol w="917633">
                  <a:extLst>
                    <a:ext uri="{9D8B030D-6E8A-4147-A177-3AD203B41FA5}">
                      <a16:colId xmlns:a16="http://schemas.microsoft.com/office/drawing/2014/main" val="2067317906"/>
                    </a:ext>
                  </a:extLst>
                </a:gridCol>
                <a:gridCol w="917633">
                  <a:extLst>
                    <a:ext uri="{9D8B030D-6E8A-4147-A177-3AD203B41FA5}">
                      <a16:colId xmlns:a16="http://schemas.microsoft.com/office/drawing/2014/main" val="2917093731"/>
                    </a:ext>
                  </a:extLst>
                </a:gridCol>
                <a:gridCol w="917633">
                  <a:extLst>
                    <a:ext uri="{9D8B030D-6E8A-4147-A177-3AD203B41FA5}">
                      <a16:colId xmlns:a16="http://schemas.microsoft.com/office/drawing/2014/main" val="3921909096"/>
                    </a:ext>
                  </a:extLst>
                </a:gridCol>
                <a:gridCol w="917633">
                  <a:extLst>
                    <a:ext uri="{9D8B030D-6E8A-4147-A177-3AD203B41FA5}">
                      <a16:colId xmlns:a16="http://schemas.microsoft.com/office/drawing/2014/main" val="1804075957"/>
                    </a:ext>
                  </a:extLst>
                </a:gridCol>
                <a:gridCol w="917633">
                  <a:extLst>
                    <a:ext uri="{9D8B030D-6E8A-4147-A177-3AD203B41FA5}">
                      <a16:colId xmlns:a16="http://schemas.microsoft.com/office/drawing/2014/main" val="2790477123"/>
                    </a:ext>
                  </a:extLst>
                </a:gridCol>
                <a:gridCol w="917633">
                  <a:extLst>
                    <a:ext uri="{9D8B030D-6E8A-4147-A177-3AD203B41FA5}">
                      <a16:colId xmlns:a16="http://schemas.microsoft.com/office/drawing/2014/main" val="1954214562"/>
                    </a:ext>
                  </a:extLst>
                </a:gridCol>
                <a:gridCol w="917633">
                  <a:extLst>
                    <a:ext uri="{9D8B030D-6E8A-4147-A177-3AD203B41FA5}">
                      <a16:colId xmlns:a16="http://schemas.microsoft.com/office/drawing/2014/main" val="1479894522"/>
                    </a:ext>
                  </a:extLst>
                </a:gridCol>
                <a:gridCol w="917633">
                  <a:extLst>
                    <a:ext uri="{9D8B030D-6E8A-4147-A177-3AD203B41FA5}">
                      <a16:colId xmlns:a16="http://schemas.microsoft.com/office/drawing/2014/main" val="2708720651"/>
                    </a:ext>
                  </a:extLst>
                </a:gridCol>
                <a:gridCol w="917633">
                  <a:extLst>
                    <a:ext uri="{9D8B030D-6E8A-4147-A177-3AD203B41FA5}">
                      <a16:colId xmlns:a16="http://schemas.microsoft.com/office/drawing/2014/main" val="3615392751"/>
                    </a:ext>
                  </a:extLst>
                </a:gridCol>
                <a:gridCol w="917633">
                  <a:extLst>
                    <a:ext uri="{9D8B030D-6E8A-4147-A177-3AD203B41FA5}">
                      <a16:colId xmlns:a16="http://schemas.microsoft.com/office/drawing/2014/main" val="2971534321"/>
                    </a:ext>
                  </a:extLst>
                </a:gridCol>
                <a:gridCol w="917633">
                  <a:extLst>
                    <a:ext uri="{9D8B030D-6E8A-4147-A177-3AD203B41FA5}">
                      <a16:colId xmlns:a16="http://schemas.microsoft.com/office/drawing/2014/main" val="1693345335"/>
                    </a:ext>
                  </a:extLst>
                </a:gridCol>
              </a:tblGrid>
              <a:tr h="500920">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extLst>
                  <a:ext uri="{0D108BD9-81ED-4DB2-BD59-A6C34878D82A}">
                    <a16:rowId xmlns:a16="http://schemas.microsoft.com/office/drawing/2014/main" val="2024338094"/>
                  </a:ext>
                </a:extLst>
              </a:tr>
              <a:tr h="500920">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solidFill>
                      <a:schemeClr val="bg1">
                        <a:lumMod val="50000"/>
                      </a:schemeClr>
                    </a:solidFill>
                  </a:tcPr>
                </a:tc>
                <a:tc>
                  <a:txBody>
                    <a:bodyPr/>
                    <a:lstStyle/>
                    <a:p>
                      <a:pPr algn="ctr"/>
                      <a:r>
                        <a:rPr lang="en-US" altLang="zh-TW" dirty="0"/>
                        <a:t>-2</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-18</a:t>
                      </a:r>
                      <a:endParaRPr lang="zh-TW" altLang="en-US" dirty="0"/>
                    </a:p>
                  </a:txBody>
                  <a:tcPr/>
                </a:tc>
                <a:extLst>
                  <a:ext uri="{0D108BD9-81ED-4DB2-BD59-A6C34878D82A}">
                    <a16:rowId xmlns:a16="http://schemas.microsoft.com/office/drawing/2014/main" val="1621843737"/>
                  </a:ext>
                </a:extLst>
              </a:tr>
              <a:tr h="500920">
                <a:tc>
                  <a:txBody>
                    <a:bodyPr/>
                    <a:lstStyle/>
                    <a:p>
                      <a:pPr algn="ctr"/>
                      <a:r>
                        <a:rPr lang="en-US" altLang="zh-TW" dirty="0"/>
                        <a:t>G</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solidFill>
                      <a:schemeClr val="bg1">
                        <a:lumMod val="50000"/>
                      </a:schemeClr>
                    </a:solidFill>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-15</a:t>
                      </a:r>
                      <a:endParaRPr lang="zh-TW" altLang="en-US" dirty="0"/>
                    </a:p>
                  </a:txBody>
                  <a:tcPr/>
                </a:tc>
                <a:extLst>
                  <a:ext uri="{0D108BD9-81ED-4DB2-BD59-A6C34878D82A}">
                    <a16:rowId xmlns:a16="http://schemas.microsoft.com/office/drawing/2014/main" val="1000498717"/>
                  </a:ext>
                </a:extLst>
              </a:tr>
              <a:tr h="500920">
                <a:tc>
                  <a:txBody>
                    <a:bodyPr/>
                    <a:lstStyle/>
                    <a:p>
                      <a:pPr algn="ctr"/>
                      <a:r>
                        <a:rPr lang="en-US" altLang="zh-TW" dirty="0"/>
                        <a:t>C</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solidFill>
                      <a:schemeClr val="bg1">
                        <a:lumMod val="50000"/>
                      </a:schemeClr>
                    </a:solidFill>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-12</a:t>
                      </a:r>
                      <a:endParaRPr lang="zh-TW" altLang="en-US" dirty="0"/>
                    </a:p>
                  </a:txBody>
                  <a:tcPr/>
                </a:tc>
                <a:extLst>
                  <a:ext uri="{0D108BD9-81ED-4DB2-BD59-A6C34878D82A}">
                    <a16:rowId xmlns:a16="http://schemas.microsoft.com/office/drawing/2014/main" val="323657200"/>
                  </a:ext>
                </a:extLst>
              </a:tr>
              <a:tr h="500920">
                <a:tc>
                  <a:txBody>
                    <a:bodyPr/>
                    <a:lstStyle/>
                    <a:p>
                      <a:pPr algn="ctr"/>
                      <a:r>
                        <a:rPr lang="en-US" altLang="zh-TW" dirty="0"/>
                        <a:t>G</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solidFill>
                      <a:schemeClr val="bg1">
                        <a:lumMod val="50000"/>
                      </a:schemeClr>
                    </a:solidFill>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2609734333"/>
                  </a:ext>
                </a:extLst>
              </a:tr>
              <a:tr h="500920">
                <a:tc>
                  <a:txBody>
                    <a:bodyPr/>
                    <a:lstStyle/>
                    <a:p>
                      <a:pPr algn="ctr"/>
                      <a:r>
                        <a:rPr lang="en-US" altLang="zh-TW" dirty="0"/>
                        <a:t>C</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solidFill>
                      <a:schemeClr val="bg1">
                        <a:lumMod val="50000"/>
                      </a:schemeClr>
                    </a:solidFill>
                  </a:tcPr>
                </a:tc>
                <a:tc>
                  <a:txBody>
                    <a:bodyPr/>
                    <a:lstStyle/>
                    <a:p>
                      <a:pPr algn="ctr"/>
                      <a:r>
                        <a:rPr lang="en-US" altLang="zh-TW" dirty="0"/>
                        <a:t>0</a:t>
                      </a:r>
                      <a:endParaRPr lang="zh-TW" altLang="en-US" dirty="0"/>
                    </a:p>
                  </a:txBody>
                  <a:tcPr>
                    <a:solidFill>
                      <a:schemeClr val="bg1">
                        <a:lumMod val="50000"/>
                      </a:schemeClr>
                    </a:solidFill>
                  </a:tcPr>
                </a:tc>
                <a:tc>
                  <a:txBody>
                    <a:bodyPr/>
                    <a:lstStyle/>
                    <a:p>
                      <a:pPr algn="ctr"/>
                      <a:r>
                        <a:rPr lang="en-US" altLang="zh-TW" dirty="0"/>
                        <a:t>-2</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-6</a:t>
                      </a:r>
                      <a:endParaRPr lang="zh-TW" altLang="en-US" dirty="0"/>
                    </a:p>
                  </a:txBody>
                  <a:tcPr/>
                </a:tc>
                <a:extLst>
                  <a:ext uri="{0D108BD9-81ED-4DB2-BD59-A6C34878D82A}">
                    <a16:rowId xmlns:a16="http://schemas.microsoft.com/office/drawing/2014/main" val="4075867907"/>
                  </a:ext>
                </a:extLst>
              </a:tr>
              <a:tr h="500920">
                <a:tc>
                  <a:txBody>
                    <a:bodyPr/>
                    <a:lstStyle/>
                    <a:p>
                      <a:pPr algn="ctr"/>
                      <a:r>
                        <a:rPr lang="en-US" altLang="zh-TW" dirty="0"/>
                        <a:t>A</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solidFill>
                      <a:schemeClr val="bg1">
                        <a:lumMod val="50000"/>
                      </a:schemeClr>
                    </a:solidFill>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1350761624"/>
                  </a:ext>
                </a:extLst>
              </a:tr>
              <a:tr h="500920">
                <a:tc>
                  <a:txBody>
                    <a:bodyPr/>
                    <a:lstStyle/>
                    <a:p>
                      <a:pPr algn="ctr"/>
                      <a:r>
                        <a:rPr lang="en-US" altLang="zh-TW" dirty="0"/>
                        <a:t>A</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0</a:t>
                      </a:r>
                      <a:endParaRPr lang="zh-TW" altLang="en-US" dirty="0"/>
                    </a:p>
                  </a:txBody>
                  <a:tcPr>
                    <a:solidFill>
                      <a:schemeClr val="bg1">
                        <a:lumMod val="50000"/>
                      </a:schemeClr>
                    </a:solidFill>
                  </a:tcPr>
                </a:tc>
                <a:tc>
                  <a:txBody>
                    <a:bodyPr/>
                    <a:lstStyle/>
                    <a:p>
                      <a:pPr algn="ctr"/>
                      <a:r>
                        <a:rPr lang="en-US" altLang="zh-TW" dirty="0"/>
                        <a:t>--2</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4281405514"/>
                  </a:ext>
                </a:extLst>
              </a:tr>
              <a:tr h="500920">
                <a:tc>
                  <a:txBody>
                    <a:bodyPr/>
                    <a:lstStyle/>
                    <a:p>
                      <a:pPr algn="ctr"/>
                      <a:r>
                        <a:rPr lang="en-US" altLang="zh-TW" dirty="0"/>
                        <a:t>T</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solidFill>
                      <a:schemeClr val="bg1">
                        <a:lumMod val="50000"/>
                      </a:schemeClr>
                    </a:solidFill>
                  </a:tcPr>
                </a:tc>
                <a:tc>
                  <a:txBody>
                    <a:bodyPr/>
                    <a:lstStyle/>
                    <a:p>
                      <a:pPr algn="ctr"/>
                      <a:r>
                        <a:rPr lang="en-US" altLang="zh-TW" dirty="0"/>
                        <a:t>-3</a:t>
                      </a:r>
                      <a:endParaRPr lang="zh-TW" altLang="en-US" dirty="0"/>
                    </a:p>
                  </a:txBody>
                  <a:tcPr/>
                </a:tc>
                <a:extLst>
                  <a:ext uri="{0D108BD9-81ED-4DB2-BD59-A6C34878D82A}">
                    <a16:rowId xmlns:a16="http://schemas.microsoft.com/office/drawing/2014/main" val="3047105437"/>
                  </a:ext>
                </a:extLst>
              </a:tr>
              <a:tr h="500920">
                <a:tc>
                  <a:txBody>
                    <a:bodyPr/>
                    <a:lstStyle/>
                    <a:p>
                      <a:pPr algn="ctr"/>
                      <a:r>
                        <a:rPr lang="en-US" altLang="zh-TW" dirty="0"/>
                        <a:t>G</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solidFill>
                      <a:schemeClr val="bg1">
                        <a:lumMod val="50000"/>
                      </a:schemeClr>
                    </a:solidFill>
                  </a:tcPr>
                </a:tc>
                <a:extLst>
                  <a:ext uri="{0D108BD9-81ED-4DB2-BD59-A6C34878D82A}">
                    <a16:rowId xmlns:a16="http://schemas.microsoft.com/office/drawing/2014/main" val="827273970"/>
                  </a:ext>
                </a:extLst>
              </a:tr>
            </a:tbl>
          </a:graphicData>
        </a:graphic>
      </p:graphicFrame>
    </p:spTree>
    <p:extLst>
      <p:ext uri="{BB962C8B-B14F-4D97-AF65-F5344CB8AC3E}">
        <p14:creationId xmlns:p14="http://schemas.microsoft.com/office/powerpoint/2010/main" val="1422112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2622907" y="1690688"/>
            <a:ext cx="6769715" cy="2520247"/>
          </a:xfrm>
          <a:prstGeom prst="rect">
            <a:avLst/>
          </a:prstGeom>
        </p:spPr>
      </p:pic>
      <p:sp>
        <p:nvSpPr>
          <p:cNvPr id="4" name="投影片編號版面配置區 3"/>
          <p:cNvSpPr>
            <a:spLocks noGrp="1"/>
          </p:cNvSpPr>
          <p:nvPr>
            <p:ph type="sldNum" sz="quarter" idx="12"/>
          </p:nvPr>
        </p:nvSpPr>
        <p:spPr/>
        <p:txBody>
          <a:bodyPr/>
          <a:lstStyle/>
          <a:p>
            <a:fld id="{C497B8E6-CB28-4350-9E62-3F3C29E41FED}" type="slidenum">
              <a:rPr lang="zh-TW" altLang="en-US" smtClean="0"/>
              <a:t>8</a:t>
            </a:fld>
            <a:endParaRPr lang="zh-TW" altLang="en-US"/>
          </a:p>
        </p:txBody>
      </p:sp>
      <p:pic>
        <p:nvPicPr>
          <p:cNvPr id="6" name="圖片 5"/>
          <p:cNvPicPr>
            <a:picLocks noChangeAspect="1"/>
          </p:cNvPicPr>
          <p:nvPr/>
        </p:nvPicPr>
        <p:blipFill>
          <a:blip r:embed="rId4"/>
          <a:stretch>
            <a:fillRect/>
          </a:stretch>
        </p:blipFill>
        <p:spPr>
          <a:xfrm>
            <a:off x="2831131" y="4231391"/>
            <a:ext cx="6460077" cy="1763009"/>
          </a:xfrm>
          <a:prstGeom prst="rect">
            <a:avLst/>
          </a:prstGeom>
        </p:spPr>
      </p:pic>
    </p:spTree>
    <p:extLst>
      <p:ext uri="{BB962C8B-B14F-4D97-AF65-F5344CB8AC3E}">
        <p14:creationId xmlns:p14="http://schemas.microsoft.com/office/powerpoint/2010/main" val="313403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Smith-Waterman algorithm</a:t>
            </a:r>
            <a:endParaRPr lang="zh-TW" altLang="en-US" dirty="0"/>
          </a:p>
        </p:txBody>
      </p:sp>
      <p:sp>
        <p:nvSpPr>
          <p:cNvPr id="3" name="內容版面配置區 2"/>
          <p:cNvSpPr>
            <a:spLocks noGrp="1"/>
          </p:cNvSpPr>
          <p:nvPr>
            <p:ph idx="1"/>
          </p:nvPr>
        </p:nvSpPr>
        <p:spPr/>
        <p:txBody>
          <a:bodyPr/>
          <a:lstStyle/>
          <a:p>
            <a:pPr marL="285750" indent="-285750"/>
            <a:r>
              <a:rPr lang="en-US" altLang="zh-TW" dirty="0">
                <a:latin typeface="Times New Roman" panose="02020603050405020304" pitchFamily="18" charset="0"/>
                <a:cs typeface="Times New Roman" panose="02020603050405020304" pitchFamily="18" charset="0"/>
              </a:rPr>
              <a:t>F[</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max{</a:t>
            </a:r>
          </a:p>
          <a:p>
            <a:pPr marL="0" indent="0">
              <a:buNone/>
            </a:pPr>
            <a:r>
              <a:rPr lang="en-US" altLang="zh-TW" dirty="0">
                <a:latin typeface="Times New Roman" panose="02020603050405020304" pitchFamily="18" charset="0"/>
                <a:cs typeface="Times New Roman" panose="02020603050405020304" pitchFamily="18" charset="0"/>
              </a:rPr>
              <a:t>			 0</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j-1</a:t>
            </a:r>
            <a:r>
              <a:rPr lang="en-US" altLang="zh-TW" dirty="0">
                <a:latin typeface="Times New Roman" panose="02020603050405020304" pitchFamily="18" charset="0"/>
                <a:cs typeface="Times New Roman" panose="02020603050405020304" pitchFamily="18" charset="0"/>
              </a:rPr>
              <a:t>] + mismatch/match</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gap</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j-1</a:t>
            </a:r>
            <a:r>
              <a:rPr lang="en-US" altLang="zh-TW" dirty="0">
                <a:latin typeface="Times New Roman" panose="02020603050405020304" pitchFamily="18" charset="0"/>
                <a:cs typeface="Times New Roman" panose="02020603050405020304" pitchFamily="18" charset="0"/>
              </a:rPr>
              <a:t>] - gap</a:t>
            </a:r>
          </a:p>
          <a:p>
            <a:pPr marL="0" indent="0">
              <a:buNone/>
            </a:pPr>
            <a:r>
              <a:rPr lang="en-US" altLang="zh-TW" dirty="0">
                <a:latin typeface="Times New Roman" panose="02020603050405020304" pitchFamily="18" charset="0"/>
                <a:cs typeface="Times New Roman" panose="02020603050405020304" pitchFamily="18" charset="0"/>
              </a:rPr>
              <a:t>                       }</a:t>
            </a:r>
          </a:p>
          <a:p>
            <a:pPr marL="285750" indent="-285750"/>
            <a:r>
              <a:rPr lang="en-US" altLang="zh-TW" dirty="0">
                <a:latin typeface="Times New Roman" panose="02020603050405020304" pitchFamily="18" charset="0"/>
                <a:cs typeface="Times New Roman" panose="02020603050405020304" pitchFamily="18" charset="0"/>
              </a:rPr>
              <a:t>Match/mismatch =+1/-1</a:t>
            </a:r>
          </a:p>
          <a:p>
            <a:pPr marL="285750" indent="-285750"/>
            <a:r>
              <a:rPr lang="en-US" altLang="zh-TW" dirty="0">
                <a:latin typeface="Times New Roman" panose="02020603050405020304" pitchFamily="18" charset="0"/>
                <a:cs typeface="Times New Roman" panose="02020603050405020304" pitchFamily="18" charset="0"/>
              </a:rPr>
              <a:t>Gap = -2</a:t>
            </a:r>
            <a:endParaRPr lang="zh-TW" altLang="en-US" dirty="0">
              <a:latin typeface="Times New Roman" panose="02020603050405020304" pitchFamily="18" charset="0"/>
              <a:cs typeface="Times New Roman" panose="02020603050405020304" pitchFamily="18" charset="0"/>
            </a:endParaRPr>
          </a:p>
          <a:p>
            <a:endParaRPr lang="zh-TW" altLang="en-US" dirty="0"/>
          </a:p>
          <a:p>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9</a:t>
            </a:fld>
            <a:endParaRPr lang="zh-TW" altLang="en-US"/>
          </a:p>
        </p:txBody>
      </p:sp>
    </p:spTree>
    <p:extLst>
      <p:ext uri="{BB962C8B-B14F-4D97-AF65-F5344CB8AC3E}">
        <p14:creationId xmlns:p14="http://schemas.microsoft.com/office/powerpoint/2010/main" val="2893224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Smith-Waterman</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10</a:t>
            </a:fld>
            <a:endParaRPr lang="zh-TW" altLang="en-US"/>
          </a:p>
        </p:txBody>
      </p:sp>
      <p:graphicFrame>
        <p:nvGraphicFramePr>
          <p:cNvPr id="5" name="內容版面配置區 6"/>
          <p:cNvGraphicFramePr>
            <a:graphicFrameLocks/>
          </p:cNvGraphicFramePr>
          <p:nvPr>
            <p:extLst>
              <p:ext uri="{D42A27DB-BD31-4B8C-83A1-F6EECF244321}">
                <p14:modId xmlns:p14="http://schemas.microsoft.com/office/powerpoint/2010/main" val="815124024"/>
              </p:ext>
            </p:extLst>
          </p:nvPr>
        </p:nvGraphicFramePr>
        <p:xfrm>
          <a:off x="929640" y="1712275"/>
          <a:ext cx="10093963" cy="5009200"/>
        </p:xfrm>
        <a:graphic>
          <a:graphicData uri="http://schemas.openxmlformats.org/drawingml/2006/table">
            <a:tbl>
              <a:tblPr firstRow="1" firstCol="1">
                <a:tableStyleId>{F5AB1C69-6EDB-4FF4-983F-18BD219EF322}</a:tableStyleId>
              </a:tblPr>
              <a:tblGrid>
                <a:gridCol w="917633">
                  <a:extLst>
                    <a:ext uri="{9D8B030D-6E8A-4147-A177-3AD203B41FA5}">
                      <a16:colId xmlns:a16="http://schemas.microsoft.com/office/drawing/2014/main" val="2067317906"/>
                    </a:ext>
                  </a:extLst>
                </a:gridCol>
                <a:gridCol w="917633">
                  <a:extLst>
                    <a:ext uri="{9D8B030D-6E8A-4147-A177-3AD203B41FA5}">
                      <a16:colId xmlns:a16="http://schemas.microsoft.com/office/drawing/2014/main" val="2917093731"/>
                    </a:ext>
                  </a:extLst>
                </a:gridCol>
                <a:gridCol w="917633">
                  <a:extLst>
                    <a:ext uri="{9D8B030D-6E8A-4147-A177-3AD203B41FA5}">
                      <a16:colId xmlns:a16="http://schemas.microsoft.com/office/drawing/2014/main" val="3921909096"/>
                    </a:ext>
                  </a:extLst>
                </a:gridCol>
                <a:gridCol w="917633">
                  <a:extLst>
                    <a:ext uri="{9D8B030D-6E8A-4147-A177-3AD203B41FA5}">
                      <a16:colId xmlns:a16="http://schemas.microsoft.com/office/drawing/2014/main" val="1804075957"/>
                    </a:ext>
                  </a:extLst>
                </a:gridCol>
                <a:gridCol w="917633">
                  <a:extLst>
                    <a:ext uri="{9D8B030D-6E8A-4147-A177-3AD203B41FA5}">
                      <a16:colId xmlns:a16="http://schemas.microsoft.com/office/drawing/2014/main" val="2790477123"/>
                    </a:ext>
                  </a:extLst>
                </a:gridCol>
                <a:gridCol w="917633">
                  <a:extLst>
                    <a:ext uri="{9D8B030D-6E8A-4147-A177-3AD203B41FA5}">
                      <a16:colId xmlns:a16="http://schemas.microsoft.com/office/drawing/2014/main" val="1954214562"/>
                    </a:ext>
                  </a:extLst>
                </a:gridCol>
                <a:gridCol w="917633">
                  <a:extLst>
                    <a:ext uri="{9D8B030D-6E8A-4147-A177-3AD203B41FA5}">
                      <a16:colId xmlns:a16="http://schemas.microsoft.com/office/drawing/2014/main" val="1479894522"/>
                    </a:ext>
                  </a:extLst>
                </a:gridCol>
                <a:gridCol w="917633">
                  <a:extLst>
                    <a:ext uri="{9D8B030D-6E8A-4147-A177-3AD203B41FA5}">
                      <a16:colId xmlns:a16="http://schemas.microsoft.com/office/drawing/2014/main" val="2708720651"/>
                    </a:ext>
                  </a:extLst>
                </a:gridCol>
                <a:gridCol w="917633">
                  <a:extLst>
                    <a:ext uri="{9D8B030D-6E8A-4147-A177-3AD203B41FA5}">
                      <a16:colId xmlns:a16="http://schemas.microsoft.com/office/drawing/2014/main" val="3615392751"/>
                    </a:ext>
                  </a:extLst>
                </a:gridCol>
                <a:gridCol w="917633">
                  <a:extLst>
                    <a:ext uri="{9D8B030D-6E8A-4147-A177-3AD203B41FA5}">
                      <a16:colId xmlns:a16="http://schemas.microsoft.com/office/drawing/2014/main" val="2971534321"/>
                    </a:ext>
                  </a:extLst>
                </a:gridCol>
                <a:gridCol w="917633">
                  <a:extLst>
                    <a:ext uri="{9D8B030D-6E8A-4147-A177-3AD203B41FA5}">
                      <a16:colId xmlns:a16="http://schemas.microsoft.com/office/drawing/2014/main" val="1693345335"/>
                    </a:ext>
                  </a:extLst>
                </a:gridCol>
              </a:tblGrid>
              <a:tr h="500920">
                <a:tc>
                  <a:txBody>
                    <a:bodyPr/>
                    <a:lstStyle/>
                    <a:p>
                      <a:pPr algn="ctr"/>
                      <a:r>
                        <a:rPr lang="en-US" altLang="zh-TW" dirty="0"/>
                        <a:t>0</a:t>
                      </a: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extLst>
                  <a:ext uri="{0D108BD9-81ED-4DB2-BD59-A6C34878D82A}">
                    <a16:rowId xmlns:a16="http://schemas.microsoft.com/office/drawing/2014/main" val="2024338094"/>
                  </a:ext>
                </a:extLst>
              </a:tr>
              <a:tr h="500920">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solidFill>
                      <a:schemeClr val="bg1">
                        <a:lumMod val="50000"/>
                      </a:schemeClr>
                    </a:solidFill>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621843737"/>
                  </a:ext>
                </a:extLst>
              </a:tr>
              <a:tr h="500920">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solidFill>
                      <a:schemeClr val="bg1">
                        <a:lumMod val="50000"/>
                      </a:schemeClr>
                    </a:solidFill>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1000498717"/>
                  </a:ext>
                </a:extLst>
              </a:tr>
              <a:tr h="500920">
                <a:tc>
                  <a:txBody>
                    <a:bodyPr/>
                    <a:lstStyle/>
                    <a:p>
                      <a:pPr algn="ctr"/>
                      <a:r>
                        <a:rPr lang="en-US" altLang="zh-TW" dirty="0"/>
                        <a:t>C</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solidFill>
                      <a:schemeClr val="bg1">
                        <a:lumMod val="50000"/>
                      </a:schemeClr>
                    </a:solidFill>
                  </a:tcPr>
                </a:tc>
                <a:tc>
                  <a:txBody>
                    <a:bodyPr/>
                    <a:lstStyle/>
                    <a:p>
                      <a:pPr algn="ctr"/>
                      <a:r>
                        <a:rPr lang="en-US" altLang="zh-TW" dirty="0"/>
                        <a:t>0</a:t>
                      </a:r>
                      <a:endParaRPr lang="zh-TW" altLang="en-US" dirty="0"/>
                    </a:p>
                  </a:txBody>
                  <a:tcPr/>
                </a:tc>
                <a:extLst>
                  <a:ext uri="{0D108BD9-81ED-4DB2-BD59-A6C34878D82A}">
                    <a16:rowId xmlns:a16="http://schemas.microsoft.com/office/drawing/2014/main" val="323657200"/>
                  </a:ext>
                </a:extLst>
              </a:tr>
              <a:tr h="500920">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3</a:t>
                      </a:r>
                      <a:endParaRPr lang="zh-TW" altLang="en-US" dirty="0"/>
                    </a:p>
                  </a:txBody>
                  <a:tcPr>
                    <a:solidFill>
                      <a:schemeClr val="bg1">
                        <a:lumMod val="50000"/>
                      </a:schemeClr>
                    </a:solidFill>
                  </a:tcPr>
                </a:tc>
                <a:extLst>
                  <a:ext uri="{0D108BD9-81ED-4DB2-BD59-A6C34878D82A}">
                    <a16:rowId xmlns:a16="http://schemas.microsoft.com/office/drawing/2014/main" val="2609734333"/>
                  </a:ext>
                </a:extLst>
              </a:tr>
              <a:tr h="500920">
                <a:tc>
                  <a:txBody>
                    <a:bodyPr/>
                    <a:lstStyle/>
                    <a:p>
                      <a:pPr algn="ctr"/>
                      <a:r>
                        <a:rPr lang="en-US" altLang="zh-TW" dirty="0"/>
                        <a:t>C</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4075867907"/>
                  </a:ext>
                </a:extLst>
              </a:tr>
              <a:tr h="500920">
                <a:tc>
                  <a:txBody>
                    <a:bodyPr/>
                    <a:lstStyle/>
                    <a:p>
                      <a:pPr algn="ctr"/>
                      <a:r>
                        <a:rPr lang="en-US" altLang="zh-TW" dirty="0"/>
                        <a:t>A</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1350761624"/>
                  </a:ext>
                </a:extLst>
              </a:tr>
              <a:tr h="500920">
                <a:tc>
                  <a:txBody>
                    <a:bodyPr/>
                    <a:lstStyle/>
                    <a:p>
                      <a:pPr algn="ctr"/>
                      <a:r>
                        <a:rPr lang="en-US" altLang="zh-TW" dirty="0"/>
                        <a:t>A</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4281405514"/>
                  </a:ext>
                </a:extLst>
              </a:tr>
              <a:tr h="500920">
                <a:tc>
                  <a:txBody>
                    <a:bodyPr/>
                    <a:lstStyle/>
                    <a:p>
                      <a:pPr algn="ctr"/>
                      <a:r>
                        <a:rPr lang="en-US" altLang="zh-TW" dirty="0"/>
                        <a:t>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3047105437"/>
                  </a:ext>
                </a:extLst>
              </a:tr>
              <a:tr h="500920">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827273970"/>
                  </a:ext>
                </a:extLst>
              </a:tr>
            </a:tbl>
          </a:graphicData>
        </a:graphic>
      </p:graphicFrame>
    </p:spTree>
    <p:extLst>
      <p:ext uri="{BB962C8B-B14F-4D97-AF65-F5344CB8AC3E}">
        <p14:creationId xmlns:p14="http://schemas.microsoft.com/office/powerpoint/2010/main" val="3679375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11</a:t>
            </a:fld>
            <a:endParaRPr lang="zh-TW" altLang="en-US"/>
          </a:p>
        </p:txBody>
      </p:sp>
      <p:pic>
        <p:nvPicPr>
          <p:cNvPr id="5" name="圖片 4"/>
          <p:cNvPicPr>
            <a:picLocks noChangeAspect="1"/>
          </p:cNvPicPr>
          <p:nvPr/>
        </p:nvPicPr>
        <p:blipFill>
          <a:blip r:embed="rId2"/>
          <a:stretch>
            <a:fillRect/>
          </a:stretch>
        </p:blipFill>
        <p:spPr>
          <a:xfrm>
            <a:off x="3630720" y="1690688"/>
            <a:ext cx="4756360" cy="2174335"/>
          </a:xfrm>
          <a:prstGeom prst="rect">
            <a:avLst/>
          </a:prstGeom>
        </p:spPr>
      </p:pic>
      <p:pic>
        <p:nvPicPr>
          <p:cNvPr id="6" name="圖片 5"/>
          <p:cNvPicPr>
            <a:picLocks noChangeAspect="1"/>
          </p:cNvPicPr>
          <p:nvPr/>
        </p:nvPicPr>
        <p:blipFill>
          <a:blip r:embed="rId3"/>
          <a:stretch>
            <a:fillRect/>
          </a:stretch>
        </p:blipFill>
        <p:spPr>
          <a:xfrm>
            <a:off x="3630720" y="4148530"/>
            <a:ext cx="5358183" cy="1530910"/>
          </a:xfrm>
          <a:prstGeom prst="rect">
            <a:avLst/>
          </a:prstGeom>
        </p:spPr>
      </p:pic>
    </p:spTree>
    <p:extLst>
      <p:ext uri="{BB962C8B-B14F-4D97-AF65-F5344CB8AC3E}">
        <p14:creationId xmlns:p14="http://schemas.microsoft.com/office/powerpoint/2010/main" val="735511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Longest common subsequence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F[</a:t>
            </a:r>
            <a:r>
              <a:rPr lang="en-US" altLang="zh-TW" i="1" dirty="0" err="1">
                <a:latin typeface="Times New Roman" panose="02020603050405020304" pitchFamily="18" charset="0"/>
                <a:cs typeface="Times New Roman" panose="02020603050405020304" pitchFamily="18" charset="0"/>
              </a:rPr>
              <a:t>i</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-1]+1 if match</a:t>
            </a:r>
          </a:p>
          <a:p>
            <a:pPr marL="0" indent="0">
              <a:buNone/>
            </a:pPr>
            <a:r>
              <a:rPr lang="en-US" altLang="zh-TW" dirty="0">
                <a:latin typeface="Times New Roman" panose="02020603050405020304" pitchFamily="18" charset="0"/>
                <a:cs typeface="Times New Roman" panose="02020603050405020304" pitchFamily="18" charset="0"/>
              </a:rPr>
              <a:t>		max(F[</a:t>
            </a:r>
            <a:r>
              <a:rPr lang="en-US" altLang="zh-TW" i="1"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if mismatch</a:t>
            </a:r>
          </a:p>
          <a:p>
            <a:pPr marL="0" indent="0">
              <a:buNone/>
            </a:pPr>
            <a:r>
              <a:rPr lang="en-US" altLang="zh-TW" dirty="0">
                <a:latin typeface="Times New Roman" panose="02020603050405020304" pitchFamily="18" charset="0"/>
                <a:cs typeface="Times New Roman" panose="02020603050405020304" pitchFamily="18" charset="0"/>
              </a:rPr>
              <a:t>}</a:t>
            </a: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12</a:t>
            </a:fld>
            <a:endParaRPr lang="zh-TW" altLang="en-US"/>
          </a:p>
        </p:txBody>
      </p:sp>
    </p:spTree>
    <p:extLst>
      <p:ext uri="{BB962C8B-B14F-4D97-AF65-F5344CB8AC3E}">
        <p14:creationId xmlns:p14="http://schemas.microsoft.com/office/powerpoint/2010/main" val="2450998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Longest common subsequence</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13</a:t>
            </a:fld>
            <a:endParaRPr lang="zh-TW" altLang="en-US"/>
          </a:p>
        </p:txBody>
      </p:sp>
      <p:graphicFrame>
        <p:nvGraphicFramePr>
          <p:cNvPr id="5" name="內容版面配置區 6"/>
          <p:cNvGraphicFramePr>
            <a:graphicFrameLocks/>
          </p:cNvGraphicFramePr>
          <p:nvPr>
            <p:extLst>
              <p:ext uri="{D42A27DB-BD31-4B8C-83A1-F6EECF244321}">
                <p14:modId xmlns:p14="http://schemas.microsoft.com/office/powerpoint/2010/main" val="4037101723"/>
              </p:ext>
            </p:extLst>
          </p:nvPr>
        </p:nvGraphicFramePr>
        <p:xfrm>
          <a:off x="929640" y="1712275"/>
          <a:ext cx="10093963" cy="5009200"/>
        </p:xfrm>
        <a:graphic>
          <a:graphicData uri="http://schemas.openxmlformats.org/drawingml/2006/table">
            <a:tbl>
              <a:tblPr firstRow="1" firstCol="1">
                <a:tableStyleId>{F5AB1C69-6EDB-4FF4-983F-18BD219EF322}</a:tableStyleId>
              </a:tblPr>
              <a:tblGrid>
                <a:gridCol w="917633">
                  <a:extLst>
                    <a:ext uri="{9D8B030D-6E8A-4147-A177-3AD203B41FA5}">
                      <a16:colId xmlns:a16="http://schemas.microsoft.com/office/drawing/2014/main" val="2067317906"/>
                    </a:ext>
                  </a:extLst>
                </a:gridCol>
                <a:gridCol w="917633">
                  <a:extLst>
                    <a:ext uri="{9D8B030D-6E8A-4147-A177-3AD203B41FA5}">
                      <a16:colId xmlns:a16="http://schemas.microsoft.com/office/drawing/2014/main" val="2917093731"/>
                    </a:ext>
                  </a:extLst>
                </a:gridCol>
                <a:gridCol w="917633">
                  <a:extLst>
                    <a:ext uri="{9D8B030D-6E8A-4147-A177-3AD203B41FA5}">
                      <a16:colId xmlns:a16="http://schemas.microsoft.com/office/drawing/2014/main" val="3921909096"/>
                    </a:ext>
                  </a:extLst>
                </a:gridCol>
                <a:gridCol w="917633">
                  <a:extLst>
                    <a:ext uri="{9D8B030D-6E8A-4147-A177-3AD203B41FA5}">
                      <a16:colId xmlns:a16="http://schemas.microsoft.com/office/drawing/2014/main" val="1804075957"/>
                    </a:ext>
                  </a:extLst>
                </a:gridCol>
                <a:gridCol w="917633">
                  <a:extLst>
                    <a:ext uri="{9D8B030D-6E8A-4147-A177-3AD203B41FA5}">
                      <a16:colId xmlns:a16="http://schemas.microsoft.com/office/drawing/2014/main" val="2790477123"/>
                    </a:ext>
                  </a:extLst>
                </a:gridCol>
                <a:gridCol w="917633">
                  <a:extLst>
                    <a:ext uri="{9D8B030D-6E8A-4147-A177-3AD203B41FA5}">
                      <a16:colId xmlns:a16="http://schemas.microsoft.com/office/drawing/2014/main" val="1954214562"/>
                    </a:ext>
                  </a:extLst>
                </a:gridCol>
                <a:gridCol w="917633">
                  <a:extLst>
                    <a:ext uri="{9D8B030D-6E8A-4147-A177-3AD203B41FA5}">
                      <a16:colId xmlns:a16="http://schemas.microsoft.com/office/drawing/2014/main" val="1479894522"/>
                    </a:ext>
                  </a:extLst>
                </a:gridCol>
                <a:gridCol w="917633">
                  <a:extLst>
                    <a:ext uri="{9D8B030D-6E8A-4147-A177-3AD203B41FA5}">
                      <a16:colId xmlns:a16="http://schemas.microsoft.com/office/drawing/2014/main" val="2708720651"/>
                    </a:ext>
                  </a:extLst>
                </a:gridCol>
                <a:gridCol w="917633">
                  <a:extLst>
                    <a:ext uri="{9D8B030D-6E8A-4147-A177-3AD203B41FA5}">
                      <a16:colId xmlns:a16="http://schemas.microsoft.com/office/drawing/2014/main" val="3615392751"/>
                    </a:ext>
                  </a:extLst>
                </a:gridCol>
                <a:gridCol w="917633">
                  <a:extLst>
                    <a:ext uri="{9D8B030D-6E8A-4147-A177-3AD203B41FA5}">
                      <a16:colId xmlns:a16="http://schemas.microsoft.com/office/drawing/2014/main" val="2971534321"/>
                    </a:ext>
                  </a:extLst>
                </a:gridCol>
                <a:gridCol w="917633">
                  <a:extLst>
                    <a:ext uri="{9D8B030D-6E8A-4147-A177-3AD203B41FA5}">
                      <a16:colId xmlns:a16="http://schemas.microsoft.com/office/drawing/2014/main" val="1693345335"/>
                    </a:ext>
                  </a:extLst>
                </a:gridCol>
              </a:tblGrid>
              <a:tr h="500920">
                <a:tc>
                  <a:txBody>
                    <a:bodyPr/>
                    <a:lstStyle/>
                    <a:p>
                      <a:pPr algn="ctr"/>
                      <a:r>
                        <a:rPr lang="en-US" altLang="zh-TW" dirty="0"/>
                        <a:t>0</a:t>
                      </a: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extLst>
                  <a:ext uri="{0D108BD9-81ED-4DB2-BD59-A6C34878D82A}">
                    <a16:rowId xmlns:a16="http://schemas.microsoft.com/office/drawing/2014/main" val="2024338094"/>
                  </a:ext>
                </a:extLst>
              </a:tr>
              <a:tr h="500920">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solidFill>
                      <a:schemeClr val="bg1">
                        <a:lumMod val="50000"/>
                      </a:schemeClr>
                    </a:solidFill>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621843737"/>
                  </a:ext>
                </a:extLst>
              </a:tr>
              <a:tr h="500920">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solidFill>
                      <a:schemeClr val="bg1">
                        <a:lumMod val="50000"/>
                      </a:schemeClr>
                    </a:solidFill>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1000498717"/>
                  </a:ext>
                </a:extLst>
              </a:tr>
              <a:tr h="500920">
                <a:tc>
                  <a:txBody>
                    <a:bodyPr/>
                    <a:lstStyle/>
                    <a:p>
                      <a:pPr algn="ctr"/>
                      <a:r>
                        <a:rPr lang="en-US" altLang="zh-TW" dirty="0"/>
                        <a:t>C</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solidFill>
                      <a:schemeClr val="bg1">
                        <a:lumMod val="50000"/>
                      </a:schemeClr>
                    </a:solidFill>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extLst>
                  <a:ext uri="{0D108BD9-81ED-4DB2-BD59-A6C34878D82A}">
                    <a16:rowId xmlns:a16="http://schemas.microsoft.com/office/drawing/2014/main" val="323657200"/>
                  </a:ext>
                </a:extLst>
              </a:tr>
              <a:tr h="500920">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solidFill>
                      <a:schemeClr val="bg1">
                        <a:lumMod val="50000"/>
                      </a:schemeClr>
                    </a:solidFill>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extLst>
                  <a:ext uri="{0D108BD9-81ED-4DB2-BD59-A6C34878D82A}">
                    <a16:rowId xmlns:a16="http://schemas.microsoft.com/office/drawing/2014/main" val="2609734333"/>
                  </a:ext>
                </a:extLst>
              </a:tr>
              <a:tr h="500920">
                <a:tc>
                  <a:txBody>
                    <a:bodyPr/>
                    <a:lstStyle/>
                    <a:p>
                      <a:pPr algn="ctr"/>
                      <a:r>
                        <a:rPr lang="en-US" altLang="zh-TW" dirty="0"/>
                        <a:t>C</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solidFill>
                      <a:schemeClr val="bg1">
                        <a:lumMod val="50000"/>
                      </a:schemeClr>
                    </a:solidFill>
                  </a:tcPr>
                </a:tc>
                <a:tc>
                  <a:txBody>
                    <a:bodyPr/>
                    <a:lstStyle/>
                    <a:p>
                      <a:pPr algn="ctr"/>
                      <a:r>
                        <a:rPr lang="en-US" altLang="zh-TW" dirty="0"/>
                        <a:t>3</a:t>
                      </a:r>
                      <a:endParaRPr lang="zh-TW" altLang="en-US" dirty="0"/>
                    </a:p>
                  </a:txBody>
                  <a:tcPr>
                    <a:solidFill>
                      <a:schemeClr val="bg1">
                        <a:lumMod val="50000"/>
                      </a:schemeClr>
                    </a:solidFill>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4075867907"/>
                  </a:ext>
                </a:extLst>
              </a:tr>
              <a:tr h="500920">
                <a:tc>
                  <a:txBody>
                    <a:bodyPr/>
                    <a:lstStyle/>
                    <a:p>
                      <a:pPr algn="ctr"/>
                      <a:r>
                        <a:rPr lang="en-US" altLang="zh-TW" dirty="0"/>
                        <a:t>A</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solidFill>
                      <a:schemeClr val="bg1">
                        <a:lumMod val="50000"/>
                      </a:schemeClr>
                    </a:solidFill>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1350761624"/>
                  </a:ext>
                </a:extLst>
              </a:tr>
              <a:tr h="500920">
                <a:tc>
                  <a:txBody>
                    <a:bodyPr/>
                    <a:lstStyle/>
                    <a:p>
                      <a:pPr algn="ctr"/>
                      <a:r>
                        <a:rPr lang="en-US" altLang="zh-TW" dirty="0"/>
                        <a:t>A</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solidFill>
                      <a:schemeClr val="bg1">
                        <a:lumMod val="50000"/>
                      </a:schemeClr>
                    </a:solidFill>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4281405514"/>
                  </a:ext>
                </a:extLst>
              </a:tr>
              <a:tr h="500920">
                <a:tc>
                  <a:txBody>
                    <a:bodyPr/>
                    <a:lstStyle/>
                    <a:p>
                      <a:pPr algn="ctr"/>
                      <a:r>
                        <a:rPr lang="en-US" altLang="zh-TW" dirty="0"/>
                        <a:t>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solidFill>
                      <a:schemeClr val="bg1">
                        <a:lumMod val="50000"/>
                      </a:schemeClr>
                    </a:solidFill>
                  </a:tcPr>
                </a:tc>
                <a:tc>
                  <a:txBody>
                    <a:bodyPr/>
                    <a:lstStyle/>
                    <a:p>
                      <a:pPr algn="ctr"/>
                      <a:r>
                        <a:rPr lang="en-US" altLang="zh-TW" dirty="0"/>
                        <a:t>4</a:t>
                      </a:r>
                      <a:endParaRPr lang="zh-TW" altLang="en-US" dirty="0"/>
                    </a:p>
                  </a:txBody>
                  <a:tcPr/>
                </a:tc>
                <a:extLst>
                  <a:ext uri="{0D108BD9-81ED-4DB2-BD59-A6C34878D82A}">
                    <a16:rowId xmlns:a16="http://schemas.microsoft.com/office/drawing/2014/main" val="3047105437"/>
                  </a:ext>
                </a:extLst>
              </a:tr>
              <a:tr h="500920">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solidFill>
                      <a:schemeClr val="bg1">
                        <a:lumMod val="50000"/>
                      </a:schemeClr>
                    </a:solidFill>
                  </a:tcPr>
                </a:tc>
                <a:extLst>
                  <a:ext uri="{0D108BD9-81ED-4DB2-BD59-A6C34878D82A}">
                    <a16:rowId xmlns:a16="http://schemas.microsoft.com/office/drawing/2014/main" val="827273970"/>
                  </a:ext>
                </a:extLst>
              </a:tr>
            </a:tbl>
          </a:graphicData>
        </a:graphic>
      </p:graphicFrame>
      <p:sp>
        <p:nvSpPr>
          <p:cNvPr id="3" name="橢圓 2">
            <a:extLst>
              <a:ext uri="{FF2B5EF4-FFF2-40B4-BE49-F238E27FC236}">
                <a16:creationId xmlns:a16="http://schemas.microsoft.com/office/drawing/2014/main" id="{0EF20961-9BFB-DFCB-820F-49DCBAB5C8E5}"/>
              </a:ext>
            </a:extLst>
          </p:cNvPr>
          <p:cNvSpPr/>
          <p:nvPr/>
        </p:nvSpPr>
        <p:spPr>
          <a:xfrm>
            <a:off x="2873131" y="2622620"/>
            <a:ext cx="673938" cy="65314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0C45245E-82E6-C649-69BB-1FB4B1372EF7}"/>
              </a:ext>
            </a:extLst>
          </p:cNvPr>
          <p:cNvSpPr/>
          <p:nvPr/>
        </p:nvSpPr>
        <p:spPr>
          <a:xfrm>
            <a:off x="3769110" y="3102428"/>
            <a:ext cx="673938" cy="65314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95A4EAD5-EA0D-905B-1FB9-9B8A6EBDFB7F}"/>
              </a:ext>
            </a:extLst>
          </p:cNvPr>
          <p:cNvSpPr/>
          <p:nvPr/>
        </p:nvSpPr>
        <p:spPr>
          <a:xfrm>
            <a:off x="5639652" y="4091354"/>
            <a:ext cx="673938" cy="65314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4A6CA50F-EDD2-80A6-4717-DAEA1A8555C6}"/>
              </a:ext>
            </a:extLst>
          </p:cNvPr>
          <p:cNvSpPr/>
          <p:nvPr/>
        </p:nvSpPr>
        <p:spPr>
          <a:xfrm>
            <a:off x="7476951" y="4623917"/>
            <a:ext cx="673938" cy="65314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6E602754-5730-0DBA-B4B3-2B5DFEB6282C}"/>
              </a:ext>
            </a:extLst>
          </p:cNvPr>
          <p:cNvSpPr/>
          <p:nvPr/>
        </p:nvSpPr>
        <p:spPr>
          <a:xfrm>
            <a:off x="10177795" y="6166303"/>
            <a:ext cx="673938" cy="65314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20396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F[</a:t>
            </a:r>
            <a:r>
              <a:rPr lang="en-US" altLang="zh-TW" i="1"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 {</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-1] + match/mismatch  ; if(</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		 max(F[</a:t>
            </a:r>
            <a:r>
              <a:rPr lang="en-US" altLang="zh-TW" i="1"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-1] + mismatch ,</a:t>
            </a:r>
          </a:p>
          <a:p>
            <a:pPr marL="0" indent="0">
              <a:buNone/>
            </a:pPr>
            <a:r>
              <a:rPr lang="en-US" altLang="zh-TW" dirty="0">
                <a:latin typeface="Times New Roman" panose="02020603050405020304" pitchFamily="18" charset="0"/>
                <a:cs typeface="Times New Roman" panose="02020603050405020304" pitchFamily="18" charset="0"/>
              </a:rPr>
              <a:t>			 F[</a:t>
            </a:r>
            <a:r>
              <a:rPr lang="en-US" altLang="zh-TW" i="1" dirty="0">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-1] + gap ,			 						F[</a:t>
            </a:r>
            <a:r>
              <a:rPr lang="en-US" altLang="zh-TW" i="1"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-1] + gap );}           if(</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pPr marL="0" indent="0">
              <a:buNone/>
            </a:pPr>
            <a:endParaRPr lang="en-US" altLang="zh-TW" dirty="0">
              <a:latin typeface="Times New Roman" panose="02020603050405020304" pitchFamily="18" charset="0"/>
              <a:cs typeface="Times New Roman" panose="02020603050405020304" pitchFamily="18" charset="0"/>
            </a:endParaRPr>
          </a:p>
          <a:p>
            <a:pPr marL="285750" indent="-285750"/>
            <a:r>
              <a:rPr lang="en-US" altLang="zh-TW" dirty="0">
                <a:latin typeface="Times New Roman" panose="02020603050405020304" pitchFamily="18" charset="0"/>
                <a:cs typeface="Times New Roman" panose="02020603050405020304" pitchFamily="18" charset="0"/>
              </a:rPr>
              <a:t>Match/mismatch =+1/-1</a:t>
            </a:r>
          </a:p>
          <a:p>
            <a:pPr marL="285750" indent="-285750"/>
            <a:r>
              <a:rPr lang="en-US" altLang="zh-TW" dirty="0">
                <a:latin typeface="Times New Roman" panose="02020603050405020304" pitchFamily="18" charset="0"/>
                <a:cs typeface="Times New Roman" panose="02020603050405020304" pitchFamily="18" charset="0"/>
              </a:rPr>
              <a:t>Gap = -1</a:t>
            </a:r>
            <a:endParaRPr lang="zh-TW" altLang="en-US"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14</a:t>
            </a:fld>
            <a:endParaRPr lang="zh-TW" altLang="en-US"/>
          </a:p>
        </p:txBody>
      </p:sp>
    </p:spTree>
    <p:extLst>
      <p:ext uri="{BB962C8B-B14F-4D97-AF65-F5344CB8AC3E}">
        <p14:creationId xmlns:p14="http://schemas.microsoft.com/office/powerpoint/2010/main" val="3718416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15</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051415773"/>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1139622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16</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4135612365"/>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1197858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17</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572642855"/>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75070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18</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1508242137"/>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4239252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19</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1587501503"/>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1711950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20</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257218110"/>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741686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21</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458613030"/>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2132480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22</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2701143808"/>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631953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23</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2041768020"/>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3785175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24</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980949934"/>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3756036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25</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878281090"/>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4</a:t>
                      </a:r>
                      <a:endParaRPr lang="zh-TW" altLang="en-US" dirty="0"/>
                    </a:p>
                  </a:txBody>
                  <a:tcPr/>
                </a:tc>
                <a:tc>
                  <a:txBody>
                    <a:bodyPr/>
                    <a:lstStyle/>
                    <a:p>
                      <a:pPr algn="ctr"/>
                      <a:endParaRPr lang="zh-TW" altLang="en-US"/>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1005902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FAST longest common subsequence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26</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1628908181"/>
              </p:ext>
            </p:extLst>
          </p:nvPr>
        </p:nvGraphicFramePr>
        <p:xfrm>
          <a:off x="1026159" y="1422403"/>
          <a:ext cx="9133838" cy="5196996"/>
        </p:xfrm>
        <a:graphic>
          <a:graphicData uri="http://schemas.openxmlformats.org/drawingml/2006/table">
            <a:tbl>
              <a:tblPr firstRow="1" firstCol="1" bandRow="1">
                <a:tableStyleId>{F5AB1C69-6EDB-4FF4-983F-18BD219EF322}</a:tableStyleId>
              </a:tblPr>
              <a:tblGrid>
                <a:gridCol w="652417">
                  <a:extLst>
                    <a:ext uri="{9D8B030D-6E8A-4147-A177-3AD203B41FA5}">
                      <a16:colId xmlns:a16="http://schemas.microsoft.com/office/drawing/2014/main" val="2966688210"/>
                    </a:ext>
                  </a:extLst>
                </a:gridCol>
                <a:gridCol w="652417">
                  <a:extLst>
                    <a:ext uri="{9D8B030D-6E8A-4147-A177-3AD203B41FA5}">
                      <a16:colId xmlns:a16="http://schemas.microsoft.com/office/drawing/2014/main" val="3050996625"/>
                    </a:ext>
                  </a:extLst>
                </a:gridCol>
                <a:gridCol w="652417">
                  <a:extLst>
                    <a:ext uri="{9D8B030D-6E8A-4147-A177-3AD203B41FA5}">
                      <a16:colId xmlns:a16="http://schemas.microsoft.com/office/drawing/2014/main" val="821973341"/>
                    </a:ext>
                  </a:extLst>
                </a:gridCol>
                <a:gridCol w="652417">
                  <a:extLst>
                    <a:ext uri="{9D8B030D-6E8A-4147-A177-3AD203B41FA5}">
                      <a16:colId xmlns:a16="http://schemas.microsoft.com/office/drawing/2014/main" val="2344623197"/>
                    </a:ext>
                  </a:extLst>
                </a:gridCol>
                <a:gridCol w="652417">
                  <a:extLst>
                    <a:ext uri="{9D8B030D-6E8A-4147-A177-3AD203B41FA5}">
                      <a16:colId xmlns:a16="http://schemas.microsoft.com/office/drawing/2014/main" val="3842710377"/>
                    </a:ext>
                  </a:extLst>
                </a:gridCol>
                <a:gridCol w="652417">
                  <a:extLst>
                    <a:ext uri="{9D8B030D-6E8A-4147-A177-3AD203B41FA5}">
                      <a16:colId xmlns:a16="http://schemas.microsoft.com/office/drawing/2014/main" val="1617596570"/>
                    </a:ext>
                  </a:extLst>
                </a:gridCol>
                <a:gridCol w="652417">
                  <a:extLst>
                    <a:ext uri="{9D8B030D-6E8A-4147-A177-3AD203B41FA5}">
                      <a16:colId xmlns:a16="http://schemas.microsoft.com/office/drawing/2014/main" val="2053553517"/>
                    </a:ext>
                  </a:extLst>
                </a:gridCol>
                <a:gridCol w="652417">
                  <a:extLst>
                    <a:ext uri="{9D8B030D-6E8A-4147-A177-3AD203B41FA5}">
                      <a16:colId xmlns:a16="http://schemas.microsoft.com/office/drawing/2014/main" val="3710301417"/>
                    </a:ext>
                  </a:extLst>
                </a:gridCol>
                <a:gridCol w="652417">
                  <a:extLst>
                    <a:ext uri="{9D8B030D-6E8A-4147-A177-3AD203B41FA5}">
                      <a16:colId xmlns:a16="http://schemas.microsoft.com/office/drawing/2014/main" val="3390657043"/>
                    </a:ext>
                  </a:extLst>
                </a:gridCol>
                <a:gridCol w="652417">
                  <a:extLst>
                    <a:ext uri="{9D8B030D-6E8A-4147-A177-3AD203B41FA5}">
                      <a16:colId xmlns:a16="http://schemas.microsoft.com/office/drawing/2014/main" val="1882444082"/>
                    </a:ext>
                  </a:extLst>
                </a:gridCol>
                <a:gridCol w="652417">
                  <a:extLst>
                    <a:ext uri="{9D8B030D-6E8A-4147-A177-3AD203B41FA5}">
                      <a16:colId xmlns:a16="http://schemas.microsoft.com/office/drawing/2014/main" val="2514084574"/>
                    </a:ext>
                  </a:extLst>
                </a:gridCol>
                <a:gridCol w="652417">
                  <a:extLst>
                    <a:ext uri="{9D8B030D-6E8A-4147-A177-3AD203B41FA5}">
                      <a16:colId xmlns:a16="http://schemas.microsoft.com/office/drawing/2014/main" val="1732103581"/>
                    </a:ext>
                  </a:extLst>
                </a:gridCol>
                <a:gridCol w="652417">
                  <a:extLst>
                    <a:ext uri="{9D8B030D-6E8A-4147-A177-3AD203B41FA5}">
                      <a16:colId xmlns:a16="http://schemas.microsoft.com/office/drawing/2014/main" val="125478113"/>
                    </a:ext>
                  </a:extLst>
                </a:gridCol>
                <a:gridCol w="652417">
                  <a:extLst>
                    <a:ext uri="{9D8B030D-6E8A-4147-A177-3AD203B41FA5}">
                      <a16:colId xmlns:a16="http://schemas.microsoft.com/office/drawing/2014/main" val="2300122287"/>
                    </a:ext>
                  </a:extLst>
                </a:gridCol>
              </a:tblGrid>
              <a:tr h="371214">
                <a:tc>
                  <a:txBody>
                    <a:bodyPr/>
                    <a:lstStyle/>
                    <a:p>
                      <a:pPr algn="ct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T</a:t>
                      </a:r>
                      <a:endParaRPr lang="zh-TW" altLang="en-US" dirty="0"/>
                    </a:p>
                  </a:txBody>
                  <a:tcPr/>
                </a:tc>
                <a:extLst>
                  <a:ext uri="{0D108BD9-81ED-4DB2-BD59-A6C34878D82A}">
                    <a16:rowId xmlns:a16="http://schemas.microsoft.com/office/drawing/2014/main" val="43161576"/>
                  </a:ext>
                </a:extLst>
              </a:tr>
              <a:tr h="371214">
                <a:tc>
                  <a:txBody>
                    <a:bodyPr/>
                    <a:lstStyle/>
                    <a:p>
                      <a:pPr algn="ctr"/>
                      <a:r>
                        <a:rPr lang="en-US" altLang="zh-TW" dirty="0"/>
                        <a:t>-</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096604758"/>
                  </a:ext>
                </a:extLst>
              </a:tr>
              <a:tr h="371214">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18260327"/>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943223862"/>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594378369"/>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4945196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17268170"/>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97536163"/>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464810023"/>
                  </a:ext>
                </a:extLst>
              </a:tr>
              <a:tr h="371214">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676029170"/>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770526784"/>
                  </a:ext>
                </a:extLst>
              </a:tr>
              <a:tr h="371214">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endParaRPr lang="zh-TW" altLang="en-US"/>
                    </a:p>
                  </a:txBody>
                  <a:tcPr/>
                </a:tc>
                <a:extLst>
                  <a:ext uri="{0D108BD9-81ED-4DB2-BD59-A6C34878D82A}">
                    <a16:rowId xmlns:a16="http://schemas.microsoft.com/office/drawing/2014/main" val="1291432551"/>
                  </a:ext>
                </a:extLst>
              </a:tr>
              <a:tr h="371214">
                <a:tc>
                  <a:txBody>
                    <a:bodyPr/>
                    <a:lstStyle/>
                    <a:p>
                      <a:pPr algn="ctr"/>
                      <a:r>
                        <a:rPr lang="en-US" altLang="zh-TW" dirty="0"/>
                        <a:t>G</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3</a:t>
                      </a:r>
                      <a:endParaRPr lang="zh-TW" altLang="en-US" dirty="0"/>
                    </a:p>
                  </a:txBody>
                  <a:tcPr/>
                </a:tc>
                <a:extLst>
                  <a:ext uri="{0D108BD9-81ED-4DB2-BD59-A6C34878D82A}">
                    <a16:rowId xmlns:a16="http://schemas.microsoft.com/office/drawing/2014/main" val="1942980197"/>
                  </a:ext>
                </a:extLst>
              </a:tr>
              <a:tr h="371214">
                <a:tc>
                  <a:txBody>
                    <a:bodyPr/>
                    <a:lstStyle/>
                    <a:p>
                      <a:pPr algn="ctr"/>
                      <a:r>
                        <a:rPr lang="en-US" altLang="zh-TW" dirty="0"/>
                        <a:t>T</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5</a:t>
                      </a:r>
                      <a:endParaRPr lang="zh-TW" altLang="en-US" dirty="0"/>
                    </a:p>
                  </a:txBody>
                  <a:tcPr/>
                </a:tc>
                <a:extLst>
                  <a:ext uri="{0D108BD9-81ED-4DB2-BD59-A6C34878D82A}">
                    <a16:rowId xmlns:a16="http://schemas.microsoft.com/office/drawing/2014/main" val="621365457"/>
                  </a:ext>
                </a:extLst>
              </a:tr>
            </a:tbl>
          </a:graphicData>
        </a:graphic>
      </p:graphicFrame>
    </p:spTree>
    <p:extLst>
      <p:ext uri="{BB962C8B-B14F-4D97-AF65-F5344CB8AC3E}">
        <p14:creationId xmlns:p14="http://schemas.microsoft.com/office/powerpoint/2010/main" val="2243894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Chase back</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27</a:t>
            </a:fld>
            <a:endParaRPr lang="zh-TW" altLang="en-US"/>
          </a:p>
        </p:txBody>
      </p:sp>
      <p:pic>
        <p:nvPicPr>
          <p:cNvPr id="5" name="圖片 4"/>
          <p:cNvPicPr>
            <a:picLocks noChangeAspect="1"/>
          </p:cNvPicPr>
          <p:nvPr/>
        </p:nvPicPr>
        <p:blipFill>
          <a:blip r:embed="rId2"/>
          <a:stretch>
            <a:fillRect/>
          </a:stretch>
        </p:blipFill>
        <p:spPr>
          <a:xfrm>
            <a:off x="2128263" y="1726194"/>
            <a:ext cx="7706618" cy="5131806"/>
          </a:xfrm>
          <a:prstGeom prst="rect">
            <a:avLst/>
          </a:prstGeom>
        </p:spPr>
      </p:pic>
    </p:spTree>
    <p:extLst>
      <p:ext uri="{BB962C8B-B14F-4D97-AF65-F5344CB8AC3E}">
        <p14:creationId xmlns:p14="http://schemas.microsoft.com/office/powerpoint/2010/main" val="3269309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Ruslt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lnSpcReduction="10000"/>
          </a:bodyPr>
          <a:lstStyle/>
          <a:p>
            <a:pPr marL="0" indent="0" algn="ctr">
              <a:buNone/>
            </a:pPr>
            <a:r>
              <a:rPr lang="en-US" altLang="zh-TW" dirty="0">
                <a:latin typeface="Times New Roman" panose="02020603050405020304" pitchFamily="18" charset="0"/>
                <a:cs typeface="Times New Roman" panose="02020603050405020304" pitchFamily="18" charset="0"/>
              </a:rPr>
              <a:t>   A G A </a:t>
            </a:r>
            <a:r>
              <a:rPr lang="en-US" altLang="zh-TW" dirty="0" err="1">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 G A C A – G C G T</a:t>
            </a:r>
          </a:p>
          <a:p>
            <a:pPr marL="0" indent="0">
              <a:buNone/>
            </a:pPr>
            <a:r>
              <a:rPr lang="en-US" altLang="zh-TW" dirty="0">
                <a:latin typeface="Times New Roman" panose="02020603050405020304" pitchFamily="18" charset="0"/>
                <a:cs typeface="Times New Roman" panose="02020603050405020304" pitchFamily="18" charset="0"/>
              </a:rPr>
              <a:t>                                     |       |  |       |      |       |   |   |  |</a:t>
            </a:r>
          </a:p>
          <a:p>
            <a:pPr marL="0" indent="0" algn="ctr">
              <a:buNone/>
            </a:pPr>
            <a:r>
              <a:rPr lang="en-US" altLang="zh-TW" dirty="0">
                <a:latin typeface="Times New Roman" panose="02020603050405020304" pitchFamily="18" charset="0"/>
                <a:cs typeface="Times New Roman" panose="02020603050405020304" pitchFamily="18" charset="0"/>
              </a:rPr>
              <a:t>   A C A </a:t>
            </a:r>
            <a:r>
              <a:rPr lang="en-US" altLang="zh-TW" dirty="0" err="1">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 C  A – A G </a:t>
            </a:r>
            <a:r>
              <a:rPr lang="en-US" altLang="zh-TW" dirty="0" err="1">
                <a:latin typeface="Times New Roman" panose="02020603050405020304" pitchFamily="18" charset="0"/>
                <a:cs typeface="Times New Roman" panose="02020603050405020304" pitchFamily="18" charset="0"/>
              </a:rPr>
              <a:t>G</a:t>
            </a:r>
            <a:r>
              <a:rPr lang="en-US" altLang="zh-TW" dirty="0">
                <a:latin typeface="Times New Roman" panose="02020603050405020304" pitchFamily="18" charset="0"/>
                <a:cs typeface="Times New Roman" panose="02020603050405020304" pitchFamily="18" charset="0"/>
              </a:rPr>
              <a:t> C G 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Time complexity : </a:t>
            </a:r>
          </a:p>
          <a:p>
            <a:pPr lvl="1"/>
            <a:r>
              <a:rPr lang="en-US" altLang="zh-TW" dirty="0">
                <a:latin typeface="Times New Roman" panose="02020603050405020304" pitchFamily="18" charset="0"/>
                <a:cs typeface="Times New Roman" panose="02020603050405020304" pitchFamily="18" charset="0"/>
              </a:rPr>
              <a:t>O(3m+2) if length of two sequence are different</a:t>
            </a:r>
          </a:p>
          <a:p>
            <a:pPr lvl="1"/>
            <a:r>
              <a:rPr lang="en-US" altLang="zh-TW" dirty="0">
                <a:latin typeface="Times New Roman" panose="02020603050405020304" pitchFamily="18" charset="0"/>
                <a:cs typeface="Times New Roman" panose="02020603050405020304" pitchFamily="18" charset="0"/>
              </a:rPr>
              <a:t>O(3m+1) if length of two sequence are same</a:t>
            </a:r>
          </a:p>
          <a:p>
            <a:r>
              <a:rPr lang="en-US" altLang="zh-TW" dirty="0">
                <a:latin typeface="Times New Roman" panose="02020603050405020304" pitchFamily="18" charset="0"/>
                <a:cs typeface="Times New Roman" panose="02020603050405020304" pitchFamily="18" charset="0"/>
              </a:rPr>
              <a:t>Space complexity : </a:t>
            </a:r>
          </a:p>
          <a:p>
            <a:pPr lvl="1"/>
            <a:r>
              <a:rPr lang="en-US" altLang="zh-TW" dirty="0">
                <a:latin typeface="Times New Roman" panose="02020603050405020304" pitchFamily="18" charset="0"/>
                <a:cs typeface="Times New Roman" panose="02020603050405020304" pitchFamily="18" charset="0"/>
              </a:rPr>
              <a:t>O(3m+2) if length of two sequence are different</a:t>
            </a:r>
          </a:p>
          <a:p>
            <a:pPr lvl="1"/>
            <a:r>
              <a:rPr lang="en-US" altLang="zh-TW" dirty="0">
                <a:latin typeface="Times New Roman" panose="02020603050405020304" pitchFamily="18" charset="0"/>
                <a:cs typeface="Times New Roman" panose="02020603050405020304" pitchFamily="18" charset="0"/>
              </a:rPr>
              <a:t>O(3m+1) if length of two sequence are same</a:t>
            </a:r>
            <a:endParaRPr lang="zh-TW" altLang="en-US" dirty="0">
              <a:latin typeface="Times New Roman" panose="02020603050405020304" pitchFamily="18" charset="0"/>
              <a:cs typeface="Times New Roman" panose="02020603050405020304" pitchFamily="18" charset="0"/>
            </a:endParaRPr>
          </a:p>
          <a:p>
            <a:pPr lvl="1"/>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28</a:t>
            </a:fld>
            <a:endParaRPr lang="zh-TW" altLang="en-US"/>
          </a:p>
        </p:txBody>
      </p:sp>
    </p:spTree>
    <p:extLst>
      <p:ext uri="{BB962C8B-B14F-4D97-AF65-F5344CB8AC3E}">
        <p14:creationId xmlns:p14="http://schemas.microsoft.com/office/powerpoint/2010/main" val="3395501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 work</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6621926" y="0"/>
            <a:ext cx="3599034" cy="6746577"/>
          </a:xfrm>
          <a:prstGeom prst="rect">
            <a:avLst/>
          </a:prstGeom>
        </p:spPr>
      </p:pic>
      <p:sp>
        <p:nvSpPr>
          <p:cNvPr id="4" name="投影片編號版面配置區 3"/>
          <p:cNvSpPr>
            <a:spLocks noGrp="1"/>
          </p:cNvSpPr>
          <p:nvPr>
            <p:ph type="sldNum" sz="quarter" idx="12"/>
          </p:nvPr>
        </p:nvSpPr>
        <p:spPr/>
        <p:txBody>
          <a:bodyPr/>
          <a:lstStyle/>
          <a:p>
            <a:fld id="{C497B8E6-CB28-4350-9E62-3F3C29E41FED}" type="slidenum">
              <a:rPr lang="zh-TW" altLang="en-US" smtClean="0"/>
              <a:t>29</a:t>
            </a:fld>
            <a:endParaRPr lang="zh-TW" altLang="en-US"/>
          </a:p>
        </p:txBody>
      </p:sp>
      <p:sp>
        <p:nvSpPr>
          <p:cNvPr id="6" name="矩形 5"/>
          <p:cNvSpPr/>
          <p:nvPr/>
        </p:nvSpPr>
        <p:spPr>
          <a:xfrm>
            <a:off x="9438640" y="0"/>
            <a:ext cx="701040" cy="664464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944880" y="1960880"/>
            <a:ext cx="1054100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With unreal </a:t>
            </a:r>
            <a:r>
              <a:rPr lang="en-US" altLang="zh-TW" sz="2400" dirty="0" err="1">
                <a:latin typeface="Times New Roman" panose="02020603050405020304" pitchFamily="18" charset="0"/>
                <a:cs typeface="Times New Roman" panose="02020603050405020304" pitchFamily="18" charset="0"/>
              </a:rPr>
              <a:t>Suquence</a:t>
            </a:r>
            <a:endParaRPr lang="zh-TW" altLang="en-US" sz="2400" dirty="0">
              <a:latin typeface="Times New Roman" panose="02020603050405020304" pitchFamily="18" charset="0"/>
              <a:cs typeface="Times New Roman" panose="02020603050405020304" pitchFamily="18" charset="0"/>
            </a:endParaRPr>
          </a:p>
        </p:txBody>
      </p:sp>
      <p:pic>
        <p:nvPicPr>
          <p:cNvPr id="8" name="圖片 7"/>
          <p:cNvPicPr>
            <a:picLocks noChangeAspect="1"/>
          </p:cNvPicPr>
          <p:nvPr/>
        </p:nvPicPr>
        <p:blipFill>
          <a:blip r:embed="rId3"/>
          <a:stretch>
            <a:fillRect/>
          </a:stretch>
        </p:blipFill>
        <p:spPr>
          <a:xfrm>
            <a:off x="838200" y="4102558"/>
            <a:ext cx="5096586" cy="2410161"/>
          </a:xfrm>
          <a:prstGeom prst="rect">
            <a:avLst/>
          </a:prstGeom>
        </p:spPr>
      </p:pic>
      <p:sp>
        <p:nvSpPr>
          <p:cNvPr id="9" name="矩形 8"/>
          <p:cNvSpPr/>
          <p:nvPr/>
        </p:nvSpPr>
        <p:spPr>
          <a:xfrm>
            <a:off x="4892856" y="4102558"/>
            <a:ext cx="1041930" cy="2410161"/>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47654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 work</a:t>
            </a:r>
            <a:endParaRPr lang="zh-TW" altLang="en-US"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With real </a:t>
            </a:r>
            <a:r>
              <a:rPr lang="en-US" altLang="zh-TW" dirty="0" err="1">
                <a:latin typeface="Times New Roman" panose="02020603050405020304" pitchFamily="18" charset="0"/>
                <a:cs typeface="Times New Roman" panose="02020603050405020304" pitchFamily="18" charset="0"/>
              </a:rPr>
              <a:t>Suquence</a:t>
            </a:r>
            <a:r>
              <a:rPr lang="en-US" altLang="zh-TW" dirty="0">
                <a:latin typeface="Times New Roman" panose="02020603050405020304" pitchFamily="18" charset="0"/>
                <a:cs typeface="Times New Roman" panose="02020603050405020304" pitchFamily="18" charset="0"/>
              </a:rPr>
              <a:t> (human insulin)</a:t>
            </a:r>
          </a:p>
          <a:p>
            <a:endParaRPr lang="zh-TW" altLang="en-US"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30</a:t>
            </a:fld>
            <a:endParaRPr lang="zh-TW" altLang="en-US"/>
          </a:p>
        </p:txBody>
      </p:sp>
      <p:pic>
        <p:nvPicPr>
          <p:cNvPr id="7" name="圖片 6"/>
          <p:cNvPicPr>
            <a:picLocks noChangeAspect="1"/>
          </p:cNvPicPr>
          <p:nvPr/>
        </p:nvPicPr>
        <p:blipFill>
          <a:blip r:embed="rId2"/>
          <a:stretch>
            <a:fillRect/>
          </a:stretch>
        </p:blipFill>
        <p:spPr>
          <a:xfrm>
            <a:off x="6533360" y="575481"/>
            <a:ext cx="5658640" cy="5601482"/>
          </a:xfrm>
          <a:prstGeom prst="rect">
            <a:avLst/>
          </a:prstGeom>
        </p:spPr>
      </p:pic>
      <p:pic>
        <p:nvPicPr>
          <p:cNvPr id="8" name="圖片 7"/>
          <p:cNvPicPr>
            <a:picLocks noChangeAspect="1"/>
          </p:cNvPicPr>
          <p:nvPr/>
        </p:nvPicPr>
        <p:blipFill>
          <a:blip r:embed="rId3"/>
          <a:stretch>
            <a:fillRect/>
          </a:stretch>
        </p:blipFill>
        <p:spPr>
          <a:xfrm>
            <a:off x="838200" y="4366909"/>
            <a:ext cx="7811590" cy="2172003"/>
          </a:xfrm>
          <a:prstGeom prst="rect">
            <a:avLst/>
          </a:prstGeom>
        </p:spPr>
      </p:pic>
    </p:spTree>
    <p:extLst>
      <p:ext uri="{BB962C8B-B14F-4D97-AF65-F5344CB8AC3E}">
        <p14:creationId xmlns:p14="http://schemas.microsoft.com/office/powerpoint/2010/main" val="2670665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1554D3-484E-CAD8-6D38-3915C1B95CCB}"/>
              </a:ext>
            </a:extLst>
          </p:cNvPr>
          <p:cNvSpPr>
            <a:spLocks noGrp="1"/>
          </p:cNvSpPr>
          <p:nvPr>
            <p:ph type="title"/>
          </p:nvPr>
        </p:nvSpPr>
        <p:spPr>
          <a:xfrm>
            <a:off x="838200" y="2622189"/>
            <a:ext cx="10515600" cy="1325563"/>
          </a:xfrm>
        </p:spPr>
        <p:txBody>
          <a:bodyPr/>
          <a:lstStyle/>
          <a:p>
            <a:pPr algn="ctr"/>
            <a:r>
              <a:rPr lang="zh-TW" altLang="en-US">
                <a:latin typeface="Times New Roman"/>
                <a:ea typeface="新細明體"/>
                <a:cs typeface="Calibri Light"/>
              </a:rPr>
              <a:t>Thanks</a:t>
            </a:r>
            <a:endParaRPr lang="zh-TW" altLang="en-US">
              <a:latin typeface="Times New Roman"/>
              <a:cs typeface="Calibri Light" panose="020F0302020204030204"/>
            </a:endParaRPr>
          </a:p>
        </p:txBody>
      </p:sp>
      <p:sp>
        <p:nvSpPr>
          <p:cNvPr id="3" name="投影片編號版面配置區 2">
            <a:extLst>
              <a:ext uri="{FF2B5EF4-FFF2-40B4-BE49-F238E27FC236}">
                <a16:creationId xmlns:a16="http://schemas.microsoft.com/office/drawing/2014/main" id="{4D73BD2C-184A-508C-EF35-E45479D97F2A}"/>
              </a:ext>
            </a:extLst>
          </p:cNvPr>
          <p:cNvSpPr>
            <a:spLocks noGrp="1"/>
          </p:cNvSpPr>
          <p:nvPr>
            <p:ph type="sldNum" sz="quarter" idx="12"/>
          </p:nvPr>
        </p:nvSpPr>
        <p:spPr/>
        <p:txBody>
          <a:bodyPr/>
          <a:lstStyle/>
          <a:p>
            <a:fld id="{C497B8E6-CB28-4350-9E62-3F3C29E41FED}" type="slidenum">
              <a:rPr lang="zh-TW" altLang="en-US" smtClean="0"/>
              <a:t>31</a:t>
            </a:fld>
            <a:endParaRPr lang="zh-TW" altLang="en-US"/>
          </a:p>
        </p:txBody>
      </p:sp>
    </p:spTree>
    <p:extLst>
      <p:ext uri="{BB962C8B-B14F-4D97-AF65-F5344CB8AC3E}">
        <p14:creationId xmlns:p14="http://schemas.microsoft.com/office/powerpoint/2010/main" val="4091403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11617</TotalTime>
  <Words>2013</Words>
  <Application>Microsoft Office PowerPoint</Application>
  <PresentationFormat>寬螢幕</PresentationFormat>
  <Paragraphs>1026</Paragraphs>
  <Slides>31</Slides>
  <Notes>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31</vt:i4>
      </vt:variant>
    </vt:vector>
  </HeadingPairs>
  <TitlesOfParts>
    <vt:vector size="39" baseType="lpstr">
      <vt:lpstr>Linux Libertine</vt:lpstr>
      <vt:lpstr>Söhne</vt:lpstr>
      <vt:lpstr>新細明體</vt:lpstr>
      <vt:lpstr>Arial</vt:lpstr>
      <vt:lpstr>Calibri</vt:lpstr>
      <vt:lpstr>Calibri Light</vt:lpstr>
      <vt:lpstr>Times New Roman</vt:lpstr>
      <vt:lpstr>Office Theme</vt:lpstr>
      <vt:lpstr>Fast Longest Common Subsequences for Bioinformatics Dynamic Programming</vt:lpstr>
      <vt:lpstr>Abstract</vt:lpstr>
      <vt:lpstr>Sequence alignment</vt:lpstr>
      <vt:lpstr>Dynamic algorithms</vt:lpstr>
      <vt:lpstr>The heuristic algorithms</vt:lpstr>
      <vt:lpstr>Needleman-Wunsch algorithm</vt:lpstr>
      <vt:lpstr>Needleman-Wunsch algorithm</vt:lpstr>
      <vt:lpstr>Result</vt:lpstr>
      <vt:lpstr>Smith-Waterman algorithm</vt:lpstr>
      <vt:lpstr>Smith-Waterman</vt:lpstr>
      <vt:lpstr>Result</vt:lpstr>
      <vt:lpstr>Longest common subsequence</vt:lpstr>
      <vt:lpstr>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FAST longest common subsequence</vt:lpstr>
      <vt:lpstr>Chase back</vt:lpstr>
      <vt:lpstr>Ruslt</vt:lpstr>
      <vt:lpstr>Experimental work</vt:lpstr>
      <vt:lpstr>Experimental work</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M123040052</cp:lastModifiedBy>
  <cp:revision>1058</cp:revision>
  <dcterms:created xsi:type="dcterms:W3CDTF">2022-10-11T15:33:00Z</dcterms:created>
  <dcterms:modified xsi:type="dcterms:W3CDTF">2024-03-04T18:58:44Z</dcterms:modified>
</cp:coreProperties>
</file>