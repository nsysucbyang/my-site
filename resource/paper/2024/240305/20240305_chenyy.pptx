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9" r:id="rId3"/>
    <p:sldId id="261" r:id="rId4"/>
    <p:sldId id="268" r:id="rId5"/>
    <p:sldId id="260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B4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151" autoAdjust="0"/>
  </p:normalViewPr>
  <p:slideViewPr>
    <p:cSldViewPr snapToGrid="0">
      <p:cViewPr varScale="1">
        <p:scale>
          <a:sx n="57" d="100"/>
          <a:sy n="57" d="100"/>
        </p:scale>
        <p:origin x="12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4FD21D-BF96-479C-982E-44D0F1FCD264}" type="datetimeFigureOut">
              <a:rPr lang="zh-TW" altLang="en-US" smtClean="0"/>
              <a:t>2024/3/5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3800E6-BF8B-4688-BB24-9F5263D571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9365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58093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780778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A2D6B-35A4-DFA8-5FCF-E293E53EE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F5F08EB-D758-FEB6-9FE2-F5C96BA3F5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C7D2555-30C8-2E94-3FE4-01ECA4E84A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4FAE9F-14A9-661D-DAD3-52191E3254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12184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B96DF-C6CA-24F4-21E4-214A2862F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B188A35-97B5-DE17-F9C8-FCBA5DD129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EF2DD65-7AF2-0B0D-B20F-3C9844882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503F877-5041-11E4-B058-01B96971BF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556620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393F2-5A3F-4878-4FAB-FF01BEBEB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9A14E35-2A7D-D375-33C7-77B64C298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6624084-2BB2-6B9F-4F49-D8A97EDD7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24858F-7EC1-4EC7-6A54-1EAE6C809B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573724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779B5-3437-6DF4-8618-7497FA35E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9CF7F41-5E71-722D-7E4B-78C72CA2B0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160B468-7125-F456-77AB-B4BF60DD85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A210CCC-29FD-58D9-EF68-58E45A5196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238548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5E27E-BC90-B242-7113-15BACD03F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A43518A-D5ED-F693-A9E0-540DA780D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B2E413E-04A9-81CF-48DE-CB1844768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p</a:t>
            </a:r>
            <a:r>
              <a:rPr kumimoji="1" lang="zh-TW" altLang="en-US" dirty="0"/>
              <a:t>越大越有可能產生高的</a:t>
            </a:r>
            <a:r>
              <a:rPr kumimoji="1" lang="en-US" altLang="zh-TW" dirty="0"/>
              <a:t>level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A24F7EB-F66C-FA55-B1D3-7A7C17DB1D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591474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5FFF1-3D70-6A46-BB68-4AE2846EE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AD18991-A3B5-6AB4-345E-E9CF50DB5E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44027F4-2464-B760-B785-6A9F1BFDB8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30850E-12BF-9728-22BC-1652DA986C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27608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1123A-F433-8374-1A77-36A9BBE7A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E2E5CA1-4E4E-A706-710F-0F2B803ED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4D1CBCE-70A3-74F8-6F28-60F0418B47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344B1F-B3BA-45A9-EB73-FA85161647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293888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8D226-E059-6CF2-30C4-67DF12CD2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AB9DE92-76B0-AC9C-662B-58FBE5798A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954179-CD94-080D-3EA3-2B217DE34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橫軸是比預期時間還要慢幾倍</a:t>
            </a:r>
            <a:endParaRPr kumimoji="1" lang="en-US" altLang="zh-TW" dirty="0"/>
          </a:p>
          <a:p>
            <a:r>
              <a:rPr kumimoji="1" lang="en-US" altLang="zh-TW" dirty="0"/>
              <a:t>y</a:t>
            </a:r>
            <a:r>
              <a:rPr kumimoji="1" lang="zh-TW" altLang="en-US" dirty="0"/>
              <a:t>軸是機率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240920-63A5-329F-13F2-04A198C91E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143852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E2102-875C-9296-E782-B9C3A80E2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8BB1581-DC5A-2A19-F595-AACBDEAC8E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D398D9C-1D95-07BF-C60E-E76649BE5D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145C0A8-ED75-036F-27CD-7AA53FF87A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95875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126B02-21CC-44D0-9CD5-BFC8538325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BA36A82-1489-4022-A7E2-28C4C908A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4BD812-B600-45AC-9A66-D776F6743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687E7D-6CC2-4166-AA9D-1F6A56311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C68B100-1295-438B-90D3-487EE1A49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5635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689F37-B6F9-41C9-B3DA-D0FFAE97E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A44E87-5769-48EE-B953-AE7D733BE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7774CBB-FFEB-482E-81EC-E1239B89D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8C919CD-6B68-420C-8E81-A414F6916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AE93167-BE22-4D5C-8B4E-88E4486A3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1586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101AF9-91BA-4AE1-8483-4DDA45A04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3E8BA73-6937-488E-ADE9-BC7576759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C47EF2E-E145-4BB6-A827-F4EA10CDB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015F903-5930-4990-9E5F-CF36D0EBD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1A4792-8DE6-4917-B57D-045E43602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4233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38C3C8-75F2-4962-85C0-B1EB75C98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14EA971-6E29-421C-89E5-9BCE2280F1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61DFC00-F58B-4359-ABA3-D7400072F1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455FEE0-F523-44EC-BEA1-49DA9FC78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2024/3/5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CE93FE8-CCFA-4879-9D19-A18AD34B6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1D1AF11-CF6B-4B1F-95CC-1BAB850E0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8147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A8B1E0-51A1-4E7A-A18E-76B2330A6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D4A0E0C-76B6-4EFE-9CD6-54CA82A4C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2B60BE0-1A3A-4595-91F3-448F5678F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8CA7E51-0072-46AE-AF25-D9B0B6E977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1B12FEC-3918-4AB1-B8D5-8F579A5209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CE5CF0E-FAC2-4640-AF9E-30CC1DE7D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2024/3/5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9E84CF1-438F-4047-AD85-E271F3EBD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32773BD-943B-4F37-B8B1-04B98053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7378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893D89-BBAD-4D92-99E2-E835483FC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988F47C-1F0E-4762-9A43-B1AE4451E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2024/3/5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41D9460-7D1D-401A-8CAB-64C0E3B1A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DD827AB-51F4-4247-B2B6-C73CFBAFF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155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AA9DFDE-82DF-4628-8AF2-11874100E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2024/3/5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7F0B9EE-F903-4FD0-B4A5-40900DDBE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BCE498E-E1BB-4E27-943A-10A5F3E4A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1360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6CF183-1FDA-46BD-B3C8-197DEF015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970C092-CADF-4E59-A374-8A10B8C29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4E7EA7-402C-4638-A70D-A67C9647F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D4061BF-06BE-46A9-87FF-8CB661124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2024/3/5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D5B8F5F-B12E-4BF9-823E-AA7A5E595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38B9242-6404-43E8-B8A2-8F4CC8B85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526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BD502F-79C1-41DE-A505-BF47D93B6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96EAB69-801D-4484-9CDB-8743A8A4DB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E357D14-9D30-4004-A23F-9C0F5AD157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AC85B0A-17F1-4A9C-AFEA-6507B1A20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2024/3/5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9FA6154-8029-4D45-9C23-B8E70062B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3BC0EC0-9CE0-47BF-9656-AFA4D5489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4039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580441-3DEC-46CB-A62D-1D832F4C7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93BA409-9C19-42C1-AEC3-F861A6F01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CF9005-5C9B-4DEA-9D54-9D0E0A730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FECD77-868E-4E36-96C9-516379E7C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DD635AC-BF23-4F3C-94F0-350145B09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164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80E3CFB-D284-4B79-97E2-FF5ECD6A71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3EEBBB6-FCB7-4849-9F97-0998277EE4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471855F-7F47-43A5-A2B7-DED70814C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2024/3/5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35656E3-AA5E-425A-B2DE-FEF93B8A3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000F4D-DD71-4158-947D-29B4D1E52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5316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756A63A-A313-4520-A4B9-F6025A75C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B247C57-EF40-4985-81B2-6C8651643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1AB606F-6505-43A3-A009-C4A37431EA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0BC79B-B8D8-4CA3-9AD2-35393C1E2569}" type="datetimeFigureOut">
              <a:rPr lang="zh-TW" altLang="en-US" smtClean="0"/>
              <a:t>2024/3/5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6D252F0-8A97-4E76-B50A-2AA65C900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2266F1-357C-4F6A-A4D5-BFCF118C10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6472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B36ABE-AAF8-A44E-9A2F-7BC45939F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6379" y="1041400"/>
            <a:ext cx="10699242" cy="2387600"/>
          </a:xfrm>
        </p:spPr>
        <p:txBody>
          <a:bodyPr>
            <a:noAutofit/>
          </a:bodyPr>
          <a:lstStyle/>
          <a:p>
            <a:r>
              <a:rPr kumimoji="1"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 Lists: A Probabilistic Alternative to Balanced Trees</a:t>
            </a:r>
            <a:endParaRPr kumimoji="1" lang="en" altLang="zh-TW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5B5F14B-80FA-484A-93C9-1FC3F30ECA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font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Pugh, William.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ACM 33.6 (1990): 668-676.</a:t>
            </a:r>
            <a:endParaRPr lang="en-US" altLang="zh-TW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0F52706B-9798-8F45-B922-E99F0F5C4CA1}"/>
              </a:ext>
            </a:extLst>
          </p:cNvPr>
          <p:cNvSpPr txBox="1">
            <a:spLocks/>
          </p:cNvSpPr>
          <p:nvPr/>
        </p:nvSpPr>
        <p:spPr>
          <a:xfrm>
            <a:off x="8322197" y="6002973"/>
            <a:ext cx="3584053" cy="66071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Y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-Yu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</a:t>
            </a:r>
            <a:endParaRPr kumimoji="1" lang="en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en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8197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ADD39-1B71-A342-8554-691195C5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456"/>
            <a:ext cx="10863804" cy="510362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 lists are a data structure that can be used in place of balanced trees. Skip lists use probabilistic balancing rather than strictly enforced balancing and as a result the algorithms for insertion and deletion in skip lists are much simpler and significantly faster than equivalent algorithms for balanced trees.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2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81272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555F2-95F1-E8B9-319F-A0D88FF9F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EBFE16-66A2-FC3E-FE21-76524AE3A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 List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6083139-0725-D582-4E70-2386B21DE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3</a:t>
            </a:fld>
            <a:endParaRPr kumimoji="1"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1B0E99BE-6F99-C81A-E0F6-B95A099B0E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7923" y="2838555"/>
            <a:ext cx="12016153" cy="118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4148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5DECF-CD47-2EBD-A6C6-2BE9B5BD3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6BE9E4-0DBC-86A0-F7E7-4B2C60EEA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7EE88B6-A0C3-285F-D54C-18C7F061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4</a:t>
            </a:fld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4E18CFFB-4F96-2E7C-8EA7-B3DBDB1CE6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3044" y="2665474"/>
            <a:ext cx="11785912" cy="1527051"/>
          </a:xfrm>
        </p:spPr>
      </p:pic>
    </p:spTree>
    <p:extLst>
      <p:ext uri="{BB962C8B-B14F-4D97-AF65-F5344CB8AC3E}">
        <p14:creationId xmlns:p14="http://schemas.microsoft.com/office/powerpoint/2010/main" val="24735003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0AAC3-5AAD-444E-4511-36588A0E9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8A0EE2-AEBD-0927-8D98-B85CD586C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6D19DBF-9E32-4478-48C0-320DD7FFD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5</a:t>
            </a:fld>
            <a:endParaRPr kumimoji="1" lang="zh-TW" altLang="en-US" dirty="0"/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C49EFC06-630A-AFDC-F86F-B221C51267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7654" y="2115556"/>
            <a:ext cx="11976692" cy="2626887"/>
          </a:xfrm>
        </p:spPr>
      </p:pic>
      <p:sp>
        <p:nvSpPr>
          <p:cNvPr id="14" name="橢圓 13">
            <a:extLst>
              <a:ext uri="{FF2B5EF4-FFF2-40B4-BE49-F238E27FC236}">
                <a16:creationId xmlns:a16="http://schemas.microsoft.com/office/drawing/2014/main" id="{BD7D4E81-A780-110E-675B-BAEC94F3CD12}"/>
              </a:ext>
            </a:extLst>
          </p:cNvPr>
          <p:cNvSpPr/>
          <p:nvPr/>
        </p:nvSpPr>
        <p:spPr>
          <a:xfrm>
            <a:off x="2510790" y="2886075"/>
            <a:ext cx="544830" cy="3543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A3B4352B-0E25-DC72-16CE-CE5379B7E218}"/>
              </a:ext>
            </a:extLst>
          </p:cNvPr>
          <p:cNvSpPr/>
          <p:nvPr/>
        </p:nvSpPr>
        <p:spPr>
          <a:xfrm>
            <a:off x="2503170" y="3240405"/>
            <a:ext cx="544830" cy="3543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B164E387-A4A8-4387-CA9F-B9495CB7F770}"/>
              </a:ext>
            </a:extLst>
          </p:cNvPr>
          <p:cNvSpPr/>
          <p:nvPr/>
        </p:nvSpPr>
        <p:spPr>
          <a:xfrm>
            <a:off x="4491990" y="3531869"/>
            <a:ext cx="544830" cy="3543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CD51C4F1-B6EE-E49A-4106-313FDB99E43C}"/>
              </a:ext>
            </a:extLst>
          </p:cNvPr>
          <p:cNvSpPr/>
          <p:nvPr/>
        </p:nvSpPr>
        <p:spPr>
          <a:xfrm>
            <a:off x="5528310" y="3897629"/>
            <a:ext cx="544830" cy="3543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8667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2E3C2-94F0-89E6-1D91-655BE822F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3BB1AE-CBFF-E8DA-9D3C-B08041D5F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64D211F-6337-2680-2A33-174A54F99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6</a:t>
            </a:fld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80A4D6DF-D980-D7F7-6586-10E01362D7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8564" y="2444705"/>
            <a:ext cx="12034871" cy="1968590"/>
          </a:xfr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3E0B3EC7-49D1-968B-0665-7E85B8B4239D}"/>
              </a:ext>
            </a:extLst>
          </p:cNvPr>
          <p:cNvSpPr/>
          <p:nvPr/>
        </p:nvSpPr>
        <p:spPr>
          <a:xfrm>
            <a:off x="2167890" y="2520315"/>
            <a:ext cx="544830" cy="3543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9F0B23F9-D422-5E13-B032-36CC40EA66A7}"/>
              </a:ext>
            </a:extLst>
          </p:cNvPr>
          <p:cNvSpPr/>
          <p:nvPr/>
        </p:nvSpPr>
        <p:spPr>
          <a:xfrm>
            <a:off x="4259580" y="3206115"/>
            <a:ext cx="544830" cy="3543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0FEFF86B-439F-C0FF-BA68-97C36E8DEEFA}"/>
              </a:ext>
            </a:extLst>
          </p:cNvPr>
          <p:cNvSpPr/>
          <p:nvPr/>
        </p:nvSpPr>
        <p:spPr>
          <a:xfrm>
            <a:off x="2167890" y="2857500"/>
            <a:ext cx="544830" cy="3543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B727DF0A-6D4B-2B35-5B7F-F520633E0FAF}"/>
              </a:ext>
            </a:extLst>
          </p:cNvPr>
          <p:cNvSpPr/>
          <p:nvPr/>
        </p:nvSpPr>
        <p:spPr>
          <a:xfrm>
            <a:off x="5322570" y="3560445"/>
            <a:ext cx="544830" cy="3543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70389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86A8E-EE00-0EA4-39FB-324A82D48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內容版面配置區 5" descr="一張含有 文字, 螢幕擷取畫面, 字型 的圖片&#10;&#10;自動產生的描述">
            <a:extLst>
              <a:ext uri="{FF2B5EF4-FFF2-40B4-BE49-F238E27FC236}">
                <a16:creationId xmlns:a16="http://schemas.microsoft.com/office/drawing/2014/main" id="{C9306C9C-A33A-96CB-4AF9-70E8153BB2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268" y="461645"/>
            <a:ext cx="10544532" cy="6031230"/>
          </a:xfr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362CC52-B937-7AAC-D818-FADE2B17F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1403DC8-45CC-AA17-0813-443647FA7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7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233515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76623-C9FE-B68B-5EE4-58C1070BA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A1E0B3-4915-8890-0525-0586FEFB3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MaxLevel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323769-1D51-91C5-A3F6-43E07C9CC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8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4">
                <a:extLst>
                  <a:ext uri="{FF2B5EF4-FFF2-40B4-BE49-F238E27FC236}">
                    <a16:creationId xmlns:a16="http://schemas.microsoft.com/office/drawing/2014/main" id="{D5A5A9BF-FBCB-6C38-B273-67BE161DCD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852737"/>
                <a:ext cx="10515600" cy="179228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6000" b="0" i="1" smtClean="0">
                          <a:latin typeface="Cambria Math" panose="02040503050406030204" pitchFamily="18" charset="0"/>
                        </a:rPr>
                        <m:t>𝑀𝑎𝑥𝐿𝑒𝑣𝑒𝑙</m:t>
                      </m:r>
                      <m:r>
                        <a:rPr lang="en-US" altLang="zh-TW" sz="6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60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6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6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TW" sz="60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6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zh-TW" sz="6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60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f>
                                <m:fPr>
                                  <m:ctrlPr>
                                    <a:rPr lang="en-US" altLang="zh-TW" sz="6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6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6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den>
                              </m:f>
                            </m:sub>
                          </m:sSub>
                        </m:fName>
                        <m:e>
                          <m:r>
                            <a:rPr lang="en-US" altLang="zh-TW" sz="6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</m:oMath>
                  </m:oMathPara>
                </a14:m>
                <a:endParaRPr lang="zh-TW" altLang="en-US" sz="6000" dirty="0"/>
              </a:p>
            </p:txBody>
          </p:sp>
        </mc:Choice>
        <mc:Fallback xmlns="">
          <p:sp>
            <p:nvSpPr>
              <p:cNvPr id="5" name="內容版面配置區 4">
                <a:extLst>
                  <a:ext uri="{FF2B5EF4-FFF2-40B4-BE49-F238E27FC236}">
                    <a16:creationId xmlns:a16="http://schemas.microsoft.com/office/drawing/2014/main" id="{D5A5A9BF-FBCB-6C38-B273-67BE161DCD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852737"/>
                <a:ext cx="10515600" cy="179228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38003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30E96-7E4F-549B-4AE9-8D428738E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942588-C36B-5DA8-3424-28DF4BB85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search speed and space requirements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52CF879-FEEE-9AF0-6015-3DE671834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9</a:t>
            </a:fld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1C23721B-40E0-2EF0-F354-EFDDE19F79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65195" y="1690688"/>
            <a:ext cx="10461610" cy="4765675"/>
          </a:xfrm>
        </p:spPr>
      </p:pic>
    </p:spTree>
    <p:extLst>
      <p:ext uri="{BB962C8B-B14F-4D97-AF65-F5344CB8AC3E}">
        <p14:creationId xmlns:p14="http://schemas.microsoft.com/office/powerpoint/2010/main" val="12470001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77798-1EA0-D19C-C19C-29B9D7CC1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78A473-B94A-14CA-B236-9AA8DA7D5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 bound on the probability of a search taking substantially longer than expected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438A5CD-BC0F-4A3A-D402-FF994B8EE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10</a:t>
            </a:fld>
            <a:endParaRPr kumimoji="1"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A5F4B503-691C-521F-40EF-AFA94F6932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5720" y="1865128"/>
            <a:ext cx="11940559" cy="4627747"/>
          </a:xfrm>
        </p:spPr>
      </p:pic>
    </p:spTree>
    <p:extLst>
      <p:ext uri="{BB962C8B-B14F-4D97-AF65-F5344CB8AC3E}">
        <p14:creationId xmlns:p14="http://schemas.microsoft.com/office/powerpoint/2010/main" val="38291959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F9361-7272-08DD-9A64-E0BC6A0B2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C22D62-69FE-D19A-D9DB-26A640B6E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3EFFC8D-0164-7CF6-45CA-FD94EFFA9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11</a:t>
            </a:fld>
            <a:endParaRPr kumimoji="1"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AF129D1-0925-AAD9-9798-E8B2E9D9A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 lists and AVL trees both have 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complexity but skip lists are easier to implement.</a:t>
            </a:r>
          </a:p>
          <a:p>
            <a:pPr>
              <a:buFont typeface="+mj-lt"/>
              <a:buAutoNum type="arabicPeriod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 lists quickly find the minimum and the next element.</a:t>
            </a:r>
          </a:p>
          <a:p>
            <a:pPr>
              <a:buFont typeface="+mj-lt"/>
              <a:buAutoNum type="arabicPeriod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 list's worst case is three times slower than the average case but is rare.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599736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1357</TotalTime>
  <Words>214</Words>
  <Application>Microsoft Office PowerPoint</Application>
  <PresentationFormat>寬螢幕</PresentationFormat>
  <Paragraphs>43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Times New Roman</vt:lpstr>
      <vt:lpstr>Office 佈景主題</vt:lpstr>
      <vt:lpstr>Skip Lists: A Probabilistic Alternative to Balanced Trees</vt:lpstr>
      <vt:lpstr>Abstract </vt:lpstr>
      <vt:lpstr>Skip List</vt:lpstr>
      <vt:lpstr>Search</vt:lpstr>
      <vt:lpstr>Insert</vt:lpstr>
      <vt:lpstr>Delete</vt:lpstr>
      <vt:lpstr>Random</vt:lpstr>
      <vt:lpstr>MaxLevel</vt:lpstr>
      <vt:lpstr>Relative search speed and space requirements</vt:lpstr>
      <vt:lpstr>Upper bound on the probability of a search taking substantially longer than expected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陳彥宇</dc:creator>
  <cp:lastModifiedBy>pplab</cp:lastModifiedBy>
  <cp:revision>196</cp:revision>
  <dcterms:created xsi:type="dcterms:W3CDTF">2023-09-07T12:25:39Z</dcterms:created>
  <dcterms:modified xsi:type="dcterms:W3CDTF">2024-03-05T11:22:24Z</dcterms:modified>
</cp:coreProperties>
</file>