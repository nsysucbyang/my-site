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7" r:id="rId2"/>
    <p:sldId id="259" r:id="rId3"/>
    <p:sldId id="289" r:id="rId4"/>
    <p:sldId id="290" r:id="rId5"/>
    <p:sldId id="291" r:id="rId6"/>
    <p:sldId id="292" r:id="rId7"/>
    <p:sldId id="299" r:id="rId8"/>
    <p:sldId id="297" r:id="rId9"/>
    <p:sldId id="293" r:id="rId10"/>
    <p:sldId id="294" r:id="rId11"/>
    <p:sldId id="301" r:id="rId12"/>
    <p:sldId id="302" r:id="rId13"/>
    <p:sldId id="305" r:id="rId14"/>
    <p:sldId id="306" r:id="rId15"/>
    <p:sldId id="307" r:id="rId16"/>
    <p:sldId id="303" r:id="rId17"/>
    <p:sldId id="308" r:id="rId18"/>
    <p:sldId id="309" r:id="rId19"/>
    <p:sldId id="310" r:id="rId20"/>
    <p:sldId id="311" r:id="rId2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CB4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中等深淺樣式 4 - 輔色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459" autoAdjust="0"/>
  </p:normalViewPr>
  <p:slideViewPr>
    <p:cSldViewPr snapToGrid="0">
      <p:cViewPr varScale="1">
        <p:scale>
          <a:sx n="58" d="100"/>
          <a:sy n="58" d="100"/>
        </p:scale>
        <p:origin x="119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 Id="rId5" Type="http://schemas.openxmlformats.org/officeDocument/2006/relationships/image" Target="../media/image10.png"/><Relationship Id="rId4" Type="http://schemas.openxmlformats.org/officeDocument/2006/relationships/image" Target="../media/image9.png"/></Relationships>
</file>

<file path=ppt/diagrams/_rels/data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 Id="rId4" Type="http://schemas.openxmlformats.org/officeDocument/2006/relationships/image" Target="../media/image19.png"/></Relationships>
</file>

<file path=ppt/diagrams/_rels/drawing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 Id="rId5" Type="http://schemas.openxmlformats.org/officeDocument/2006/relationships/image" Target="../media/image10.png"/><Relationship Id="rId4" Type="http://schemas.openxmlformats.org/officeDocument/2006/relationships/image" Target="../media/image9.png"/></Relationships>
</file>

<file path=ppt/diagrams/_rels/drawing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 Id="rId4" Type="http://schemas.openxmlformats.org/officeDocument/2006/relationships/image" Target="../media/image19.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D345209-B76D-42A9-BDBC-7D7B7EF5E2E1}" type="doc">
      <dgm:prSet loTypeId="urn:microsoft.com/office/officeart/2008/layout/PictureLineup" loCatId="picture" qsTypeId="urn:microsoft.com/office/officeart/2005/8/quickstyle/simple1" qsCatId="simple" csTypeId="urn:microsoft.com/office/officeart/2005/8/colors/accent1_2" csCatId="accent1" phldr="1"/>
      <dgm:spPr/>
      <dgm:t>
        <a:bodyPr/>
        <a:lstStyle/>
        <a:p>
          <a:endParaRPr lang="zh-TW" altLang="en-US"/>
        </a:p>
      </dgm:t>
    </dgm:pt>
    <dgm:pt modelId="{50E35F90-7CF2-449A-B3F7-B31FFE82C2BA}">
      <dgm:prSet phldrT="[Text]" custT="1"/>
      <dgm:spPr/>
      <dgm:t>
        <a:bodyPr/>
        <a:lstStyle/>
        <a:p>
          <a:r>
            <a:rPr lang="en-US" altLang="en-US" sz="3200" dirty="0">
              <a:latin typeface="Times New Roman" panose="02020603050405020304" pitchFamily="18" charset="0"/>
              <a:cs typeface="Times New Roman" panose="02020603050405020304" pitchFamily="18" charset="0"/>
            </a:rPr>
            <a:t>turn cells</a:t>
          </a:r>
          <a:endParaRPr lang="zh-TW" altLang="en-US" sz="3200" dirty="0">
            <a:latin typeface="Times New Roman" panose="02020603050405020304" pitchFamily="18" charset="0"/>
            <a:cs typeface="Times New Roman" panose="02020603050405020304" pitchFamily="18" charset="0"/>
          </a:endParaRPr>
        </a:p>
      </dgm:t>
    </dgm:pt>
    <dgm:pt modelId="{9FAAA163-10B1-40AE-9CF4-85D2E4E779D3}" type="sibTrans" cxnId="{C69B7641-BE1A-42CB-8E02-43F52CDC5FED}">
      <dgm:prSet/>
      <dgm:spPr/>
      <dgm:t>
        <a:bodyPr/>
        <a:lstStyle/>
        <a:p>
          <a:endParaRPr lang="zh-TW" altLang="en-US"/>
        </a:p>
      </dgm:t>
    </dgm:pt>
    <dgm:pt modelId="{79423FF2-6917-4992-AC9A-BFBE0F73370B}" type="parTrans" cxnId="{C69B7641-BE1A-42CB-8E02-43F52CDC5FED}">
      <dgm:prSet/>
      <dgm:spPr/>
      <dgm:t>
        <a:bodyPr/>
        <a:lstStyle/>
        <a:p>
          <a:endParaRPr lang="zh-TW" altLang="en-US"/>
        </a:p>
      </dgm:t>
    </dgm:pt>
    <dgm:pt modelId="{CF8AC677-9CE5-41D5-98A9-CC8CA0EC086A}">
      <dgm:prSet phldrT="[Text]" custT="1"/>
      <dgm:spPr/>
      <dgm:t>
        <a:bodyPr/>
        <a:lstStyle/>
        <a:p>
          <a:r>
            <a:rPr lang="en-US" altLang="en-US" sz="3200" dirty="0">
              <a:latin typeface="Times New Roman" panose="02020603050405020304" pitchFamily="18" charset="0"/>
              <a:cs typeface="Times New Roman" panose="02020603050405020304" pitchFamily="18" charset="0"/>
            </a:rPr>
            <a:t>straight cells</a:t>
          </a:r>
          <a:endParaRPr lang="zh-TW" altLang="en-US" sz="3200" dirty="0">
            <a:latin typeface="Times New Roman" panose="02020603050405020304" pitchFamily="18" charset="0"/>
            <a:cs typeface="Times New Roman" panose="02020603050405020304" pitchFamily="18" charset="0"/>
          </a:endParaRPr>
        </a:p>
      </dgm:t>
    </dgm:pt>
    <dgm:pt modelId="{24D16D67-B5CE-4557-BC26-3ECEE90BBDF5}" type="sibTrans" cxnId="{EDA3C586-140D-4A39-8418-75588FCD2F9E}">
      <dgm:prSet/>
      <dgm:spPr/>
      <dgm:t>
        <a:bodyPr/>
        <a:lstStyle/>
        <a:p>
          <a:endParaRPr lang="zh-TW" altLang="en-US"/>
        </a:p>
      </dgm:t>
    </dgm:pt>
    <dgm:pt modelId="{A407F54F-B833-4120-9F92-9AF9A9AD8C44}" type="parTrans" cxnId="{EDA3C586-140D-4A39-8418-75588FCD2F9E}">
      <dgm:prSet/>
      <dgm:spPr/>
      <dgm:t>
        <a:bodyPr/>
        <a:lstStyle/>
        <a:p>
          <a:endParaRPr lang="zh-TW" altLang="en-US"/>
        </a:p>
      </dgm:t>
    </dgm:pt>
    <dgm:pt modelId="{A2D1EEFC-1F8D-4D9E-86CF-CC16B9ED4DE1}">
      <dgm:prSet phldrT="[Text]" custT="1"/>
      <dgm:spPr/>
      <dgm:t>
        <a:bodyPr/>
        <a:lstStyle/>
        <a:p>
          <a:r>
            <a:rPr lang="en-US" altLang="en-US" sz="3200" dirty="0">
              <a:latin typeface="Times New Roman" panose="02020603050405020304" pitchFamily="18" charset="0"/>
              <a:cs typeface="Times New Roman" panose="02020603050405020304" pitchFamily="18" charset="0"/>
            </a:rPr>
            <a:t>T-junction cells</a:t>
          </a:r>
          <a:endParaRPr lang="zh-TW" altLang="en-US" sz="3200" dirty="0">
            <a:latin typeface="Times New Roman" panose="02020603050405020304" pitchFamily="18" charset="0"/>
            <a:cs typeface="Times New Roman" panose="02020603050405020304" pitchFamily="18" charset="0"/>
          </a:endParaRPr>
        </a:p>
      </dgm:t>
    </dgm:pt>
    <dgm:pt modelId="{E39CB5F1-598B-418F-ABBD-60C63C072FFD}" type="sibTrans" cxnId="{638BE52E-B2C6-42E6-9080-32417559C62D}">
      <dgm:prSet/>
      <dgm:spPr/>
      <dgm:t>
        <a:bodyPr/>
        <a:lstStyle/>
        <a:p>
          <a:endParaRPr lang="zh-TW" altLang="en-US"/>
        </a:p>
      </dgm:t>
    </dgm:pt>
    <dgm:pt modelId="{682B18C0-4A76-42E2-8FD3-8B00DA296BB3}" type="parTrans" cxnId="{638BE52E-B2C6-42E6-9080-32417559C62D}">
      <dgm:prSet/>
      <dgm:spPr/>
      <dgm:t>
        <a:bodyPr/>
        <a:lstStyle/>
        <a:p>
          <a:endParaRPr lang="zh-TW" altLang="en-US"/>
        </a:p>
      </dgm:t>
    </dgm:pt>
    <dgm:pt modelId="{1704D936-4FB0-4160-9234-EFEF0C5C1F85}">
      <dgm:prSet custT="1"/>
      <dgm:spPr/>
      <dgm:t>
        <a:bodyPr/>
        <a:lstStyle/>
        <a:p>
          <a:r>
            <a:rPr lang="en-US" altLang="en-US" sz="3200" dirty="0">
              <a:latin typeface="Times New Roman" panose="02020603050405020304" pitchFamily="18" charset="0"/>
              <a:cs typeface="Times New Roman" panose="02020603050405020304" pitchFamily="18" charset="0"/>
            </a:rPr>
            <a:t>cross-junction cells</a:t>
          </a:r>
          <a:endParaRPr lang="zh-TW" altLang="en-US" sz="3200" dirty="0">
            <a:latin typeface="Times New Roman" panose="02020603050405020304" pitchFamily="18" charset="0"/>
            <a:cs typeface="Times New Roman" panose="02020603050405020304" pitchFamily="18" charset="0"/>
          </a:endParaRPr>
        </a:p>
      </dgm:t>
    </dgm:pt>
    <dgm:pt modelId="{E8D50CE2-F91D-4158-8737-EAFAE79BC50B}" type="sibTrans" cxnId="{47566073-4308-4998-BFF2-EE4D3B8996AC}">
      <dgm:prSet/>
      <dgm:spPr/>
      <dgm:t>
        <a:bodyPr/>
        <a:lstStyle/>
        <a:p>
          <a:endParaRPr lang="zh-TW" altLang="en-US"/>
        </a:p>
      </dgm:t>
    </dgm:pt>
    <dgm:pt modelId="{73A02142-C01E-4B58-A37D-EE9473AF41CF}" type="parTrans" cxnId="{47566073-4308-4998-BFF2-EE4D3B8996AC}">
      <dgm:prSet/>
      <dgm:spPr/>
      <dgm:t>
        <a:bodyPr/>
        <a:lstStyle/>
        <a:p>
          <a:endParaRPr lang="zh-TW" altLang="en-US"/>
        </a:p>
      </dgm:t>
    </dgm:pt>
    <dgm:pt modelId="{1800E1FA-9609-4CE0-BE19-FF8848DD4FB0}">
      <dgm:prSet custT="1"/>
      <dgm:spPr/>
      <dgm:t>
        <a:bodyPr/>
        <a:lstStyle/>
        <a:p>
          <a:r>
            <a:rPr lang="en-US" altLang="en-US" sz="3200" dirty="0">
              <a:latin typeface="Times New Roman" panose="02020603050405020304" pitchFamily="18" charset="0"/>
              <a:cs typeface="Times New Roman" panose="02020603050405020304" pitchFamily="18" charset="0"/>
            </a:rPr>
            <a:t>terminal cells</a:t>
          </a:r>
          <a:endParaRPr lang="zh-TW" altLang="en-US" sz="3200" dirty="0">
            <a:latin typeface="Times New Roman" panose="02020603050405020304" pitchFamily="18" charset="0"/>
            <a:cs typeface="Times New Roman" panose="02020603050405020304" pitchFamily="18" charset="0"/>
          </a:endParaRPr>
        </a:p>
      </dgm:t>
    </dgm:pt>
    <dgm:pt modelId="{FEFB6784-8554-45E4-A85B-4CE7C454EEB2}" type="sibTrans" cxnId="{A152E4B5-5CF1-425B-BFF5-7473A93B214D}">
      <dgm:prSet/>
      <dgm:spPr/>
      <dgm:t>
        <a:bodyPr/>
        <a:lstStyle/>
        <a:p>
          <a:endParaRPr lang="zh-TW" altLang="en-US"/>
        </a:p>
      </dgm:t>
    </dgm:pt>
    <dgm:pt modelId="{D41961BD-CC8B-40A9-8669-EB6C71BDFA36}" type="parTrans" cxnId="{A152E4B5-5CF1-425B-BFF5-7473A93B214D}">
      <dgm:prSet/>
      <dgm:spPr/>
      <dgm:t>
        <a:bodyPr/>
        <a:lstStyle/>
        <a:p>
          <a:endParaRPr lang="zh-TW" altLang="en-US"/>
        </a:p>
      </dgm:t>
    </dgm:pt>
    <dgm:pt modelId="{1C86C426-6E4B-448B-9706-24144D9465ED}" type="pres">
      <dgm:prSet presAssocID="{CD345209-B76D-42A9-BDBC-7D7B7EF5E2E1}" presName="Name0" presStyleCnt="0">
        <dgm:presLayoutVars>
          <dgm:chMax/>
          <dgm:chPref/>
          <dgm:dir/>
          <dgm:animLvl val="lvl"/>
          <dgm:resizeHandles val="exact"/>
        </dgm:presLayoutVars>
      </dgm:prSet>
      <dgm:spPr/>
    </dgm:pt>
    <dgm:pt modelId="{0546AF18-AAA4-40C7-A70A-526389F46C51}" type="pres">
      <dgm:prSet presAssocID="{50E35F90-7CF2-449A-B3F7-B31FFE82C2BA}" presName="composite" presStyleCnt="0"/>
      <dgm:spPr/>
    </dgm:pt>
    <dgm:pt modelId="{2033E730-7F93-4B27-BA88-B4EDF09CE1C7}" type="pres">
      <dgm:prSet presAssocID="{50E35F90-7CF2-449A-B3F7-B31FFE82C2BA}" presName="Image" presStyleLbl="alignNode1" presStyleIdx="0" presStyleCnt="5"/>
      <dgm:spPr>
        <a:blipFill rotWithShape="1">
          <a:blip xmlns:r="http://schemas.openxmlformats.org/officeDocument/2006/relationships" r:embed="rId1"/>
          <a:srcRect/>
          <a:stretch>
            <a:fillRect l="-1000" r="-1000"/>
          </a:stretch>
        </a:blipFill>
      </dgm:spPr>
    </dgm:pt>
    <dgm:pt modelId="{EEDF967E-C2BF-48FD-BF06-8E9E77D6EDFA}" type="pres">
      <dgm:prSet presAssocID="{50E35F90-7CF2-449A-B3F7-B31FFE82C2BA}" presName="Accent" presStyleLbl="parChTrans1D1" presStyleIdx="0" presStyleCnt="5"/>
      <dgm:spPr/>
    </dgm:pt>
    <dgm:pt modelId="{5D459E4B-64CE-48C4-B362-5281063E57FA}" type="pres">
      <dgm:prSet presAssocID="{50E35F90-7CF2-449A-B3F7-B31FFE82C2BA}" presName="Parent" presStyleLbl="revTx" presStyleIdx="0" presStyleCnt="5">
        <dgm:presLayoutVars>
          <dgm:chMax val="0"/>
          <dgm:chPref val="0"/>
          <dgm:bulletEnabled val="1"/>
        </dgm:presLayoutVars>
      </dgm:prSet>
      <dgm:spPr/>
    </dgm:pt>
    <dgm:pt modelId="{35E25F15-CA5D-4444-9D21-1A847A699AD0}" type="pres">
      <dgm:prSet presAssocID="{9FAAA163-10B1-40AE-9CF4-85D2E4E779D3}" presName="sibTrans" presStyleCnt="0"/>
      <dgm:spPr/>
    </dgm:pt>
    <dgm:pt modelId="{63A22499-B44C-4347-89DD-075CF1772391}" type="pres">
      <dgm:prSet presAssocID="{CF8AC677-9CE5-41D5-98A9-CC8CA0EC086A}" presName="composite" presStyleCnt="0"/>
      <dgm:spPr/>
    </dgm:pt>
    <dgm:pt modelId="{2C425F6D-CB3F-4809-8D12-F8B018478E09}" type="pres">
      <dgm:prSet presAssocID="{CF8AC677-9CE5-41D5-98A9-CC8CA0EC086A}" presName="Image" presStyleLbl="alignNode1" presStyleIdx="1" presStyleCnt="5"/>
      <dgm:spPr>
        <a:blipFill rotWithShape="1">
          <a:blip xmlns:r="http://schemas.openxmlformats.org/officeDocument/2006/relationships" r:embed="rId2"/>
          <a:srcRect/>
          <a:stretch>
            <a:fillRect l="-2000" r="-2000"/>
          </a:stretch>
        </a:blipFill>
      </dgm:spPr>
    </dgm:pt>
    <dgm:pt modelId="{177BD156-42A8-452A-8FFC-110D5C23E2FB}" type="pres">
      <dgm:prSet presAssocID="{CF8AC677-9CE5-41D5-98A9-CC8CA0EC086A}" presName="Accent" presStyleLbl="parChTrans1D1" presStyleIdx="1" presStyleCnt="5"/>
      <dgm:spPr/>
    </dgm:pt>
    <dgm:pt modelId="{81C3C882-7AE6-4867-A886-CA3DA595993C}" type="pres">
      <dgm:prSet presAssocID="{CF8AC677-9CE5-41D5-98A9-CC8CA0EC086A}" presName="Parent" presStyleLbl="revTx" presStyleIdx="1" presStyleCnt="5">
        <dgm:presLayoutVars>
          <dgm:chMax val="0"/>
          <dgm:chPref val="0"/>
          <dgm:bulletEnabled val="1"/>
        </dgm:presLayoutVars>
      </dgm:prSet>
      <dgm:spPr/>
    </dgm:pt>
    <dgm:pt modelId="{2DE760CC-BE42-4F75-AD4E-C2A586FB8566}" type="pres">
      <dgm:prSet presAssocID="{24D16D67-B5CE-4557-BC26-3ECEE90BBDF5}" presName="sibTrans" presStyleCnt="0"/>
      <dgm:spPr/>
    </dgm:pt>
    <dgm:pt modelId="{232EAF42-4F25-43D0-A183-5AAC743AC02E}" type="pres">
      <dgm:prSet presAssocID="{A2D1EEFC-1F8D-4D9E-86CF-CC16B9ED4DE1}" presName="composite" presStyleCnt="0"/>
      <dgm:spPr/>
    </dgm:pt>
    <dgm:pt modelId="{62CAA489-23F4-49C7-9C16-F32B67DBA934}" type="pres">
      <dgm:prSet presAssocID="{A2D1EEFC-1F8D-4D9E-86CF-CC16B9ED4DE1}" presName="Image" presStyleLbl="alignNode1" presStyleIdx="2" presStyleCnt="5"/>
      <dgm:spPr>
        <a:blipFill rotWithShape="1">
          <a:blip xmlns:r="http://schemas.openxmlformats.org/officeDocument/2006/relationships" r:embed="rId3"/>
          <a:srcRect/>
          <a:stretch>
            <a:fillRect/>
          </a:stretch>
        </a:blipFill>
      </dgm:spPr>
    </dgm:pt>
    <dgm:pt modelId="{FCC5EA28-2F61-4859-B806-30D5AEC655F0}" type="pres">
      <dgm:prSet presAssocID="{A2D1EEFC-1F8D-4D9E-86CF-CC16B9ED4DE1}" presName="Accent" presStyleLbl="parChTrans1D1" presStyleIdx="2" presStyleCnt="5"/>
      <dgm:spPr/>
    </dgm:pt>
    <dgm:pt modelId="{31257BA9-ABA5-49FD-91D8-B4A7A5E17852}" type="pres">
      <dgm:prSet presAssocID="{A2D1EEFC-1F8D-4D9E-86CF-CC16B9ED4DE1}" presName="Parent" presStyleLbl="revTx" presStyleIdx="2" presStyleCnt="5">
        <dgm:presLayoutVars>
          <dgm:chMax val="0"/>
          <dgm:chPref val="0"/>
          <dgm:bulletEnabled val="1"/>
        </dgm:presLayoutVars>
      </dgm:prSet>
      <dgm:spPr/>
    </dgm:pt>
    <dgm:pt modelId="{5D627FC8-FEA0-471F-9056-912112396152}" type="pres">
      <dgm:prSet presAssocID="{E39CB5F1-598B-418F-ABBD-60C63C072FFD}" presName="sibTrans" presStyleCnt="0"/>
      <dgm:spPr/>
    </dgm:pt>
    <dgm:pt modelId="{C0634921-1F09-45FC-B727-B0BB1A2AF8A0}" type="pres">
      <dgm:prSet presAssocID="{1704D936-4FB0-4160-9234-EFEF0C5C1F85}" presName="composite" presStyleCnt="0"/>
      <dgm:spPr/>
    </dgm:pt>
    <dgm:pt modelId="{3B190F6A-AEE8-4EDD-BE1D-2AEBF1523E20}" type="pres">
      <dgm:prSet presAssocID="{1704D936-4FB0-4160-9234-EFEF0C5C1F85}" presName="Image" presStyleLbl="alignNode1" presStyleIdx="3" presStyleCnt="5"/>
      <dgm:spPr>
        <a:blipFill rotWithShape="1">
          <a:blip xmlns:r="http://schemas.openxmlformats.org/officeDocument/2006/relationships" r:embed="rId4"/>
          <a:srcRect/>
          <a:stretch>
            <a:fillRect t="-1000" b="-1000"/>
          </a:stretch>
        </a:blipFill>
      </dgm:spPr>
    </dgm:pt>
    <dgm:pt modelId="{AC042768-7789-48F0-9EDA-0F19A87B670F}" type="pres">
      <dgm:prSet presAssocID="{1704D936-4FB0-4160-9234-EFEF0C5C1F85}" presName="Accent" presStyleLbl="parChTrans1D1" presStyleIdx="3" presStyleCnt="5"/>
      <dgm:spPr/>
    </dgm:pt>
    <dgm:pt modelId="{C0CFC0E6-731C-4767-B227-F5AB4CCB836A}" type="pres">
      <dgm:prSet presAssocID="{1704D936-4FB0-4160-9234-EFEF0C5C1F85}" presName="Parent" presStyleLbl="revTx" presStyleIdx="3" presStyleCnt="5">
        <dgm:presLayoutVars>
          <dgm:chMax val="0"/>
          <dgm:chPref val="0"/>
          <dgm:bulletEnabled val="1"/>
        </dgm:presLayoutVars>
      </dgm:prSet>
      <dgm:spPr/>
    </dgm:pt>
    <dgm:pt modelId="{B2FDC636-335F-40D3-8110-C0D3C49D8ABD}" type="pres">
      <dgm:prSet presAssocID="{E8D50CE2-F91D-4158-8737-EAFAE79BC50B}" presName="sibTrans" presStyleCnt="0"/>
      <dgm:spPr/>
    </dgm:pt>
    <dgm:pt modelId="{C0362780-2BB6-4E39-A1D6-1333FD4F648B}" type="pres">
      <dgm:prSet presAssocID="{1800E1FA-9609-4CE0-BE19-FF8848DD4FB0}" presName="composite" presStyleCnt="0"/>
      <dgm:spPr/>
    </dgm:pt>
    <dgm:pt modelId="{7706DE45-98B2-48F0-BB43-D88C95B98F5E}" type="pres">
      <dgm:prSet presAssocID="{1800E1FA-9609-4CE0-BE19-FF8848DD4FB0}" presName="Image" presStyleLbl="alignNode1" presStyleIdx="4" presStyleCnt="5"/>
      <dgm:spPr>
        <a:blipFill rotWithShape="1">
          <a:blip xmlns:r="http://schemas.openxmlformats.org/officeDocument/2006/relationships" r:embed="rId5"/>
          <a:srcRect/>
          <a:stretch>
            <a:fillRect l="-1000" r="-1000"/>
          </a:stretch>
        </a:blipFill>
      </dgm:spPr>
    </dgm:pt>
    <dgm:pt modelId="{22E02345-6721-4A4F-A308-D2EE81E56486}" type="pres">
      <dgm:prSet presAssocID="{1800E1FA-9609-4CE0-BE19-FF8848DD4FB0}" presName="Accent" presStyleLbl="parChTrans1D1" presStyleIdx="4" presStyleCnt="5"/>
      <dgm:spPr/>
    </dgm:pt>
    <dgm:pt modelId="{A54CAF79-4E84-4FA3-B46D-A320A2ACF1C3}" type="pres">
      <dgm:prSet presAssocID="{1800E1FA-9609-4CE0-BE19-FF8848DD4FB0}" presName="Parent" presStyleLbl="revTx" presStyleIdx="4" presStyleCnt="5">
        <dgm:presLayoutVars>
          <dgm:chMax val="0"/>
          <dgm:chPref val="0"/>
          <dgm:bulletEnabled val="1"/>
        </dgm:presLayoutVars>
      </dgm:prSet>
      <dgm:spPr/>
    </dgm:pt>
  </dgm:ptLst>
  <dgm:cxnLst>
    <dgm:cxn modelId="{BAAD8B26-BDBF-491E-90D2-0E3E514CFF7E}" type="presOf" srcId="{1800E1FA-9609-4CE0-BE19-FF8848DD4FB0}" destId="{A54CAF79-4E84-4FA3-B46D-A320A2ACF1C3}" srcOrd="0" destOrd="0" presId="urn:microsoft.com/office/officeart/2008/layout/PictureLineup"/>
    <dgm:cxn modelId="{638BE52E-B2C6-42E6-9080-32417559C62D}" srcId="{CD345209-B76D-42A9-BDBC-7D7B7EF5E2E1}" destId="{A2D1EEFC-1F8D-4D9E-86CF-CC16B9ED4DE1}" srcOrd="2" destOrd="0" parTransId="{682B18C0-4A76-42E2-8FD3-8B00DA296BB3}" sibTransId="{E39CB5F1-598B-418F-ABBD-60C63C072FFD}"/>
    <dgm:cxn modelId="{C69B7641-BE1A-42CB-8E02-43F52CDC5FED}" srcId="{CD345209-B76D-42A9-BDBC-7D7B7EF5E2E1}" destId="{50E35F90-7CF2-449A-B3F7-B31FFE82C2BA}" srcOrd="0" destOrd="0" parTransId="{79423FF2-6917-4992-AC9A-BFBE0F73370B}" sibTransId="{9FAAA163-10B1-40AE-9CF4-85D2E4E779D3}"/>
    <dgm:cxn modelId="{47566073-4308-4998-BFF2-EE4D3B8996AC}" srcId="{CD345209-B76D-42A9-BDBC-7D7B7EF5E2E1}" destId="{1704D936-4FB0-4160-9234-EFEF0C5C1F85}" srcOrd="3" destOrd="0" parTransId="{73A02142-C01E-4B58-A37D-EE9473AF41CF}" sibTransId="{E8D50CE2-F91D-4158-8737-EAFAE79BC50B}"/>
    <dgm:cxn modelId="{EDA3C586-140D-4A39-8418-75588FCD2F9E}" srcId="{CD345209-B76D-42A9-BDBC-7D7B7EF5E2E1}" destId="{CF8AC677-9CE5-41D5-98A9-CC8CA0EC086A}" srcOrd="1" destOrd="0" parTransId="{A407F54F-B833-4120-9F92-9AF9A9AD8C44}" sibTransId="{24D16D67-B5CE-4557-BC26-3ECEE90BBDF5}"/>
    <dgm:cxn modelId="{B1DEE0AF-5376-4905-AA6F-53891FD6102E}" type="presOf" srcId="{CF8AC677-9CE5-41D5-98A9-CC8CA0EC086A}" destId="{81C3C882-7AE6-4867-A886-CA3DA595993C}" srcOrd="0" destOrd="0" presId="urn:microsoft.com/office/officeart/2008/layout/PictureLineup"/>
    <dgm:cxn modelId="{A152E4B5-5CF1-425B-BFF5-7473A93B214D}" srcId="{CD345209-B76D-42A9-BDBC-7D7B7EF5E2E1}" destId="{1800E1FA-9609-4CE0-BE19-FF8848DD4FB0}" srcOrd="4" destOrd="0" parTransId="{D41961BD-CC8B-40A9-8669-EB6C71BDFA36}" sibTransId="{FEFB6784-8554-45E4-A85B-4CE7C454EEB2}"/>
    <dgm:cxn modelId="{53C069C2-E66D-4D59-88E3-50F6C3B4EB14}" type="presOf" srcId="{A2D1EEFC-1F8D-4D9E-86CF-CC16B9ED4DE1}" destId="{31257BA9-ABA5-49FD-91D8-B4A7A5E17852}" srcOrd="0" destOrd="0" presId="urn:microsoft.com/office/officeart/2008/layout/PictureLineup"/>
    <dgm:cxn modelId="{3FE22FE0-97BF-48CE-8B8C-343018B002F5}" type="presOf" srcId="{CD345209-B76D-42A9-BDBC-7D7B7EF5E2E1}" destId="{1C86C426-6E4B-448B-9706-24144D9465ED}" srcOrd="0" destOrd="0" presId="urn:microsoft.com/office/officeart/2008/layout/PictureLineup"/>
    <dgm:cxn modelId="{1F9B1AF3-E5CD-4B85-A66E-9B049FDA2DC5}" type="presOf" srcId="{1704D936-4FB0-4160-9234-EFEF0C5C1F85}" destId="{C0CFC0E6-731C-4767-B227-F5AB4CCB836A}" srcOrd="0" destOrd="0" presId="urn:microsoft.com/office/officeart/2008/layout/PictureLineup"/>
    <dgm:cxn modelId="{B3BFF7F6-F5FD-4190-B8AA-2DDE63775F88}" type="presOf" srcId="{50E35F90-7CF2-449A-B3F7-B31FFE82C2BA}" destId="{5D459E4B-64CE-48C4-B362-5281063E57FA}" srcOrd="0" destOrd="0" presId="urn:microsoft.com/office/officeart/2008/layout/PictureLineup"/>
    <dgm:cxn modelId="{695FB3B3-FE15-476B-AEB4-7B2C1E866CE2}" type="presParOf" srcId="{1C86C426-6E4B-448B-9706-24144D9465ED}" destId="{0546AF18-AAA4-40C7-A70A-526389F46C51}" srcOrd="0" destOrd="0" presId="urn:microsoft.com/office/officeart/2008/layout/PictureLineup"/>
    <dgm:cxn modelId="{D507CCDF-14FB-4734-9C7C-13365972C860}" type="presParOf" srcId="{0546AF18-AAA4-40C7-A70A-526389F46C51}" destId="{2033E730-7F93-4B27-BA88-B4EDF09CE1C7}" srcOrd="0" destOrd="0" presId="urn:microsoft.com/office/officeart/2008/layout/PictureLineup"/>
    <dgm:cxn modelId="{B3924612-6905-4F48-9D0D-A77CABEB89E4}" type="presParOf" srcId="{0546AF18-AAA4-40C7-A70A-526389F46C51}" destId="{EEDF967E-C2BF-48FD-BF06-8E9E77D6EDFA}" srcOrd="1" destOrd="0" presId="urn:microsoft.com/office/officeart/2008/layout/PictureLineup"/>
    <dgm:cxn modelId="{B61E71EF-1070-4DB1-A177-74A09949042D}" type="presParOf" srcId="{0546AF18-AAA4-40C7-A70A-526389F46C51}" destId="{5D459E4B-64CE-48C4-B362-5281063E57FA}" srcOrd="2" destOrd="0" presId="urn:microsoft.com/office/officeart/2008/layout/PictureLineup"/>
    <dgm:cxn modelId="{DDFE8AA9-D1A7-40EF-B648-4C1A8A029466}" type="presParOf" srcId="{1C86C426-6E4B-448B-9706-24144D9465ED}" destId="{35E25F15-CA5D-4444-9D21-1A847A699AD0}" srcOrd="1" destOrd="0" presId="urn:microsoft.com/office/officeart/2008/layout/PictureLineup"/>
    <dgm:cxn modelId="{9BCBA9D0-6CAB-484A-A13E-90FD7EA7E8E7}" type="presParOf" srcId="{1C86C426-6E4B-448B-9706-24144D9465ED}" destId="{63A22499-B44C-4347-89DD-075CF1772391}" srcOrd="2" destOrd="0" presId="urn:microsoft.com/office/officeart/2008/layout/PictureLineup"/>
    <dgm:cxn modelId="{C08744E9-EE83-4B83-85CD-2F57F149F805}" type="presParOf" srcId="{63A22499-B44C-4347-89DD-075CF1772391}" destId="{2C425F6D-CB3F-4809-8D12-F8B018478E09}" srcOrd="0" destOrd="0" presId="urn:microsoft.com/office/officeart/2008/layout/PictureLineup"/>
    <dgm:cxn modelId="{B53F6AD9-AA1E-409E-BAA9-14737D86687F}" type="presParOf" srcId="{63A22499-B44C-4347-89DD-075CF1772391}" destId="{177BD156-42A8-452A-8FFC-110D5C23E2FB}" srcOrd="1" destOrd="0" presId="urn:microsoft.com/office/officeart/2008/layout/PictureLineup"/>
    <dgm:cxn modelId="{17DE2FC2-1C42-4977-BE16-6AA11E8B3403}" type="presParOf" srcId="{63A22499-B44C-4347-89DD-075CF1772391}" destId="{81C3C882-7AE6-4867-A886-CA3DA595993C}" srcOrd="2" destOrd="0" presId="urn:microsoft.com/office/officeart/2008/layout/PictureLineup"/>
    <dgm:cxn modelId="{E00FF697-0E2D-4881-ABB5-6420D993D62B}" type="presParOf" srcId="{1C86C426-6E4B-448B-9706-24144D9465ED}" destId="{2DE760CC-BE42-4F75-AD4E-C2A586FB8566}" srcOrd="3" destOrd="0" presId="urn:microsoft.com/office/officeart/2008/layout/PictureLineup"/>
    <dgm:cxn modelId="{45F57C7A-DABF-405A-ADB7-41EC69CD3FDC}" type="presParOf" srcId="{1C86C426-6E4B-448B-9706-24144D9465ED}" destId="{232EAF42-4F25-43D0-A183-5AAC743AC02E}" srcOrd="4" destOrd="0" presId="urn:microsoft.com/office/officeart/2008/layout/PictureLineup"/>
    <dgm:cxn modelId="{3776E160-D4F0-4522-A322-F4D742839D10}" type="presParOf" srcId="{232EAF42-4F25-43D0-A183-5AAC743AC02E}" destId="{62CAA489-23F4-49C7-9C16-F32B67DBA934}" srcOrd="0" destOrd="0" presId="urn:microsoft.com/office/officeart/2008/layout/PictureLineup"/>
    <dgm:cxn modelId="{ECEDD65B-BD50-478D-A0B0-9861AC67509C}" type="presParOf" srcId="{232EAF42-4F25-43D0-A183-5AAC743AC02E}" destId="{FCC5EA28-2F61-4859-B806-30D5AEC655F0}" srcOrd="1" destOrd="0" presId="urn:microsoft.com/office/officeart/2008/layout/PictureLineup"/>
    <dgm:cxn modelId="{5D51F0DA-A32F-4D3B-A91E-B0ECE9372B2C}" type="presParOf" srcId="{232EAF42-4F25-43D0-A183-5AAC743AC02E}" destId="{31257BA9-ABA5-49FD-91D8-B4A7A5E17852}" srcOrd="2" destOrd="0" presId="urn:microsoft.com/office/officeart/2008/layout/PictureLineup"/>
    <dgm:cxn modelId="{BC17DF58-5246-4B71-907C-4CFBCE7271F3}" type="presParOf" srcId="{1C86C426-6E4B-448B-9706-24144D9465ED}" destId="{5D627FC8-FEA0-471F-9056-912112396152}" srcOrd="5" destOrd="0" presId="urn:microsoft.com/office/officeart/2008/layout/PictureLineup"/>
    <dgm:cxn modelId="{957375B7-566E-4D3A-B9F1-1B90BF6F4D70}" type="presParOf" srcId="{1C86C426-6E4B-448B-9706-24144D9465ED}" destId="{C0634921-1F09-45FC-B727-B0BB1A2AF8A0}" srcOrd="6" destOrd="0" presId="urn:microsoft.com/office/officeart/2008/layout/PictureLineup"/>
    <dgm:cxn modelId="{C6187E9C-E49C-45DD-8CC3-C600F731B8E2}" type="presParOf" srcId="{C0634921-1F09-45FC-B727-B0BB1A2AF8A0}" destId="{3B190F6A-AEE8-4EDD-BE1D-2AEBF1523E20}" srcOrd="0" destOrd="0" presId="urn:microsoft.com/office/officeart/2008/layout/PictureLineup"/>
    <dgm:cxn modelId="{69F21A39-7D3E-42F6-8224-73D2DE0574D8}" type="presParOf" srcId="{C0634921-1F09-45FC-B727-B0BB1A2AF8A0}" destId="{AC042768-7789-48F0-9EDA-0F19A87B670F}" srcOrd="1" destOrd="0" presId="urn:microsoft.com/office/officeart/2008/layout/PictureLineup"/>
    <dgm:cxn modelId="{FE5E3A34-3CD4-427A-9FA8-35CA1016F149}" type="presParOf" srcId="{C0634921-1F09-45FC-B727-B0BB1A2AF8A0}" destId="{C0CFC0E6-731C-4767-B227-F5AB4CCB836A}" srcOrd="2" destOrd="0" presId="urn:microsoft.com/office/officeart/2008/layout/PictureLineup"/>
    <dgm:cxn modelId="{23A0EEC8-06FE-4BE7-AF26-2E88608E7A81}" type="presParOf" srcId="{1C86C426-6E4B-448B-9706-24144D9465ED}" destId="{B2FDC636-335F-40D3-8110-C0D3C49D8ABD}" srcOrd="7" destOrd="0" presId="urn:microsoft.com/office/officeart/2008/layout/PictureLineup"/>
    <dgm:cxn modelId="{7DE0C290-9518-4BCD-BAA9-CA465CD21DF8}" type="presParOf" srcId="{1C86C426-6E4B-448B-9706-24144D9465ED}" destId="{C0362780-2BB6-4E39-A1D6-1333FD4F648B}" srcOrd="8" destOrd="0" presId="urn:microsoft.com/office/officeart/2008/layout/PictureLineup"/>
    <dgm:cxn modelId="{9252495E-0430-4D53-91EE-48175FA61CFF}" type="presParOf" srcId="{C0362780-2BB6-4E39-A1D6-1333FD4F648B}" destId="{7706DE45-98B2-48F0-BB43-D88C95B98F5E}" srcOrd="0" destOrd="0" presId="urn:microsoft.com/office/officeart/2008/layout/PictureLineup"/>
    <dgm:cxn modelId="{FC19D911-CAFB-41E8-A45F-BBE69D571373}" type="presParOf" srcId="{C0362780-2BB6-4E39-A1D6-1333FD4F648B}" destId="{22E02345-6721-4A4F-A308-D2EE81E56486}" srcOrd="1" destOrd="0" presId="urn:microsoft.com/office/officeart/2008/layout/PictureLineup"/>
    <dgm:cxn modelId="{DFF070E1-FF2E-49F6-8C56-6CB5ACAB9D6F}" type="presParOf" srcId="{C0362780-2BB6-4E39-A1D6-1333FD4F648B}" destId="{A54CAF79-4E84-4FA3-B46D-A320A2ACF1C3}" srcOrd="2" destOrd="0" presId="urn:microsoft.com/office/officeart/2008/layout/PictureLineup"/>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4C3AD0B-3674-455B-BBF3-EB278A616114}" type="doc">
      <dgm:prSet loTypeId="urn:microsoft.com/office/officeart/2005/8/layout/chevron1" loCatId="process" qsTypeId="urn:microsoft.com/office/officeart/2005/8/quickstyle/simple1" qsCatId="simple" csTypeId="urn:microsoft.com/office/officeart/2005/8/colors/accent0_3" csCatId="mainScheme" phldr="1"/>
      <dgm:spPr/>
      <dgm:t>
        <a:bodyPr/>
        <a:lstStyle/>
        <a:p>
          <a:endParaRPr lang="zh-TW" altLang="en-US"/>
        </a:p>
      </dgm:t>
    </dgm:pt>
    <dgm:pt modelId="{C307A333-8555-4343-BCDA-C83CEB2924A1}">
      <dgm:prSet phldrT="[文字]"/>
      <dgm:spPr/>
      <dgm:t>
        <a:bodyPr/>
        <a:lstStyle/>
        <a:p>
          <a:r>
            <a:rPr lang="en-US" altLang="zh-TW" dirty="0">
              <a:latin typeface="Times New Roman" panose="02020603050405020304" pitchFamily="18" charset="0"/>
              <a:cs typeface="Times New Roman" panose="02020603050405020304" pitchFamily="18" charset="0"/>
            </a:rPr>
            <a:t>Input Stage</a:t>
          </a:r>
          <a:endParaRPr lang="zh-TW" altLang="en-US" dirty="0">
            <a:latin typeface="Times New Roman" panose="02020603050405020304" pitchFamily="18" charset="0"/>
            <a:cs typeface="Times New Roman" panose="02020603050405020304" pitchFamily="18" charset="0"/>
          </a:endParaRPr>
        </a:p>
      </dgm:t>
    </dgm:pt>
    <dgm:pt modelId="{156E60A2-F140-4599-B520-FFB26E1B729B}" type="parTrans" cxnId="{A206A4B1-DB86-4540-8E6E-8732407DE2E5}">
      <dgm:prSet/>
      <dgm:spPr/>
      <dgm:t>
        <a:bodyPr/>
        <a:lstStyle/>
        <a:p>
          <a:endParaRPr lang="zh-TW" altLang="en-US"/>
        </a:p>
      </dgm:t>
    </dgm:pt>
    <dgm:pt modelId="{3DD1A1C7-4AEE-44A1-8036-66E28851379C}" type="sibTrans" cxnId="{A206A4B1-DB86-4540-8E6E-8732407DE2E5}">
      <dgm:prSet/>
      <dgm:spPr/>
      <dgm:t>
        <a:bodyPr/>
        <a:lstStyle/>
        <a:p>
          <a:endParaRPr lang="zh-TW" altLang="en-US"/>
        </a:p>
      </dgm:t>
    </dgm:pt>
    <dgm:pt modelId="{A75BADDB-F0E6-4684-B6C3-F86BAFB8F893}">
      <dgm:prSet phldrT="[文字]"/>
      <dgm:spPr/>
      <dgm:t>
        <a:bodyPr/>
        <a:lstStyle/>
        <a:p>
          <a:r>
            <a:rPr lang="en-US" altLang="zh-TW" dirty="0">
              <a:latin typeface="Times New Roman" panose="02020603050405020304" pitchFamily="18" charset="0"/>
              <a:cs typeface="Times New Roman" panose="02020603050405020304" pitchFamily="18" charset="0"/>
            </a:rPr>
            <a:t>Solution Path Generation Stage</a:t>
          </a:r>
          <a:endParaRPr lang="zh-TW" altLang="en-US" dirty="0">
            <a:latin typeface="Times New Roman" panose="02020603050405020304" pitchFamily="18" charset="0"/>
            <a:cs typeface="Times New Roman" panose="02020603050405020304" pitchFamily="18" charset="0"/>
          </a:endParaRPr>
        </a:p>
      </dgm:t>
    </dgm:pt>
    <dgm:pt modelId="{E22B8472-EFA9-4252-B8CC-CB14AC0A14E8}" type="parTrans" cxnId="{A343CAD5-B770-494D-8BAA-6EA793B53030}">
      <dgm:prSet/>
      <dgm:spPr/>
      <dgm:t>
        <a:bodyPr/>
        <a:lstStyle/>
        <a:p>
          <a:endParaRPr lang="zh-TW" altLang="en-US"/>
        </a:p>
      </dgm:t>
    </dgm:pt>
    <dgm:pt modelId="{619A384C-C450-4E3B-B980-05B916423964}" type="sibTrans" cxnId="{A343CAD5-B770-494D-8BAA-6EA793B53030}">
      <dgm:prSet/>
      <dgm:spPr/>
      <dgm:t>
        <a:bodyPr/>
        <a:lstStyle/>
        <a:p>
          <a:endParaRPr lang="zh-TW" altLang="en-US"/>
        </a:p>
      </dgm:t>
    </dgm:pt>
    <dgm:pt modelId="{73F353C5-685F-4B3F-B37B-73D3A92AD600}">
      <dgm:prSet phldrT="[文字]"/>
      <dgm:spPr/>
      <dgm:t>
        <a:bodyPr/>
        <a:lstStyle/>
        <a:p>
          <a:r>
            <a:rPr lang="en-US" altLang="zh-TW" dirty="0">
              <a:latin typeface="Times New Roman" panose="02020603050405020304" pitchFamily="18" charset="0"/>
              <a:cs typeface="Times New Roman" panose="02020603050405020304" pitchFamily="18" charset="0"/>
            </a:rPr>
            <a:t>Maze Generation Stage</a:t>
          </a:r>
          <a:endParaRPr lang="zh-TW" altLang="en-US" dirty="0">
            <a:latin typeface="Times New Roman" panose="02020603050405020304" pitchFamily="18" charset="0"/>
            <a:cs typeface="Times New Roman" panose="02020603050405020304" pitchFamily="18" charset="0"/>
          </a:endParaRPr>
        </a:p>
      </dgm:t>
    </dgm:pt>
    <dgm:pt modelId="{F62900E2-815C-44D5-9F42-0DA5360BF424}" type="parTrans" cxnId="{8D9EE62E-CAAD-40F6-8893-E01E24FF7C4B}">
      <dgm:prSet/>
      <dgm:spPr/>
      <dgm:t>
        <a:bodyPr/>
        <a:lstStyle/>
        <a:p>
          <a:endParaRPr lang="zh-TW" altLang="en-US"/>
        </a:p>
      </dgm:t>
    </dgm:pt>
    <dgm:pt modelId="{0B788EFF-8B91-4E93-8EA5-FD60BA411805}" type="sibTrans" cxnId="{8D9EE62E-CAAD-40F6-8893-E01E24FF7C4B}">
      <dgm:prSet/>
      <dgm:spPr/>
      <dgm:t>
        <a:bodyPr/>
        <a:lstStyle/>
        <a:p>
          <a:endParaRPr lang="zh-TW" altLang="en-US"/>
        </a:p>
      </dgm:t>
    </dgm:pt>
    <dgm:pt modelId="{903BA7E4-0578-4374-9C50-BD687C984614}">
      <dgm:prSet/>
      <dgm:spPr/>
      <dgm:t>
        <a:bodyPr/>
        <a:lstStyle/>
        <a:p>
          <a:r>
            <a:rPr lang="en-US" altLang="zh-TW" dirty="0">
              <a:latin typeface="Times New Roman" panose="02020603050405020304" pitchFamily="18" charset="0"/>
              <a:cs typeface="Times New Roman" panose="02020603050405020304" pitchFamily="18" charset="0"/>
            </a:rPr>
            <a:t>Output Stage</a:t>
          </a:r>
          <a:endParaRPr lang="zh-TW" altLang="en-US" dirty="0">
            <a:latin typeface="Times New Roman" panose="02020603050405020304" pitchFamily="18" charset="0"/>
            <a:cs typeface="Times New Roman" panose="02020603050405020304" pitchFamily="18" charset="0"/>
          </a:endParaRPr>
        </a:p>
      </dgm:t>
    </dgm:pt>
    <dgm:pt modelId="{2F0F2169-08FE-40D5-8D31-91D7F7DAAD95}" type="parTrans" cxnId="{20D97683-8FEE-4968-B9D9-71B6980733B3}">
      <dgm:prSet/>
      <dgm:spPr/>
      <dgm:t>
        <a:bodyPr/>
        <a:lstStyle/>
        <a:p>
          <a:endParaRPr lang="zh-TW" altLang="en-US"/>
        </a:p>
      </dgm:t>
    </dgm:pt>
    <dgm:pt modelId="{F0FB060C-67A2-4A24-B610-9A02287D72FB}" type="sibTrans" cxnId="{20D97683-8FEE-4968-B9D9-71B6980733B3}">
      <dgm:prSet/>
      <dgm:spPr/>
      <dgm:t>
        <a:bodyPr/>
        <a:lstStyle/>
        <a:p>
          <a:endParaRPr lang="zh-TW" altLang="en-US"/>
        </a:p>
      </dgm:t>
    </dgm:pt>
    <dgm:pt modelId="{422B5BBF-E1D7-4DAF-BD63-2E775A968A03}" type="pres">
      <dgm:prSet presAssocID="{14C3AD0B-3674-455B-BBF3-EB278A616114}" presName="Name0" presStyleCnt="0">
        <dgm:presLayoutVars>
          <dgm:dir/>
          <dgm:animLvl val="lvl"/>
          <dgm:resizeHandles val="exact"/>
        </dgm:presLayoutVars>
      </dgm:prSet>
      <dgm:spPr/>
    </dgm:pt>
    <dgm:pt modelId="{CE8BA1B8-3B5F-439A-BAD7-80545CDCD826}" type="pres">
      <dgm:prSet presAssocID="{C307A333-8555-4343-BCDA-C83CEB2924A1}" presName="parTxOnly" presStyleLbl="node1" presStyleIdx="0" presStyleCnt="4" custScaleX="71848">
        <dgm:presLayoutVars>
          <dgm:chMax val="0"/>
          <dgm:chPref val="0"/>
          <dgm:bulletEnabled val="1"/>
        </dgm:presLayoutVars>
      </dgm:prSet>
      <dgm:spPr/>
    </dgm:pt>
    <dgm:pt modelId="{1DEE9690-FFA7-4284-9FB5-313A145F8538}" type="pres">
      <dgm:prSet presAssocID="{3DD1A1C7-4AEE-44A1-8036-66E28851379C}" presName="parTxOnlySpace" presStyleCnt="0"/>
      <dgm:spPr/>
    </dgm:pt>
    <dgm:pt modelId="{7A5A1631-637C-4888-B7A6-EF38250215BF}" type="pres">
      <dgm:prSet presAssocID="{A75BADDB-F0E6-4684-B6C3-F86BAFB8F893}" presName="parTxOnly" presStyleLbl="node1" presStyleIdx="1" presStyleCnt="4">
        <dgm:presLayoutVars>
          <dgm:chMax val="0"/>
          <dgm:chPref val="0"/>
          <dgm:bulletEnabled val="1"/>
        </dgm:presLayoutVars>
      </dgm:prSet>
      <dgm:spPr/>
    </dgm:pt>
    <dgm:pt modelId="{BE55BF66-A4C0-4F38-85F7-D084470242A1}" type="pres">
      <dgm:prSet presAssocID="{619A384C-C450-4E3B-B980-05B916423964}" presName="parTxOnlySpace" presStyleCnt="0"/>
      <dgm:spPr/>
    </dgm:pt>
    <dgm:pt modelId="{6FD7D6C8-6F6C-4F43-9ADA-5BBE0064702B}" type="pres">
      <dgm:prSet presAssocID="{73F353C5-685F-4B3F-B37B-73D3A92AD600}" presName="parTxOnly" presStyleLbl="node1" presStyleIdx="2" presStyleCnt="4" custScaleX="85085">
        <dgm:presLayoutVars>
          <dgm:chMax val="0"/>
          <dgm:chPref val="0"/>
          <dgm:bulletEnabled val="1"/>
        </dgm:presLayoutVars>
      </dgm:prSet>
      <dgm:spPr/>
    </dgm:pt>
    <dgm:pt modelId="{9D23D73C-5870-4130-83D4-1A3B88A6C02D}" type="pres">
      <dgm:prSet presAssocID="{0B788EFF-8B91-4E93-8EA5-FD60BA411805}" presName="parTxOnlySpace" presStyleCnt="0"/>
      <dgm:spPr/>
    </dgm:pt>
    <dgm:pt modelId="{FA77A0CE-C5F4-4154-A8A9-A3274A3D5529}" type="pres">
      <dgm:prSet presAssocID="{903BA7E4-0578-4374-9C50-BD687C984614}" presName="parTxOnly" presStyleLbl="node1" presStyleIdx="3" presStyleCnt="4" custScaleX="72019">
        <dgm:presLayoutVars>
          <dgm:chMax val="0"/>
          <dgm:chPref val="0"/>
          <dgm:bulletEnabled val="1"/>
        </dgm:presLayoutVars>
      </dgm:prSet>
      <dgm:spPr/>
    </dgm:pt>
  </dgm:ptLst>
  <dgm:cxnLst>
    <dgm:cxn modelId="{3A733D2A-02F1-4FD2-A775-765B69B8B50A}" type="presOf" srcId="{14C3AD0B-3674-455B-BBF3-EB278A616114}" destId="{422B5BBF-E1D7-4DAF-BD63-2E775A968A03}" srcOrd="0" destOrd="0" presId="urn:microsoft.com/office/officeart/2005/8/layout/chevron1"/>
    <dgm:cxn modelId="{8D9EE62E-CAAD-40F6-8893-E01E24FF7C4B}" srcId="{14C3AD0B-3674-455B-BBF3-EB278A616114}" destId="{73F353C5-685F-4B3F-B37B-73D3A92AD600}" srcOrd="2" destOrd="0" parTransId="{F62900E2-815C-44D5-9F42-0DA5360BF424}" sibTransId="{0B788EFF-8B91-4E93-8EA5-FD60BA411805}"/>
    <dgm:cxn modelId="{99D7AD44-C560-4443-A97E-AA414EEB51AF}" type="presOf" srcId="{903BA7E4-0578-4374-9C50-BD687C984614}" destId="{FA77A0CE-C5F4-4154-A8A9-A3274A3D5529}" srcOrd="0" destOrd="0" presId="urn:microsoft.com/office/officeart/2005/8/layout/chevron1"/>
    <dgm:cxn modelId="{1114A14B-1EDB-41F9-950E-B3A4789DB3EE}" type="presOf" srcId="{C307A333-8555-4343-BCDA-C83CEB2924A1}" destId="{CE8BA1B8-3B5F-439A-BAD7-80545CDCD826}" srcOrd="0" destOrd="0" presId="urn:microsoft.com/office/officeart/2005/8/layout/chevron1"/>
    <dgm:cxn modelId="{E8159C80-AB3B-4B33-9BB5-AC6BC38061AC}" type="presOf" srcId="{A75BADDB-F0E6-4684-B6C3-F86BAFB8F893}" destId="{7A5A1631-637C-4888-B7A6-EF38250215BF}" srcOrd="0" destOrd="0" presId="urn:microsoft.com/office/officeart/2005/8/layout/chevron1"/>
    <dgm:cxn modelId="{20D97683-8FEE-4968-B9D9-71B6980733B3}" srcId="{14C3AD0B-3674-455B-BBF3-EB278A616114}" destId="{903BA7E4-0578-4374-9C50-BD687C984614}" srcOrd="3" destOrd="0" parTransId="{2F0F2169-08FE-40D5-8D31-91D7F7DAAD95}" sibTransId="{F0FB060C-67A2-4A24-B610-9A02287D72FB}"/>
    <dgm:cxn modelId="{A206A4B1-DB86-4540-8E6E-8732407DE2E5}" srcId="{14C3AD0B-3674-455B-BBF3-EB278A616114}" destId="{C307A333-8555-4343-BCDA-C83CEB2924A1}" srcOrd="0" destOrd="0" parTransId="{156E60A2-F140-4599-B520-FFB26E1B729B}" sibTransId="{3DD1A1C7-4AEE-44A1-8036-66E28851379C}"/>
    <dgm:cxn modelId="{A343CAD5-B770-494D-8BAA-6EA793B53030}" srcId="{14C3AD0B-3674-455B-BBF3-EB278A616114}" destId="{A75BADDB-F0E6-4684-B6C3-F86BAFB8F893}" srcOrd="1" destOrd="0" parTransId="{E22B8472-EFA9-4252-B8CC-CB14AC0A14E8}" sibTransId="{619A384C-C450-4E3B-B980-05B916423964}"/>
    <dgm:cxn modelId="{1C286DE0-AA83-466B-A83D-8978F74D210A}" type="presOf" srcId="{73F353C5-685F-4B3F-B37B-73D3A92AD600}" destId="{6FD7D6C8-6F6C-4F43-9ADA-5BBE0064702B}" srcOrd="0" destOrd="0" presId="urn:microsoft.com/office/officeart/2005/8/layout/chevron1"/>
    <dgm:cxn modelId="{5A5EC98A-9088-4E7A-8A60-A84EC80A189B}" type="presParOf" srcId="{422B5BBF-E1D7-4DAF-BD63-2E775A968A03}" destId="{CE8BA1B8-3B5F-439A-BAD7-80545CDCD826}" srcOrd="0" destOrd="0" presId="urn:microsoft.com/office/officeart/2005/8/layout/chevron1"/>
    <dgm:cxn modelId="{72DFD850-3990-4539-B8F0-6A71456C3D53}" type="presParOf" srcId="{422B5BBF-E1D7-4DAF-BD63-2E775A968A03}" destId="{1DEE9690-FFA7-4284-9FB5-313A145F8538}" srcOrd="1" destOrd="0" presId="urn:microsoft.com/office/officeart/2005/8/layout/chevron1"/>
    <dgm:cxn modelId="{E96C7DAF-363B-4D0D-B9FC-E4979A585F06}" type="presParOf" srcId="{422B5BBF-E1D7-4DAF-BD63-2E775A968A03}" destId="{7A5A1631-637C-4888-B7A6-EF38250215BF}" srcOrd="2" destOrd="0" presId="urn:microsoft.com/office/officeart/2005/8/layout/chevron1"/>
    <dgm:cxn modelId="{DBC51247-AC0C-40E7-8100-B5290059AABA}" type="presParOf" srcId="{422B5BBF-E1D7-4DAF-BD63-2E775A968A03}" destId="{BE55BF66-A4C0-4F38-85F7-D084470242A1}" srcOrd="3" destOrd="0" presId="urn:microsoft.com/office/officeart/2005/8/layout/chevron1"/>
    <dgm:cxn modelId="{C029340C-FFD2-4CE3-B116-D277D0B7CD5D}" type="presParOf" srcId="{422B5BBF-E1D7-4DAF-BD63-2E775A968A03}" destId="{6FD7D6C8-6F6C-4F43-9ADA-5BBE0064702B}" srcOrd="4" destOrd="0" presId="urn:microsoft.com/office/officeart/2005/8/layout/chevron1"/>
    <dgm:cxn modelId="{EF4B7605-8E47-4A0B-A1D1-1CED65BB6A2F}" type="presParOf" srcId="{422B5BBF-E1D7-4DAF-BD63-2E775A968A03}" destId="{9D23D73C-5870-4130-83D4-1A3B88A6C02D}" srcOrd="5" destOrd="0" presId="urn:microsoft.com/office/officeart/2005/8/layout/chevron1"/>
    <dgm:cxn modelId="{536A249C-0F0A-4829-99A7-BA765B04F177}" type="presParOf" srcId="{422B5BBF-E1D7-4DAF-BD63-2E775A968A03}" destId="{FA77A0CE-C5F4-4154-A8A9-A3274A3D5529}" srcOrd="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95FB46B-4061-4894-A12A-AFDD03AD12AD}" type="doc">
      <dgm:prSet loTypeId="urn:microsoft.com/office/officeart/2008/layout/BendingPictureCaptionList" loCatId="picture" qsTypeId="urn:microsoft.com/office/officeart/2005/8/quickstyle/simple1" qsCatId="simple" csTypeId="urn:microsoft.com/office/officeart/2005/8/colors/accent1_1" csCatId="accent1" phldr="1"/>
      <dgm:spPr/>
      <dgm:t>
        <a:bodyPr/>
        <a:lstStyle/>
        <a:p>
          <a:endParaRPr lang="zh-TW" altLang="en-US"/>
        </a:p>
      </dgm:t>
    </dgm:pt>
    <dgm:pt modelId="{9ACC5C68-23A9-4BCE-A0C8-9993FF8321B4}">
      <dgm:prSet phldrT="[文字]"/>
      <dgm:spPr/>
      <dgm:t>
        <a:bodyPr/>
        <a:lstStyle/>
        <a:p>
          <a:r>
            <a:rPr lang="en-US" altLang="en-US" dirty="0">
              <a:latin typeface="Times New Roman" panose="02020603050405020304" pitchFamily="18" charset="0"/>
              <a:cs typeface="Times New Roman" panose="02020603050405020304" pitchFamily="18" charset="0"/>
            </a:rPr>
            <a:t>maze design tool </a:t>
          </a:r>
          <a:endParaRPr lang="zh-TW" altLang="en-US" dirty="0">
            <a:latin typeface="Times New Roman" panose="02020603050405020304" pitchFamily="18" charset="0"/>
            <a:cs typeface="Times New Roman" panose="02020603050405020304" pitchFamily="18" charset="0"/>
          </a:endParaRPr>
        </a:p>
      </dgm:t>
    </dgm:pt>
    <dgm:pt modelId="{B8D9CD8B-9218-4256-A98B-9A2B34E489FB}" type="parTrans" cxnId="{8C022996-32BC-4522-BDA5-35EE262666D3}">
      <dgm:prSet/>
      <dgm:spPr/>
      <dgm:t>
        <a:bodyPr/>
        <a:lstStyle/>
        <a:p>
          <a:endParaRPr lang="zh-TW" altLang="en-US"/>
        </a:p>
      </dgm:t>
    </dgm:pt>
    <dgm:pt modelId="{18FF6B78-82CA-41EB-9953-25D17F234176}" type="sibTrans" cxnId="{8C022996-32BC-4522-BDA5-35EE262666D3}">
      <dgm:prSet/>
      <dgm:spPr/>
      <dgm:t>
        <a:bodyPr/>
        <a:lstStyle/>
        <a:p>
          <a:endParaRPr lang="zh-TW" altLang="en-US"/>
        </a:p>
      </dgm:t>
    </dgm:pt>
    <dgm:pt modelId="{A44DBA27-2634-4B36-BB0D-D276235000F8}">
      <dgm:prSet phldrT="[文字]"/>
      <dgm:spPr/>
      <dgm:t>
        <a:bodyPr/>
        <a:lstStyle/>
        <a:p>
          <a:r>
            <a:rPr lang="en-US" altLang="en-US" dirty="0">
              <a:latin typeface="Times New Roman" panose="02020603050405020304" pitchFamily="18" charset="0"/>
              <a:cs typeface="Times New Roman" panose="02020603050405020304" pitchFamily="18" charset="0"/>
            </a:rPr>
            <a:t>rolling ball game maze </a:t>
          </a:r>
          <a:endParaRPr lang="zh-TW" altLang="en-US" dirty="0">
            <a:latin typeface="Times New Roman" panose="02020603050405020304" pitchFamily="18" charset="0"/>
            <a:cs typeface="Times New Roman" panose="02020603050405020304" pitchFamily="18" charset="0"/>
          </a:endParaRPr>
        </a:p>
      </dgm:t>
    </dgm:pt>
    <dgm:pt modelId="{F5C2C134-5596-4C7B-80E9-170FC38EFD92}" type="parTrans" cxnId="{0AECFBA3-2910-476A-BF72-0185A4FE7B9A}">
      <dgm:prSet/>
      <dgm:spPr/>
      <dgm:t>
        <a:bodyPr/>
        <a:lstStyle/>
        <a:p>
          <a:endParaRPr lang="zh-TW" altLang="en-US"/>
        </a:p>
      </dgm:t>
    </dgm:pt>
    <dgm:pt modelId="{1721F1FF-D49A-444A-ACF7-166F0FB9A61F}" type="sibTrans" cxnId="{0AECFBA3-2910-476A-BF72-0185A4FE7B9A}">
      <dgm:prSet/>
      <dgm:spPr/>
      <dgm:t>
        <a:bodyPr/>
        <a:lstStyle/>
        <a:p>
          <a:endParaRPr lang="zh-TW" altLang="en-US"/>
        </a:p>
      </dgm:t>
    </dgm:pt>
    <dgm:pt modelId="{FB356AB5-9204-4936-BE4A-A9C3ACF2E6B6}">
      <dgm:prSet phldrT="[文字]"/>
      <dgm:spPr/>
      <dgm:t>
        <a:bodyPr/>
        <a:lstStyle/>
        <a:p>
          <a:r>
            <a:rPr lang="en-US" altLang="en-US" dirty="0">
              <a:latin typeface="Times New Roman" panose="02020603050405020304" pitchFamily="18" charset="0"/>
              <a:cs typeface="Times New Roman" panose="02020603050405020304" pitchFamily="18" charset="0"/>
            </a:rPr>
            <a:t>rolling ball game actual gameplay view</a:t>
          </a:r>
          <a:endParaRPr lang="zh-TW" altLang="en-US" dirty="0">
            <a:latin typeface="Times New Roman" panose="02020603050405020304" pitchFamily="18" charset="0"/>
            <a:cs typeface="Times New Roman" panose="02020603050405020304" pitchFamily="18" charset="0"/>
          </a:endParaRPr>
        </a:p>
      </dgm:t>
    </dgm:pt>
    <dgm:pt modelId="{0993AB22-E6D5-439B-A947-04816E460E47}" type="parTrans" cxnId="{3E78634E-F45B-4891-9EAD-FFEE3F1A4DBD}">
      <dgm:prSet/>
      <dgm:spPr/>
      <dgm:t>
        <a:bodyPr/>
        <a:lstStyle/>
        <a:p>
          <a:endParaRPr lang="zh-TW" altLang="en-US"/>
        </a:p>
      </dgm:t>
    </dgm:pt>
    <dgm:pt modelId="{A3B55B7B-94D1-4CE9-B2B0-2A2EBC0F5C8B}" type="sibTrans" cxnId="{3E78634E-F45B-4891-9EAD-FFEE3F1A4DBD}">
      <dgm:prSet/>
      <dgm:spPr/>
      <dgm:t>
        <a:bodyPr/>
        <a:lstStyle/>
        <a:p>
          <a:endParaRPr lang="zh-TW" altLang="en-US"/>
        </a:p>
      </dgm:t>
    </dgm:pt>
    <dgm:pt modelId="{997A1B74-5DB9-4829-8B04-D10EE4AAF948}">
      <dgm:prSet/>
      <dgm:spPr/>
      <dgm:t>
        <a:bodyPr/>
        <a:lstStyle/>
        <a:p>
          <a:r>
            <a:rPr lang="en-US" altLang="en-US" dirty="0">
              <a:latin typeface="Times New Roman" panose="02020603050405020304" pitchFamily="18" charset="0"/>
              <a:cs typeface="Times New Roman" panose="02020603050405020304" pitchFamily="18" charset="0"/>
            </a:rPr>
            <a:t>plumbing game captured</a:t>
          </a:r>
          <a:endParaRPr lang="zh-TW" altLang="en-US" dirty="0">
            <a:latin typeface="Times New Roman" panose="02020603050405020304" pitchFamily="18" charset="0"/>
            <a:cs typeface="Times New Roman" panose="02020603050405020304" pitchFamily="18" charset="0"/>
          </a:endParaRPr>
        </a:p>
      </dgm:t>
    </dgm:pt>
    <dgm:pt modelId="{D67CCC97-526A-42C7-81C8-04BCE79CBEAA}" type="parTrans" cxnId="{5F6814BC-2328-4B80-BAA3-5F8EE9B57EFC}">
      <dgm:prSet/>
      <dgm:spPr/>
      <dgm:t>
        <a:bodyPr/>
        <a:lstStyle/>
        <a:p>
          <a:endParaRPr lang="zh-TW" altLang="en-US"/>
        </a:p>
      </dgm:t>
    </dgm:pt>
    <dgm:pt modelId="{FE23272D-DB9F-4F2C-88C7-0A2C2489A383}" type="sibTrans" cxnId="{5F6814BC-2328-4B80-BAA3-5F8EE9B57EFC}">
      <dgm:prSet/>
      <dgm:spPr/>
      <dgm:t>
        <a:bodyPr/>
        <a:lstStyle/>
        <a:p>
          <a:endParaRPr lang="zh-TW" altLang="en-US"/>
        </a:p>
      </dgm:t>
    </dgm:pt>
    <dgm:pt modelId="{36ECF353-72FC-422B-A08B-393930FA4161}" type="pres">
      <dgm:prSet presAssocID="{595FB46B-4061-4894-A12A-AFDD03AD12AD}" presName="Name0" presStyleCnt="0">
        <dgm:presLayoutVars>
          <dgm:dir/>
          <dgm:resizeHandles val="exact"/>
        </dgm:presLayoutVars>
      </dgm:prSet>
      <dgm:spPr/>
    </dgm:pt>
    <dgm:pt modelId="{5BDA1F1B-D522-4F54-8868-CFE6E18E47B1}" type="pres">
      <dgm:prSet presAssocID="{9ACC5C68-23A9-4BCE-A0C8-9993FF8321B4}" presName="composite" presStyleCnt="0"/>
      <dgm:spPr/>
    </dgm:pt>
    <dgm:pt modelId="{0CCE97EA-3A04-4CBC-9448-42D2C633B1C3}" type="pres">
      <dgm:prSet presAssocID="{9ACC5C68-23A9-4BCE-A0C8-9993FF8321B4}" presName="rect1" presStyleLbl="bgImgPlace1" presStyleIdx="0" presStyleCnt="4"/>
      <dgm:spPr>
        <a:blipFill rotWithShape="1">
          <a:blip xmlns:r="http://schemas.openxmlformats.org/officeDocument/2006/relationships" r:embed="rId1"/>
          <a:srcRect/>
          <a:stretch>
            <a:fillRect t="-4000" b="-4000"/>
          </a:stretch>
        </a:blipFill>
      </dgm:spPr>
    </dgm:pt>
    <dgm:pt modelId="{BB17925F-E9F0-427D-AAF3-A539E56685E0}" type="pres">
      <dgm:prSet presAssocID="{9ACC5C68-23A9-4BCE-A0C8-9993FF8321B4}" presName="wedgeRectCallout1" presStyleLbl="node1" presStyleIdx="0" presStyleCnt="4">
        <dgm:presLayoutVars>
          <dgm:bulletEnabled val="1"/>
        </dgm:presLayoutVars>
      </dgm:prSet>
      <dgm:spPr/>
    </dgm:pt>
    <dgm:pt modelId="{29D1FF39-1D11-4238-A2B9-520DCB718474}" type="pres">
      <dgm:prSet presAssocID="{18FF6B78-82CA-41EB-9953-25D17F234176}" presName="sibTrans" presStyleCnt="0"/>
      <dgm:spPr/>
    </dgm:pt>
    <dgm:pt modelId="{165D6F45-D3BA-4AE7-9152-7D602CDAE978}" type="pres">
      <dgm:prSet presAssocID="{A44DBA27-2634-4B36-BB0D-D276235000F8}" presName="composite" presStyleCnt="0"/>
      <dgm:spPr/>
    </dgm:pt>
    <dgm:pt modelId="{C0182A2C-4072-420C-9A9F-505523148E5D}" type="pres">
      <dgm:prSet presAssocID="{A44DBA27-2634-4B36-BB0D-D276235000F8}" presName="rect1" presStyleLbl="bgImgPlace1" presStyleIdx="1" presStyleCnt="4"/>
      <dgm:spPr>
        <a:blipFill rotWithShape="1">
          <a:blip xmlns:r="http://schemas.openxmlformats.org/officeDocument/2006/relationships" r:embed="rId2"/>
          <a:srcRect/>
          <a:stretch>
            <a:fillRect t="-4000" b="-4000"/>
          </a:stretch>
        </a:blipFill>
      </dgm:spPr>
    </dgm:pt>
    <dgm:pt modelId="{331D9405-0BEA-4FB3-9F9D-FBEDC38C0356}" type="pres">
      <dgm:prSet presAssocID="{A44DBA27-2634-4B36-BB0D-D276235000F8}" presName="wedgeRectCallout1" presStyleLbl="node1" presStyleIdx="1" presStyleCnt="4">
        <dgm:presLayoutVars>
          <dgm:bulletEnabled val="1"/>
        </dgm:presLayoutVars>
      </dgm:prSet>
      <dgm:spPr/>
    </dgm:pt>
    <dgm:pt modelId="{507D1B31-3C66-462C-82D1-89D3250A00E9}" type="pres">
      <dgm:prSet presAssocID="{1721F1FF-D49A-444A-ACF7-166F0FB9A61F}" presName="sibTrans" presStyleCnt="0"/>
      <dgm:spPr/>
    </dgm:pt>
    <dgm:pt modelId="{684A9B91-AC68-4338-9BB1-CA2EF7D88768}" type="pres">
      <dgm:prSet presAssocID="{FB356AB5-9204-4936-BE4A-A9C3ACF2E6B6}" presName="composite" presStyleCnt="0"/>
      <dgm:spPr/>
    </dgm:pt>
    <dgm:pt modelId="{8BF74026-DC24-4BB2-A68F-E8282FC0DD68}" type="pres">
      <dgm:prSet presAssocID="{FB356AB5-9204-4936-BE4A-A9C3ACF2E6B6}" presName="rect1" presStyleLbl="bgImgPlace1" presStyleIdx="2" presStyleCnt="4"/>
      <dgm:spPr>
        <a:blipFill rotWithShape="1">
          <a:blip xmlns:r="http://schemas.openxmlformats.org/officeDocument/2006/relationships" r:embed="rId3"/>
          <a:srcRect/>
          <a:stretch>
            <a:fillRect t="-6000" b="-6000"/>
          </a:stretch>
        </a:blipFill>
      </dgm:spPr>
    </dgm:pt>
    <dgm:pt modelId="{C753A140-3C42-4C45-B6F3-DB3E5DAC3A84}" type="pres">
      <dgm:prSet presAssocID="{FB356AB5-9204-4936-BE4A-A9C3ACF2E6B6}" presName="wedgeRectCallout1" presStyleLbl="node1" presStyleIdx="2" presStyleCnt="4">
        <dgm:presLayoutVars>
          <dgm:bulletEnabled val="1"/>
        </dgm:presLayoutVars>
      </dgm:prSet>
      <dgm:spPr/>
    </dgm:pt>
    <dgm:pt modelId="{F7A37072-A1B2-44D2-B163-6EF04CC48813}" type="pres">
      <dgm:prSet presAssocID="{A3B55B7B-94D1-4CE9-B2B0-2A2EBC0F5C8B}" presName="sibTrans" presStyleCnt="0"/>
      <dgm:spPr/>
    </dgm:pt>
    <dgm:pt modelId="{19196EF9-3E7D-4660-98D8-88A0C4868FE9}" type="pres">
      <dgm:prSet presAssocID="{997A1B74-5DB9-4829-8B04-D10EE4AAF948}" presName="composite" presStyleCnt="0"/>
      <dgm:spPr/>
    </dgm:pt>
    <dgm:pt modelId="{E979755D-96C4-418A-B477-3B7456ABA263}" type="pres">
      <dgm:prSet presAssocID="{997A1B74-5DB9-4829-8B04-D10EE4AAF948}" presName="rect1" presStyleLbl="bgImgPlace1" presStyleIdx="3" presStyleCnt="4"/>
      <dgm:spPr>
        <a:blipFill rotWithShape="1">
          <a:blip xmlns:r="http://schemas.openxmlformats.org/officeDocument/2006/relationships" r:embed="rId4"/>
          <a:srcRect/>
          <a:stretch>
            <a:fillRect t="-7000" b="-7000"/>
          </a:stretch>
        </a:blipFill>
      </dgm:spPr>
    </dgm:pt>
    <dgm:pt modelId="{A4862A59-C2DA-49A2-9261-17F2E9864685}" type="pres">
      <dgm:prSet presAssocID="{997A1B74-5DB9-4829-8B04-D10EE4AAF948}" presName="wedgeRectCallout1" presStyleLbl="node1" presStyleIdx="3" presStyleCnt="4">
        <dgm:presLayoutVars>
          <dgm:bulletEnabled val="1"/>
        </dgm:presLayoutVars>
      </dgm:prSet>
      <dgm:spPr/>
    </dgm:pt>
  </dgm:ptLst>
  <dgm:cxnLst>
    <dgm:cxn modelId="{EA4D402B-ACDB-4C83-AF8B-99CC0087A831}" type="presOf" srcId="{A44DBA27-2634-4B36-BB0D-D276235000F8}" destId="{331D9405-0BEA-4FB3-9F9D-FBEDC38C0356}" srcOrd="0" destOrd="0" presId="urn:microsoft.com/office/officeart/2008/layout/BendingPictureCaptionList"/>
    <dgm:cxn modelId="{3E78634E-F45B-4891-9EAD-FFEE3F1A4DBD}" srcId="{595FB46B-4061-4894-A12A-AFDD03AD12AD}" destId="{FB356AB5-9204-4936-BE4A-A9C3ACF2E6B6}" srcOrd="2" destOrd="0" parTransId="{0993AB22-E6D5-439B-A947-04816E460E47}" sibTransId="{A3B55B7B-94D1-4CE9-B2B0-2A2EBC0F5C8B}"/>
    <dgm:cxn modelId="{B00E6A8E-0523-4500-92C9-404C32E9A0E8}" type="presOf" srcId="{FB356AB5-9204-4936-BE4A-A9C3ACF2E6B6}" destId="{C753A140-3C42-4C45-B6F3-DB3E5DAC3A84}" srcOrd="0" destOrd="0" presId="urn:microsoft.com/office/officeart/2008/layout/BendingPictureCaptionList"/>
    <dgm:cxn modelId="{8C022996-32BC-4522-BDA5-35EE262666D3}" srcId="{595FB46B-4061-4894-A12A-AFDD03AD12AD}" destId="{9ACC5C68-23A9-4BCE-A0C8-9993FF8321B4}" srcOrd="0" destOrd="0" parTransId="{B8D9CD8B-9218-4256-A98B-9A2B34E489FB}" sibTransId="{18FF6B78-82CA-41EB-9953-25D17F234176}"/>
    <dgm:cxn modelId="{906C25A3-9D36-4C8C-AF98-52A5DB6EB7EB}" type="presOf" srcId="{595FB46B-4061-4894-A12A-AFDD03AD12AD}" destId="{36ECF353-72FC-422B-A08B-393930FA4161}" srcOrd="0" destOrd="0" presId="urn:microsoft.com/office/officeart/2008/layout/BendingPictureCaptionList"/>
    <dgm:cxn modelId="{0AECFBA3-2910-476A-BF72-0185A4FE7B9A}" srcId="{595FB46B-4061-4894-A12A-AFDD03AD12AD}" destId="{A44DBA27-2634-4B36-BB0D-D276235000F8}" srcOrd="1" destOrd="0" parTransId="{F5C2C134-5596-4C7B-80E9-170FC38EFD92}" sibTransId="{1721F1FF-D49A-444A-ACF7-166F0FB9A61F}"/>
    <dgm:cxn modelId="{5F6814BC-2328-4B80-BAA3-5F8EE9B57EFC}" srcId="{595FB46B-4061-4894-A12A-AFDD03AD12AD}" destId="{997A1B74-5DB9-4829-8B04-D10EE4AAF948}" srcOrd="3" destOrd="0" parTransId="{D67CCC97-526A-42C7-81C8-04BCE79CBEAA}" sibTransId="{FE23272D-DB9F-4F2C-88C7-0A2C2489A383}"/>
    <dgm:cxn modelId="{D0E6D1C8-1DC1-481F-9438-59E1394E6577}" type="presOf" srcId="{997A1B74-5DB9-4829-8B04-D10EE4AAF948}" destId="{A4862A59-C2DA-49A2-9261-17F2E9864685}" srcOrd="0" destOrd="0" presId="urn:microsoft.com/office/officeart/2008/layout/BendingPictureCaptionList"/>
    <dgm:cxn modelId="{FA730ED3-D7BC-4B0E-A1CD-F9B177EA48DF}" type="presOf" srcId="{9ACC5C68-23A9-4BCE-A0C8-9993FF8321B4}" destId="{BB17925F-E9F0-427D-AAF3-A539E56685E0}" srcOrd="0" destOrd="0" presId="urn:microsoft.com/office/officeart/2008/layout/BendingPictureCaptionList"/>
    <dgm:cxn modelId="{868C8AB0-C064-402E-BA4F-C6A99DA79C2C}" type="presParOf" srcId="{36ECF353-72FC-422B-A08B-393930FA4161}" destId="{5BDA1F1B-D522-4F54-8868-CFE6E18E47B1}" srcOrd="0" destOrd="0" presId="urn:microsoft.com/office/officeart/2008/layout/BendingPictureCaptionList"/>
    <dgm:cxn modelId="{4FEAA483-0817-4D0C-A5E1-F8D522574B12}" type="presParOf" srcId="{5BDA1F1B-D522-4F54-8868-CFE6E18E47B1}" destId="{0CCE97EA-3A04-4CBC-9448-42D2C633B1C3}" srcOrd="0" destOrd="0" presId="urn:microsoft.com/office/officeart/2008/layout/BendingPictureCaptionList"/>
    <dgm:cxn modelId="{62DF5478-8D59-4F98-81C3-9FC8B5BE89F8}" type="presParOf" srcId="{5BDA1F1B-D522-4F54-8868-CFE6E18E47B1}" destId="{BB17925F-E9F0-427D-AAF3-A539E56685E0}" srcOrd="1" destOrd="0" presId="urn:microsoft.com/office/officeart/2008/layout/BendingPictureCaptionList"/>
    <dgm:cxn modelId="{F9E0A2A9-54F3-4E8A-9A6A-16C74ABB7F5B}" type="presParOf" srcId="{36ECF353-72FC-422B-A08B-393930FA4161}" destId="{29D1FF39-1D11-4238-A2B9-520DCB718474}" srcOrd="1" destOrd="0" presId="urn:microsoft.com/office/officeart/2008/layout/BendingPictureCaptionList"/>
    <dgm:cxn modelId="{A5B6B932-62E6-42AD-94D1-915D63B1653E}" type="presParOf" srcId="{36ECF353-72FC-422B-A08B-393930FA4161}" destId="{165D6F45-D3BA-4AE7-9152-7D602CDAE978}" srcOrd="2" destOrd="0" presId="urn:microsoft.com/office/officeart/2008/layout/BendingPictureCaptionList"/>
    <dgm:cxn modelId="{A70EB0E4-DB9A-41EC-B3EC-C4847DE3021D}" type="presParOf" srcId="{165D6F45-D3BA-4AE7-9152-7D602CDAE978}" destId="{C0182A2C-4072-420C-9A9F-505523148E5D}" srcOrd="0" destOrd="0" presId="urn:microsoft.com/office/officeart/2008/layout/BendingPictureCaptionList"/>
    <dgm:cxn modelId="{124829FD-8DF2-409F-BDEB-11DCD389AE24}" type="presParOf" srcId="{165D6F45-D3BA-4AE7-9152-7D602CDAE978}" destId="{331D9405-0BEA-4FB3-9F9D-FBEDC38C0356}" srcOrd="1" destOrd="0" presId="urn:microsoft.com/office/officeart/2008/layout/BendingPictureCaptionList"/>
    <dgm:cxn modelId="{628B8ED0-7720-436D-8D28-3109F2FAD9BA}" type="presParOf" srcId="{36ECF353-72FC-422B-A08B-393930FA4161}" destId="{507D1B31-3C66-462C-82D1-89D3250A00E9}" srcOrd="3" destOrd="0" presId="urn:microsoft.com/office/officeart/2008/layout/BendingPictureCaptionList"/>
    <dgm:cxn modelId="{7D8C2485-4E55-451D-8C74-E015E23D54ED}" type="presParOf" srcId="{36ECF353-72FC-422B-A08B-393930FA4161}" destId="{684A9B91-AC68-4338-9BB1-CA2EF7D88768}" srcOrd="4" destOrd="0" presId="urn:microsoft.com/office/officeart/2008/layout/BendingPictureCaptionList"/>
    <dgm:cxn modelId="{E105220D-8395-43CF-B224-E15120BBE416}" type="presParOf" srcId="{684A9B91-AC68-4338-9BB1-CA2EF7D88768}" destId="{8BF74026-DC24-4BB2-A68F-E8282FC0DD68}" srcOrd="0" destOrd="0" presId="urn:microsoft.com/office/officeart/2008/layout/BendingPictureCaptionList"/>
    <dgm:cxn modelId="{729B80C3-4B4A-4CD1-9123-E619E41F34A6}" type="presParOf" srcId="{684A9B91-AC68-4338-9BB1-CA2EF7D88768}" destId="{C753A140-3C42-4C45-B6F3-DB3E5DAC3A84}" srcOrd="1" destOrd="0" presId="urn:microsoft.com/office/officeart/2008/layout/BendingPictureCaptionList"/>
    <dgm:cxn modelId="{4CF92D7D-CB7C-4060-8037-2D1834D649A5}" type="presParOf" srcId="{36ECF353-72FC-422B-A08B-393930FA4161}" destId="{F7A37072-A1B2-44D2-B163-6EF04CC48813}" srcOrd="5" destOrd="0" presId="urn:microsoft.com/office/officeart/2008/layout/BendingPictureCaptionList"/>
    <dgm:cxn modelId="{2C1AF3BB-3700-4E7F-B20D-1E539BEDF800}" type="presParOf" srcId="{36ECF353-72FC-422B-A08B-393930FA4161}" destId="{19196EF9-3E7D-4660-98D8-88A0C4868FE9}" srcOrd="6" destOrd="0" presId="urn:microsoft.com/office/officeart/2008/layout/BendingPictureCaptionList"/>
    <dgm:cxn modelId="{0EFCDFB9-1A4E-48B7-B6B2-1005CF1AAAD2}" type="presParOf" srcId="{19196EF9-3E7D-4660-98D8-88A0C4868FE9}" destId="{E979755D-96C4-418A-B477-3B7456ABA263}" srcOrd="0" destOrd="0" presId="urn:microsoft.com/office/officeart/2008/layout/BendingPictureCaptionList"/>
    <dgm:cxn modelId="{F020F47E-C41B-486A-AA02-2F766A085877}" type="presParOf" srcId="{19196EF9-3E7D-4660-98D8-88A0C4868FE9}" destId="{A4862A59-C2DA-49A2-9261-17F2E9864685}" srcOrd="1" destOrd="0" presId="urn:microsoft.com/office/officeart/2008/layout/BendingPictureCa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33E730-7F93-4B27-BA88-B4EDF09CE1C7}">
      <dsp:nvSpPr>
        <dsp:cNvPr id="0" name=""/>
        <dsp:cNvSpPr/>
      </dsp:nvSpPr>
      <dsp:spPr>
        <a:xfrm>
          <a:off x="2505" y="74363"/>
          <a:ext cx="2101305" cy="2101305"/>
        </a:xfrm>
        <a:prstGeom prst="rect">
          <a:avLst/>
        </a:prstGeom>
        <a:blipFill rotWithShape="1">
          <a:blip xmlns:r="http://schemas.openxmlformats.org/officeDocument/2006/relationships" r:embed="rId1"/>
          <a:srcRect/>
          <a:stretch>
            <a:fillRect l="-1000" r="-1000"/>
          </a:stretch>
        </a:blip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DF967E-C2BF-48FD-BF06-8E9E77D6EDFA}">
      <dsp:nvSpPr>
        <dsp:cNvPr id="0" name=""/>
        <dsp:cNvSpPr/>
      </dsp:nvSpPr>
      <dsp:spPr>
        <a:xfrm>
          <a:off x="2505" y="74363"/>
          <a:ext cx="210" cy="420261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D459E4B-64CE-48C4-B362-5281063E57FA}">
      <dsp:nvSpPr>
        <dsp:cNvPr id="0" name=""/>
        <dsp:cNvSpPr/>
      </dsp:nvSpPr>
      <dsp:spPr>
        <a:xfrm>
          <a:off x="2505" y="2175669"/>
          <a:ext cx="2101305" cy="2101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altLang="en-US" sz="3200" kern="1200" dirty="0">
              <a:latin typeface="Times New Roman" panose="02020603050405020304" pitchFamily="18" charset="0"/>
              <a:cs typeface="Times New Roman" panose="02020603050405020304" pitchFamily="18" charset="0"/>
            </a:rPr>
            <a:t>turn cells</a:t>
          </a:r>
          <a:endParaRPr lang="zh-TW" altLang="en-US" sz="3200" kern="1200" dirty="0">
            <a:latin typeface="Times New Roman" panose="02020603050405020304" pitchFamily="18" charset="0"/>
            <a:cs typeface="Times New Roman" panose="02020603050405020304" pitchFamily="18" charset="0"/>
          </a:endParaRPr>
        </a:p>
      </dsp:txBody>
      <dsp:txXfrm>
        <a:off x="2505" y="2175669"/>
        <a:ext cx="2101305" cy="2101305"/>
      </dsp:txXfrm>
    </dsp:sp>
    <dsp:sp modelId="{2C425F6D-CB3F-4809-8D12-F8B018478E09}">
      <dsp:nvSpPr>
        <dsp:cNvPr id="0" name=""/>
        <dsp:cNvSpPr/>
      </dsp:nvSpPr>
      <dsp:spPr>
        <a:xfrm>
          <a:off x="2104826" y="74363"/>
          <a:ext cx="2101305" cy="2101305"/>
        </a:xfrm>
        <a:prstGeom prst="rect">
          <a:avLst/>
        </a:prstGeom>
        <a:blipFill rotWithShape="1">
          <a:blip xmlns:r="http://schemas.openxmlformats.org/officeDocument/2006/relationships" r:embed="rId2"/>
          <a:srcRect/>
          <a:stretch>
            <a:fillRect l="-2000" r="-2000"/>
          </a:stretch>
        </a:blip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77BD156-42A8-452A-8FFC-110D5C23E2FB}">
      <dsp:nvSpPr>
        <dsp:cNvPr id="0" name=""/>
        <dsp:cNvSpPr/>
      </dsp:nvSpPr>
      <dsp:spPr>
        <a:xfrm>
          <a:off x="2104826" y="74363"/>
          <a:ext cx="210" cy="420261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1C3C882-7AE6-4867-A886-CA3DA595993C}">
      <dsp:nvSpPr>
        <dsp:cNvPr id="0" name=""/>
        <dsp:cNvSpPr/>
      </dsp:nvSpPr>
      <dsp:spPr>
        <a:xfrm>
          <a:off x="2104826" y="2175669"/>
          <a:ext cx="2101305" cy="2101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altLang="en-US" sz="3200" kern="1200" dirty="0">
              <a:latin typeface="Times New Roman" panose="02020603050405020304" pitchFamily="18" charset="0"/>
              <a:cs typeface="Times New Roman" panose="02020603050405020304" pitchFamily="18" charset="0"/>
            </a:rPr>
            <a:t>straight cells</a:t>
          </a:r>
          <a:endParaRPr lang="zh-TW" altLang="en-US" sz="3200" kern="1200" dirty="0">
            <a:latin typeface="Times New Roman" panose="02020603050405020304" pitchFamily="18" charset="0"/>
            <a:cs typeface="Times New Roman" panose="02020603050405020304" pitchFamily="18" charset="0"/>
          </a:endParaRPr>
        </a:p>
      </dsp:txBody>
      <dsp:txXfrm>
        <a:off x="2104826" y="2175669"/>
        <a:ext cx="2101305" cy="2101305"/>
      </dsp:txXfrm>
    </dsp:sp>
    <dsp:sp modelId="{62CAA489-23F4-49C7-9C16-F32B67DBA934}">
      <dsp:nvSpPr>
        <dsp:cNvPr id="0" name=""/>
        <dsp:cNvSpPr/>
      </dsp:nvSpPr>
      <dsp:spPr>
        <a:xfrm>
          <a:off x="4207147" y="74363"/>
          <a:ext cx="2101305" cy="2101305"/>
        </a:xfrm>
        <a:prstGeom prst="rect">
          <a:avLst/>
        </a:prstGeom>
        <a:blipFill rotWithShape="1">
          <a:blip xmlns:r="http://schemas.openxmlformats.org/officeDocument/2006/relationships" r:embed="rId3"/>
          <a:srcRect/>
          <a:stretch>
            <a:fillRect/>
          </a:stretch>
        </a:blip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C5EA28-2F61-4859-B806-30D5AEC655F0}">
      <dsp:nvSpPr>
        <dsp:cNvPr id="0" name=""/>
        <dsp:cNvSpPr/>
      </dsp:nvSpPr>
      <dsp:spPr>
        <a:xfrm>
          <a:off x="4207147" y="74363"/>
          <a:ext cx="210" cy="420261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1257BA9-ABA5-49FD-91D8-B4A7A5E17852}">
      <dsp:nvSpPr>
        <dsp:cNvPr id="0" name=""/>
        <dsp:cNvSpPr/>
      </dsp:nvSpPr>
      <dsp:spPr>
        <a:xfrm>
          <a:off x="4207147" y="2175669"/>
          <a:ext cx="2101305" cy="2101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altLang="en-US" sz="3200" kern="1200" dirty="0">
              <a:latin typeface="Times New Roman" panose="02020603050405020304" pitchFamily="18" charset="0"/>
              <a:cs typeface="Times New Roman" panose="02020603050405020304" pitchFamily="18" charset="0"/>
            </a:rPr>
            <a:t>T-junction cells</a:t>
          </a:r>
          <a:endParaRPr lang="zh-TW" altLang="en-US" sz="3200" kern="1200" dirty="0">
            <a:latin typeface="Times New Roman" panose="02020603050405020304" pitchFamily="18" charset="0"/>
            <a:cs typeface="Times New Roman" panose="02020603050405020304" pitchFamily="18" charset="0"/>
          </a:endParaRPr>
        </a:p>
      </dsp:txBody>
      <dsp:txXfrm>
        <a:off x="4207147" y="2175669"/>
        <a:ext cx="2101305" cy="2101305"/>
      </dsp:txXfrm>
    </dsp:sp>
    <dsp:sp modelId="{3B190F6A-AEE8-4EDD-BE1D-2AEBF1523E20}">
      <dsp:nvSpPr>
        <dsp:cNvPr id="0" name=""/>
        <dsp:cNvSpPr/>
      </dsp:nvSpPr>
      <dsp:spPr>
        <a:xfrm>
          <a:off x="6309468" y="74363"/>
          <a:ext cx="2101305" cy="2101305"/>
        </a:xfrm>
        <a:prstGeom prst="rect">
          <a:avLst/>
        </a:prstGeom>
        <a:blipFill rotWithShape="1">
          <a:blip xmlns:r="http://schemas.openxmlformats.org/officeDocument/2006/relationships" r:embed="rId4"/>
          <a:srcRect/>
          <a:stretch>
            <a:fillRect t="-1000" b="-1000"/>
          </a:stretch>
        </a:blip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C042768-7789-48F0-9EDA-0F19A87B670F}">
      <dsp:nvSpPr>
        <dsp:cNvPr id="0" name=""/>
        <dsp:cNvSpPr/>
      </dsp:nvSpPr>
      <dsp:spPr>
        <a:xfrm>
          <a:off x="6309468" y="74363"/>
          <a:ext cx="210" cy="420261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CFC0E6-731C-4767-B227-F5AB4CCB836A}">
      <dsp:nvSpPr>
        <dsp:cNvPr id="0" name=""/>
        <dsp:cNvSpPr/>
      </dsp:nvSpPr>
      <dsp:spPr>
        <a:xfrm>
          <a:off x="6309468" y="2175669"/>
          <a:ext cx="2101305" cy="2101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altLang="en-US" sz="3200" kern="1200" dirty="0">
              <a:latin typeface="Times New Roman" panose="02020603050405020304" pitchFamily="18" charset="0"/>
              <a:cs typeface="Times New Roman" panose="02020603050405020304" pitchFamily="18" charset="0"/>
            </a:rPr>
            <a:t>cross-junction cells</a:t>
          </a:r>
          <a:endParaRPr lang="zh-TW" altLang="en-US" sz="3200" kern="1200" dirty="0">
            <a:latin typeface="Times New Roman" panose="02020603050405020304" pitchFamily="18" charset="0"/>
            <a:cs typeface="Times New Roman" panose="02020603050405020304" pitchFamily="18" charset="0"/>
          </a:endParaRPr>
        </a:p>
      </dsp:txBody>
      <dsp:txXfrm>
        <a:off x="6309468" y="2175669"/>
        <a:ext cx="2101305" cy="2101305"/>
      </dsp:txXfrm>
    </dsp:sp>
    <dsp:sp modelId="{7706DE45-98B2-48F0-BB43-D88C95B98F5E}">
      <dsp:nvSpPr>
        <dsp:cNvPr id="0" name=""/>
        <dsp:cNvSpPr/>
      </dsp:nvSpPr>
      <dsp:spPr>
        <a:xfrm>
          <a:off x="8411789" y="74363"/>
          <a:ext cx="2101305" cy="2101305"/>
        </a:xfrm>
        <a:prstGeom prst="rect">
          <a:avLst/>
        </a:prstGeom>
        <a:blipFill rotWithShape="1">
          <a:blip xmlns:r="http://schemas.openxmlformats.org/officeDocument/2006/relationships" r:embed="rId5"/>
          <a:srcRect/>
          <a:stretch>
            <a:fillRect l="-1000" r="-1000"/>
          </a:stretch>
        </a:blip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E02345-6721-4A4F-A308-D2EE81E56486}">
      <dsp:nvSpPr>
        <dsp:cNvPr id="0" name=""/>
        <dsp:cNvSpPr/>
      </dsp:nvSpPr>
      <dsp:spPr>
        <a:xfrm>
          <a:off x="8411789" y="74363"/>
          <a:ext cx="210" cy="420261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54CAF79-4E84-4FA3-B46D-A320A2ACF1C3}">
      <dsp:nvSpPr>
        <dsp:cNvPr id="0" name=""/>
        <dsp:cNvSpPr/>
      </dsp:nvSpPr>
      <dsp:spPr>
        <a:xfrm>
          <a:off x="8411789" y="2175669"/>
          <a:ext cx="2101305" cy="2101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altLang="en-US" sz="3200" kern="1200" dirty="0">
              <a:latin typeface="Times New Roman" panose="02020603050405020304" pitchFamily="18" charset="0"/>
              <a:cs typeface="Times New Roman" panose="02020603050405020304" pitchFamily="18" charset="0"/>
            </a:rPr>
            <a:t>terminal cells</a:t>
          </a:r>
          <a:endParaRPr lang="zh-TW" altLang="en-US" sz="3200" kern="1200" dirty="0">
            <a:latin typeface="Times New Roman" panose="02020603050405020304" pitchFamily="18" charset="0"/>
            <a:cs typeface="Times New Roman" panose="02020603050405020304" pitchFamily="18" charset="0"/>
          </a:endParaRPr>
        </a:p>
      </dsp:txBody>
      <dsp:txXfrm>
        <a:off x="8411789" y="2175669"/>
        <a:ext cx="2101305" cy="210130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8BA1B8-3B5F-439A-BAD7-80545CDCD826}">
      <dsp:nvSpPr>
        <dsp:cNvPr id="0" name=""/>
        <dsp:cNvSpPr/>
      </dsp:nvSpPr>
      <dsp:spPr>
        <a:xfrm>
          <a:off x="459" y="1472232"/>
          <a:ext cx="2527023" cy="1406872"/>
        </a:xfrm>
        <a:prstGeom prst="chevron">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0013" tIns="33338" rIns="33338" bIns="33338" numCol="1" spcCol="1270" anchor="ctr" anchorCtr="0">
          <a:noAutofit/>
        </a:bodyPr>
        <a:lstStyle/>
        <a:p>
          <a:pPr marL="0" lvl="0" indent="0" algn="ctr" defTabSz="1111250">
            <a:lnSpc>
              <a:spcPct val="90000"/>
            </a:lnSpc>
            <a:spcBef>
              <a:spcPct val="0"/>
            </a:spcBef>
            <a:spcAft>
              <a:spcPct val="35000"/>
            </a:spcAft>
            <a:buNone/>
          </a:pPr>
          <a:r>
            <a:rPr lang="en-US" altLang="zh-TW" sz="2500" kern="1200" dirty="0">
              <a:latin typeface="Times New Roman" panose="02020603050405020304" pitchFamily="18" charset="0"/>
              <a:cs typeface="Times New Roman" panose="02020603050405020304" pitchFamily="18" charset="0"/>
            </a:rPr>
            <a:t>Input Stage</a:t>
          </a:r>
          <a:endParaRPr lang="zh-TW" altLang="en-US" sz="2500" kern="1200" dirty="0">
            <a:latin typeface="Times New Roman" panose="02020603050405020304" pitchFamily="18" charset="0"/>
            <a:cs typeface="Times New Roman" panose="02020603050405020304" pitchFamily="18" charset="0"/>
          </a:endParaRPr>
        </a:p>
      </dsp:txBody>
      <dsp:txXfrm>
        <a:off x="703895" y="1472232"/>
        <a:ext cx="1120151" cy="1406872"/>
      </dsp:txXfrm>
    </dsp:sp>
    <dsp:sp modelId="{7A5A1631-637C-4888-B7A6-EF38250215BF}">
      <dsp:nvSpPr>
        <dsp:cNvPr id="0" name=""/>
        <dsp:cNvSpPr/>
      </dsp:nvSpPr>
      <dsp:spPr>
        <a:xfrm>
          <a:off x="2175764" y="1472232"/>
          <a:ext cx="3517180" cy="1406872"/>
        </a:xfrm>
        <a:prstGeom prst="chevron">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0013" tIns="33338" rIns="33338" bIns="33338" numCol="1" spcCol="1270" anchor="ctr" anchorCtr="0">
          <a:noAutofit/>
        </a:bodyPr>
        <a:lstStyle/>
        <a:p>
          <a:pPr marL="0" lvl="0" indent="0" algn="ctr" defTabSz="1111250">
            <a:lnSpc>
              <a:spcPct val="90000"/>
            </a:lnSpc>
            <a:spcBef>
              <a:spcPct val="0"/>
            </a:spcBef>
            <a:spcAft>
              <a:spcPct val="35000"/>
            </a:spcAft>
            <a:buNone/>
          </a:pPr>
          <a:r>
            <a:rPr lang="en-US" altLang="zh-TW" sz="2500" kern="1200" dirty="0">
              <a:latin typeface="Times New Roman" panose="02020603050405020304" pitchFamily="18" charset="0"/>
              <a:cs typeface="Times New Roman" panose="02020603050405020304" pitchFamily="18" charset="0"/>
            </a:rPr>
            <a:t>Solution Path Generation Stage</a:t>
          </a:r>
          <a:endParaRPr lang="zh-TW" altLang="en-US" sz="2500" kern="1200" dirty="0">
            <a:latin typeface="Times New Roman" panose="02020603050405020304" pitchFamily="18" charset="0"/>
            <a:cs typeface="Times New Roman" panose="02020603050405020304" pitchFamily="18" charset="0"/>
          </a:endParaRPr>
        </a:p>
      </dsp:txBody>
      <dsp:txXfrm>
        <a:off x="2879200" y="1472232"/>
        <a:ext cx="2110308" cy="1406872"/>
      </dsp:txXfrm>
    </dsp:sp>
    <dsp:sp modelId="{6FD7D6C8-6F6C-4F43-9ADA-5BBE0064702B}">
      <dsp:nvSpPr>
        <dsp:cNvPr id="0" name=""/>
        <dsp:cNvSpPr/>
      </dsp:nvSpPr>
      <dsp:spPr>
        <a:xfrm>
          <a:off x="5341227" y="1472232"/>
          <a:ext cx="2992593" cy="1406872"/>
        </a:xfrm>
        <a:prstGeom prst="chevron">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0013" tIns="33338" rIns="33338" bIns="33338" numCol="1" spcCol="1270" anchor="ctr" anchorCtr="0">
          <a:noAutofit/>
        </a:bodyPr>
        <a:lstStyle/>
        <a:p>
          <a:pPr marL="0" lvl="0" indent="0" algn="ctr" defTabSz="1111250">
            <a:lnSpc>
              <a:spcPct val="90000"/>
            </a:lnSpc>
            <a:spcBef>
              <a:spcPct val="0"/>
            </a:spcBef>
            <a:spcAft>
              <a:spcPct val="35000"/>
            </a:spcAft>
            <a:buNone/>
          </a:pPr>
          <a:r>
            <a:rPr lang="en-US" altLang="zh-TW" sz="2500" kern="1200" dirty="0">
              <a:latin typeface="Times New Roman" panose="02020603050405020304" pitchFamily="18" charset="0"/>
              <a:cs typeface="Times New Roman" panose="02020603050405020304" pitchFamily="18" charset="0"/>
            </a:rPr>
            <a:t>Maze Generation Stage</a:t>
          </a:r>
          <a:endParaRPr lang="zh-TW" altLang="en-US" sz="2500" kern="1200" dirty="0">
            <a:latin typeface="Times New Roman" panose="02020603050405020304" pitchFamily="18" charset="0"/>
            <a:cs typeface="Times New Roman" panose="02020603050405020304" pitchFamily="18" charset="0"/>
          </a:endParaRPr>
        </a:p>
      </dsp:txBody>
      <dsp:txXfrm>
        <a:off x="6044663" y="1472232"/>
        <a:ext cx="1585721" cy="1406872"/>
      </dsp:txXfrm>
    </dsp:sp>
    <dsp:sp modelId="{FA77A0CE-C5F4-4154-A8A9-A3274A3D5529}">
      <dsp:nvSpPr>
        <dsp:cNvPr id="0" name=""/>
        <dsp:cNvSpPr/>
      </dsp:nvSpPr>
      <dsp:spPr>
        <a:xfrm>
          <a:off x="7982102" y="1472232"/>
          <a:ext cx="2533038" cy="1406872"/>
        </a:xfrm>
        <a:prstGeom prst="chevron">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0013" tIns="33338" rIns="33338" bIns="33338" numCol="1" spcCol="1270" anchor="ctr" anchorCtr="0">
          <a:noAutofit/>
        </a:bodyPr>
        <a:lstStyle/>
        <a:p>
          <a:pPr marL="0" lvl="0" indent="0" algn="ctr" defTabSz="1111250">
            <a:lnSpc>
              <a:spcPct val="90000"/>
            </a:lnSpc>
            <a:spcBef>
              <a:spcPct val="0"/>
            </a:spcBef>
            <a:spcAft>
              <a:spcPct val="35000"/>
            </a:spcAft>
            <a:buNone/>
          </a:pPr>
          <a:r>
            <a:rPr lang="en-US" altLang="zh-TW" sz="2500" kern="1200" dirty="0">
              <a:latin typeface="Times New Roman" panose="02020603050405020304" pitchFamily="18" charset="0"/>
              <a:cs typeface="Times New Roman" panose="02020603050405020304" pitchFamily="18" charset="0"/>
            </a:rPr>
            <a:t>Output Stage</a:t>
          </a:r>
          <a:endParaRPr lang="zh-TW" altLang="en-US" sz="2500" kern="1200" dirty="0">
            <a:latin typeface="Times New Roman" panose="02020603050405020304" pitchFamily="18" charset="0"/>
            <a:cs typeface="Times New Roman" panose="02020603050405020304" pitchFamily="18" charset="0"/>
          </a:endParaRPr>
        </a:p>
      </dsp:txBody>
      <dsp:txXfrm>
        <a:off x="8685538" y="1472232"/>
        <a:ext cx="1126166" cy="140687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CE97EA-3A04-4CBC-9448-42D2C633B1C3}">
      <dsp:nvSpPr>
        <dsp:cNvPr id="0" name=""/>
        <dsp:cNvSpPr/>
      </dsp:nvSpPr>
      <dsp:spPr>
        <a:xfrm>
          <a:off x="3326" y="1133426"/>
          <a:ext cx="2638871" cy="2111097"/>
        </a:xfrm>
        <a:prstGeom prst="rect">
          <a:avLst/>
        </a:prstGeom>
        <a:blipFill rotWithShape="1">
          <a:blip xmlns:r="http://schemas.openxmlformats.org/officeDocument/2006/relationships" r:embed="rId1"/>
          <a:srcRect/>
          <a:stretch>
            <a:fillRect t="-4000" b="-4000"/>
          </a:stretch>
        </a:blip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B17925F-E9F0-427D-AAF3-A539E56685E0}">
      <dsp:nvSpPr>
        <dsp:cNvPr id="0" name=""/>
        <dsp:cNvSpPr/>
      </dsp:nvSpPr>
      <dsp:spPr>
        <a:xfrm>
          <a:off x="240824" y="3033413"/>
          <a:ext cx="2348595" cy="738884"/>
        </a:xfrm>
        <a:prstGeom prst="wedgeRectCallout">
          <a:avLst>
            <a:gd name="adj1" fmla="val 20250"/>
            <a:gd name="adj2" fmla="val -607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altLang="en-US" sz="1900" kern="1200" dirty="0">
              <a:latin typeface="Times New Roman" panose="02020603050405020304" pitchFamily="18" charset="0"/>
              <a:cs typeface="Times New Roman" panose="02020603050405020304" pitchFamily="18" charset="0"/>
            </a:rPr>
            <a:t>maze design tool </a:t>
          </a:r>
          <a:endParaRPr lang="zh-TW" altLang="en-US" sz="1900" kern="1200" dirty="0">
            <a:latin typeface="Times New Roman" panose="02020603050405020304" pitchFamily="18" charset="0"/>
            <a:cs typeface="Times New Roman" panose="02020603050405020304" pitchFamily="18" charset="0"/>
          </a:endParaRPr>
        </a:p>
      </dsp:txBody>
      <dsp:txXfrm>
        <a:off x="240824" y="3033413"/>
        <a:ext cx="2348595" cy="738884"/>
      </dsp:txXfrm>
    </dsp:sp>
    <dsp:sp modelId="{C0182A2C-4072-420C-9A9F-505523148E5D}">
      <dsp:nvSpPr>
        <dsp:cNvPr id="0" name=""/>
        <dsp:cNvSpPr/>
      </dsp:nvSpPr>
      <dsp:spPr>
        <a:xfrm>
          <a:off x="2906084" y="1133426"/>
          <a:ext cx="2638871" cy="2111097"/>
        </a:xfrm>
        <a:prstGeom prst="rect">
          <a:avLst/>
        </a:prstGeom>
        <a:blipFill rotWithShape="1">
          <a:blip xmlns:r="http://schemas.openxmlformats.org/officeDocument/2006/relationships" r:embed="rId2"/>
          <a:srcRect/>
          <a:stretch>
            <a:fillRect t="-4000" b="-4000"/>
          </a:stretch>
        </a:blip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31D9405-0BEA-4FB3-9F9D-FBEDC38C0356}">
      <dsp:nvSpPr>
        <dsp:cNvPr id="0" name=""/>
        <dsp:cNvSpPr/>
      </dsp:nvSpPr>
      <dsp:spPr>
        <a:xfrm>
          <a:off x="3143583" y="3033413"/>
          <a:ext cx="2348595" cy="738884"/>
        </a:xfrm>
        <a:prstGeom prst="wedgeRectCallout">
          <a:avLst>
            <a:gd name="adj1" fmla="val 20250"/>
            <a:gd name="adj2" fmla="val -607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altLang="en-US" sz="1900" kern="1200" dirty="0">
              <a:latin typeface="Times New Roman" panose="02020603050405020304" pitchFamily="18" charset="0"/>
              <a:cs typeface="Times New Roman" panose="02020603050405020304" pitchFamily="18" charset="0"/>
            </a:rPr>
            <a:t>rolling ball game maze </a:t>
          </a:r>
          <a:endParaRPr lang="zh-TW" altLang="en-US" sz="1900" kern="1200" dirty="0">
            <a:latin typeface="Times New Roman" panose="02020603050405020304" pitchFamily="18" charset="0"/>
            <a:cs typeface="Times New Roman" panose="02020603050405020304" pitchFamily="18" charset="0"/>
          </a:endParaRPr>
        </a:p>
      </dsp:txBody>
      <dsp:txXfrm>
        <a:off x="3143583" y="3033413"/>
        <a:ext cx="2348595" cy="738884"/>
      </dsp:txXfrm>
    </dsp:sp>
    <dsp:sp modelId="{8BF74026-DC24-4BB2-A68F-E8282FC0DD68}">
      <dsp:nvSpPr>
        <dsp:cNvPr id="0" name=""/>
        <dsp:cNvSpPr/>
      </dsp:nvSpPr>
      <dsp:spPr>
        <a:xfrm>
          <a:off x="5808843" y="1133426"/>
          <a:ext cx="2638871" cy="2111097"/>
        </a:xfrm>
        <a:prstGeom prst="rect">
          <a:avLst/>
        </a:prstGeom>
        <a:blipFill rotWithShape="1">
          <a:blip xmlns:r="http://schemas.openxmlformats.org/officeDocument/2006/relationships" r:embed="rId3"/>
          <a:srcRect/>
          <a:stretch>
            <a:fillRect t="-6000" b="-6000"/>
          </a:stretch>
        </a:blip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753A140-3C42-4C45-B6F3-DB3E5DAC3A84}">
      <dsp:nvSpPr>
        <dsp:cNvPr id="0" name=""/>
        <dsp:cNvSpPr/>
      </dsp:nvSpPr>
      <dsp:spPr>
        <a:xfrm>
          <a:off x="6046342" y="3033413"/>
          <a:ext cx="2348595" cy="738884"/>
        </a:xfrm>
        <a:prstGeom prst="wedgeRectCallout">
          <a:avLst>
            <a:gd name="adj1" fmla="val 20250"/>
            <a:gd name="adj2" fmla="val -607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altLang="en-US" sz="1900" kern="1200" dirty="0">
              <a:latin typeface="Times New Roman" panose="02020603050405020304" pitchFamily="18" charset="0"/>
              <a:cs typeface="Times New Roman" panose="02020603050405020304" pitchFamily="18" charset="0"/>
            </a:rPr>
            <a:t>rolling ball game actual gameplay view</a:t>
          </a:r>
          <a:endParaRPr lang="zh-TW" altLang="en-US" sz="1900" kern="1200" dirty="0">
            <a:latin typeface="Times New Roman" panose="02020603050405020304" pitchFamily="18" charset="0"/>
            <a:cs typeface="Times New Roman" panose="02020603050405020304" pitchFamily="18" charset="0"/>
          </a:endParaRPr>
        </a:p>
      </dsp:txBody>
      <dsp:txXfrm>
        <a:off x="6046342" y="3033413"/>
        <a:ext cx="2348595" cy="738884"/>
      </dsp:txXfrm>
    </dsp:sp>
    <dsp:sp modelId="{E979755D-96C4-418A-B477-3B7456ABA263}">
      <dsp:nvSpPr>
        <dsp:cNvPr id="0" name=""/>
        <dsp:cNvSpPr/>
      </dsp:nvSpPr>
      <dsp:spPr>
        <a:xfrm>
          <a:off x="8711602" y="1133426"/>
          <a:ext cx="2638871" cy="2111097"/>
        </a:xfrm>
        <a:prstGeom prst="rect">
          <a:avLst/>
        </a:prstGeom>
        <a:blipFill rotWithShape="1">
          <a:blip xmlns:r="http://schemas.openxmlformats.org/officeDocument/2006/relationships" r:embed="rId4"/>
          <a:srcRect/>
          <a:stretch>
            <a:fillRect t="-7000" b="-7000"/>
          </a:stretch>
        </a:blip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4862A59-C2DA-49A2-9261-17F2E9864685}">
      <dsp:nvSpPr>
        <dsp:cNvPr id="0" name=""/>
        <dsp:cNvSpPr/>
      </dsp:nvSpPr>
      <dsp:spPr>
        <a:xfrm>
          <a:off x="8949100" y="3033413"/>
          <a:ext cx="2348595" cy="738884"/>
        </a:xfrm>
        <a:prstGeom prst="wedgeRectCallout">
          <a:avLst>
            <a:gd name="adj1" fmla="val 20250"/>
            <a:gd name="adj2" fmla="val -607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altLang="en-US" sz="1900" kern="1200" dirty="0">
              <a:latin typeface="Times New Roman" panose="02020603050405020304" pitchFamily="18" charset="0"/>
              <a:cs typeface="Times New Roman" panose="02020603050405020304" pitchFamily="18" charset="0"/>
            </a:rPr>
            <a:t>plumbing game captured</a:t>
          </a:r>
          <a:endParaRPr lang="zh-TW" altLang="en-US" sz="1900" kern="1200" dirty="0">
            <a:latin typeface="Times New Roman" panose="02020603050405020304" pitchFamily="18" charset="0"/>
            <a:cs typeface="Times New Roman" panose="02020603050405020304" pitchFamily="18" charset="0"/>
          </a:endParaRPr>
        </a:p>
      </dsp:txBody>
      <dsp:txXfrm>
        <a:off x="8949100" y="3033413"/>
        <a:ext cx="2348595" cy="738884"/>
      </dsp:txXfrm>
    </dsp:sp>
  </dsp:spTree>
</dsp:drawing>
</file>

<file path=ppt/diagrams/layout1.xml><?xml version="1.0" encoding="utf-8"?>
<dgm:layoutDef xmlns:dgm="http://schemas.openxmlformats.org/drawingml/2006/diagram" xmlns:a="http://schemas.openxmlformats.org/drawingml/2006/main" uniqueId="urn:microsoft.com/office/officeart/2008/layout/PictureLineup">
  <dgm:title val=""/>
  <dgm:desc val=""/>
  <dgm:catLst>
    <dgm:cat type="picture" pri="19000"/>
    <dgm:cat type="pictureconvert" pri="19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3" destOrd="0"/>
        <dgm:cxn modelId="42" srcId="30" destId="41" srcOrd="0" destOrd="0"/>
      </dgm:cxnLst>
      <dgm:bg/>
      <dgm:whole/>
    </dgm:dataModel>
  </dgm:clrData>
  <dgm:layoutNode name="Name0">
    <dgm:varLst>
      <dgm:chMax/>
      <dgm:chPref/>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 op="equ" val="65"/>
      <dgm:constr type="primFontSz" for="des" forName="Parent" refType="primFontSz" refFor="des" refForName="Parent" op="lte"/>
      <dgm:constr type="w" for="ch" forName="composite" refType="w"/>
      <dgm:constr type="h" for="ch" forName="composite" refType="h"/>
      <dgm:constr type="sp" refType="w" refFor="ch" refForName="composite" op="equ" fact="0"/>
      <dgm:constr type="w" for="ch" forName="sibTrans" refType="w" refFor="ch" refForName="composite" op="equ" fact="0.0001"/>
      <dgm:constr type="h" for="ch" forName="sibTrans" refType="w" refFor="ch" refForName="sibTrans" op="equ"/>
    </dgm:constrLst>
    <dgm:forEach name="nodesForEach" axis="ch" ptType="node">
      <dgm:layoutNode name="composite">
        <dgm:alg type="composite">
          <dgm:param type="ar" val="0.5"/>
        </dgm:alg>
        <dgm:shape xmlns:r="http://schemas.openxmlformats.org/officeDocument/2006/relationships" r:blip="">
          <dgm:adjLst/>
        </dgm:shape>
        <dgm:choose name="Name4">
          <dgm:if name="Name5" func="var" arg="dir" op="equ" val="norm">
            <dgm:constrLst>
              <dgm:constr type="l" for="ch" forName="Image" refType="w" fact="0"/>
              <dgm:constr type="t" for="ch" forName="Image" refType="h" fact="0"/>
              <dgm:constr type="w" for="ch" forName="Image" refType="h" fact="0.5"/>
              <dgm:constr type="h" for="ch" forName="Image" refType="w"/>
              <dgm:constr type="l" for="ch" forName="Accent" refType="w" fact="0"/>
              <dgm:constr type="t" for="ch" forName="Accent" refType="h" fact="0"/>
              <dgm:constr type="w" for="ch" forName="Accent" refType="w" fact="0.0001"/>
              <dgm:constr type="h" for="ch" forName="Accent" refType="h"/>
              <dgm:constr type="l" for="ch" forName="Parent" refType="w" fact="0"/>
              <dgm:constr type="t" for="ch" forName="Parent" refType="h" fact="0.5"/>
              <dgm:constr type="w" for="ch" forName="Parent" refType="w"/>
            </dgm:constrLst>
          </dgm:if>
          <dgm:else name="Name6">
            <dgm:constrLst>
              <dgm:constr type="l" for="ch" forName="Image" refType="w" fact="0"/>
              <dgm:constr type="t" for="ch" forName="Image" refType="h" fact="0"/>
              <dgm:constr type="w" for="ch" forName="Image" refType="h" fact="0.5"/>
              <dgm:constr type="h" for="ch" forName="Image" refType="w"/>
              <dgm:constr type="r" for="ch" forName="Accent" refType="w"/>
              <dgm:constr type="t" for="ch" forName="Accent" refType="h" fact="0"/>
              <dgm:constr type="w" for="ch" forName="Accent" refType="w" fact="0.0001"/>
              <dgm:constr type="h" for="ch" forName="Accent" refType="h"/>
              <dgm:constr type="l" for="ch" forName="Parent" refType="w" fact="0"/>
              <dgm:constr type="t" for="ch" forName="Parent" refType="h" fact="0.5"/>
              <dgm:constr type="w" for="ch" forName="Parent" refType="w"/>
            </dgm:constrLst>
          </dgm:else>
        </dgm:choose>
        <dgm:layoutNode name="Image" styleLbl="alignNode1">
          <dgm:alg type="sp"/>
          <dgm:shape xmlns:r="http://schemas.openxmlformats.org/officeDocument/2006/relationships" type="rect" r:blip="" blipPhldr="1">
            <dgm:adjLst/>
          </dgm:shape>
          <dgm:presOf/>
        </dgm:layoutNode>
        <dgm:layoutNode name="Accent" styleLbl="parChTrans1D1">
          <dgm:alg type="sp"/>
          <dgm:shape xmlns:r="http://schemas.openxmlformats.org/officeDocument/2006/relationships" type="line" r:blip="">
            <dgm:adjLst/>
          </dgm:shape>
          <dgm:presOf/>
        </dgm:layoutNode>
        <dgm:layoutNode name="Paren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8/layout/BendingPictureCaptionList">
  <dgm:title val=""/>
  <dgm:desc val=""/>
  <dgm:catLst>
    <dgm:cat type="picture" pri="9000"/>
    <dgm:cat type="pictureconvert" pri="9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w" fact="1.11"/>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
        </dgm:alg>
        <dgm:shape xmlns:r="http://schemas.openxmlformats.org/officeDocument/2006/relationships" r:blip="">
          <dgm:adjLst/>
        </dgm:shape>
        <dgm:choose name="Name4">
          <dgm:if name="Name5" func="var" arg="dir" op="equ" val="norm">
            <dgm:constrLst>
              <dgm:constr type="l" for="ch" forName="rect1" refType="w" fact="0"/>
              <dgm:constr type="t" for="ch" forName="rect1" refType="h" fact="0"/>
              <dgm:constr type="w" for="ch" forName="rect1" refType="w"/>
              <dgm:constr type="h" for="ch" forName="rect1" refType="h" fact="0.8"/>
              <dgm:constr type="l" for="ch" forName="wedgeRectCallout1" refType="w" fact="0.09"/>
              <dgm:constr type="t" for="ch" forName="wedgeRectCallout1" refType="h" fact="0.72"/>
              <dgm:constr type="w" for="ch" forName="wedgeRectCallout1" refType="w" fact="0.89"/>
              <dgm:constr type="h" for="ch" forName="wedgeRectCallout1" refType="h" fact="0.28"/>
            </dgm:constrLst>
          </dgm:if>
          <dgm:else name="Name6">
            <dgm:constrLst>
              <dgm:constr type="l" for="ch" forName="rect1" refType="w" fact="0"/>
              <dgm:constr type="t" for="ch" forName="rect1" refType="h" fact="0"/>
              <dgm:constr type="w" for="ch" forName="rect1" refType="w"/>
              <dgm:constr type="h" for="ch" forName="rect1" refType="h" fact="0.8"/>
              <dgm:constr type="l" for="ch" forName="wedgeRectCallout1" refType="w" fact="0.02"/>
              <dgm:constr type="t" for="ch" forName="wedgeRectCallout1" refType="h" fact="0.72"/>
              <dgm:constr type="w" for="ch" forName="wedgeRectCallout1" refType="w" fact="0.89"/>
              <dgm:constr type="h" for="ch" forName="wedgeRectCallout1" refType="h" fact="0.28"/>
            </dgm:constrLst>
          </dgm:else>
        </dgm:choose>
        <dgm:layoutNode name="rect1" styleLbl="bgImgPlace1">
          <dgm:alg type="sp"/>
          <dgm:shape xmlns:r="http://schemas.openxmlformats.org/officeDocument/2006/relationships" type="rect" r:blip="" blipPhldr="1">
            <dgm:adjLst/>
          </dgm:shape>
          <dgm:presOf/>
        </dgm:layoutNode>
        <dgm:layoutNode name="wedgeRectCallout1" styleLbl="node1">
          <dgm:varLst>
            <dgm:bulletEnabled val="1"/>
          </dgm:varLst>
          <dgm:alg type="tx"/>
          <dgm:choose name="Name7">
            <dgm:if name="Name8" func="var" arg="dir" op="equ" val="norm">
              <dgm:shape xmlns:r="http://schemas.openxmlformats.org/officeDocument/2006/relationships" type="wedgeRectCallout" r:blip="">
                <dgm:adjLst>
                  <dgm:adj idx="1" val="0.2025"/>
                  <dgm:adj idx="2" val="-0.607"/>
                </dgm:adjLst>
              </dgm:shape>
            </dgm:if>
            <dgm:else name="Name9">
              <dgm:shape xmlns:r="http://schemas.openxmlformats.org/officeDocument/2006/relationships" type="wedgeRectCallout" r:blip="">
                <dgm:adjLst>
                  <dgm:adj idx="1" val="-0.2025"/>
                  <dgm:adj idx="2" val="-0.607"/>
                </dgm:adjLst>
              </dgm:shape>
            </dgm:else>
          </dgm:choos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4FD21D-BF96-479C-982E-44D0F1FCD264}" type="datetimeFigureOut">
              <a:rPr lang="zh-TW" altLang="en-US" smtClean="0"/>
              <a:t>2024/5/29</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3800E6-BF8B-4688-BB24-9F5263D5715F}" type="slidenum">
              <a:rPr lang="zh-TW" altLang="en-US" smtClean="0"/>
              <a:t>‹#›</a:t>
            </a:fld>
            <a:endParaRPr lang="zh-TW" altLang="en-US"/>
          </a:p>
        </p:txBody>
      </p:sp>
    </p:spTree>
    <p:extLst>
      <p:ext uri="{BB962C8B-B14F-4D97-AF65-F5344CB8AC3E}">
        <p14:creationId xmlns:p14="http://schemas.microsoft.com/office/powerpoint/2010/main" val="13993657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ED3EC9A-E9ED-9349-8355-BBED17A59AE8}" type="slidenum">
              <a:rPr kumimoji="1" lang="zh-TW" altLang="en-US" smtClean="0"/>
              <a:t>1</a:t>
            </a:fld>
            <a:endParaRPr kumimoji="1" lang="zh-TW" altLang="en-US"/>
          </a:p>
        </p:txBody>
      </p:sp>
    </p:spTree>
    <p:extLst>
      <p:ext uri="{BB962C8B-B14F-4D97-AF65-F5344CB8AC3E}">
        <p14:creationId xmlns:p14="http://schemas.microsoft.com/office/powerpoint/2010/main" val="40580932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ED3EC9A-E9ED-9349-8355-BBED17A59AE8}" type="slidenum">
              <a:rPr kumimoji="1" lang="zh-TW" altLang="en-US" smtClean="0"/>
              <a:t>2</a:t>
            </a:fld>
            <a:endParaRPr kumimoji="1" lang="zh-TW" altLang="en-US"/>
          </a:p>
        </p:txBody>
      </p:sp>
    </p:spTree>
    <p:extLst>
      <p:ext uri="{BB962C8B-B14F-4D97-AF65-F5344CB8AC3E}">
        <p14:creationId xmlns:p14="http://schemas.microsoft.com/office/powerpoint/2010/main" val="16780778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ED3EC9A-E9ED-9349-8355-BBED17A59AE8}" type="slidenum">
              <a:rPr kumimoji="1" lang="zh-TW" altLang="en-US" smtClean="0"/>
              <a:t>4</a:t>
            </a:fld>
            <a:endParaRPr kumimoji="1" lang="zh-TW" altLang="en-US"/>
          </a:p>
        </p:txBody>
      </p:sp>
    </p:spTree>
    <p:extLst>
      <p:ext uri="{BB962C8B-B14F-4D97-AF65-F5344CB8AC3E}">
        <p14:creationId xmlns:p14="http://schemas.microsoft.com/office/powerpoint/2010/main" val="31217384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ED3EC9A-E9ED-9349-8355-BBED17A59AE8}" type="slidenum">
              <a:rPr kumimoji="1" lang="zh-TW" altLang="en-US" smtClean="0"/>
              <a:t>5</a:t>
            </a:fld>
            <a:endParaRPr kumimoji="1" lang="zh-TW" altLang="en-US"/>
          </a:p>
        </p:txBody>
      </p:sp>
    </p:spTree>
    <p:extLst>
      <p:ext uri="{BB962C8B-B14F-4D97-AF65-F5344CB8AC3E}">
        <p14:creationId xmlns:p14="http://schemas.microsoft.com/office/powerpoint/2010/main" val="18815528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ED3EC9A-E9ED-9349-8355-BBED17A59AE8}" type="slidenum">
              <a:rPr kumimoji="1" lang="zh-TW" altLang="en-US" smtClean="0"/>
              <a:t>6</a:t>
            </a:fld>
            <a:endParaRPr kumimoji="1" lang="zh-TW" altLang="en-US"/>
          </a:p>
        </p:txBody>
      </p:sp>
    </p:spTree>
    <p:extLst>
      <p:ext uri="{BB962C8B-B14F-4D97-AF65-F5344CB8AC3E}">
        <p14:creationId xmlns:p14="http://schemas.microsoft.com/office/powerpoint/2010/main" val="37969874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ED3EC9A-E9ED-9349-8355-BBED17A59AE8}" type="slidenum">
              <a:rPr kumimoji="1" lang="zh-TW" altLang="en-US" smtClean="0"/>
              <a:t>8</a:t>
            </a:fld>
            <a:endParaRPr kumimoji="1" lang="zh-TW" altLang="en-US"/>
          </a:p>
        </p:txBody>
      </p:sp>
    </p:spTree>
    <p:extLst>
      <p:ext uri="{BB962C8B-B14F-4D97-AF65-F5344CB8AC3E}">
        <p14:creationId xmlns:p14="http://schemas.microsoft.com/office/powerpoint/2010/main" val="39365577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ED3EC9A-E9ED-9349-8355-BBED17A59AE8}" type="slidenum">
              <a:rPr kumimoji="1" lang="zh-TW" altLang="en-US" smtClean="0"/>
              <a:t>9</a:t>
            </a:fld>
            <a:endParaRPr kumimoji="1" lang="zh-TW" altLang="en-US"/>
          </a:p>
        </p:txBody>
      </p:sp>
    </p:spTree>
    <p:extLst>
      <p:ext uri="{BB962C8B-B14F-4D97-AF65-F5344CB8AC3E}">
        <p14:creationId xmlns:p14="http://schemas.microsoft.com/office/powerpoint/2010/main" val="30877259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ED3EC9A-E9ED-9349-8355-BBED17A59AE8}" type="slidenum">
              <a:rPr kumimoji="1" lang="zh-TW" altLang="en-US" smtClean="0"/>
              <a:t>11</a:t>
            </a:fld>
            <a:endParaRPr kumimoji="1" lang="zh-TW" altLang="en-US"/>
          </a:p>
        </p:txBody>
      </p:sp>
    </p:spTree>
    <p:extLst>
      <p:ext uri="{BB962C8B-B14F-4D97-AF65-F5344CB8AC3E}">
        <p14:creationId xmlns:p14="http://schemas.microsoft.com/office/powerpoint/2010/main" val="28891758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ED3EC9A-E9ED-9349-8355-BBED17A59AE8}" type="slidenum">
              <a:rPr kumimoji="1" lang="zh-TW" altLang="en-US" smtClean="0"/>
              <a:t>12</a:t>
            </a:fld>
            <a:endParaRPr kumimoji="1" lang="zh-TW" altLang="en-US"/>
          </a:p>
        </p:txBody>
      </p:sp>
    </p:spTree>
    <p:extLst>
      <p:ext uri="{BB962C8B-B14F-4D97-AF65-F5344CB8AC3E}">
        <p14:creationId xmlns:p14="http://schemas.microsoft.com/office/powerpoint/2010/main" val="23842707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ED3EC9A-E9ED-9349-8355-BBED17A59AE8}" type="slidenum">
              <a:rPr kumimoji="1" lang="zh-TW" altLang="en-US" smtClean="0"/>
              <a:t>13</a:t>
            </a:fld>
            <a:endParaRPr kumimoji="1" lang="zh-TW" altLang="en-US"/>
          </a:p>
        </p:txBody>
      </p:sp>
    </p:spTree>
    <p:extLst>
      <p:ext uri="{BB962C8B-B14F-4D97-AF65-F5344CB8AC3E}">
        <p14:creationId xmlns:p14="http://schemas.microsoft.com/office/powerpoint/2010/main" val="33796146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ED3EC9A-E9ED-9349-8355-BBED17A59AE8}" type="slidenum">
              <a:rPr kumimoji="1" lang="zh-TW" altLang="en-US" smtClean="0"/>
              <a:t>14</a:t>
            </a:fld>
            <a:endParaRPr kumimoji="1" lang="zh-TW" altLang="en-US"/>
          </a:p>
        </p:txBody>
      </p:sp>
    </p:spTree>
    <p:extLst>
      <p:ext uri="{BB962C8B-B14F-4D97-AF65-F5344CB8AC3E}">
        <p14:creationId xmlns:p14="http://schemas.microsoft.com/office/powerpoint/2010/main" val="35998881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ED3EC9A-E9ED-9349-8355-BBED17A59AE8}" type="slidenum">
              <a:rPr kumimoji="1" lang="zh-TW" altLang="en-US" smtClean="0"/>
              <a:t>15</a:t>
            </a:fld>
            <a:endParaRPr kumimoji="1" lang="zh-TW" altLang="en-US"/>
          </a:p>
        </p:txBody>
      </p:sp>
    </p:spTree>
    <p:extLst>
      <p:ext uri="{BB962C8B-B14F-4D97-AF65-F5344CB8AC3E}">
        <p14:creationId xmlns:p14="http://schemas.microsoft.com/office/powerpoint/2010/main" val="4192865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ED3EC9A-E9ED-9349-8355-BBED17A59AE8}" type="slidenum">
              <a:rPr kumimoji="1" lang="zh-TW" altLang="en-US" smtClean="0"/>
              <a:t>16</a:t>
            </a:fld>
            <a:endParaRPr kumimoji="1" lang="zh-TW" altLang="en-US"/>
          </a:p>
        </p:txBody>
      </p:sp>
    </p:spTree>
    <p:extLst>
      <p:ext uri="{BB962C8B-B14F-4D97-AF65-F5344CB8AC3E}">
        <p14:creationId xmlns:p14="http://schemas.microsoft.com/office/powerpoint/2010/main" val="32775609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ED3EC9A-E9ED-9349-8355-BBED17A59AE8}" type="slidenum">
              <a:rPr kumimoji="1" lang="zh-TW" altLang="en-US" smtClean="0"/>
              <a:t>17</a:t>
            </a:fld>
            <a:endParaRPr kumimoji="1" lang="zh-TW" altLang="en-US"/>
          </a:p>
        </p:txBody>
      </p:sp>
    </p:spTree>
    <p:extLst>
      <p:ext uri="{BB962C8B-B14F-4D97-AF65-F5344CB8AC3E}">
        <p14:creationId xmlns:p14="http://schemas.microsoft.com/office/powerpoint/2010/main" val="24660860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ED3EC9A-E9ED-9349-8355-BBED17A59AE8}" type="slidenum">
              <a:rPr kumimoji="1" lang="zh-TW" altLang="en-US" smtClean="0"/>
              <a:t>18</a:t>
            </a:fld>
            <a:endParaRPr kumimoji="1" lang="zh-TW" altLang="en-US"/>
          </a:p>
        </p:txBody>
      </p:sp>
    </p:spTree>
    <p:extLst>
      <p:ext uri="{BB962C8B-B14F-4D97-AF65-F5344CB8AC3E}">
        <p14:creationId xmlns:p14="http://schemas.microsoft.com/office/powerpoint/2010/main" val="21934560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ED3EC9A-E9ED-9349-8355-BBED17A59AE8}" type="slidenum">
              <a:rPr kumimoji="1" lang="zh-TW" altLang="en-US" smtClean="0"/>
              <a:t>19</a:t>
            </a:fld>
            <a:endParaRPr kumimoji="1" lang="zh-TW" altLang="en-US"/>
          </a:p>
        </p:txBody>
      </p:sp>
    </p:spTree>
    <p:extLst>
      <p:ext uri="{BB962C8B-B14F-4D97-AF65-F5344CB8AC3E}">
        <p14:creationId xmlns:p14="http://schemas.microsoft.com/office/powerpoint/2010/main" val="38432104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ED3EC9A-E9ED-9349-8355-BBED17A59AE8}" type="slidenum">
              <a:rPr kumimoji="1" lang="zh-TW" altLang="en-US" smtClean="0"/>
              <a:t>20</a:t>
            </a:fld>
            <a:endParaRPr kumimoji="1" lang="zh-TW" altLang="en-US"/>
          </a:p>
        </p:txBody>
      </p:sp>
    </p:spTree>
    <p:extLst>
      <p:ext uri="{BB962C8B-B14F-4D97-AF65-F5344CB8AC3E}">
        <p14:creationId xmlns:p14="http://schemas.microsoft.com/office/powerpoint/2010/main" val="27312849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E126B02-21CC-44D0-9CD5-BFC8538325FB}"/>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DBA36A82-1489-4022-A7E2-28C4C908A2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024BD812-B600-45AC-9A66-D776F6743AF4}"/>
              </a:ext>
            </a:extLst>
          </p:cNvPr>
          <p:cNvSpPr>
            <a:spLocks noGrp="1"/>
          </p:cNvSpPr>
          <p:nvPr>
            <p:ph type="dt" sz="half" idx="10"/>
          </p:nvPr>
        </p:nvSpPr>
        <p:spPr/>
        <p:txBody>
          <a:bodyPr/>
          <a:lstStyle/>
          <a:p>
            <a:fld id="{3B0BC79B-B8D8-4CA3-9AD2-35393C1E2569}" type="datetimeFigureOut">
              <a:rPr lang="zh-TW" altLang="en-US" smtClean="0"/>
              <a:t>2024/5/29</a:t>
            </a:fld>
            <a:endParaRPr lang="zh-TW" altLang="en-US"/>
          </a:p>
        </p:txBody>
      </p:sp>
      <p:sp>
        <p:nvSpPr>
          <p:cNvPr id="5" name="頁尾版面配置區 4">
            <a:extLst>
              <a:ext uri="{FF2B5EF4-FFF2-40B4-BE49-F238E27FC236}">
                <a16:creationId xmlns:a16="http://schemas.microsoft.com/office/drawing/2014/main" id="{7E687E7D-6CC2-4166-AA9D-1F6A5631158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C68B100-1295-438B-90D3-487EE1A499CE}"/>
              </a:ext>
            </a:extLst>
          </p:cNvPr>
          <p:cNvSpPr>
            <a:spLocks noGrp="1"/>
          </p:cNvSpPr>
          <p:nvPr>
            <p:ph type="sldNum" sz="quarter" idx="12"/>
          </p:nvPr>
        </p:nvSpPr>
        <p:spPr/>
        <p:txBody>
          <a:bodyPr/>
          <a:lstStyle/>
          <a:p>
            <a:fld id="{BC72A479-0001-4A02-AD8F-F5D769759358}" type="slidenum">
              <a:rPr lang="zh-TW" altLang="en-US" smtClean="0"/>
              <a:t>‹#›</a:t>
            </a:fld>
            <a:endParaRPr lang="zh-TW" altLang="en-US"/>
          </a:p>
        </p:txBody>
      </p:sp>
    </p:spTree>
    <p:extLst>
      <p:ext uri="{BB962C8B-B14F-4D97-AF65-F5344CB8AC3E}">
        <p14:creationId xmlns:p14="http://schemas.microsoft.com/office/powerpoint/2010/main" val="42156357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6689F37-B6F9-41C9-B3DA-D0FFAE97E2F5}"/>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83A44E87-5769-48EE-B953-AE7D733BE659}"/>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7774CBB-FFEB-482E-81EC-E1239B89D7FC}"/>
              </a:ext>
            </a:extLst>
          </p:cNvPr>
          <p:cNvSpPr>
            <a:spLocks noGrp="1"/>
          </p:cNvSpPr>
          <p:nvPr>
            <p:ph type="dt" sz="half" idx="10"/>
          </p:nvPr>
        </p:nvSpPr>
        <p:spPr/>
        <p:txBody>
          <a:bodyPr/>
          <a:lstStyle/>
          <a:p>
            <a:fld id="{3B0BC79B-B8D8-4CA3-9AD2-35393C1E2569}" type="datetimeFigureOut">
              <a:rPr lang="zh-TW" altLang="en-US" smtClean="0"/>
              <a:t>2024/5/29</a:t>
            </a:fld>
            <a:endParaRPr lang="zh-TW" altLang="en-US"/>
          </a:p>
        </p:txBody>
      </p:sp>
      <p:sp>
        <p:nvSpPr>
          <p:cNvPr id="5" name="頁尾版面配置區 4">
            <a:extLst>
              <a:ext uri="{FF2B5EF4-FFF2-40B4-BE49-F238E27FC236}">
                <a16:creationId xmlns:a16="http://schemas.microsoft.com/office/drawing/2014/main" id="{48C919CD-6B68-420C-8E81-A414F69161F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AE93167-BE22-4D5C-8B4E-88E4486A33FE}"/>
              </a:ext>
            </a:extLst>
          </p:cNvPr>
          <p:cNvSpPr>
            <a:spLocks noGrp="1"/>
          </p:cNvSpPr>
          <p:nvPr>
            <p:ph type="sldNum" sz="quarter" idx="12"/>
          </p:nvPr>
        </p:nvSpPr>
        <p:spPr/>
        <p:txBody>
          <a:bodyPr/>
          <a:lstStyle/>
          <a:p>
            <a:fld id="{BC72A479-0001-4A02-AD8F-F5D769759358}" type="slidenum">
              <a:rPr lang="zh-TW" altLang="en-US" smtClean="0"/>
              <a:t>‹#›</a:t>
            </a:fld>
            <a:endParaRPr lang="zh-TW" altLang="en-US"/>
          </a:p>
        </p:txBody>
      </p:sp>
    </p:spTree>
    <p:extLst>
      <p:ext uri="{BB962C8B-B14F-4D97-AF65-F5344CB8AC3E}">
        <p14:creationId xmlns:p14="http://schemas.microsoft.com/office/powerpoint/2010/main" val="2381586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4101AF9-91BA-4AE1-8483-4DDA45A04FBF}"/>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53E8BA73-6937-488E-ADE9-BC75767597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DC47EF2E-E145-4BB6-A827-F4EA10CDBC9D}"/>
              </a:ext>
            </a:extLst>
          </p:cNvPr>
          <p:cNvSpPr>
            <a:spLocks noGrp="1"/>
          </p:cNvSpPr>
          <p:nvPr>
            <p:ph type="dt" sz="half" idx="10"/>
          </p:nvPr>
        </p:nvSpPr>
        <p:spPr/>
        <p:txBody>
          <a:bodyPr/>
          <a:lstStyle/>
          <a:p>
            <a:fld id="{3B0BC79B-B8D8-4CA3-9AD2-35393C1E2569}" type="datetimeFigureOut">
              <a:rPr lang="zh-TW" altLang="en-US" smtClean="0"/>
              <a:t>2024/5/29</a:t>
            </a:fld>
            <a:endParaRPr lang="zh-TW" altLang="en-US"/>
          </a:p>
        </p:txBody>
      </p:sp>
      <p:sp>
        <p:nvSpPr>
          <p:cNvPr id="5" name="頁尾版面配置區 4">
            <a:extLst>
              <a:ext uri="{FF2B5EF4-FFF2-40B4-BE49-F238E27FC236}">
                <a16:creationId xmlns:a16="http://schemas.microsoft.com/office/drawing/2014/main" id="{C015F903-5930-4990-9E5F-CF36D0EBD90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21A4792-8DE6-4917-B57D-045E43602069}"/>
              </a:ext>
            </a:extLst>
          </p:cNvPr>
          <p:cNvSpPr>
            <a:spLocks noGrp="1"/>
          </p:cNvSpPr>
          <p:nvPr>
            <p:ph type="sldNum" sz="quarter" idx="12"/>
          </p:nvPr>
        </p:nvSpPr>
        <p:spPr/>
        <p:txBody>
          <a:bodyPr/>
          <a:lstStyle/>
          <a:p>
            <a:fld id="{BC72A479-0001-4A02-AD8F-F5D769759358}" type="slidenum">
              <a:rPr lang="zh-TW" altLang="en-US" smtClean="0"/>
              <a:t>‹#›</a:t>
            </a:fld>
            <a:endParaRPr lang="zh-TW" altLang="en-US"/>
          </a:p>
        </p:txBody>
      </p:sp>
    </p:spTree>
    <p:extLst>
      <p:ext uri="{BB962C8B-B14F-4D97-AF65-F5344CB8AC3E}">
        <p14:creationId xmlns:p14="http://schemas.microsoft.com/office/powerpoint/2010/main" val="644233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38C3C8-75F2-4962-85C0-B1EB75C989D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14EA971-6E29-421C-89E5-9BCE2280F1FE}"/>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361DFC00-F58B-4359-ABA3-D7400072F106}"/>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B455FEE0-F523-44EC-BEA1-49DA9FC788F6}"/>
              </a:ext>
            </a:extLst>
          </p:cNvPr>
          <p:cNvSpPr>
            <a:spLocks noGrp="1"/>
          </p:cNvSpPr>
          <p:nvPr>
            <p:ph type="dt" sz="half" idx="10"/>
          </p:nvPr>
        </p:nvSpPr>
        <p:spPr/>
        <p:txBody>
          <a:bodyPr/>
          <a:lstStyle/>
          <a:p>
            <a:fld id="{3B0BC79B-B8D8-4CA3-9AD2-35393C1E2569}" type="datetimeFigureOut">
              <a:rPr lang="zh-TW" altLang="en-US" smtClean="0"/>
              <a:t>2024/5/29</a:t>
            </a:fld>
            <a:endParaRPr lang="zh-TW" altLang="en-US"/>
          </a:p>
        </p:txBody>
      </p:sp>
      <p:sp>
        <p:nvSpPr>
          <p:cNvPr id="6" name="頁尾版面配置區 5">
            <a:extLst>
              <a:ext uri="{FF2B5EF4-FFF2-40B4-BE49-F238E27FC236}">
                <a16:creationId xmlns:a16="http://schemas.microsoft.com/office/drawing/2014/main" id="{5CE93FE8-CCFA-4879-9D19-A18AD34B627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1D1AF11-CF6B-4B1F-95CC-1BAB850E0F35}"/>
              </a:ext>
            </a:extLst>
          </p:cNvPr>
          <p:cNvSpPr>
            <a:spLocks noGrp="1"/>
          </p:cNvSpPr>
          <p:nvPr>
            <p:ph type="sldNum" sz="quarter" idx="12"/>
          </p:nvPr>
        </p:nvSpPr>
        <p:spPr/>
        <p:txBody>
          <a:bodyPr/>
          <a:lstStyle/>
          <a:p>
            <a:fld id="{BC72A479-0001-4A02-AD8F-F5D769759358}" type="slidenum">
              <a:rPr lang="zh-TW" altLang="en-US" smtClean="0"/>
              <a:t>‹#›</a:t>
            </a:fld>
            <a:endParaRPr lang="zh-TW" altLang="en-US"/>
          </a:p>
        </p:txBody>
      </p:sp>
    </p:spTree>
    <p:extLst>
      <p:ext uri="{BB962C8B-B14F-4D97-AF65-F5344CB8AC3E}">
        <p14:creationId xmlns:p14="http://schemas.microsoft.com/office/powerpoint/2010/main" val="1228147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6A8B1E0-51A1-4E7A-A18E-76B2330A6C83}"/>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8D4A0E0C-76B6-4EFE-9CD6-54CA82A4C2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52B60BE0-1A3A-4595-91F3-448F5678FBC3}"/>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68CA7E51-0072-46AE-AF25-D9B0B6E977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01B12FEC-3918-4AB1-B8D5-8F579A52095F}"/>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5CE5CF0E-FAC2-4640-AF9E-30CC1DE7D6E0}"/>
              </a:ext>
            </a:extLst>
          </p:cNvPr>
          <p:cNvSpPr>
            <a:spLocks noGrp="1"/>
          </p:cNvSpPr>
          <p:nvPr>
            <p:ph type="dt" sz="half" idx="10"/>
          </p:nvPr>
        </p:nvSpPr>
        <p:spPr/>
        <p:txBody>
          <a:bodyPr/>
          <a:lstStyle/>
          <a:p>
            <a:fld id="{3B0BC79B-B8D8-4CA3-9AD2-35393C1E2569}" type="datetimeFigureOut">
              <a:rPr lang="zh-TW" altLang="en-US" smtClean="0"/>
              <a:t>2024/5/29</a:t>
            </a:fld>
            <a:endParaRPr lang="zh-TW" altLang="en-US"/>
          </a:p>
        </p:txBody>
      </p:sp>
      <p:sp>
        <p:nvSpPr>
          <p:cNvPr id="8" name="頁尾版面配置區 7">
            <a:extLst>
              <a:ext uri="{FF2B5EF4-FFF2-40B4-BE49-F238E27FC236}">
                <a16:creationId xmlns:a16="http://schemas.microsoft.com/office/drawing/2014/main" id="{F9E84CF1-438F-4047-AD85-E271F3EBDBA9}"/>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732773BD-943B-4F37-B8B1-04B9805350F6}"/>
              </a:ext>
            </a:extLst>
          </p:cNvPr>
          <p:cNvSpPr>
            <a:spLocks noGrp="1"/>
          </p:cNvSpPr>
          <p:nvPr>
            <p:ph type="sldNum" sz="quarter" idx="12"/>
          </p:nvPr>
        </p:nvSpPr>
        <p:spPr/>
        <p:txBody>
          <a:bodyPr/>
          <a:lstStyle/>
          <a:p>
            <a:fld id="{BC72A479-0001-4A02-AD8F-F5D769759358}" type="slidenum">
              <a:rPr lang="zh-TW" altLang="en-US" smtClean="0"/>
              <a:t>‹#›</a:t>
            </a:fld>
            <a:endParaRPr lang="zh-TW" altLang="en-US"/>
          </a:p>
        </p:txBody>
      </p:sp>
    </p:spTree>
    <p:extLst>
      <p:ext uri="{BB962C8B-B14F-4D97-AF65-F5344CB8AC3E}">
        <p14:creationId xmlns:p14="http://schemas.microsoft.com/office/powerpoint/2010/main" val="2067378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893D89-BBAD-4D92-99E2-E835483FCC06}"/>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7988F47C-1F0E-4762-9A43-B1AE4451E788}"/>
              </a:ext>
            </a:extLst>
          </p:cNvPr>
          <p:cNvSpPr>
            <a:spLocks noGrp="1"/>
          </p:cNvSpPr>
          <p:nvPr>
            <p:ph type="dt" sz="half" idx="10"/>
          </p:nvPr>
        </p:nvSpPr>
        <p:spPr/>
        <p:txBody>
          <a:bodyPr/>
          <a:lstStyle/>
          <a:p>
            <a:fld id="{3B0BC79B-B8D8-4CA3-9AD2-35393C1E2569}" type="datetimeFigureOut">
              <a:rPr lang="zh-TW" altLang="en-US" smtClean="0"/>
              <a:t>2024/5/29</a:t>
            </a:fld>
            <a:endParaRPr lang="zh-TW" altLang="en-US"/>
          </a:p>
        </p:txBody>
      </p:sp>
      <p:sp>
        <p:nvSpPr>
          <p:cNvPr id="4" name="頁尾版面配置區 3">
            <a:extLst>
              <a:ext uri="{FF2B5EF4-FFF2-40B4-BE49-F238E27FC236}">
                <a16:creationId xmlns:a16="http://schemas.microsoft.com/office/drawing/2014/main" id="{441D9460-7D1D-401A-8CAB-64C0E3B1A40D}"/>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CDD827AB-51F4-4247-B2B6-C73CFBAFFAED}"/>
              </a:ext>
            </a:extLst>
          </p:cNvPr>
          <p:cNvSpPr>
            <a:spLocks noGrp="1"/>
          </p:cNvSpPr>
          <p:nvPr>
            <p:ph type="sldNum" sz="quarter" idx="12"/>
          </p:nvPr>
        </p:nvSpPr>
        <p:spPr/>
        <p:txBody>
          <a:bodyPr/>
          <a:lstStyle/>
          <a:p>
            <a:fld id="{BC72A479-0001-4A02-AD8F-F5D769759358}" type="slidenum">
              <a:rPr lang="zh-TW" altLang="en-US" smtClean="0"/>
              <a:t>‹#›</a:t>
            </a:fld>
            <a:endParaRPr lang="zh-TW" altLang="en-US"/>
          </a:p>
        </p:txBody>
      </p:sp>
    </p:spTree>
    <p:extLst>
      <p:ext uri="{BB962C8B-B14F-4D97-AF65-F5344CB8AC3E}">
        <p14:creationId xmlns:p14="http://schemas.microsoft.com/office/powerpoint/2010/main" val="2411556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EAA9DFDE-82DF-4628-8AF2-11874100E535}"/>
              </a:ext>
            </a:extLst>
          </p:cNvPr>
          <p:cNvSpPr>
            <a:spLocks noGrp="1"/>
          </p:cNvSpPr>
          <p:nvPr>
            <p:ph type="dt" sz="half" idx="10"/>
          </p:nvPr>
        </p:nvSpPr>
        <p:spPr/>
        <p:txBody>
          <a:bodyPr/>
          <a:lstStyle/>
          <a:p>
            <a:fld id="{3B0BC79B-B8D8-4CA3-9AD2-35393C1E2569}" type="datetimeFigureOut">
              <a:rPr lang="zh-TW" altLang="en-US" smtClean="0"/>
              <a:t>2024/5/29</a:t>
            </a:fld>
            <a:endParaRPr lang="zh-TW" altLang="en-US"/>
          </a:p>
        </p:txBody>
      </p:sp>
      <p:sp>
        <p:nvSpPr>
          <p:cNvPr id="3" name="頁尾版面配置區 2">
            <a:extLst>
              <a:ext uri="{FF2B5EF4-FFF2-40B4-BE49-F238E27FC236}">
                <a16:creationId xmlns:a16="http://schemas.microsoft.com/office/drawing/2014/main" id="{57F0B9EE-F903-4FD0-B4A5-40900DDBE81C}"/>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ABCE498E-E1BB-4E27-943A-10A5F3E4A882}"/>
              </a:ext>
            </a:extLst>
          </p:cNvPr>
          <p:cNvSpPr>
            <a:spLocks noGrp="1"/>
          </p:cNvSpPr>
          <p:nvPr>
            <p:ph type="sldNum" sz="quarter" idx="12"/>
          </p:nvPr>
        </p:nvSpPr>
        <p:spPr/>
        <p:txBody>
          <a:bodyPr/>
          <a:lstStyle/>
          <a:p>
            <a:fld id="{BC72A479-0001-4A02-AD8F-F5D769759358}" type="slidenum">
              <a:rPr lang="zh-TW" altLang="en-US" smtClean="0"/>
              <a:t>‹#›</a:t>
            </a:fld>
            <a:endParaRPr lang="zh-TW" altLang="en-US"/>
          </a:p>
        </p:txBody>
      </p:sp>
    </p:spTree>
    <p:extLst>
      <p:ext uri="{BB962C8B-B14F-4D97-AF65-F5344CB8AC3E}">
        <p14:creationId xmlns:p14="http://schemas.microsoft.com/office/powerpoint/2010/main" val="1601360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6CF183-1FDA-46BD-B3C8-197DEF0152B0}"/>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0970C092-CADF-4E59-A374-8A10B8C29C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E84E7EA7-402C-4638-A70D-A67C9647FC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6D4061BF-06BE-46A9-87FF-8CB661124370}"/>
              </a:ext>
            </a:extLst>
          </p:cNvPr>
          <p:cNvSpPr>
            <a:spLocks noGrp="1"/>
          </p:cNvSpPr>
          <p:nvPr>
            <p:ph type="dt" sz="half" idx="10"/>
          </p:nvPr>
        </p:nvSpPr>
        <p:spPr/>
        <p:txBody>
          <a:bodyPr/>
          <a:lstStyle/>
          <a:p>
            <a:fld id="{3B0BC79B-B8D8-4CA3-9AD2-35393C1E2569}" type="datetimeFigureOut">
              <a:rPr lang="zh-TW" altLang="en-US" smtClean="0"/>
              <a:t>2024/5/29</a:t>
            </a:fld>
            <a:endParaRPr lang="zh-TW" altLang="en-US"/>
          </a:p>
        </p:txBody>
      </p:sp>
      <p:sp>
        <p:nvSpPr>
          <p:cNvPr id="6" name="頁尾版面配置區 5">
            <a:extLst>
              <a:ext uri="{FF2B5EF4-FFF2-40B4-BE49-F238E27FC236}">
                <a16:creationId xmlns:a16="http://schemas.microsoft.com/office/drawing/2014/main" id="{DD5B8F5F-B12E-4BF9-823E-AA7A5E59599B}"/>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38B9242-6404-43E8-B8A2-8F4CC8B857EB}"/>
              </a:ext>
            </a:extLst>
          </p:cNvPr>
          <p:cNvSpPr>
            <a:spLocks noGrp="1"/>
          </p:cNvSpPr>
          <p:nvPr>
            <p:ph type="sldNum" sz="quarter" idx="12"/>
          </p:nvPr>
        </p:nvSpPr>
        <p:spPr/>
        <p:txBody>
          <a:bodyPr/>
          <a:lstStyle/>
          <a:p>
            <a:fld id="{BC72A479-0001-4A02-AD8F-F5D769759358}" type="slidenum">
              <a:rPr lang="zh-TW" altLang="en-US" smtClean="0"/>
              <a:t>‹#›</a:t>
            </a:fld>
            <a:endParaRPr lang="zh-TW" altLang="en-US"/>
          </a:p>
        </p:txBody>
      </p:sp>
    </p:spTree>
    <p:extLst>
      <p:ext uri="{BB962C8B-B14F-4D97-AF65-F5344CB8AC3E}">
        <p14:creationId xmlns:p14="http://schemas.microsoft.com/office/powerpoint/2010/main" val="2255269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DBD502F-79C1-41DE-A505-BF47D93B6A3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A96EAB69-801D-4484-9CDB-8743A8A4DB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8E357D14-9D30-4004-A23F-9C0F5AD157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2AC85B0A-17F1-4A9C-AFEA-6507B1A20A97}"/>
              </a:ext>
            </a:extLst>
          </p:cNvPr>
          <p:cNvSpPr>
            <a:spLocks noGrp="1"/>
          </p:cNvSpPr>
          <p:nvPr>
            <p:ph type="dt" sz="half" idx="10"/>
          </p:nvPr>
        </p:nvSpPr>
        <p:spPr/>
        <p:txBody>
          <a:bodyPr/>
          <a:lstStyle/>
          <a:p>
            <a:fld id="{3B0BC79B-B8D8-4CA3-9AD2-35393C1E2569}" type="datetimeFigureOut">
              <a:rPr lang="zh-TW" altLang="en-US" smtClean="0"/>
              <a:t>2024/5/29</a:t>
            </a:fld>
            <a:endParaRPr lang="zh-TW" altLang="en-US"/>
          </a:p>
        </p:txBody>
      </p:sp>
      <p:sp>
        <p:nvSpPr>
          <p:cNvPr id="6" name="頁尾版面配置區 5">
            <a:extLst>
              <a:ext uri="{FF2B5EF4-FFF2-40B4-BE49-F238E27FC236}">
                <a16:creationId xmlns:a16="http://schemas.microsoft.com/office/drawing/2014/main" id="{29FA6154-8029-4D45-9C23-B8E70062B16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C3BC0EC0-9CE0-47BF-9656-AFA4D5489B55}"/>
              </a:ext>
            </a:extLst>
          </p:cNvPr>
          <p:cNvSpPr>
            <a:spLocks noGrp="1"/>
          </p:cNvSpPr>
          <p:nvPr>
            <p:ph type="sldNum" sz="quarter" idx="12"/>
          </p:nvPr>
        </p:nvSpPr>
        <p:spPr/>
        <p:txBody>
          <a:bodyPr/>
          <a:lstStyle/>
          <a:p>
            <a:fld id="{BC72A479-0001-4A02-AD8F-F5D769759358}" type="slidenum">
              <a:rPr lang="zh-TW" altLang="en-US" smtClean="0"/>
              <a:t>‹#›</a:t>
            </a:fld>
            <a:endParaRPr lang="zh-TW" altLang="en-US"/>
          </a:p>
        </p:txBody>
      </p:sp>
    </p:spTree>
    <p:extLst>
      <p:ext uri="{BB962C8B-B14F-4D97-AF65-F5344CB8AC3E}">
        <p14:creationId xmlns:p14="http://schemas.microsoft.com/office/powerpoint/2010/main" val="41440393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580441-3DEC-46CB-A62D-1D832F4C7BA6}"/>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93BA409-9C19-42C1-AEC3-F861A6F01D04}"/>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CCF9005-5C9B-4DEA-9D54-9D0E0A730997}"/>
              </a:ext>
            </a:extLst>
          </p:cNvPr>
          <p:cNvSpPr>
            <a:spLocks noGrp="1"/>
          </p:cNvSpPr>
          <p:nvPr>
            <p:ph type="dt" sz="half" idx="10"/>
          </p:nvPr>
        </p:nvSpPr>
        <p:spPr/>
        <p:txBody>
          <a:bodyPr/>
          <a:lstStyle/>
          <a:p>
            <a:fld id="{3B0BC79B-B8D8-4CA3-9AD2-35393C1E2569}" type="datetimeFigureOut">
              <a:rPr lang="zh-TW" altLang="en-US" smtClean="0"/>
              <a:t>2024/5/29</a:t>
            </a:fld>
            <a:endParaRPr lang="zh-TW" altLang="en-US"/>
          </a:p>
        </p:txBody>
      </p:sp>
      <p:sp>
        <p:nvSpPr>
          <p:cNvPr id="5" name="頁尾版面配置區 4">
            <a:extLst>
              <a:ext uri="{FF2B5EF4-FFF2-40B4-BE49-F238E27FC236}">
                <a16:creationId xmlns:a16="http://schemas.microsoft.com/office/drawing/2014/main" id="{7AFECD77-868E-4E36-96C9-516379E7CAB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DD635AC-BF23-4F3C-94F0-350145B09630}"/>
              </a:ext>
            </a:extLst>
          </p:cNvPr>
          <p:cNvSpPr>
            <a:spLocks noGrp="1"/>
          </p:cNvSpPr>
          <p:nvPr>
            <p:ph type="sldNum" sz="quarter" idx="12"/>
          </p:nvPr>
        </p:nvSpPr>
        <p:spPr/>
        <p:txBody>
          <a:bodyPr/>
          <a:lstStyle/>
          <a:p>
            <a:fld id="{BC72A479-0001-4A02-AD8F-F5D769759358}" type="slidenum">
              <a:rPr lang="zh-TW" altLang="en-US" smtClean="0"/>
              <a:t>‹#›</a:t>
            </a:fld>
            <a:endParaRPr lang="zh-TW" altLang="en-US"/>
          </a:p>
        </p:txBody>
      </p:sp>
    </p:spTree>
    <p:extLst>
      <p:ext uri="{BB962C8B-B14F-4D97-AF65-F5344CB8AC3E}">
        <p14:creationId xmlns:p14="http://schemas.microsoft.com/office/powerpoint/2010/main" val="328164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E80E3CFB-D284-4B79-97E2-FF5ECD6A71CA}"/>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C3EEBBB6-FCB7-4849-9F97-0998277EE47C}"/>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471855F-7F47-43A5-A2B7-DED70814CE36}"/>
              </a:ext>
            </a:extLst>
          </p:cNvPr>
          <p:cNvSpPr>
            <a:spLocks noGrp="1"/>
          </p:cNvSpPr>
          <p:nvPr>
            <p:ph type="dt" sz="half" idx="10"/>
          </p:nvPr>
        </p:nvSpPr>
        <p:spPr/>
        <p:txBody>
          <a:bodyPr/>
          <a:lstStyle/>
          <a:p>
            <a:fld id="{3B0BC79B-B8D8-4CA3-9AD2-35393C1E2569}" type="datetimeFigureOut">
              <a:rPr lang="zh-TW" altLang="en-US" smtClean="0"/>
              <a:t>2024/5/29</a:t>
            </a:fld>
            <a:endParaRPr lang="zh-TW" altLang="en-US"/>
          </a:p>
        </p:txBody>
      </p:sp>
      <p:sp>
        <p:nvSpPr>
          <p:cNvPr id="5" name="頁尾版面配置區 4">
            <a:extLst>
              <a:ext uri="{FF2B5EF4-FFF2-40B4-BE49-F238E27FC236}">
                <a16:creationId xmlns:a16="http://schemas.microsoft.com/office/drawing/2014/main" id="{135656E3-AA5E-425A-B2DE-FEF93B8A3A6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4000F4D-DD71-4158-947D-29B4D1E52828}"/>
              </a:ext>
            </a:extLst>
          </p:cNvPr>
          <p:cNvSpPr>
            <a:spLocks noGrp="1"/>
          </p:cNvSpPr>
          <p:nvPr>
            <p:ph type="sldNum" sz="quarter" idx="12"/>
          </p:nvPr>
        </p:nvSpPr>
        <p:spPr/>
        <p:txBody>
          <a:bodyPr/>
          <a:lstStyle/>
          <a:p>
            <a:fld id="{BC72A479-0001-4A02-AD8F-F5D769759358}" type="slidenum">
              <a:rPr lang="zh-TW" altLang="en-US" smtClean="0"/>
              <a:t>‹#›</a:t>
            </a:fld>
            <a:endParaRPr lang="zh-TW" altLang="en-US"/>
          </a:p>
        </p:txBody>
      </p:sp>
    </p:spTree>
    <p:extLst>
      <p:ext uri="{BB962C8B-B14F-4D97-AF65-F5344CB8AC3E}">
        <p14:creationId xmlns:p14="http://schemas.microsoft.com/office/powerpoint/2010/main" val="4205316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F756A63A-A313-4520-A4B9-F6025A75CB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8B247C57-EF40-4985-81B2-6C86516436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B1AB606F-6505-43A3-A009-C4A37431EA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0BC79B-B8D8-4CA3-9AD2-35393C1E2569}" type="datetimeFigureOut">
              <a:rPr lang="zh-TW" altLang="en-US" smtClean="0"/>
              <a:t>2024/5/29</a:t>
            </a:fld>
            <a:endParaRPr lang="zh-TW" altLang="en-US"/>
          </a:p>
        </p:txBody>
      </p:sp>
      <p:sp>
        <p:nvSpPr>
          <p:cNvPr id="5" name="頁尾版面配置區 4">
            <a:extLst>
              <a:ext uri="{FF2B5EF4-FFF2-40B4-BE49-F238E27FC236}">
                <a16:creationId xmlns:a16="http://schemas.microsoft.com/office/drawing/2014/main" id="{46D252F0-8A97-4E76-B50A-2AA65C9005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712266F1-357C-4F6A-A4D5-BFCF118C10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72A479-0001-4A02-AD8F-F5D769759358}" type="slidenum">
              <a:rPr lang="zh-TW" altLang="en-US" smtClean="0"/>
              <a:t>‹#›</a:t>
            </a:fld>
            <a:endParaRPr lang="zh-TW" altLang="en-US"/>
          </a:p>
        </p:txBody>
      </p:sp>
    </p:spTree>
    <p:extLst>
      <p:ext uri="{BB962C8B-B14F-4D97-AF65-F5344CB8AC3E}">
        <p14:creationId xmlns:p14="http://schemas.microsoft.com/office/powerpoint/2010/main" val="36864729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1B36ABE-AAF8-A44E-9A2F-7BC45939FD43}"/>
              </a:ext>
            </a:extLst>
          </p:cNvPr>
          <p:cNvSpPr>
            <a:spLocks noGrp="1"/>
          </p:cNvSpPr>
          <p:nvPr>
            <p:ph type="ctrTitle"/>
          </p:nvPr>
        </p:nvSpPr>
        <p:spPr>
          <a:xfrm>
            <a:off x="746379" y="1041400"/>
            <a:ext cx="10699242" cy="2387600"/>
          </a:xfrm>
        </p:spPr>
        <p:txBody>
          <a:bodyPr>
            <a:noAutofit/>
          </a:bodyPr>
          <a:lstStyle/>
          <a:p>
            <a:r>
              <a:rPr kumimoji="1" lang="en-US" altLang="zh-TW" sz="4400" dirty="0">
                <a:latin typeface="Times New Roman" panose="02020603050405020304" pitchFamily="18" charset="0"/>
                <a:cs typeface="Times New Roman" panose="02020603050405020304" pitchFamily="18" charset="0"/>
              </a:rPr>
              <a:t>Design-centric maze generation</a:t>
            </a:r>
            <a:endParaRPr kumimoji="1" lang="en" altLang="zh-TW" sz="44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E5B5F14B-80FA-484A-93C9-1FC3F30ECA32}"/>
              </a:ext>
            </a:extLst>
          </p:cNvPr>
          <p:cNvSpPr>
            <a:spLocks noGrp="1"/>
          </p:cNvSpPr>
          <p:nvPr>
            <p:ph type="subTitle" idx="1"/>
          </p:nvPr>
        </p:nvSpPr>
        <p:spPr/>
        <p:txBody>
          <a:bodyPr>
            <a:normAutofit/>
          </a:bodyPr>
          <a:lstStyle/>
          <a:p>
            <a:pPr fontAlgn="ctr"/>
            <a:r>
              <a:rPr lang="en-US" altLang="zh-TW" dirty="0">
                <a:latin typeface="Times New Roman" panose="02020603050405020304" pitchFamily="18" charset="0"/>
                <a:cs typeface="Times New Roman" panose="02020603050405020304" pitchFamily="18" charset="0"/>
              </a:rPr>
              <a:t>P. H. Kim, J. Grove, S. Wurster &amp; R. </a:t>
            </a:r>
            <a:r>
              <a:rPr lang="en-US" altLang="zh-TW" dirty="0" err="1">
                <a:latin typeface="Times New Roman" panose="02020603050405020304" pitchFamily="18" charset="0"/>
                <a:cs typeface="Times New Roman" panose="02020603050405020304" pitchFamily="18" charset="0"/>
              </a:rPr>
              <a:t>Crawfis</a:t>
            </a:r>
            <a:endParaRPr lang="en-US" altLang="zh-TW" dirty="0">
              <a:latin typeface="Times New Roman" panose="02020603050405020304" pitchFamily="18" charset="0"/>
              <a:cs typeface="Times New Roman" panose="02020603050405020304" pitchFamily="18" charset="0"/>
            </a:endParaRPr>
          </a:p>
          <a:p>
            <a:pPr fontAlgn="ctr"/>
            <a:r>
              <a:rPr lang="en-US" altLang="zh-TW" dirty="0">
                <a:latin typeface="Times New Roman" panose="02020603050405020304" pitchFamily="18" charset="0"/>
                <a:cs typeface="Times New Roman" panose="02020603050405020304" pitchFamily="18" charset="0"/>
              </a:rPr>
              <a:t>Proceedings of the 14th International Conference on the Foundations of Digital Games (pp. </a:t>
            </a:r>
            <a:r>
              <a:rPr lang="en-US" altLang="zh-TW">
                <a:latin typeface="Times New Roman" panose="02020603050405020304" pitchFamily="18" charset="0"/>
                <a:cs typeface="Times New Roman" panose="02020603050405020304" pitchFamily="18" charset="0"/>
              </a:rPr>
              <a:t>1-9) (2019). </a:t>
            </a:r>
            <a:r>
              <a:rPr lang="en-US" altLang="zh-TW" b="0" i="0" dirty="0">
                <a:effectLst/>
                <a:highlight>
                  <a:srgbClr val="FAFAFA"/>
                </a:highlight>
                <a:latin typeface="Times New Roman" panose="02020603050405020304" pitchFamily="18" charset="0"/>
                <a:cs typeface="Times New Roman" panose="02020603050405020304" pitchFamily="18" charset="0"/>
              </a:rPr>
              <a:t>San Luis Obispo California USA.</a:t>
            </a:r>
            <a:endParaRPr lang="en-US" altLang="zh-TW" dirty="0">
              <a:latin typeface="Times New Roman" panose="02020603050405020304" pitchFamily="18" charset="0"/>
              <a:ea typeface="+mn-lt"/>
              <a:cs typeface="Times New Roman" panose="02020603050405020304" pitchFamily="18" charset="0"/>
            </a:endParaRPr>
          </a:p>
        </p:txBody>
      </p:sp>
      <p:sp>
        <p:nvSpPr>
          <p:cNvPr id="4" name="副標題 2">
            <a:extLst>
              <a:ext uri="{FF2B5EF4-FFF2-40B4-BE49-F238E27FC236}">
                <a16:creationId xmlns:a16="http://schemas.microsoft.com/office/drawing/2014/main" id="{0F52706B-9798-8F45-B922-E99F0F5C4CA1}"/>
              </a:ext>
            </a:extLst>
          </p:cNvPr>
          <p:cNvSpPr txBox="1">
            <a:spLocks/>
          </p:cNvSpPr>
          <p:nvPr/>
        </p:nvSpPr>
        <p:spPr>
          <a:xfrm>
            <a:off x="8322197" y="6002973"/>
            <a:ext cx="3584053" cy="660717"/>
          </a:xfrm>
          <a:prstGeom prst="rect">
            <a:avLst/>
          </a:prstGeom>
        </p:spPr>
        <p:txBody>
          <a:bodyPr vert="horz" lIns="91440" tIns="45720" rIns="91440" bIns="45720" rtlCol="0">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kumimoji="1" lang="en" altLang="zh-TW" dirty="0">
                <a:latin typeface="Times New Roman" panose="02020603050405020304" pitchFamily="18" charset="0"/>
                <a:cs typeface="Times New Roman" panose="02020603050405020304" pitchFamily="18" charset="0"/>
              </a:rPr>
              <a:t>Presenter: Y</a:t>
            </a:r>
            <a:r>
              <a:rPr kumimoji="1" lang="en-US" altLang="zh-TW" dirty="0" err="1">
                <a:latin typeface="Times New Roman" panose="02020603050405020304" pitchFamily="18" charset="0"/>
                <a:cs typeface="Times New Roman" panose="02020603050405020304" pitchFamily="18" charset="0"/>
              </a:rPr>
              <a:t>en</a:t>
            </a:r>
            <a:r>
              <a:rPr kumimoji="1" lang="en" altLang="zh-TW" dirty="0">
                <a:latin typeface="Times New Roman" panose="02020603050405020304" pitchFamily="18" charset="0"/>
                <a:cs typeface="Times New Roman" panose="02020603050405020304" pitchFamily="18" charset="0"/>
              </a:rPr>
              <a:t>-Yu </a:t>
            </a:r>
            <a:r>
              <a:rPr kumimoji="1" lang="en-US" altLang="zh-TW" dirty="0">
                <a:latin typeface="Times New Roman" panose="02020603050405020304" pitchFamily="18" charset="0"/>
                <a:cs typeface="Times New Roman" panose="02020603050405020304" pitchFamily="18" charset="0"/>
              </a:rPr>
              <a:t>Chen</a:t>
            </a:r>
            <a:endParaRPr kumimoji="1" lang="en" altLang="zh-TW" dirty="0">
              <a:latin typeface="Times New Roman" panose="02020603050405020304" pitchFamily="18" charset="0"/>
              <a:cs typeface="Times New Roman" panose="02020603050405020304" pitchFamily="18" charset="0"/>
            </a:endParaRPr>
          </a:p>
          <a:p>
            <a:r>
              <a:rPr kumimoji="1" lang="en" altLang="zh-TW" dirty="0">
                <a:latin typeface="Times New Roman" panose="02020603050405020304" pitchFamily="18" charset="0"/>
                <a:cs typeface="Times New Roman" panose="02020603050405020304" pitchFamily="18" charset="0"/>
              </a:rPr>
              <a:t>Date: </a:t>
            </a:r>
            <a:r>
              <a:rPr kumimoji="1" lang="en-US" altLang="zh-TW" dirty="0">
                <a:latin typeface="Times New Roman" panose="02020603050405020304" pitchFamily="18" charset="0"/>
                <a:cs typeface="Times New Roman" panose="02020603050405020304" pitchFamily="18" charset="0"/>
              </a:rPr>
              <a:t>May</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29</a:t>
            </a:r>
            <a:r>
              <a:rPr kumimoji="1" lang="en" altLang="zh-TW" dirty="0">
                <a:latin typeface="Times New Roman" panose="02020603050405020304" pitchFamily="18" charset="0"/>
                <a:cs typeface="Times New Roman" panose="02020603050405020304" pitchFamily="18" charset="0"/>
              </a:rPr>
              <a:t>, 202</a:t>
            </a:r>
            <a:r>
              <a:rPr kumimoji="1" lang="en-US" altLang="zh-TW" dirty="0">
                <a:latin typeface="Times New Roman" panose="02020603050405020304" pitchFamily="18" charset="0"/>
                <a:cs typeface="Times New Roman" panose="02020603050405020304" pitchFamily="18" charset="0"/>
              </a:rPr>
              <a:t>4</a:t>
            </a:r>
            <a:endParaRPr kumimoji="1" lang="en"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781977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4C3FE5-9629-F44B-A553-021C82D579AA}"/>
              </a:ext>
            </a:extLst>
          </p:cNvPr>
          <p:cNvSpPr>
            <a:spLocks noGrp="1"/>
          </p:cNvSpPr>
          <p:nvPr>
            <p:ph type="title"/>
          </p:nvPr>
        </p:nvSpPr>
        <p:spPr/>
        <p:txBody>
          <a:bodyPr>
            <a:normAutofit/>
          </a:bodyPr>
          <a:lstStyle/>
          <a:p>
            <a:r>
              <a:rPr kumimoji="1" lang="en-US" altLang="zh-TW" sz="4000" b="1" dirty="0">
                <a:latin typeface="Times New Roman" panose="02020603050405020304" pitchFamily="18" charset="0"/>
                <a:cs typeface="Times New Roman" panose="02020603050405020304" pitchFamily="18" charset="0"/>
              </a:rPr>
              <a:t>Abstract</a:t>
            </a:r>
            <a:endParaRPr kumimoji="1" lang="zh-TW" altLang="en-US" sz="40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B07ADD39-1B71-A342-8554-691195C55742}"/>
              </a:ext>
            </a:extLst>
          </p:cNvPr>
          <p:cNvSpPr>
            <a:spLocks noGrp="1"/>
          </p:cNvSpPr>
          <p:nvPr>
            <p:ph idx="1"/>
          </p:nvPr>
        </p:nvSpPr>
        <p:spPr>
          <a:xfrm>
            <a:off x="838200" y="1644026"/>
            <a:ext cx="10863804" cy="4447855"/>
          </a:xfrm>
        </p:spPr>
        <p:txBody>
          <a:bodyPr>
            <a:normAutofit fontScale="85000" lnSpcReduction="20000"/>
          </a:bodyPr>
          <a:lstStyle/>
          <a:p>
            <a:pPr marL="0" indent="0" algn="just">
              <a:lnSpc>
                <a:spcPct val="120000"/>
              </a:lnSpc>
              <a:buNone/>
            </a:pPr>
            <a:r>
              <a:rPr kumimoji="1" lang="en-US" altLang="zh-TW" dirty="0">
                <a:latin typeface="Times New Roman" panose="02020603050405020304" pitchFamily="18" charset="0"/>
                <a:cs typeface="Times New Roman" panose="02020603050405020304" pitchFamily="18" charset="0"/>
              </a:rPr>
              <a:t>A maze is a common structure in a game level. When we design game levels having a different purpose of each level, we may desire mazes with different topological properties, such as lots of branches or long straight-ways. Thus, we need the ability to design mazes based on our game mechanics. In this paper, we introduce our design-centric maze generation in which designers can input their desired properties to create their own mazes. Our method also enables the designers to control the topology of the solution path of a maze. Additionally, this method can provide several mazes which satisfy the given desired properties allowing designers to choose the best maze and use it to build game content for a game level. To demonstrate how useful our design-centric method is, this paper provides several use-cases of building actual game levels and shows that we can design the levels effectively using our method.</a:t>
            </a:r>
          </a:p>
        </p:txBody>
      </p:sp>
      <p:sp>
        <p:nvSpPr>
          <p:cNvPr id="4" name="投影片編號版面配置區 3">
            <a:extLst>
              <a:ext uri="{FF2B5EF4-FFF2-40B4-BE49-F238E27FC236}">
                <a16:creationId xmlns:a16="http://schemas.microsoft.com/office/drawing/2014/main" id="{FB393EE6-9AC4-F348-A300-5C4F6D5A38DA}"/>
              </a:ext>
            </a:extLst>
          </p:cNvPr>
          <p:cNvSpPr>
            <a:spLocks noGrp="1"/>
          </p:cNvSpPr>
          <p:nvPr>
            <p:ph type="sldNum" sz="quarter" idx="12"/>
          </p:nvPr>
        </p:nvSpPr>
        <p:spPr/>
        <p:txBody>
          <a:bodyPr/>
          <a:lstStyle/>
          <a:p>
            <a:fld id="{37D7E222-40AC-AD4D-BFFA-C06E99EC5475}" type="slidenum">
              <a:rPr kumimoji="1" lang="zh-TW" altLang="en-US" smtClean="0"/>
              <a:t>2</a:t>
            </a:fld>
            <a:endParaRPr kumimoji="1" lang="zh-TW" altLang="en-US" dirty="0"/>
          </a:p>
        </p:txBody>
      </p:sp>
    </p:spTree>
    <p:extLst>
      <p:ext uri="{BB962C8B-B14F-4D97-AF65-F5344CB8AC3E}">
        <p14:creationId xmlns:p14="http://schemas.microsoft.com/office/powerpoint/2010/main" val="5812721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CEFE8-912A-2972-F4B7-E6A77466F490}"/>
              </a:ext>
            </a:extLst>
          </p:cNvPr>
          <p:cNvSpPr>
            <a:spLocks noGrp="1"/>
          </p:cNvSpPr>
          <p:nvPr>
            <p:ph type="title"/>
          </p:nvPr>
        </p:nvSpPr>
        <p:spPr/>
        <p:txBody>
          <a:bodyPr>
            <a:normAutofit/>
          </a:bodyPr>
          <a:lstStyle/>
          <a:p>
            <a:r>
              <a:rPr kumimoji="1" lang="en-US" altLang="zh-TW" sz="4000" b="1" dirty="0">
                <a:latin typeface="Times New Roman" panose="02020603050405020304" pitchFamily="18" charset="0"/>
                <a:cs typeface="Times New Roman" panose="02020603050405020304" pitchFamily="18" charset="0"/>
              </a:rPr>
              <a:t>Maze in different game category</a:t>
            </a:r>
            <a:endParaRPr lang="zh-TW" altLang="en-US" sz="4000" dirty="0"/>
          </a:p>
        </p:txBody>
      </p:sp>
      <p:sp>
        <p:nvSpPr>
          <p:cNvPr id="3" name="Text Placeholder 2">
            <a:extLst>
              <a:ext uri="{FF2B5EF4-FFF2-40B4-BE49-F238E27FC236}">
                <a16:creationId xmlns:a16="http://schemas.microsoft.com/office/drawing/2014/main" id="{35C9788D-0DB4-0703-4093-5C89813BCE17}"/>
              </a:ext>
            </a:extLst>
          </p:cNvPr>
          <p:cNvSpPr>
            <a:spLocks noGrp="1"/>
          </p:cNvSpPr>
          <p:nvPr>
            <p:ph type="body" idx="1"/>
          </p:nvPr>
        </p:nvSpPr>
        <p:spPr/>
        <p:txBody>
          <a:bodyPr>
            <a:normAutofit/>
          </a:bodyPr>
          <a:lstStyle/>
          <a:p>
            <a:pPr algn="ctr"/>
            <a:r>
              <a:rPr lang="en-US" altLang="zh-TW" sz="2800" dirty="0">
                <a:latin typeface="Times New Roman" panose="02020603050405020304" pitchFamily="18" charset="0"/>
                <a:cs typeface="Times New Roman" panose="02020603050405020304" pitchFamily="18" charset="0"/>
              </a:rPr>
              <a:t>Ori and the Will of the Wisps</a:t>
            </a:r>
            <a:endParaRPr lang="zh-TW" altLang="en-US" sz="2800" dirty="0">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763C4F6A-ABCB-B320-27E7-421D63F3CDC7}"/>
              </a:ext>
            </a:extLst>
          </p:cNvPr>
          <p:cNvSpPr>
            <a:spLocks noGrp="1"/>
          </p:cNvSpPr>
          <p:nvPr>
            <p:ph type="body" sz="quarter" idx="3"/>
          </p:nvPr>
        </p:nvSpPr>
        <p:spPr/>
        <p:txBody>
          <a:bodyPr>
            <a:normAutofit/>
          </a:bodyPr>
          <a:lstStyle/>
          <a:p>
            <a:pPr algn="ctr"/>
            <a:r>
              <a:rPr lang="en-US" altLang="zh-TW" sz="2800" dirty="0">
                <a:latin typeface="Times New Roman" panose="02020603050405020304" pitchFamily="18" charset="0"/>
                <a:cs typeface="Times New Roman" panose="02020603050405020304" pitchFamily="18" charset="0"/>
              </a:rPr>
              <a:t>Temple Run</a:t>
            </a:r>
            <a:endParaRPr lang="zh-TW" altLang="en-US" sz="2800" dirty="0">
              <a:latin typeface="Times New Roman" panose="02020603050405020304" pitchFamily="18" charset="0"/>
              <a:cs typeface="Times New Roman" panose="02020603050405020304" pitchFamily="18" charset="0"/>
            </a:endParaRPr>
          </a:p>
        </p:txBody>
      </p:sp>
      <p:pic>
        <p:nvPicPr>
          <p:cNvPr id="13" name="Content Placeholder 12" descr="A video game screen with two people&#10;&#10;Description automatically generated">
            <a:extLst>
              <a:ext uri="{FF2B5EF4-FFF2-40B4-BE49-F238E27FC236}">
                <a16:creationId xmlns:a16="http://schemas.microsoft.com/office/drawing/2014/main" id="{FB901C58-7068-3894-27BA-74B41AF8AE9C}"/>
              </a:ext>
            </a:extLst>
          </p:cNvPr>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6172200" y="2889597"/>
            <a:ext cx="5183188" cy="2915543"/>
          </a:xfrm>
        </p:spPr>
      </p:pic>
      <p:pic>
        <p:nvPicPr>
          <p:cNvPr id="14" name="Content Placeholder 13">
            <a:extLst>
              <a:ext uri="{FF2B5EF4-FFF2-40B4-BE49-F238E27FC236}">
                <a16:creationId xmlns:a16="http://schemas.microsoft.com/office/drawing/2014/main" id="{2578AF4B-5EEB-CB88-651C-729CB21BCFE1}"/>
              </a:ext>
            </a:extLst>
          </p:cNvPr>
          <p:cNvPicPr>
            <a:picLocks noGrp="1" noChangeAspect="1"/>
          </p:cNvPicPr>
          <p:nvPr>
            <p:ph sz="half" idx="2"/>
          </p:nvPr>
        </p:nvPicPr>
        <p:blipFill>
          <a:blip r:embed="rId3"/>
          <a:stretch>
            <a:fillRect/>
          </a:stretch>
        </p:blipFill>
        <p:spPr>
          <a:xfrm>
            <a:off x="826439" y="3135776"/>
            <a:ext cx="5184483" cy="2423183"/>
          </a:xfrm>
          <a:prstGeom prst="rect">
            <a:avLst/>
          </a:prstGeom>
        </p:spPr>
      </p:pic>
    </p:spTree>
    <p:extLst>
      <p:ext uri="{BB962C8B-B14F-4D97-AF65-F5344CB8AC3E}">
        <p14:creationId xmlns:p14="http://schemas.microsoft.com/office/powerpoint/2010/main" val="390839298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4C3FE5-9629-F44B-A553-021C82D579AA}"/>
              </a:ext>
            </a:extLst>
          </p:cNvPr>
          <p:cNvSpPr>
            <a:spLocks noGrp="1"/>
          </p:cNvSpPr>
          <p:nvPr>
            <p:ph type="title"/>
          </p:nvPr>
        </p:nvSpPr>
        <p:spPr/>
        <p:txBody>
          <a:bodyPr>
            <a:normAutofit/>
          </a:bodyPr>
          <a:lstStyle/>
          <a:p>
            <a:r>
              <a:rPr kumimoji="1" lang="en-US" altLang="zh-TW" sz="4000" b="1" dirty="0">
                <a:latin typeface="Times New Roman" panose="02020603050405020304" pitchFamily="18" charset="0"/>
                <a:cs typeface="Times New Roman" panose="02020603050405020304" pitchFamily="18" charset="0"/>
              </a:rPr>
              <a:t>Ori and the Will of the Wisps</a:t>
            </a:r>
          </a:p>
        </p:txBody>
      </p:sp>
      <p:pic>
        <p:nvPicPr>
          <p:cNvPr id="5" name="Content Placeholder 4">
            <a:extLst>
              <a:ext uri="{FF2B5EF4-FFF2-40B4-BE49-F238E27FC236}">
                <a16:creationId xmlns:a16="http://schemas.microsoft.com/office/drawing/2014/main" id="{BA9F900C-4D5B-64B5-C43A-8B496CA1D08C}"/>
              </a:ext>
            </a:extLst>
          </p:cNvPr>
          <p:cNvPicPr>
            <a:picLocks noGrp="1" noChangeAspect="1"/>
          </p:cNvPicPr>
          <p:nvPr>
            <p:ph idx="1"/>
          </p:nvPr>
        </p:nvPicPr>
        <p:blipFill>
          <a:blip r:embed="rId3"/>
          <a:stretch>
            <a:fillRect/>
          </a:stretch>
        </p:blipFill>
        <p:spPr>
          <a:xfrm>
            <a:off x="2086599" y="1696213"/>
            <a:ext cx="8018801" cy="4511761"/>
          </a:xfrm>
          <a:prstGeom prst="rect">
            <a:avLst/>
          </a:prstGeom>
        </p:spPr>
      </p:pic>
      <p:sp>
        <p:nvSpPr>
          <p:cNvPr id="4" name="投影片編號版面配置區 3">
            <a:extLst>
              <a:ext uri="{FF2B5EF4-FFF2-40B4-BE49-F238E27FC236}">
                <a16:creationId xmlns:a16="http://schemas.microsoft.com/office/drawing/2014/main" id="{FB393EE6-9AC4-F348-A300-5C4F6D5A38DA}"/>
              </a:ext>
            </a:extLst>
          </p:cNvPr>
          <p:cNvSpPr>
            <a:spLocks noGrp="1"/>
          </p:cNvSpPr>
          <p:nvPr>
            <p:ph type="sldNum" sz="quarter" idx="12"/>
          </p:nvPr>
        </p:nvSpPr>
        <p:spPr/>
        <p:txBody>
          <a:bodyPr/>
          <a:lstStyle/>
          <a:p>
            <a:fld id="{37D7E222-40AC-AD4D-BFFA-C06E99EC5475}" type="slidenum">
              <a:rPr kumimoji="1" lang="zh-TW" altLang="en-US" smtClean="0"/>
              <a:t>4</a:t>
            </a:fld>
            <a:endParaRPr kumimoji="1" lang="zh-TW" altLang="en-US" dirty="0"/>
          </a:p>
        </p:txBody>
      </p:sp>
    </p:spTree>
    <p:extLst>
      <p:ext uri="{BB962C8B-B14F-4D97-AF65-F5344CB8AC3E}">
        <p14:creationId xmlns:p14="http://schemas.microsoft.com/office/powerpoint/2010/main" val="243874997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4C3FE5-9629-F44B-A553-021C82D579AA}"/>
              </a:ext>
            </a:extLst>
          </p:cNvPr>
          <p:cNvSpPr>
            <a:spLocks noGrp="1"/>
          </p:cNvSpPr>
          <p:nvPr>
            <p:ph type="title"/>
          </p:nvPr>
        </p:nvSpPr>
        <p:spPr/>
        <p:txBody>
          <a:bodyPr>
            <a:normAutofit/>
          </a:bodyPr>
          <a:lstStyle/>
          <a:p>
            <a:r>
              <a:rPr kumimoji="1" lang="en-US" altLang="zh-TW" sz="4000" b="1" dirty="0">
                <a:latin typeface="Times New Roman" panose="02020603050405020304" pitchFamily="18" charset="0"/>
                <a:cs typeface="Times New Roman" panose="02020603050405020304" pitchFamily="18" charset="0"/>
              </a:rPr>
              <a:t>Temple Run</a:t>
            </a:r>
          </a:p>
        </p:txBody>
      </p:sp>
      <p:pic>
        <p:nvPicPr>
          <p:cNvPr id="5" name="Content Placeholder 4">
            <a:extLst>
              <a:ext uri="{FF2B5EF4-FFF2-40B4-BE49-F238E27FC236}">
                <a16:creationId xmlns:a16="http://schemas.microsoft.com/office/drawing/2014/main" id="{7F8A28D3-F643-2FE6-E020-6E9F42CFC3A4}"/>
              </a:ext>
            </a:extLst>
          </p:cNvPr>
          <p:cNvPicPr>
            <a:picLocks noGrp="1" noChangeAspect="1"/>
          </p:cNvPicPr>
          <p:nvPr>
            <p:ph idx="1"/>
          </p:nvPr>
        </p:nvPicPr>
        <p:blipFill>
          <a:blip r:embed="rId3"/>
          <a:stretch>
            <a:fillRect/>
          </a:stretch>
        </p:blipFill>
        <p:spPr>
          <a:xfrm>
            <a:off x="2016180" y="1968499"/>
            <a:ext cx="8159639" cy="4110040"/>
          </a:xfrm>
          <a:prstGeom prst="rect">
            <a:avLst/>
          </a:prstGeom>
        </p:spPr>
      </p:pic>
      <p:sp>
        <p:nvSpPr>
          <p:cNvPr id="4" name="投影片編號版面配置區 3">
            <a:extLst>
              <a:ext uri="{FF2B5EF4-FFF2-40B4-BE49-F238E27FC236}">
                <a16:creationId xmlns:a16="http://schemas.microsoft.com/office/drawing/2014/main" id="{FB393EE6-9AC4-F348-A300-5C4F6D5A38DA}"/>
              </a:ext>
            </a:extLst>
          </p:cNvPr>
          <p:cNvSpPr>
            <a:spLocks noGrp="1"/>
          </p:cNvSpPr>
          <p:nvPr>
            <p:ph type="sldNum" sz="quarter" idx="12"/>
          </p:nvPr>
        </p:nvSpPr>
        <p:spPr/>
        <p:txBody>
          <a:bodyPr/>
          <a:lstStyle/>
          <a:p>
            <a:fld id="{37D7E222-40AC-AD4D-BFFA-C06E99EC5475}" type="slidenum">
              <a:rPr kumimoji="1" lang="zh-TW" altLang="en-US" smtClean="0"/>
              <a:t>5</a:t>
            </a:fld>
            <a:endParaRPr kumimoji="1" lang="zh-TW" altLang="en-US" dirty="0"/>
          </a:p>
        </p:txBody>
      </p:sp>
    </p:spTree>
    <p:extLst>
      <p:ext uri="{BB962C8B-B14F-4D97-AF65-F5344CB8AC3E}">
        <p14:creationId xmlns:p14="http://schemas.microsoft.com/office/powerpoint/2010/main" val="112708657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4C3FE5-9629-F44B-A553-021C82D579AA}"/>
              </a:ext>
            </a:extLst>
          </p:cNvPr>
          <p:cNvSpPr>
            <a:spLocks noGrp="1"/>
          </p:cNvSpPr>
          <p:nvPr>
            <p:ph type="title"/>
          </p:nvPr>
        </p:nvSpPr>
        <p:spPr/>
        <p:txBody>
          <a:bodyPr>
            <a:normAutofit/>
          </a:bodyPr>
          <a:lstStyle/>
          <a:p>
            <a:r>
              <a:rPr kumimoji="1" lang="en-US" altLang="zh-TW" sz="4000" b="1" dirty="0">
                <a:latin typeface="Times New Roman" panose="02020603050405020304" pitchFamily="18" charset="0"/>
                <a:cs typeface="Times New Roman" panose="02020603050405020304" pitchFamily="18" charset="0"/>
              </a:rPr>
              <a:t>Perfect Maze</a:t>
            </a:r>
            <a:endParaRPr kumimoji="1" lang="zh-TW" altLang="en-US" sz="40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B07ADD39-1B71-A342-8554-691195C55742}"/>
              </a:ext>
            </a:extLst>
          </p:cNvPr>
          <p:cNvSpPr>
            <a:spLocks noGrp="1"/>
          </p:cNvSpPr>
          <p:nvPr>
            <p:ph idx="1"/>
          </p:nvPr>
        </p:nvSpPr>
        <p:spPr>
          <a:xfrm>
            <a:off x="838200" y="1644026"/>
            <a:ext cx="10863804" cy="4447855"/>
          </a:xfrm>
        </p:spPr>
        <p:txBody>
          <a:bodyPr>
            <a:normAutofit/>
          </a:bodyPr>
          <a:lstStyle/>
          <a:p>
            <a:pPr marL="0" indent="0" algn="just">
              <a:lnSpc>
                <a:spcPct val="120000"/>
              </a:lnSpc>
              <a:buNone/>
            </a:pPr>
            <a:r>
              <a:rPr kumimoji="1" lang="en-US" altLang="zh-TW" dirty="0">
                <a:latin typeface="Times New Roman" panose="02020603050405020304" pitchFamily="18" charset="0"/>
                <a:cs typeface="Times New Roman" panose="02020603050405020304" pitchFamily="18" charset="0"/>
              </a:rPr>
              <a:t>A maze is called perfect when you can pick two random points in it and still find a way between them.</a:t>
            </a:r>
          </a:p>
        </p:txBody>
      </p:sp>
      <p:sp>
        <p:nvSpPr>
          <p:cNvPr id="4" name="投影片編號版面配置區 3">
            <a:extLst>
              <a:ext uri="{FF2B5EF4-FFF2-40B4-BE49-F238E27FC236}">
                <a16:creationId xmlns:a16="http://schemas.microsoft.com/office/drawing/2014/main" id="{FB393EE6-9AC4-F348-A300-5C4F6D5A38DA}"/>
              </a:ext>
            </a:extLst>
          </p:cNvPr>
          <p:cNvSpPr>
            <a:spLocks noGrp="1"/>
          </p:cNvSpPr>
          <p:nvPr>
            <p:ph type="sldNum" sz="quarter" idx="12"/>
          </p:nvPr>
        </p:nvSpPr>
        <p:spPr/>
        <p:txBody>
          <a:bodyPr/>
          <a:lstStyle/>
          <a:p>
            <a:fld id="{37D7E222-40AC-AD4D-BFFA-C06E99EC5475}" type="slidenum">
              <a:rPr kumimoji="1" lang="zh-TW" altLang="en-US" smtClean="0"/>
              <a:t>6</a:t>
            </a:fld>
            <a:endParaRPr kumimoji="1" lang="zh-TW" altLang="en-US" dirty="0"/>
          </a:p>
        </p:txBody>
      </p:sp>
    </p:spTree>
    <p:extLst>
      <p:ext uri="{BB962C8B-B14F-4D97-AF65-F5344CB8AC3E}">
        <p14:creationId xmlns:p14="http://schemas.microsoft.com/office/powerpoint/2010/main" val="117221828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9EC60-122C-A424-DE36-724CD74188AF}"/>
              </a:ext>
            </a:extLst>
          </p:cNvPr>
          <p:cNvSpPr>
            <a:spLocks noGrp="1"/>
          </p:cNvSpPr>
          <p:nvPr>
            <p:ph type="title"/>
          </p:nvPr>
        </p:nvSpPr>
        <p:spPr/>
        <p:txBody>
          <a:bodyPr>
            <a:normAutofit/>
          </a:bodyPr>
          <a:lstStyle/>
          <a:p>
            <a:r>
              <a:rPr kumimoji="1" lang="en-US" altLang="zh-TW" sz="4000" b="1" dirty="0">
                <a:latin typeface="Times New Roman" panose="02020603050405020304" pitchFamily="18" charset="0"/>
                <a:cs typeface="Times New Roman" panose="02020603050405020304" pitchFamily="18" charset="0"/>
              </a:rPr>
              <a:t>Output</a:t>
            </a:r>
            <a:endParaRPr lang="zh-TW" altLang="en-US" sz="4000" dirty="0"/>
          </a:p>
        </p:txBody>
      </p:sp>
      <p:sp>
        <p:nvSpPr>
          <p:cNvPr id="3" name="Content Placeholder 2">
            <a:extLst>
              <a:ext uri="{FF2B5EF4-FFF2-40B4-BE49-F238E27FC236}">
                <a16:creationId xmlns:a16="http://schemas.microsoft.com/office/drawing/2014/main" id="{C2D30EDD-2830-F0D2-CCFD-4EEA82BED13D}"/>
              </a:ext>
            </a:extLst>
          </p:cNvPr>
          <p:cNvSpPr>
            <a:spLocks noGrp="1"/>
          </p:cNvSpPr>
          <p:nvPr>
            <p:ph sz="half" idx="1"/>
          </p:nvPr>
        </p:nvSpPr>
        <p:spPr>
          <a:xfrm>
            <a:off x="838199" y="1825625"/>
            <a:ext cx="5428129" cy="4351338"/>
          </a:xfrm>
        </p:spPr>
        <p:txBody>
          <a:bodyPr/>
          <a:lstStyle/>
          <a:p>
            <a:r>
              <a:rPr kumimoji="1" lang="en-US" altLang="zh-TW" dirty="0">
                <a:latin typeface="Times New Roman" panose="02020603050405020304" pitchFamily="18" charset="0"/>
                <a:cs typeface="Times New Roman" panose="02020603050405020304" pitchFamily="18" charset="0"/>
              </a:rPr>
              <a:t>Generate perfect maze with the starting point (blue) and the ending point (red).</a:t>
            </a:r>
          </a:p>
          <a:p>
            <a:endParaRPr lang="zh-TW" altLang="en-US" dirty="0"/>
          </a:p>
        </p:txBody>
      </p:sp>
      <p:pic>
        <p:nvPicPr>
          <p:cNvPr id="5" name="Content Placeholder 4">
            <a:extLst>
              <a:ext uri="{FF2B5EF4-FFF2-40B4-BE49-F238E27FC236}">
                <a16:creationId xmlns:a16="http://schemas.microsoft.com/office/drawing/2014/main" id="{47CEE845-4164-343E-ADCF-70C4050A8FDB}"/>
              </a:ext>
            </a:extLst>
          </p:cNvPr>
          <p:cNvPicPr>
            <a:picLocks noGrp="1" noChangeAspect="1"/>
          </p:cNvPicPr>
          <p:nvPr>
            <p:ph sz="half" idx="2"/>
          </p:nvPr>
        </p:nvPicPr>
        <p:blipFill>
          <a:blip r:embed="rId2"/>
          <a:stretch>
            <a:fillRect/>
          </a:stretch>
        </p:blipFill>
        <p:spPr>
          <a:xfrm>
            <a:off x="6569124" y="1825625"/>
            <a:ext cx="4387751" cy="4351338"/>
          </a:xfrm>
          <a:prstGeom prst="rect">
            <a:avLst/>
          </a:prstGeom>
        </p:spPr>
      </p:pic>
    </p:spTree>
    <p:extLst>
      <p:ext uri="{BB962C8B-B14F-4D97-AF65-F5344CB8AC3E}">
        <p14:creationId xmlns:p14="http://schemas.microsoft.com/office/powerpoint/2010/main" val="347708871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4C3FE5-9629-F44B-A553-021C82D579AA}"/>
              </a:ext>
            </a:extLst>
          </p:cNvPr>
          <p:cNvSpPr>
            <a:spLocks noGrp="1"/>
          </p:cNvSpPr>
          <p:nvPr>
            <p:ph type="title"/>
          </p:nvPr>
        </p:nvSpPr>
        <p:spPr/>
        <p:txBody>
          <a:bodyPr>
            <a:normAutofit/>
          </a:bodyPr>
          <a:lstStyle/>
          <a:p>
            <a:r>
              <a:rPr kumimoji="1" lang="en-US" altLang="zh-TW" sz="4000" b="1" dirty="0">
                <a:latin typeface="Times New Roman" panose="02020603050405020304" pitchFamily="18" charset="0"/>
                <a:cs typeface="Times New Roman" panose="02020603050405020304" pitchFamily="18" charset="0"/>
              </a:rPr>
              <a:t>Graph</a:t>
            </a:r>
            <a:endParaRPr kumimoji="1" lang="zh-TW" altLang="en-US" sz="40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B07ADD39-1B71-A342-8554-691195C55742}"/>
              </a:ext>
            </a:extLst>
          </p:cNvPr>
          <p:cNvSpPr>
            <a:spLocks noGrp="1"/>
          </p:cNvSpPr>
          <p:nvPr>
            <p:ph idx="1"/>
          </p:nvPr>
        </p:nvSpPr>
        <p:spPr>
          <a:xfrm>
            <a:off x="838200" y="1644026"/>
            <a:ext cx="10863804" cy="4447855"/>
          </a:xfrm>
        </p:spPr>
        <p:txBody>
          <a:bodyPr>
            <a:normAutofit/>
          </a:bodyPr>
          <a:lstStyle/>
          <a:p>
            <a:pPr marL="0" indent="0" algn="just">
              <a:lnSpc>
                <a:spcPct val="120000"/>
              </a:lnSpc>
              <a:buNone/>
            </a:pPr>
            <a:r>
              <a:rPr kumimoji="1" lang="en-US" altLang="zh-TW" dirty="0">
                <a:latin typeface="Times New Roman" panose="02020603050405020304" pitchFamily="18" charset="0"/>
                <a:cs typeface="Times New Roman" panose="02020603050405020304" pitchFamily="18" charset="0"/>
              </a:rPr>
              <a:t>We consider each cell center as a </a:t>
            </a:r>
            <a:r>
              <a:rPr kumimoji="1" lang="en-US" altLang="zh-TW" dirty="0">
                <a:solidFill>
                  <a:srgbClr val="FF0000"/>
                </a:solidFill>
                <a:latin typeface="Times New Roman" panose="02020603050405020304" pitchFamily="18" charset="0"/>
                <a:cs typeface="Times New Roman" panose="02020603050405020304" pitchFamily="18" charset="0"/>
              </a:rPr>
              <a:t>node</a:t>
            </a:r>
            <a:r>
              <a:rPr kumimoji="1" lang="en-US" altLang="zh-TW" dirty="0">
                <a:latin typeface="Times New Roman" panose="02020603050405020304" pitchFamily="18" charset="0"/>
                <a:cs typeface="Times New Roman" panose="02020603050405020304" pitchFamily="18" charset="0"/>
              </a:rPr>
              <a:t> and lines between cell centers as an </a:t>
            </a:r>
            <a:r>
              <a:rPr kumimoji="1" lang="en-US" altLang="zh-TW" dirty="0">
                <a:solidFill>
                  <a:srgbClr val="FF0000"/>
                </a:solidFill>
                <a:latin typeface="Times New Roman" panose="02020603050405020304" pitchFamily="18" charset="0"/>
                <a:cs typeface="Times New Roman" panose="02020603050405020304" pitchFamily="18" charset="0"/>
              </a:rPr>
              <a:t>edge</a:t>
            </a:r>
            <a:r>
              <a:rPr kumimoji="1" lang="en-US" altLang="zh-TW" dirty="0">
                <a:latin typeface="Times New Roman" panose="02020603050405020304" pitchFamily="18" charset="0"/>
                <a:cs typeface="Times New Roman" panose="02020603050405020304" pitchFamily="18" charset="0"/>
              </a:rPr>
              <a:t>. Each node has neighboring edges in either vertical or horizontal directions.</a:t>
            </a:r>
          </a:p>
          <a:p>
            <a:pPr marL="0" indent="0" algn="just">
              <a:lnSpc>
                <a:spcPct val="120000"/>
              </a:lnSpc>
              <a:buNone/>
            </a:pPr>
            <a:r>
              <a:rPr kumimoji="1" lang="en-US" altLang="zh-TW" dirty="0">
                <a:latin typeface="Times New Roman" panose="02020603050405020304" pitchFamily="18" charset="0"/>
                <a:cs typeface="Times New Roman" panose="02020603050405020304" pitchFamily="18" charset="0"/>
              </a:rPr>
              <a:t>A </a:t>
            </a:r>
            <a:r>
              <a:rPr kumimoji="1" lang="en-US" altLang="zh-TW" dirty="0" err="1">
                <a:latin typeface="Times New Roman" panose="02020603050405020304" pitchFamily="18" charset="0"/>
                <a:cs typeface="Times New Roman" panose="02020603050405020304" pitchFamily="18" charset="0"/>
              </a:rPr>
              <a:t>MxN</a:t>
            </a:r>
            <a:r>
              <a:rPr kumimoji="1" lang="en-US" altLang="zh-TW" dirty="0">
                <a:latin typeface="Times New Roman" panose="02020603050405020304" pitchFamily="18" charset="0"/>
                <a:cs typeface="Times New Roman" panose="02020603050405020304" pitchFamily="18" charset="0"/>
              </a:rPr>
              <a:t> grid has M (N − 1) + (M − 1) N edges in total.</a:t>
            </a:r>
          </a:p>
        </p:txBody>
      </p:sp>
      <p:sp>
        <p:nvSpPr>
          <p:cNvPr id="4" name="投影片編號版面配置區 3">
            <a:extLst>
              <a:ext uri="{FF2B5EF4-FFF2-40B4-BE49-F238E27FC236}">
                <a16:creationId xmlns:a16="http://schemas.microsoft.com/office/drawing/2014/main" id="{FB393EE6-9AC4-F348-A300-5C4F6D5A38DA}"/>
              </a:ext>
            </a:extLst>
          </p:cNvPr>
          <p:cNvSpPr>
            <a:spLocks noGrp="1"/>
          </p:cNvSpPr>
          <p:nvPr>
            <p:ph type="sldNum" sz="quarter" idx="12"/>
          </p:nvPr>
        </p:nvSpPr>
        <p:spPr/>
        <p:txBody>
          <a:bodyPr/>
          <a:lstStyle/>
          <a:p>
            <a:fld id="{37D7E222-40AC-AD4D-BFFA-C06E99EC5475}" type="slidenum">
              <a:rPr kumimoji="1" lang="zh-TW" altLang="en-US" smtClean="0"/>
              <a:t>8</a:t>
            </a:fld>
            <a:endParaRPr kumimoji="1" lang="zh-TW" altLang="en-US" dirty="0"/>
          </a:p>
        </p:txBody>
      </p:sp>
    </p:spTree>
    <p:extLst>
      <p:ext uri="{BB962C8B-B14F-4D97-AF65-F5344CB8AC3E}">
        <p14:creationId xmlns:p14="http://schemas.microsoft.com/office/powerpoint/2010/main" val="251005322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4C3FE5-9629-F44B-A553-021C82D579AA}"/>
              </a:ext>
            </a:extLst>
          </p:cNvPr>
          <p:cNvSpPr>
            <a:spLocks noGrp="1"/>
          </p:cNvSpPr>
          <p:nvPr>
            <p:ph type="title"/>
          </p:nvPr>
        </p:nvSpPr>
        <p:spPr/>
        <p:txBody>
          <a:bodyPr>
            <a:normAutofit/>
          </a:bodyPr>
          <a:lstStyle/>
          <a:p>
            <a:r>
              <a:rPr kumimoji="1" lang="en-US" altLang="zh-TW" sz="4000" b="1" dirty="0">
                <a:latin typeface="Times New Roman" panose="02020603050405020304" pitchFamily="18" charset="0"/>
                <a:cs typeface="Times New Roman" panose="02020603050405020304" pitchFamily="18" charset="0"/>
              </a:rPr>
              <a:t>Cell’s Categories</a:t>
            </a:r>
            <a:endParaRPr kumimoji="1" lang="zh-TW" altLang="en-US" sz="4000"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FB393EE6-9AC4-F348-A300-5C4F6D5A38DA}"/>
              </a:ext>
            </a:extLst>
          </p:cNvPr>
          <p:cNvSpPr>
            <a:spLocks noGrp="1"/>
          </p:cNvSpPr>
          <p:nvPr>
            <p:ph type="sldNum" sz="quarter" idx="12"/>
          </p:nvPr>
        </p:nvSpPr>
        <p:spPr/>
        <p:txBody>
          <a:bodyPr/>
          <a:lstStyle/>
          <a:p>
            <a:fld id="{37D7E222-40AC-AD4D-BFFA-C06E99EC5475}" type="slidenum">
              <a:rPr kumimoji="1" lang="zh-TW" altLang="en-US" smtClean="0"/>
              <a:t>9</a:t>
            </a:fld>
            <a:endParaRPr kumimoji="1" lang="zh-TW" altLang="en-US" dirty="0"/>
          </a:p>
        </p:txBody>
      </p:sp>
      <p:graphicFrame>
        <p:nvGraphicFramePr>
          <p:cNvPr id="11" name="Content Placeholder 10">
            <a:extLst>
              <a:ext uri="{FF2B5EF4-FFF2-40B4-BE49-F238E27FC236}">
                <a16:creationId xmlns:a16="http://schemas.microsoft.com/office/drawing/2014/main" id="{655C31F9-6969-D78D-DE85-23037D51763D}"/>
              </a:ext>
            </a:extLst>
          </p:cNvPr>
          <p:cNvGraphicFramePr>
            <a:graphicFrameLocks noGrp="1"/>
          </p:cNvGraphicFramePr>
          <p:nvPr>
            <p:ph idx="1"/>
            <p:extLst>
              <p:ext uri="{D42A27DB-BD31-4B8C-83A1-F6EECF244321}">
                <p14:modId xmlns:p14="http://schemas.microsoft.com/office/powerpoint/2010/main" val="403127979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9095779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CEFE8-912A-2972-F4B7-E6A77466F490}"/>
              </a:ext>
            </a:extLst>
          </p:cNvPr>
          <p:cNvSpPr>
            <a:spLocks noGrp="1"/>
          </p:cNvSpPr>
          <p:nvPr>
            <p:ph type="title"/>
          </p:nvPr>
        </p:nvSpPr>
        <p:spPr/>
        <p:txBody>
          <a:bodyPr>
            <a:normAutofit/>
          </a:bodyPr>
          <a:lstStyle/>
          <a:p>
            <a:r>
              <a:rPr kumimoji="1" lang="en-US" altLang="zh-TW" sz="4000" b="1" dirty="0">
                <a:latin typeface="Times New Roman" panose="02020603050405020304" pitchFamily="18" charset="0"/>
                <a:cs typeface="Times New Roman" panose="02020603050405020304" pitchFamily="18" charset="0"/>
              </a:rPr>
              <a:t>Solution Path and Dead-end Tree</a:t>
            </a:r>
            <a:endParaRPr lang="zh-TW" altLang="en-US" sz="4000" dirty="0"/>
          </a:p>
        </p:txBody>
      </p:sp>
      <p:sp>
        <p:nvSpPr>
          <p:cNvPr id="3" name="Text Placeholder 2">
            <a:extLst>
              <a:ext uri="{FF2B5EF4-FFF2-40B4-BE49-F238E27FC236}">
                <a16:creationId xmlns:a16="http://schemas.microsoft.com/office/drawing/2014/main" id="{35C9788D-0DB4-0703-4093-5C89813BCE17}"/>
              </a:ext>
            </a:extLst>
          </p:cNvPr>
          <p:cNvSpPr>
            <a:spLocks noGrp="1"/>
          </p:cNvSpPr>
          <p:nvPr>
            <p:ph type="body" idx="1"/>
          </p:nvPr>
        </p:nvSpPr>
        <p:spPr/>
        <p:txBody>
          <a:bodyPr>
            <a:normAutofit/>
          </a:bodyPr>
          <a:lstStyle/>
          <a:p>
            <a:pPr algn="ctr"/>
            <a:r>
              <a:rPr lang="en-US" altLang="zh-TW" sz="2800" dirty="0">
                <a:latin typeface="Times New Roman" panose="02020603050405020304" pitchFamily="18" charset="0"/>
                <a:cs typeface="Times New Roman" panose="02020603050405020304" pitchFamily="18" charset="0"/>
              </a:rPr>
              <a:t>Solution Path</a:t>
            </a:r>
            <a:endParaRPr lang="zh-TW" altLang="en-US" sz="2800" dirty="0">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763C4F6A-ABCB-B320-27E7-421D63F3CDC7}"/>
              </a:ext>
            </a:extLst>
          </p:cNvPr>
          <p:cNvSpPr>
            <a:spLocks noGrp="1"/>
          </p:cNvSpPr>
          <p:nvPr>
            <p:ph type="body" sz="quarter" idx="3"/>
          </p:nvPr>
        </p:nvSpPr>
        <p:spPr/>
        <p:txBody>
          <a:bodyPr>
            <a:normAutofit/>
          </a:bodyPr>
          <a:lstStyle/>
          <a:p>
            <a:pPr algn="ctr"/>
            <a:r>
              <a:rPr lang="en-US" altLang="zh-TW" sz="2800" dirty="0">
                <a:latin typeface="Times New Roman" panose="02020603050405020304" pitchFamily="18" charset="0"/>
                <a:cs typeface="Times New Roman" panose="02020603050405020304" pitchFamily="18" charset="0"/>
              </a:rPr>
              <a:t>Dead-End Tree</a:t>
            </a:r>
            <a:endParaRPr lang="zh-TW" altLang="en-US" sz="2800" dirty="0">
              <a:latin typeface="Times New Roman" panose="02020603050405020304" pitchFamily="18" charset="0"/>
              <a:cs typeface="Times New Roman" panose="02020603050405020304" pitchFamily="18" charset="0"/>
            </a:endParaRPr>
          </a:p>
        </p:txBody>
      </p:sp>
      <p:pic>
        <p:nvPicPr>
          <p:cNvPr id="9" name="Content Placeholder 8">
            <a:extLst>
              <a:ext uri="{FF2B5EF4-FFF2-40B4-BE49-F238E27FC236}">
                <a16:creationId xmlns:a16="http://schemas.microsoft.com/office/drawing/2014/main" id="{1100DC66-B38B-BAF7-98C7-F074F14D513C}"/>
              </a:ext>
            </a:extLst>
          </p:cNvPr>
          <p:cNvPicPr>
            <a:picLocks noGrp="1" noChangeAspect="1"/>
          </p:cNvPicPr>
          <p:nvPr>
            <p:ph sz="half" idx="2"/>
          </p:nvPr>
        </p:nvPicPr>
        <p:blipFill>
          <a:blip r:embed="rId2"/>
          <a:stretch>
            <a:fillRect/>
          </a:stretch>
        </p:blipFill>
        <p:spPr>
          <a:xfrm>
            <a:off x="1524165" y="2505075"/>
            <a:ext cx="3789032" cy="3684588"/>
          </a:xfrm>
          <a:prstGeom prst="rect">
            <a:avLst/>
          </a:prstGeom>
        </p:spPr>
      </p:pic>
      <p:pic>
        <p:nvPicPr>
          <p:cNvPr id="10" name="Content Placeholder 9">
            <a:extLst>
              <a:ext uri="{FF2B5EF4-FFF2-40B4-BE49-F238E27FC236}">
                <a16:creationId xmlns:a16="http://schemas.microsoft.com/office/drawing/2014/main" id="{AB3F238C-7161-105F-CF40-F655C06EDAF4}"/>
              </a:ext>
            </a:extLst>
          </p:cNvPr>
          <p:cNvPicPr>
            <a:picLocks noGrp="1" noChangeAspect="1"/>
          </p:cNvPicPr>
          <p:nvPr>
            <p:ph sz="quarter" idx="4"/>
          </p:nvPr>
        </p:nvPicPr>
        <p:blipFill>
          <a:blip r:embed="rId3"/>
          <a:stretch>
            <a:fillRect/>
          </a:stretch>
        </p:blipFill>
        <p:spPr>
          <a:xfrm>
            <a:off x="6866376" y="2505075"/>
            <a:ext cx="3794835" cy="3684588"/>
          </a:xfrm>
          <a:prstGeom prst="rect">
            <a:avLst/>
          </a:prstGeom>
        </p:spPr>
      </p:pic>
    </p:spTree>
    <p:extLst>
      <p:ext uri="{BB962C8B-B14F-4D97-AF65-F5344CB8AC3E}">
        <p14:creationId xmlns:p14="http://schemas.microsoft.com/office/powerpoint/2010/main" val="43369588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4C3FE5-9629-F44B-A553-021C82D579AA}"/>
              </a:ext>
            </a:extLst>
          </p:cNvPr>
          <p:cNvSpPr>
            <a:spLocks noGrp="1"/>
          </p:cNvSpPr>
          <p:nvPr>
            <p:ph type="title"/>
          </p:nvPr>
        </p:nvSpPr>
        <p:spPr/>
        <p:txBody>
          <a:bodyPr>
            <a:normAutofit/>
          </a:bodyPr>
          <a:lstStyle/>
          <a:p>
            <a:r>
              <a:rPr kumimoji="1" lang="en-US" altLang="zh-TW" sz="4000" b="1" dirty="0">
                <a:latin typeface="Times New Roman" panose="02020603050405020304" pitchFamily="18" charset="0"/>
                <a:cs typeface="Times New Roman" panose="02020603050405020304" pitchFamily="18" charset="0"/>
              </a:rPr>
              <a:t>Basic Properties</a:t>
            </a:r>
            <a:endParaRPr kumimoji="1" lang="zh-TW" altLang="en-US" sz="4000" b="1" dirty="0">
              <a:latin typeface="Times New Roman" panose="02020603050405020304" pitchFamily="18" charset="0"/>
              <a:cs typeface="Times New Roman" panose="02020603050405020304" pitchFamily="18" charset="0"/>
            </a:endParaRPr>
          </a:p>
        </p:txBody>
      </p:sp>
      <p:graphicFrame>
        <p:nvGraphicFramePr>
          <p:cNvPr id="5" name="Content Placeholder 4">
            <a:extLst>
              <a:ext uri="{FF2B5EF4-FFF2-40B4-BE49-F238E27FC236}">
                <a16:creationId xmlns:a16="http://schemas.microsoft.com/office/drawing/2014/main" id="{E48A8284-6705-7843-8C9F-43DD67F14255}"/>
              </a:ext>
            </a:extLst>
          </p:cNvPr>
          <p:cNvGraphicFramePr>
            <a:graphicFrameLocks noGrp="1"/>
          </p:cNvGraphicFramePr>
          <p:nvPr>
            <p:ph idx="1"/>
            <p:extLst>
              <p:ext uri="{D42A27DB-BD31-4B8C-83A1-F6EECF244321}">
                <p14:modId xmlns:p14="http://schemas.microsoft.com/office/powerpoint/2010/main" val="1523374608"/>
              </p:ext>
            </p:extLst>
          </p:nvPr>
        </p:nvGraphicFramePr>
        <p:xfrm>
          <a:off x="838200" y="1825624"/>
          <a:ext cx="10515600" cy="4530722"/>
        </p:xfrm>
        <a:graphic>
          <a:graphicData uri="http://schemas.openxmlformats.org/drawingml/2006/table">
            <a:tbl>
              <a:tblPr firstRow="1" bandRow="1">
                <a:tableStyleId>{5940675A-B579-460E-94D1-54222C63F5DA}</a:tableStyleId>
              </a:tblPr>
              <a:tblGrid>
                <a:gridCol w="5966012">
                  <a:extLst>
                    <a:ext uri="{9D8B030D-6E8A-4147-A177-3AD203B41FA5}">
                      <a16:colId xmlns:a16="http://schemas.microsoft.com/office/drawing/2014/main" val="177014401"/>
                    </a:ext>
                  </a:extLst>
                </a:gridCol>
                <a:gridCol w="4549588">
                  <a:extLst>
                    <a:ext uri="{9D8B030D-6E8A-4147-A177-3AD203B41FA5}">
                      <a16:colId xmlns:a16="http://schemas.microsoft.com/office/drawing/2014/main" val="295625520"/>
                    </a:ext>
                  </a:extLst>
                </a:gridCol>
              </a:tblGrid>
              <a:tr h="647246">
                <a:tc>
                  <a:txBody>
                    <a:bodyPr/>
                    <a:lstStyle/>
                    <a:p>
                      <a:pPr algn="ctr"/>
                      <a:r>
                        <a:rPr lang="en-US" altLang="zh-TW" sz="3600" b="1" dirty="0">
                          <a:latin typeface="Times New Roman" panose="02020603050405020304" pitchFamily="18" charset="0"/>
                          <a:cs typeface="Times New Roman" panose="02020603050405020304" pitchFamily="18" charset="0"/>
                        </a:rPr>
                        <a:t>Solution Path</a:t>
                      </a:r>
                      <a:endParaRPr lang="zh-TW" altLang="en-US" sz="3600" b="1" dirty="0">
                        <a:latin typeface="Times New Roman" panose="02020603050405020304" pitchFamily="18" charset="0"/>
                        <a:cs typeface="Times New Roman" panose="02020603050405020304" pitchFamily="18" charset="0"/>
                      </a:endParaRPr>
                    </a:p>
                  </a:txBody>
                  <a:tcPr/>
                </a:tc>
                <a:tc>
                  <a:txBody>
                    <a:bodyPr/>
                    <a:lstStyle/>
                    <a:p>
                      <a:pPr algn="ctr"/>
                      <a:r>
                        <a:rPr lang="en-US" altLang="zh-TW" sz="3600" b="1" dirty="0">
                          <a:latin typeface="Times New Roman" panose="02020603050405020304" pitchFamily="18" charset="0"/>
                          <a:cs typeface="Times New Roman" panose="02020603050405020304" pitchFamily="18" charset="0"/>
                        </a:rPr>
                        <a:t>Maze</a:t>
                      </a:r>
                      <a:endParaRPr lang="zh-TW" altLang="en-US" sz="3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48773766"/>
                  </a:ext>
                </a:extLst>
              </a:tr>
              <a:tr h="647246">
                <a:tc>
                  <a:txBody>
                    <a:bodyPr/>
                    <a:lstStyle/>
                    <a:p>
                      <a:pPr algn="ctr"/>
                      <a:r>
                        <a:rPr lang="en-US" altLang="zh-TW" sz="3200" dirty="0">
                          <a:latin typeface="Times New Roman" panose="02020603050405020304" pitchFamily="18" charset="0"/>
                          <a:cs typeface="Times New Roman" panose="02020603050405020304" pitchFamily="18" charset="0"/>
                        </a:rPr>
                        <a:t>Starting Point and Ending Point</a:t>
                      </a:r>
                      <a:endParaRPr lang="zh-TW" altLang="en-US" sz="3200" dirty="0">
                        <a:latin typeface="Times New Roman" panose="02020603050405020304" pitchFamily="18" charset="0"/>
                        <a:cs typeface="Times New Roman" panose="02020603050405020304" pitchFamily="18" charset="0"/>
                      </a:endParaRPr>
                    </a:p>
                  </a:txBody>
                  <a:tcPr/>
                </a:tc>
                <a:tc>
                  <a:txBody>
                    <a:bodyPr/>
                    <a:lstStyle/>
                    <a:p>
                      <a:pPr algn="ctr"/>
                      <a:r>
                        <a:rPr lang="en-US" altLang="zh-TW" sz="3200" dirty="0">
                          <a:latin typeface="Times New Roman" panose="02020603050405020304" pitchFamily="18" charset="0"/>
                          <a:cs typeface="Times New Roman" panose="02020603050405020304" pitchFamily="18" charset="0"/>
                        </a:rPr>
                        <a:t>Size</a:t>
                      </a:r>
                      <a:endParaRPr lang="zh-TW" altLang="en-US"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12325316"/>
                  </a:ext>
                </a:extLst>
              </a:tr>
              <a:tr h="647246">
                <a:tc gridSpan="2">
                  <a:txBody>
                    <a:bodyPr/>
                    <a:lstStyle/>
                    <a:p>
                      <a:pPr algn="ctr"/>
                      <a:r>
                        <a:rPr lang="en-US" altLang="zh-TW" sz="3200" dirty="0">
                          <a:latin typeface="Times New Roman" panose="02020603050405020304" pitchFamily="18" charset="0"/>
                          <a:cs typeface="Times New Roman" panose="02020603050405020304" pitchFamily="18" charset="0"/>
                        </a:rPr>
                        <a:t>#Turns</a:t>
                      </a:r>
                      <a:endParaRPr lang="zh-TW" altLang="en-US" sz="3200"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58034401"/>
                  </a:ext>
                </a:extLst>
              </a:tr>
              <a:tr h="647246">
                <a:tc gridSpan="2">
                  <a:txBody>
                    <a:bodyPr/>
                    <a:lstStyle/>
                    <a:p>
                      <a:pPr algn="ctr"/>
                      <a:r>
                        <a:rPr lang="en-US" altLang="zh-TW" sz="3200" dirty="0">
                          <a:latin typeface="Times New Roman" panose="02020603050405020304" pitchFamily="18" charset="0"/>
                          <a:cs typeface="Times New Roman" panose="02020603050405020304" pitchFamily="18" charset="0"/>
                        </a:rPr>
                        <a:t>#Straights</a:t>
                      </a:r>
                      <a:endParaRPr lang="zh-TW" altLang="en-US" sz="3200"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92161321"/>
                  </a:ext>
                </a:extLst>
              </a:tr>
              <a:tr h="647246">
                <a:tc>
                  <a:txBody>
                    <a:bodyPr/>
                    <a:lstStyle/>
                    <a:p>
                      <a:pPr algn="ctr"/>
                      <a:r>
                        <a:rPr lang="en-US" altLang="zh-TW" sz="3200" dirty="0">
                          <a:latin typeface="Times New Roman" panose="02020603050405020304" pitchFamily="18" charset="0"/>
                          <a:cs typeface="Times New Roman" panose="02020603050405020304" pitchFamily="18" charset="0"/>
                        </a:rPr>
                        <a:t>#Decisions</a:t>
                      </a:r>
                      <a:endParaRPr lang="zh-TW" altLang="en-US" sz="3200" dirty="0">
                        <a:latin typeface="Times New Roman" panose="02020603050405020304" pitchFamily="18" charset="0"/>
                        <a:cs typeface="Times New Roman" panose="02020603050405020304" pitchFamily="18" charset="0"/>
                      </a:endParaRPr>
                    </a:p>
                  </a:txBody>
                  <a:tcPr/>
                </a:tc>
                <a:tc>
                  <a:txBody>
                    <a:bodyPr/>
                    <a:lstStyle/>
                    <a:p>
                      <a:pPr algn="ctr"/>
                      <a:r>
                        <a:rPr lang="en-US" altLang="zh-TW" sz="3200">
                          <a:latin typeface="Times New Roman" panose="02020603050405020304" pitchFamily="18" charset="0"/>
                          <a:cs typeface="Times New Roman" panose="02020603050405020304" pitchFamily="18" charset="0"/>
                        </a:rPr>
                        <a:t>#T-Junctions</a:t>
                      </a:r>
                      <a:endParaRPr lang="zh-TW" altLang="en-US"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57040891"/>
                  </a:ext>
                </a:extLst>
              </a:tr>
              <a:tr h="647246">
                <a:tc>
                  <a:txBody>
                    <a:bodyPr/>
                    <a:lstStyle/>
                    <a:p>
                      <a:pPr algn="ctr"/>
                      <a:r>
                        <a:rPr lang="en-US" altLang="zh-TW" sz="3200" dirty="0" err="1">
                          <a:latin typeface="Times New Roman" panose="02020603050405020304" pitchFamily="18" charset="0"/>
                          <a:cs typeface="Times New Roman" panose="02020603050405020304" pitchFamily="18" charset="0"/>
                        </a:rPr>
                        <a:t>SolutionPathLength</a:t>
                      </a:r>
                      <a:endParaRPr lang="zh-TW" altLang="en-US" sz="3200" dirty="0">
                        <a:latin typeface="Times New Roman" panose="02020603050405020304" pitchFamily="18" charset="0"/>
                        <a:cs typeface="Times New Roman" panose="02020603050405020304" pitchFamily="18" charset="0"/>
                      </a:endParaRPr>
                    </a:p>
                  </a:txBody>
                  <a:tcPr/>
                </a:tc>
                <a:tc>
                  <a:txBody>
                    <a:bodyPr/>
                    <a:lstStyle/>
                    <a:p>
                      <a:pPr algn="ctr"/>
                      <a:r>
                        <a:rPr lang="en-US" altLang="zh-TW" sz="3200">
                          <a:latin typeface="Times New Roman" panose="02020603050405020304" pitchFamily="18" charset="0"/>
                          <a:cs typeface="Times New Roman" panose="02020603050405020304" pitchFamily="18" charset="0"/>
                        </a:rPr>
                        <a:t>#Cross-Junctions</a:t>
                      </a:r>
                      <a:endParaRPr lang="zh-TW" altLang="en-US"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47907678"/>
                  </a:ext>
                </a:extLst>
              </a:tr>
              <a:tr h="647246">
                <a:tc>
                  <a:txBody>
                    <a:bodyPr/>
                    <a:lstStyle/>
                    <a:p>
                      <a:pPr algn="ctr"/>
                      <a:endParaRPr lang="zh-TW" altLang="en-US" sz="3200" dirty="0">
                        <a:latin typeface="Times New Roman" panose="02020603050405020304" pitchFamily="18" charset="0"/>
                        <a:cs typeface="Times New Roman" panose="02020603050405020304" pitchFamily="18" charset="0"/>
                      </a:endParaRPr>
                    </a:p>
                  </a:txBody>
                  <a:tcPr/>
                </a:tc>
                <a:tc>
                  <a:txBody>
                    <a:bodyPr/>
                    <a:lstStyle/>
                    <a:p>
                      <a:pPr algn="ctr"/>
                      <a:r>
                        <a:rPr lang="en-US" altLang="zh-TW" sz="3200" dirty="0">
                          <a:latin typeface="Times New Roman" panose="02020603050405020304" pitchFamily="18" charset="0"/>
                          <a:cs typeface="Times New Roman" panose="02020603050405020304" pitchFamily="18" charset="0"/>
                        </a:rPr>
                        <a:t>#Terminals</a:t>
                      </a:r>
                      <a:endParaRPr lang="zh-TW" altLang="en-US"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449621"/>
                  </a:ext>
                </a:extLst>
              </a:tr>
            </a:tbl>
          </a:graphicData>
        </a:graphic>
      </p:graphicFrame>
      <p:sp>
        <p:nvSpPr>
          <p:cNvPr id="4" name="投影片編號版面配置區 3">
            <a:extLst>
              <a:ext uri="{FF2B5EF4-FFF2-40B4-BE49-F238E27FC236}">
                <a16:creationId xmlns:a16="http://schemas.microsoft.com/office/drawing/2014/main" id="{FB393EE6-9AC4-F348-A300-5C4F6D5A38DA}"/>
              </a:ext>
            </a:extLst>
          </p:cNvPr>
          <p:cNvSpPr>
            <a:spLocks noGrp="1"/>
          </p:cNvSpPr>
          <p:nvPr>
            <p:ph type="sldNum" sz="quarter" idx="12"/>
          </p:nvPr>
        </p:nvSpPr>
        <p:spPr/>
        <p:txBody>
          <a:bodyPr/>
          <a:lstStyle/>
          <a:p>
            <a:fld id="{37D7E222-40AC-AD4D-BFFA-C06E99EC5475}" type="slidenum">
              <a:rPr kumimoji="1" lang="zh-TW" altLang="en-US" smtClean="0"/>
              <a:t>11</a:t>
            </a:fld>
            <a:endParaRPr kumimoji="1" lang="zh-TW" altLang="en-US" dirty="0"/>
          </a:p>
        </p:txBody>
      </p:sp>
    </p:spTree>
    <p:extLst>
      <p:ext uri="{BB962C8B-B14F-4D97-AF65-F5344CB8AC3E}">
        <p14:creationId xmlns:p14="http://schemas.microsoft.com/office/powerpoint/2010/main" val="335225145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4C3FE5-9629-F44B-A553-021C82D579AA}"/>
              </a:ext>
            </a:extLst>
          </p:cNvPr>
          <p:cNvSpPr>
            <a:spLocks noGrp="1"/>
          </p:cNvSpPr>
          <p:nvPr>
            <p:ph type="title"/>
          </p:nvPr>
        </p:nvSpPr>
        <p:spPr/>
        <p:txBody>
          <a:bodyPr>
            <a:normAutofit/>
          </a:bodyPr>
          <a:lstStyle/>
          <a:p>
            <a:r>
              <a:rPr kumimoji="1" lang="en-US" altLang="zh-TW" sz="4000" b="1" dirty="0">
                <a:latin typeface="Times New Roman" panose="02020603050405020304" pitchFamily="18" charset="0"/>
                <a:cs typeface="Times New Roman" panose="02020603050405020304" pitchFamily="18" charset="0"/>
              </a:rPr>
              <a:t>Higher-Level Properties</a:t>
            </a:r>
            <a:endParaRPr kumimoji="1" lang="zh-TW" altLang="en-US" sz="4000" b="1" dirty="0">
              <a:latin typeface="Times New Roman" panose="02020603050405020304" pitchFamily="18" charset="0"/>
              <a:cs typeface="Times New Roman" panose="02020603050405020304" pitchFamily="18" charset="0"/>
            </a:endParaRPr>
          </a:p>
        </p:txBody>
      </p:sp>
      <p:graphicFrame>
        <p:nvGraphicFramePr>
          <p:cNvPr id="5" name="Content Placeholder 4">
            <a:extLst>
              <a:ext uri="{FF2B5EF4-FFF2-40B4-BE49-F238E27FC236}">
                <a16:creationId xmlns:a16="http://schemas.microsoft.com/office/drawing/2014/main" id="{074AEA9A-10E9-26FC-6A34-70CAAB1464FD}"/>
              </a:ext>
            </a:extLst>
          </p:cNvPr>
          <p:cNvGraphicFramePr>
            <a:graphicFrameLocks noGrp="1"/>
          </p:cNvGraphicFramePr>
          <p:nvPr>
            <p:ph idx="1"/>
            <p:extLst>
              <p:ext uri="{D42A27DB-BD31-4B8C-83A1-F6EECF244321}">
                <p14:modId xmlns:p14="http://schemas.microsoft.com/office/powerpoint/2010/main" val="951729864"/>
              </p:ext>
            </p:extLst>
          </p:nvPr>
        </p:nvGraphicFramePr>
        <p:xfrm>
          <a:off x="838200" y="1825624"/>
          <a:ext cx="10515600" cy="4530726"/>
        </p:xfrm>
        <a:graphic>
          <a:graphicData uri="http://schemas.openxmlformats.org/drawingml/2006/table">
            <a:tbl>
              <a:tblPr firstRow="1" bandRow="1">
                <a:tableStyleId>{5940675A-B579-460E-94D1-54222C63F5DA}</a:tableStyleId>
              </a:tblPr>
              <a:tblGrid>
                <a:gridCol w="4191000">
                  <a:extLst>
                    <a:ext uri="{9D8B030D-6E8A-4147-A177-3AD203B41FA5}">
                      <a16:colId xmlns:a16="http://schemas.microsoft.com/office/drawing/2014/main" val="167741437"/>
                    </a:ext>
                  </a:extLst>
                </a:gridCol>
                <a:gridCol w="6324600">
                  <a:extLst>
                    <a:ext uri="{9D8B030D-6E8A-4147-A177-3AD203B41FA5}">
                      <a16:colId xmlns:a16="http://schemas.microsoft.com/office/drawing/2014/main" val="476119714"/>
                    </a:ext>
                  </a:extLst>
                </a:gridCol>
              </a:tblGrid>
              <a:tr h="755121">
                <a:tc>
                  <a:txBody>
                    <a:bodyPr/>
                    <a:lstStyle/>
                    <a:p>
                      <a:r>
                        <a:rPr lang="en-US" altLang="zh-TW" sz="2800" dirty="0">
                          <a:latin typeface="Times New Roman" panose="02020603050405020304" pitchFamily="18" charset="0"/>
                          <a:cs typeface="Times New Roman" panose="02020603050405020304" pitchFamily="18" charset="0"/>
                        </a:rPr>
                        <a:t>Run</a:t>
                      </a:r>
                      <a:endParaRPr lang="zh-TW" altLang="en-US" sz="2800" dirty="0">
                        <a:latin typeface="Times New Roman" panose="02020603050405020304" pitchFamily="18" charset="0"/>
                        <a:cs typeface="Times New Roman" panose="02020603050405020304" pitchFamily="18" charset="0"/>
                      </a:endParaRPr>
                    </a:p>
                  </a:txBody>
                  <a:tcPr/>
                </a:tc>
                <a:tc>
                  <a:txBody>
                    <a:bodyPr/>
                    <a:lstStyle/>
                    <a:p>
                      <a:r>
                        <a:rPr lang="en-US" altLang="zh-TW" sz="2000" dirty="0">
                          <a:latin typeface="Times New Roman" panose="02020603050405020304" pitchFamily="18" charset="0"/>
                          <a:cs typeface="Times New Roman" panose="02020603050405020304" pitchFamily="18" charset="0"/>
                        </a:rPr>
                        <a:t>Indicates how long a maze path is straight before it</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meets a turn or junction.</a:t>
                      </a: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48751112"/>
                  </a:ext>
                </a:extLst>
              </a:tr>
              <a:tr h="755121">
                <a:tc>
                  <a:txBody>
                    <a:bodyPr/>
                    <a:lstStyle/>
                    <a:p>
                      <a:r>
                        <a:rPr lang="en-US" altLang="zh-TW" sz="2800" dirty="0">
                          <a:latin typeface="Times New Roman" panose="02020603050405020304" pitchFamily="18" charset="0"/>
                          <a:cs typeface="Times New Roman" panose="02020603050405020304" pitchFamily="18" charset="0"/>
                        </a:rPr>
                        <a:t>River Factor</a:t>
                      </a:r>
                      <a:endParaRPr lang="zh-TW" altLang="en-US" sz="2800" dirty="0">
                        <a:latin typeface="Times New Roman" panose="02020603050405020304" pitchFamily="18" charset="0"/>
                        <a:cs typeface="Times New Roman" panose="02020603050405020304" pitchFamily="18" charset="0"/>
                      </a:endParaRPr>
                    </a:p>
                  </a:txBody>
                  <a:tcPr/>
                </a:tc>
                <a:tc>
                  <a:txBody>
                    <a:bodyPr/>
                    <a:lstStyle/>
                    <a:p>
                      <a:r>
                        <a:rPr lang="en-US" altLang="zh-TW" sz="2000" dirty="0">
                          <a:latin typeface="Times New Roman" panose="02020603050405020304" pitchFamily="18" charset="0"/>
                          <a:cs typeface="Times New Roman" panose="02020603050405020304" pitchFamily="18" charset="0"/>
                        </a:rPr>
                        <a:t>Relative density of dead-ends and</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junctions in the maze.</a:t>
                      </a: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70685948"/>
                  </a:ext>
                </a:extLst>
              </a:tr>
              <a:tr h="755121">
                <a:tc>
                  <a:txBody>
                    <a:bodyPr/>
                    <a:lstStyle/>
                    <a:p>
                      <a:r>
                        <a:rPr lang="en-US" altLang="zh-TW" sz="2800" dirty="0">
                          <a:latin typeface="Times New Roman" panose="02020603050405020304" pitchFamily="18" charset="0"/>
                          <a:cs typeface="Times New Roman" panose="02020603050405020304" pitchFamily="18" charset="0"/>
                        </a:rPr>
                        <a:t>Bias</a:t>
                      </a:r>
                      <a:endParaRPr lang="zh-TW" altLang="en-US" sz="2800" dirty="0">
                        <a:latin typeface="Times New Roman" panose="02020603050405020304" pitchFamily="18" charset="0"/>
                        <a:cs typeface="Times New Roman" panose="02020603050405020304" pitchFamily="18" charset="0"/>
                      </a:endParaRPr>
                    </a:p>
                  </a:txBody>
                  <a:tcPr/>
                </a:tc>
                <a:tc>
                  <a:txBody>
                    <a:bodyPr/>
                    <a:lstStyle/>
                    <a:p>
                      <a:r>
                        <a:rPr lang="en-US" altLang="zh-TW" sz="2000" dirty="0">
                          <a:latin typeface="Times New Roman" panose="02020603050405020304" pitchFamily="18" charset="0"/>
                          <a:cs typeface="Times New Roman" panose="02020603050405020304" pitchFamily="18" charset="0"/>
                        </a:rPr>
                        <a:t>Tendency to have straight-ways in one direction more</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often than another direction. </a:t>
                      </a: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63808746"/>
                  </a:ext>
                </a:extLst>
              </a:tr>
              <a:tr h="755121">
                <a:tc>
                  <a:txBody>
                    <a:bodyPr/>
                    <a:lstStyle/>
                    <a:p>
                      <a:r>
                        <a:rPr lang="en-US" altLang="zh-TW" sz="2800" dirty="0">
                          <a:latin typeface="Times New Roman" panose="02020603050405020304" pitchFamily="18" charset="0"/>
                          <a:cs typeface="Times New Roman" panose="02020603050405020304" pitchFamily="18" charset="0"/>
                        </a:rPr>
                        <a:t>Agility Versus Speed (AVS)</a:t>
                      </a:r>
                      <a:endParaRPr lang="zh-TW" altLang="en-US" sz="2800" dirty="0">
                        <a:latin typeface="Times New Roman" panose="02020603050405020304" pitchFamily="18" charset="0"/>
                        <a:cs typeface="Times New Roman" panose="02020603050405020304" pitchFamily="18" charset="0"/>
                      </a:endParaRPr>
                    </a:p>
                  </a:txBody>
                  <a:tcPr/>
                </a:tc>
                <a:tc>
                  <a:txBody>
                    <a:bodyPr/>
                    <a:lstStyle/>
                    <a:p>
                      <a:r>
                        <a:rPr lang="en-US" altLang="zh-TW" sz="2000" dirty="0">
                          <a:latin typeface="Times New Roman" panose="02020603050405020304" pitchFamily="18" charset="0"/>
                          <a:cs typeface="Times New Roman" panose="02020603050405020304" pitchFamily="18" charset="0"/>
                        </a:rPr>
                        <a:t>Indicates the twistiness of a path</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of a maze.</a:t>
                      </a: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59565050"/>
                  </a:ext>
                </a:extLst>
              </a:tr>
              <a:tr h="755121">
                <a:tc>
                  <a:txBody>
                    <a:bodyPr/>
                    <a:lstStyle/>
                    <a:p>
                      <a:r>
                        <a:rPr lang="en-US" altLang="zh-TW" sz="2800" dirty="0">
                          <a:latin typeface="Times New Roman" panose="02020603050405020304" pitchFamily="18" charset="0"/>
                          <a:cs typeface="Times New Roman" panose="02020603050405020304" pitchFamily="18" charset="0"/>
                        </a:rPr>
                        <a:t>Homogeneity</a:t>
                      </a:r>
                      <a:endParaRPr lang="zh-TW" altLang="en-US" sz="2800" dirty="0">
                        <a:latin typeface="Times New Roman" panose="02020603050405020304" pitchFamily="18" charset="0"/>
                        <a:cs typeface="Times New Roman" panose="02020603050405020304" pitchFamily="18" charset="0"/>
                      </a:endParaRPr>
                    </a:p>
                  </a:txBody>
                  <a:tcPr/>
                </a:tc>
                <a:tc>
                  <a:txBody>
                    <a:bodyPr/>
                    <a:lstStyle/>
                    <a:p>
                      <a:r>
                        <a:rPr lang="en-US" altLang="zh-TW" sz="2000" dirty="0">
                          <a:latin typeface="Times New Roman" panose="02020603050405020304" pitchFamily="18" charset="0"/>
                          <a:cs typeface="Times New Roman" panose="02020603050405020304" pitchFamily="18" charset="0"/>
                        </a:rPr>
                        <a:t>Indicates the amount of homogeneity over a maze properties.</a:t>
                      </a: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04418575"/>
                  </a:ext>
                </a:extLst>
              </a:tr>
              <a:tr h="755121">
                <a:tc>
                  <a:txBody>
                    <a:bodyPr/>
                    <a:lstStyle/>
                    <a:p>
                      <a:r>
                        <a:rPr lang="en-US" altLang="zh-TW" sz="2800" dirty="0">
                          <a:latin typeface="Times New Roman" panose="02020603050405020304" pitchFamily="18" charset="0"/>
                          <a:cs typeface="Times New Roman" panose="02020603050405020304" pitchFamily="18" charset="0"/>
                        </a:rPr>
                        <a:t>Hidden Factor</a:t>
                      </a:r>
                      <a:endParaRPr lang="zh-TW" altLang="en-US" sz="2800" dirty="0">
                        <a:latin typeface="Times New Roman" panose="02020603050405020304" pitchFamily="18" charset="0"/>
                        <a:cs typeface="Times New Roman" panose="02020603050405020304" pitchFamily="18" charset="0"/>
                      </a:endParaRPr>
                    </a:p>
                  </a:txBody>
                  <a:tcPr/>
                </a:tc>
                <a:tc>
                  <a:txBody>
                    <a:bodyPr/>
                    <a:lstStyle/>
                    <a:p>
                      <a:r>
                        <a:rPr lang="en-US" altLang="zh-TW" sz="2000" dirty="0">
                          <a:latin typeface="Times New Roman" panose="02020603050405020304" pitchFamily="18" charset="0"/>
                          <a:cs typeface="Times New Roman" panose="02020603050405020304" pitchFamily="18" charset="0"/>
                        </a:rPr>
                        <a:t>Indicates how hard it is to recognize the shape</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of paths from any place while playing a maze.</a:t>
                      </a: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85727205"/>
                  </a:ext>
                </a:extLst>
              </a:tr>
            </a:tbl>
          </a:graphicData>
        </a:graphic>
      </p:graphicFrame>
      <p:sp>
        <p:nvSpPr>
          <p:cNvPr id="4" name="投影片編號版面配置區 3">
            <a:extLst>
              <a:ext uri="{FF2B5EF4-FFF2-40B4-BE49-F238E27FC236}">
                <a16:creationId xmlns:a16="http://schemas.microsoft.com/office/drawing/2014/main" id="{FB393EE6-9AC4-F348-A300-5C4F6D5A38DA}"/>
              </a:ext>
            </a:extLst>
          </p:cNvPr>
          <p:cNvSpPr>
            <a:spLocks noGrp="1"/>
          </p:cNvSpPr>
          <p:nvPr>
            <p:ph type="sldNum" sz="quarter" idx="12"/>
          </p:nvPr>
        </p:nvSpPr>
        <p:spPr/>
        <p:txBody>
          <a:bodyPr/>
          <a:lstStyle/>
          <a:p>
            <a:fld id="{37D7E222-40AC-AD4D-BFFA-C06E99EC5475}" type="slidenum">
              <a:rPr kumimoji="1" lang="zh-TW" altLang="en-US" smtClean="0"/>
              <a:t>12</a:t>
            </a:fld>
            <a:endParaRPr kumimoji="1" lang="zh-TW" altLang="en-US" dirty="0"/>
          </a:p>
        </p:txBody>
      </p:sp>
    </p:spTree>
    <p:extLst>
      <p:ext uri="{BB962C8B-B14F-4D97-AF65-F5344CB8AC3E}">
        <p14:creationId xmlns:p14="http://schemas.microsoft.com/office/powerpoint/2010/main" val="153102496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4C3FE5-9629-F44B-A553-021C82D579AA}"/>
              </a:ext>
            </a:extLst>
          </p:cNvPr>
          <p:cNvSpPr>
            <a:spLocks noGrp="1"/>
          </p:cNvSpPr>
          <p:nvPr>
            <p:ph type="title"/>
          </p:nvPr>
        </p:nvSpPr>
        <p:spPr/>
        <p:txBody>
          <a:bodyPr>
            <a:normAutofit/>
          </a:bodyPr>
          <a:lstStyle/>
          <a:p>
            <a:r>
              <a:rPr kumimoji="1" lang="en-US" altLang="zh-TW" sz="4000" b="1" dirty="0">
                <a:latin typeface="Times New Roman" panose="02020603050405020304" pitchFamily="18" charset="0"/>
                <a:cs typeface="Times New Roman" panose="02020603050405020304" pitchFamily="18" charset="0"/>
              </a:rPr>
              <a:t>DESIGN-CENTRIC METHOD</a:t>
            </a:r>
            <a:endParaRPr kumimoji="1" lang="zh-TW" altLang="en-US" sz="4000"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FB393EE6-9AC4-F348-A300-5C4F6D5A38DA}"/>
              </a:ext>
            </a:extLst>
          </p:cNvPr>
          <p:cNvSpPr>
            <a:spLocks noGrp="1"/>
          </p:cNvSpPr>
          <p:nvPr>
            <p:ph type="sldNum" sz="quarter" idx="12"/>
          </p:nvPr>
        </p:nvSpPr>
        <p:spPr/>
        <p:txBody>
          <a:bodyPr/>
          <a:lstStyle/>
          <a:p>
            <a:fld id="{37D7E222-40AC-AD4D-BFFA-C06E99EC5475}" type="slidenum">
              <a:rPr kumimoji="1" lang="zh-TW" altLang="en-US" smtClean="0"/>
              <a:t>13</a:t>
            </a:fld>
            <a:endParaRPr kumimoji="1" lang="zh-TW" altLang="en-US" dirty="0"/>
          </a:p>
        </p:txBody>
      </p:sp>
      <p:graphicFrame>
        <p:nvGraphicFramePr>
          <p:cNvPr id="7" name="內容版面配置區 6">
            <a:extLst>
              <a:ext uri="{FF2B5EF4-FFF2-40B4-BE49-F238E27FC236}">
                <a16:creationId xmlns:a16="http://schemas.microsoft.com/office/drawing/2014/main" id="{1793E913-C846-F9AE-078A-C5E5E757C52F}"/>
              </a:ext>
            </a:extLst>
          </p:cNvPr>
          <p:cNvGraphicFramePr>
            <a:graphicFrameLocks noGrp="1"/>
          </p:cNvGraphicFramePr>
          <p:nvPr>
            <p:ph idx="1"/>
            <p:extLst>
              <p:ext uri="{D42A27DB-BD31-4B8C-83A1-F6EECF244321}">
                <p14:modId xmlns:p14="http://schemas.microsoft.com/office/powerpoint/2010/main" val="294645066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3867792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4C3FE5-9629-F44B-A553-021C82D579AA}"/>
              </a:ext>
            </a:extLst>
          </p:cNvPr>
          <p:cNvSpPr>
            <a:spLocks noGrp="1"/>
          </p:cNvSpPr>
          <p:nvPr>
            <p:ph type="title"/>
          </p:nvPr>
        </p:nvSpPr>
        <p:spPr/>
        <p:txBody>
          <a:bodyPr>
            <a:normAutofit/>
          </a:bodyPr>
          <a:lstStyle/>
          <a:p>
            <a:r>
              <a:rPr kumimoji="1" lang="en-US" altLang="zh-TW" sz="4000" b="1" dirty="0">
                <a:latin typeface="Times New Roman" panose="02020603050405020304" pitchFamily="18" charset="0"/>
                <a:cs typeface="Times New Roman" panose="02020603050405020304" pitchFamily="18" charset="0"/>
              </a:rPr>
              <a:t>Generation Solution Path(2/2)</a:t>
            </a:r>
            <a:endParaRPr kumimoji="1" lang="zh-TW" altLang="en-US" sz="4000"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FB393EE6-9AC4-F348-A300-5C4F6D5A38DA}"/>
              </a:ext>
            </a:extLst>
          </p:cNvPr>
          <p:cNvSpPr>
            <a:spLocks noGrp="1"/>
          </p:cNvSpPr>
          <p:nvPr>
            <p:ph type="sldNum" sz="quarter" idx="12"/>
          </p:nvPr>
        </p:nvSpPr>
        <p:spPr/>
        <p:txBody>
          <a:bodyPr/>
          <a:lstStyle/>
          <a:p>
            <a:fld id="{37D7E222-40AC-AD4D-BFFA-C06E99EC5475}" type="slidenum">
              <a:rPr kumimoji="1" lang="zh-TW" altLang="en-US" smtClean="0"/>
              <a:t>14</a:t>
            </a:fld>
            <a:endParaRPr kumimoji="1" lang="zh-TW" altLang="en-US" dirty="0"/>
          </a:p>
        </p:txBody>
      </p:sp>
      <p:sp>
        <p:nvSpPr>
          <p:cNvPr id="6" name="Content Placeholder 5">
            <a:extLst>
              <a:ext uri="{FF2B5EF4-FFF2-40B4-BE49-F238E27FC236}">
                <a16:creationId xmlns:a16="http://schemas.microsoft.com/office/drawing/2014/main" id="{AB717774-D0E1-B991-A4E9-EBDDDA3CD58E}"/>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Column to column.</a:t>
            </a:r>
          </a:p>
          <a:p>
            <a:endParaRPr lang="zh-TW" altLang="en-US" dirty="0">
              <a:latin typeface="Times New Roman" panose="02020603050405020304" pitchFamily="18" charset="0"/>
              <a:cs typeface="Times New Roman" panose="02020603050405020304" pitchFamily="18" charset="0"/>
            </a:endParaRPr>
          </a:p>
        </p:txBody>
      </p:sp>
      <p:pic>
        <p:nvPicPr>
          <p:cNvPr id="8" name="圖片 7">
            <a:extLst>
              <a:ext uri="{FF2B5EF4-FFF2-40B4-BE49-F238E27FC236}">
                <a16:creationId xmlns:a16="http://schemas.microsoft.com/office/drawing/2014/main" id="{65871A27-435B-3451-88DC-259D549A2A29}"/>
              </a:ext>
            </a:extLst>
          </p:cNvPr>
          <p:cNvPicPr>
            <a:picLocks noChangeAspect="1"/>
          </p:cNvPicPr>
          <p:nvPr/>
        </p:nvPicPr>
        <p:blipFill>
          <a:blip r:embed="rId3"/>
          <a:stretch>
            <a:fillRect/>
          </a:stretch>
        </p:blipFill>
        <p:spPr>
          <a:xfrm>
            <a:off x="2351077" y="2927195"/>
            <a:ext cx="7489845" cy="2581507"/>
          </a:xfrm>
          <a:prstGeom prst="rect">
            <a:avLst/>
          </a:prstGeom>
        </p:spPr>
      </p:pic>
    </p:spTree>
    <p:extLst>
      <p:ext uri="{BB962C8B-B14F-4D97-AF65-F5344CB8AC3E}">
        <p14:creationId xmlns:p14="http://schemas.microsoft.com/office/powerpoint/2010/main" val="145251893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4C3FE5-9629-F44B-A553-021C82D579AA}"/>
              </a:ext>
            </a:extLst>
          </p:cNvPr>
          <p:cNvSpPr>
            <a:spLocks noGrp="1"/>
          </p:cNvSpPr>
          <p:nvPr>
            <p:ph type="title"/>
          </p:nvPr>
        </p:nvSpPr>
        <p:spPr/>
        <p:txBody>
          <a:bodyPr>
            <a:normAutofit/>
          </a:bodyPr>
          <a:lstStyle/>
          <a:p>
            <a:r>
              <a:rPr kumimoji="1" lang="en-US" altLang="zh-TW" sz="4000" b="1" dirty="0">
                <a:latin typeface="Times New Roman" panose="02020603050405020304" pitchFamily="18" charset="0"/>
                <a:cs typeface="Times New Roman" panose="02020603050405020304" pitchFamily="18" charset="0"/>
              </a:rPr>
              <a:t>Generation Solution Path(1/2)</a:t>
            </a:r>
            <a:endParaRPr kumimoji="1" lang="zh-TW" altLang="en-US" sz="4000"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FB393EE6-9AC4-F348-A300-5C4F6D5A38DA}"/>
              </a:ext>
            </a:extLst>
          </p:cNvPr>
          <p:cNvSpPr>
            <a:spLocks noGrp="1"/>
          </p:cNvSpPr>
          <p:nvPr>
            <p:ph type="sldNum" sz="quarter" idx="12"/>
          </p:nvPr>
        </p:nvSpPr>
        <p:spPr/>
        <p:txBody>
          <a:bodyPr/>
          <a:lstStyle/>
          <a:p>
            <a:fld id="{37D7E222-40AC-AD4D-BFFA-C06E99EC5475}" type="slidenum">
              <a:rPr kumimoji="1" lang="zh-TW" altLang="en-US" smtClean="0"/>
              <a:t>15</a:t>
            </a:fld>
            <a:endParaRPr kumimoji="1" lang="zh-TW" altLang="en-US" dirty="0"/>
          </a:p>
        </p:txBody>
      </p:sp>
      <p:sp>
        <p:nvSpPr>
          <p:cNvPr id="6" name="Content Placeholder 5">
            <a:extLst>
              <a:ext uri="{FF2B5EF4-FFF2-40B4-BE49-F238E27FC236}">
                <a16:creationId xmlns:a16="http://schemas.microsoft.com/office/drawing/2014/main" id="{AB717774-D0E1-B991-A4E9-EBDDDA3CD58E}"/>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Generate edges that do not give us a loop or cause a disconnect with the previously generated edges so that a valid path is maintained.</a:t>
            </a:r>
          </a:p>
          <a:p>
            <a:endParaRPr lang="zh-TW" altLang="en-US" dirty="0">
              <a:latin typeface="Times New Roman" panose="02020603050405020304" pitchFamily="18" charset="0"/>
              <a:cs typeface="Times New Roman" panose="02020603050405020304" pitchFamily="18" charset="0"/>
            </a:endParaRPr>
          </a:p>
        </p:txBody>
      </p:sp>
      <p:pic>
        <p:nvPicPr>
          <p:cNvPr id="10" name="圖片 9">
            <a:extLst>
              <a:ext uri="{FF2B5EF4-FFF2-40B4-BE49-F238E27FC236}">
                <a16:creationId xmlns:a16="http://schemas.microsoft.com/office/drawing/2014/main" id="{62EF0DA7-EF22-7ADC-4FF1-062C3B67980C}"/>
              </a:ext>
            </a:extLst>
          </p:cNvPr>
          <p:cNvPicPr>
            <a:picLocks noChangeAspect="1"/>
          </p:cNvPicPr>
          <p:nvPr/>
        </p:nvPicPr>
        <p:blipFill>
          <a:blip r:embed="rId3"/>
          <a:stretch>
            <a:fillRect/>
          </a:stretch>
        </p:blipFill>
        <p:spPr>
          <a:xfrm>
            <a:off x="2977858" y="2807957"/>
            <a:ext cx="6236283" cy="3730955"/>
          </a:xfrm>
          <a:prstGeom prst="rect">
            <a:avLst/>
          </a:prstGeom>
        </p:spPr>
      </p:pic>
    </p:spTree>
    <p:extLst>
      <p:ext uri="{BB962C8B-B14F-4D97-AF65-F5344CB8AC3E}">
        <p14:creationId xmlns:p14="http://schemas.microsoft.com/office/powerpoint/2010/main" val="399448687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4C3FE5-9629-F44B-A553-021C82D579AA}"/>
              </a:ext>
            </a:extLst>
          </p:cNvPr>
          <p:cNvSpPr>
            <a:spLocks noGrp="1"/>
          </p:cNvSpPr>
          <p:nvPr>
            <p:ph type="title"/>
          </p:nvPr>
        </p:nvSpPr>
        <p:spPr/>
        <p:txBody>
          <a:bodyPr>
            <a:normAutofit/>
          </a:bodyPr>
          <a:lstStyle/>
          <a:p>
            <a:r>
              <a:rPr kumimoji="1" lang="en-US" altLang="zh-TW" sz="4000" b="1" dirty="0">
                <a:latin typeface="Times New Roman" panose="02020603050405020304" pitchFamily="18" charset="0"/>
                <a:cs typeface="Times New Roman" panose="02020603050405020304" pitchFamily="18" charset="0"/>
              </a:rPr>
              <a:t>SBPCG-Based Solution Path Generation</a:t>
            </a:r>
            <a:endParaRPr kumimoji="1" lang="zh-TW" altLang="en-US" sz="4000"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FB393EE6-9AC4-F348-A300-5C4F6D5A38DA}"/>
              </a:ext>
            </a:extLst>
          </p:cNvPr>
          <p:cNvSpPr>
            <a:spLocks noGrp="1"/>
          </p:cNvSpPr>
          <p:nvPr>
            <p:ph type="sldNum" sz="quarter" idx="12"/>
          </p:nvPr>
        </p:nvSpPr>
        <p:spPr/>
        <p:txBody>
          <a:bodyPr/>
          <a:lstStyle/>
          <a:p>
            <a:fld id="{37D7E222-40AC-AD4D-BFFA-C06E99EC5475}" type="slidenum">
              <a:rPr kumimoji="1" lang="zh-TW" altLang="en-US" smtClean="0"/>
              <a:t>16</a:t>
            </a:fld>
            <a:endParaRPr kumimoji="1" lang="zh-TW" altLang="en-US" dirty="0"/>
          </a:p>
        </p:txBody>
      </p:sp>
      <p:sp>
        <p:nvSpPr>
          <p:cNvPr id="6" name="Content Placeholder 5">
            <a:extLst>
              <a:ext uri="{FF2B5EF4-FFF2-40B4-BE49-F238E27FC236}">
                <a16:creationId xmlns:a16="http://schemas.microsoft.com/office/drawing/2014/main" id="{AB717774-D0E1-B991-A4E9-EBDDDA3CD58E}"/>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Search-Based Procedural Content Generation (SBPCG)</a:t>
            </a:r>
          </a:p>
          <a:p>
            <a:pPr lvl="1"/>
            <a:r>
              <a:rPr lang="en-US" altLang="zh-TW" dirty="0">
                <a:latin typeface="Times New Roman" panose="02020603050405020304" pitchFamily="18" charset="0"/>
                <a:cs typeface="Times New Roman" panose="02020603050405020304" pitchFamily="18" charset="0"/>
              </a:rPr>
              <a:t>Generate a constant number result and choose the best one</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346382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4C3FE5-9629-F44B-A553-021C82D579AA}"/>
              </a:ext>
            </a:extLst>
          </p:cNvPr>
          <p:cNvSpPr>
            <a:spLocks noGrp="1"/>
          </p:cNvSpPr>
          <p:nvPr>
            <p:ph type="title"/>
          </p:nvPr>
        </p:nvSpPr>
        <p:spPr/>
        <p:txBody>
          <a:bodyPr>
            <a:normAutofit/>
          </a:bodyPr>
          <a:lstStyle/>
          <a:p>
            <a:r>
              <a:rPr kumimoji="1" lang="en-US" altLang="zh-TW" sz="4000" b="1" dirty="0">
                <a:latin typeface="Times New Roman" panose="02020603050405020304" pitchFamily="18" charset="0"/>
                <a:cs typeface="Times New Roman" panose="02020603050405020304" pitchFamily="18" charset="0"/>
              </a:rPr>
              <a:t>SBPCG-Based Maze Generation</a:t>
            </a:r>
            <a:endParaRPr kumimoji="1" lang="zh-TW" altLang="en-US" sz="4000"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FB393EE6-9AC4-F348-A300-5C4F6D5A38DA}"/>
              </a:ext>
            </a:extLst>
          </p:cNvPr>
          <p:cNvSpPr>
            <a:spLocks noGrp="1"/>
          </p:cNvSpPr>
          <p:nvPr>
            <p:ph type="sldNum" sz="quarter" idx="12"/>
          </p:nvPr>
        </p:nvSpPr>
        <p:spPr/>
        <p:txBody>
          <a:bodyPr/>
          <a:lstStyle/>
          <a:p>
            <a:fld id="{37D7E222-40AC-AD4D-BFFA-C06E99EC5475}" type="slidenum">
              <a:rPr kumimoji="1" lang="zh-TW" altLang="en-US" smtClean="0"/>
              <a:t>17</a:t>
            </a:fld>
            <a:endParaRPr kumimoji="1" lang="zh-TW" altLang="en-US" dirty="0"/>
          </a:p>
        </p:txBody>
      </p:sp>
      <p:sp>
        <p:nvSpPr>
          <p:cNvPr id="6" name="Content Placeholder 5">
            <a:extLst>
              <a:ext uri="{FF2B5EF4-FFF2-40B4-BE49-F238E27FC236}">
                <a16:creationId xmlns:a16="http://schemas.microsoft.com/office/drawing/2014/main" id="{AB717774-D0E1-B991-A4E9-EBDDDA3CD58E}"/>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Pre-build </a:t>
            </a:r>
            <a:r>
              <a:rPr lang="en-US" altLang="zh-TW" dirty="0">
                <a:solidFill>
                  <a:srgbClr val="FF0000"/>
                </a:solidFill>
                <a:latin typeface="Times New Roman" panose="02020603050405020304" pitchFamily="18" charset="0"/>
                <a:cs typeface="Times New Roman" panose="02020603050405020304" pitchFamily="18" charset="0"/>
              </a:rPr>
              <a:t>a set of machine learning models </a:t>
            </a:r>
            <a:r>
              <a:rPr lang="en-US" altLang="zh-TW" dirty="0">
                <a:latin typeface="Times New Roman" panose="02020603050405020304" pitchFamily="18" charset="0"/>
                <a:cs typeface="Times New Roman" panose="02020603050405020304" pitchFamily="18" charset="0"/>
              </a:rPr>
              <a:t>that are trained to generate spanning trees.</a:t>
            </a:r>
          </a:p>
          <a:p>
            <a:r>
              <a:rPr lang="en-US" altLang="zh-TW" dirty="0">
                <a:latin typeface="Times New Roman" panose="02020603050405020304" pitchFamily="18" charset="0"/>
                <a:cs typeface="Times New Roman" panose="02020603050405020304" pitchFamily="18" charset="0"/>
              </a:rPr>
              <a:t>To train the models effectively, this method uses the </a:t>
            </a:r>
            <a:r>
              <a:rPr lang="en-US" altLang="zh-TW" dirty="0">
                <a:solidFill>
                  <a:srgbClr val="FF0000"/>
                </a:solidFill>
                <a:latin typeface="Times New Roman" panose="02020603050405020304" pitchFamily="18" charset="0"/>
                <a:cs typeface="Times New Roman" panose="02020603050405020304" pitchFamily="18" charset="0"/>
              </a:rPr>
              <a:t>enumerated spanning tree data</a:t>
            </a:r>
            <a:r>
              <a:rPr lang="en-US" altLang="zh-TW" dirty="0">
                <a:latin typeface="Times New Roman" panose="02020603050405020304" pitchFamily="18" charset="0"/>
                <a:cs typeface="Times New Roman" panose="02020603050405020304" pitchFamily="18" charset="0"/>
              </a:rPr>
              <a:t>. </a:t>
            </a:r>
          </a:p>
          <a:p>
            <a:r>
              <a:rPr lang="en-US" altLang="zh-TW" dirty="0">
                <a:latin typeface="Times New Roman" panose="02020603050405020304" pitchFamily="18" charset="0"/>
                <a:cs typeface="Times New Roman" panose="02020603050405020304" pitchFamily="18" charset="0"/>
              </a:rPr>
              <a:t>Based on the given desired properties, we </a:t>
            </a:r>
            <a:r>
              <a:rPr lang="en-US" altLang="zh-TW" dirty="0">
                <a:solidFill>
                  <a:srgbClr val="FF0000"/>
                </a:solidFill>
                <a:latin typeface="Times New Roman" panose="02020603050405020304" pitchFamily="18" charset="0"/>
                <a:cs typeface="Times New Roman" panose="02020603050405020304" pitchFamily="18" charset="0"/>
              </a:rPr>
              <a:t>select a proper model </a:t>
            </a:r>
            <a:r>
              <a:rPr lang="en-US" altLang="zh-TW" dirty="0">
                <a:latin typeface="Times New Roman" panose="02020603050405020304" pitchFamily="18" charset="0"/>
                <a:cs typeface="Times New Roman" panose="02020603050405020304" pitchFamily="18" charset="0"/>
              </a:rPr>
              <a:t>in the set of the trained models and use it to generate spanning trees for the SBPCG approach.</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475418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4C3FE5-9629-F44B-A553-021C82D579AA}"/>
              </a:ext>
            </a:extLst>
          </p:cNvPr>
          <p:cNvSpPr>
            <a:spLocks noGrp="1"/>
          </p:cNvSpPr>
          <p:nvPr>
            <p:ph type="title"/>
          </p:nvPr>
        </p:nvSpPr>
        <p:spPr/>
        <p:txBody>
          <a:bodyPr>
            <a:normAutofit/>
          </a:bodyPr>
          <a:lstStyle/>
          <a:p>
            <a:r>
              <a:rPr kumimoji="1" lang="en-US" altLang="zh-TW" sz="4000" b="1" dirty="0">
                <a:latin typeface="Times New Roman" panose="02020603050405020304" pitchFamily="18" charset="0"/>
                <a:cs typeface="Times New Roman" panose="02020603050405020304" pitchFamily="18" charset="0"/>
              </a:rPr>
              <a:t>Generate Training Data</a:t>
            </a:r>
            <a:endParaRPr kumimoji="1" lang="zh-TW" altLang="en-US" sz="4000"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FB393EE6-9AC4-F348-A300-5C4F6D5A38DA}"/>
              </a:ext>
            </a:extLst>
          </p:cNvPr>
          <p:cNvSpPr>
            <a:spLocks noGrp="1"/>
          </p:cNvSpPr>
          <p:nvPr>
            <p:ph type="sldNum" sz="quarter" idx="12"/>
          </p:nvPr>
        </p:nvSpPr>
        <p:spPr/>
        <p:txBody>
          <a:bodyPr/>
          <a:lstStyle/>
          <a:p>
            <a:fld id="{37D7E222-40AC-AD4D-BFFA-C06E99EC5475}" type="slidenum">
              <a:rPr kumimoji="1" lang="zh-TW" altLang="en-US" smtClean="0"/>
              <a:t>18</a:t>
            </a:fld>
            <a:endParaRPr kumimoji="1" lang="zh-TW" altLang="en-US" dirty="0"/>
          </a:p>
        </p:txBody>
      </p:sp>
      <p:sp>
        <p:nvSpPr>
          <p:cNvPr id="6" name="Content Placeholder 5">
            <a:extLst>
              <a:ext uri="{FF2B5EF4-FFF2-40B4-BE49-F238E27FC236}">
                <a16:creationId xmlns:a16="http://schemas.microsoft.com/office/drawing/2014/main" id="{AB717774-D0E1-B991-A4E9-EBDDDA3CD58E}"/>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Enumerated spanning tree data to train the models.</a:t>
            </a:r>
          </a:p>
          <a:p>
            <a:r>
              <a:rPr lang="en-US" altLang="zh-TW" dirty="0">
                <a:latin typeface="Times New Roman" panose="02020603050405020304" pitchFamily="18" charset="0"/>
                <a:cs typeface="Times New Roman" panose="02020603050405020304" pitchFamily="18" charset="0"/>
              </a:rPr>
              <a:t>We avoid enumerating other larger grid domains for training data, and instead implement a new technique for grids larger than 6x6. </a:t>
            </a:r>
            <a:endParaRPr lang="zh-TW" altLang="en-US"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9C1B1BFE-6846-3858-93D7-C48D8508588D}"/>
              </a:ext>
            </a:extLst>
          </p:cNvPr>
          <p:cNvPicPr>
            <a:picLocks noChangeAspect="1"/>
          </p:cNvPicPr>
          <p:nvPr/>
        </p:nvPicPr>
        <p:blipFill>
          <a:blip r:embed="rId3"/>
          <a:stretch>
            <a:fillRect/>
          </a:stretch>
        </p:blipFill>
        <p:spPr>
          <a:xfrm>
            <a:off x="3535422" y="3747813"/>
            <a:ext cx="5121155" cy="2299520"/>
          </a:xfrm>
          <a:prstGeom prst="rect">
            <a:avLst/>
          </a:prstGeom>
        </p:spPr>
      </p:pic>
    </p:spTree>
    <p:extLst>
      <p:ext uri="{BB962C8B-B14F-4D97-AF65-F5344CB8AC3E}">
        <p14:creationId xmlns:p14="http://schemas.microsoft.com/office/powerpoint/2010/main" val="323028708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4C3FE5-9629-F44B-A553-021C82D579AA}"/>
              </a:ext>
            </a:extLst>
          </p:cNvPr>
          <p:cNvSpPr>
            <a:spLocks noGrp="1"/>
          </p:cNvSpPr>
          <p:nvPr>
            <p:ph type="title"/>
          </p:nvPr>
        </p:nvSpPr>
        <p:spPr/>
        <p:txBody>
          <a:bodyPr>
            <a:normAutofit/>
          </a:bodyPr>
          <a:lstStyle/>
          <a:p>
            <a:r>
              <a:rPr kumimoji="1" lang="en-US" altLang="zh-TW" sz="4000" b="1" dirty="0">
                <a:latin typeface="Times New Roman" panose="02020603050405020304" pitchFamily="18" charset="0"/>
                <a:cs typeface="Times New Roman" panose="02020603050405020304" pitchFamily="18" charset="0"/>
              </a:rPr>
              <a:t>Applying Hard Constraints</a:t>
            </a:r>
            <a:endParaRPr kumimoji="1" lang="zh-TW" altLang="en-US" sz="4000"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FB393EE6-9AC4-F348-A300-5C4F6D5A38DA}"/>
              </a:ext>
            </a:extLst>
          </p:cNvPr>
          <p:cNvSpPr>
            <a:spLocks noGrp="1"/>
          </p:cNvSpPr>
          <p:nvPr>
            <p:ph type="sldNum" sz="quarter" idx="12"/>
          </p:nvPr>
        </p:nvSpPr>
        <p:spPr/>
        <p:txBody>
          <a:bodyPr/>
          <a:lstStyle/>
          <a:p>
            <a:fld id="{37D7E222-40AC-AD4D-BFFA-C06E99EC5475}" type="slidenum">
              <a:rPr kumimoji="1" lang="zh-TW" altLang="en-US" smtClean="0"/>
              <a:t>19</a:t>
            </a:fld>
            <a:endParaRPr kumimoji="1" lang="zh-TW" altLang="en-US" dirty="0"/>
          </a:p>
        </p:txBody>
      </p:sp>
      <p:sp>
        <p:nvSpPr>
          <p:cNvPr id="6" name="Content Placeholder 5">
            <a:extLst>
              <a:ext uri="{FF2B5EF4-FFF2-40B4-BE49-F238E27FC236}">
                <a16:creationId xmlns:a16="http://schemas.microsoft.com/office/drawing/2014/main" id="{AB717774-D0E1-B991-A4E9-EBDDDA3CD58E}"/>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 Specify some edges of the solution path directly over a grid.</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2853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4C3FE5-9629-F44B-A553-021C82D579AA}"/>
              </a:ext>
            </a:extLst>
          </p:cNvPr>
          <p:cNvSpPr>
            <a:spLocks noGrp="1"/>
          </p:cNvSpPr>
          <p:nvPr>
            <p:ph type="title"/>
          </p:nvPr>
        </p:nvSpPr>
        <p:spPr/>
        <p:txBody>
          <a:bodyPr>
            <a:normAutofit/>
          </a:bodyPr>
          <a:lstStyle/>
          <a:p>
            <a:r>
              <a:rPr kumimoji="1" lang="en-US" altLang="zh-TW" sz="4000" b="1" dirty="0">
                <a:latin typeface="Times New Roman" panose="02020603050405020304" pitchFamily="18" charset="0"/>
                <a:cs typeface="Times New Roman" panose="02020603050405020304" pitchFamily="18" charset="0"/>
              </a:rPr>
              <a:t>Result</a:t>
            </a:r>
            <a:endParaRPr kumimoji="1" lang="zh-TW" altLang="en-US" sz="4000"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FB393EE6-9AC4-F348-A300-5C4F6D5A38DA}"/>
              </a:ext>
            </a:extLst>
          </p:cNvPr>
          <p:cNvSpPr>
            <a:spLocks noGrp="1"/>
          </p:cNvSpPr>
          <p:nvPr>
            <p:ph type="sldNum" sz="quarter" idx="12"/>
          </p:nvPr>
        </p:nvSpPr>
        <p:spPr/>
        <p:txBody>
          <a:bodyPr/>
          <a:lstStyle/>
          <a:p>
            <a:fld id="{37D7E222-40AC-AD4D-BFFA-C06E99EC5475}" type="slidenum">
              <a:rPr kumimoji="1" lang="zh-TW" altLang="en-US" smtClean="0"/>
              <a:t>20</a:t>
            </a:fld>
            <a:endParaRPr kumimoji="1" lang="zh-TW" altLang="en-US" dirty="0"/>
          </a:p>
        </p:txBody>
      </p:sp>
      <p:graphicFrame>
        <p:nvGraphicFramePr>
          <p:cNvPr id="8" name="內容版面配置區 7">
            <a:extLst>
              <a:ext uri="{FF2B5EF4-FFF2-40B4-BE49-F238E27FC236}">
                <a16:creationId xmlns:a16="http://schemas.microsoft.com/office/drawing/2014/main" id="{9E3BB004-4858-805E-E17A-8F61E10FE26D}"/>
              </a:ext>
            </a:extLst>
          </p:cNvPr>
          <p:cNvGraphicFramePr>
            <a:graphicFrameLocks noGrp="1"/>
          </p:cNvGraphicFramePr>
          <p:nvPr>
            <p:ph idx="1"/>
            <p:extLst>
              <p:ext uri="{D42A27DB-BD31-4B8C-83A1-F6EECF244321}">
                <p14:modId xmlns:p14="http://schemas.microsoft.com/office/powerpoint/2010/main" val="4220263068"/>
              </p:ext>
            </p:extLst>
          </p:nvPr>
        </p:nvGraphicFramePr>
        <p:xfrm>
          <a:off x="419100" y="1633188"/>
          <a:ext cx="11353800" cy="49057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3928781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4845</TotalTime>
  <Words>719</Words>
  <Application>Microsoft Office PowerPoint</Application>
  <PresentationFormat>寬螢幕</PresentationFormat>
  <Paragraphs>112</Paragraphs>
  <Slides>20</Slides>
  <Notes>17</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20</vt:i4>
      </vt:variant>
    </vt:vector>
  </HeadingPairs>
  <TitlesOfParts>
    <vt:vector size="25" baseType="lpstr">
      <vt:lpstr>Arial</vt:lpstr>
      <vt:lpstr>Calibri</vt:lpstr>
      <vt:lpstr>Calibri Light</vt:lpstr>
      <vt:lpstr>Times New Roman</vt:lpstr>
      <vt:lpstr>Office 佈景主題</vt:lpstr>
      <vt:lpstr>Design-centric maze generation</vt:lpstr>
      <vt:lpstr>Abstract</vt:lpstr>
      <vt:lpstr>Maze in different game category</vt:lpstr>
      <vt:lpstr>Ori and the Will of the Wisps</vt:lpstr>
      <vt:lpstr>Temple Run</vt:lpstr>
      <vt:lpstr>Perfect Maze</vt:lpstr>
      <vt:lpstr>Output</vt:lpstr>
      <vt:lpstr>Graph</vt:lpstr>
      <vt:lpstr>Cell’s Categories</vt:lpstr>
      <vt:lpstr>Solution Path and Dead-end Tree</vt:lpstr>
      <vt:lpstr>Basic Properties</vt:lpstr>
      <vt:lpstr>Higher-Level Properties</vt:lpstr>
      <vt:lpstr>DESIGN-CENTRIC METHOD</vt:lpstr>
      <vt:lpstr>Generation Solution Path(2/2)</vt:lpstr>
      <vt:lpstr>Generation Solution Path(1/2)</vt:lpstr>
      <vt:lpstr>SBPCG-Based Solution Path Generation</vt:lpstr>
      <vt:lpstr>SBPCG-Based Maze Generation</vt:lpstr>
      <vt:lpstr>Generate Training Data</vt:lpstr>
      <vt:lpstr>Applying Hard Constraints</vt:lpstr>
      <vt:lpstr>Result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陳彥宇</dc:creator>
  <cp:lastModifiedBy>pplab</cp:lastModifiedBy>
  <cp:revision>630</cp:revision>
  <dcterms:created xsi:type="dcterms:W3CDTF">2023-09-07T12:25:39Z</dcterms:created>
  <dcterms:modified xsi:type="dcterms:W3CDTF">2024-05-29T08:37:22Z</dcterms:modified>
</cp:coreProperties>
</file>