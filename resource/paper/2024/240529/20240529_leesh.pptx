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6"/>
  </p:notesMasterIdLst>
  <p:sldIdLst>
    <p:sldId id="257" r:id="rId2"/>
    <p:sldId id="258" r:id="rId3"/>
    <p:sldId id="308" r:id="rId4"/>
    <p:sldId id="338" r:id="rId5"/>
    <p:sldId id="339" r:id="rId6"/>
    <p:sldId id="340" r:id="rId7"/>
    <p:sldId id="341" r:id="rId8"/>
    <p:sldId id="342" r:id="rId9"/>
    <p:sldId id="343" r:id="rId10"/>
    <p:sldId id="345" r:id="rId11"/>
    <p:sldId id="347" r:id="rId12"/>
    <p:sldId id="348" r:id="rId13"/>
    <p:sldId id="353" r:id="rId14"/>
    <p:sldId id="354" r:id="rId15"/>
    <p:sldId id="355" r:id="rId16"/>
    <p:sldId id="356" r:id="rId17"/>
    <p:sldId id="357" r:id="rId18"/>
    <p:sldId id="358" r:id="rId19"/>
    <p:sldId id="359" r:id="rId20"/>
    <p:sldId id="360" r:id="rId21"/>
    <p:sldId id="361" r:id="rId22"/>
    <p:sldId id="362" r:id="rId23"/>
    <p:sldId id="363" r:id="rId24"/>
    <p:sldId id="364" r:id="rId25"/>
    <p:sldId id="365" r:id="rId26"/>
    <p:sldId id="366" r:id="rId27"/>
    <p:sldId id="367" r:id="rId28"/>
    <p:sldId id="368" r:id="rId29"/>
    <p:sldId id="369" r:id="rId30"/>
    <p:sldId id="371" r:id="rId31"/>
    <p:sldId id="370" r:id="rId32"/>
    <p:sldId id="372" r:id="rId33"/>
    <p:sldId id="373" r:id="rId34"/>
    <p:sldId id="375" r:id="rId35"/>
    <p:sldId id="374" r:id="rId36"/>
    <p:sldId id="378" r:id="rId37"/>
    <p:sldId id="379" r:id="rId38"/>
    <p:sldId id="380" r:id="rId39"/>
    <p:sldId id="381" r:id="rId40"/>
    <p:sldId id="377" r:id="rId41"/>
    <p:sldId id="382" r:id="rId42"/>
    <p:sldId id="385" r:id="rId43"/>
    <p:sldId id="383" r:id="rId44"/>
    <p:sldId id="384" r:id="rId45"/>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0414578-5835-485D-A797-12C6B257B115}" v="11" dt="2023-09-04T04:31:32.037"/>
    <p1510:client id="{E7DA5099-78A1-408B-84DF-074DE53BB9A0}" v="2911" dt="2023-08-31T07:26:23.869"/>
    <p1510:client id="{F70ECEBF-8AD3-43A7-BF35-843D2F9F26F7}" v="22" dt="2023-09-04T05:18:59.643"/>
  </p1510:revLst>
</p1510:revInfo>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等深淺樣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B344D84-9AFB-497E-A393-DC336BA19D2E}" styleName="中等深淺樣式 3 - 輔色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F5AB1C69-6EDB-4FF4-983F-18BD219EF322}" styleName="中等深淺樣式 2 - 輔色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7AC3CCA-C797-4891-BE02-D94E43425B78}" styleName="中等深淺樣式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778" autoAdjust="0"/>
    <p:restoredTop sz="85529" autoAdjust="0"/>
  </p:normalViewPr>
  <p:slideViewPr>
    <p:cSldViewPr snapToGrid="0">
      <p:cViewPr varScale="1">
        <p:scale>
          <a:sx n="59" d="100"/>
          <a:sy n="59" d="100"/>
        </p:scale>
        <p:origin x="1146" y="78"/>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51"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李 適宏" userId="ba70bf4345ae8a18" providerId="Windows Live" clId="Web-{60414578-5835-485D-A797-12C6B257B115}"/>
    <pc:docChg chg="modSld sldOrd">
      <pc:chgData name="李 適宏" userId="ba70bf4345ae8a18" providerId="Windows Live" clId="Web-{60414578-5835-485D-A797-12C6B257B115}" dt="2023-09-04T04:31:32.037" v="10"/>
      <pc:docMkLst>
        <pc:docMk/>
      </pc:docMkLst>
      <pc:sldChg chg="modSp">
        <pc:chgData name="李 適宏" userId="ba70bf4345ae8a18" providerId="Windows Live" clId="Web-{60414578-5835-485D-A797-12C6B257B115}" dt="2023-09-04T04:27:19.961" v="9" actId="20577"/>
        <pc:sldMkLst>
          <pc:docMk/>
          <pc:sldMk cId="3671907888" sldId="258"/>
        </pc:sldMkLst>
        <pc:spChg chg="mod">
          <ac:chgData name="李 適宏" userId="ba70bf4345ae8a18" providerId="Windows Live" clId="Web-{60414578-5835-485D-A797-12C6B257B115}" dt="2023-09-04T04:27:19.961" v="9" actId="20577"/>
          <ac:spMkLst>
            <pc:docMk/>
            <pc:sldMk cId="3671907888" sldId="258"/>
            <ac:spMk id="3" creationId="{2E60A558-83F5-DC4B-E8C9-3EB0801F3EAE}"/>
          </ac:spMkLst>
        </pc:spChg>
      </pc:sldChg>
      <pc:sldChg chg="modSp">
        <pc:chgData name="李 適宏" userId="ba70bf4345ae8a18" providerId="Windows Live" clId="Web-{60414578-5835-485D-A797-12C6B257B115}" dt="2023-09-04T04:26:39.037" v="4" actId="20577"/>
        <pc:sldMkLst>
          <pc:docMk/>
          <pc:sldMk cId="3428300884" sldId="270"/>
        </pc:sldMkLst>
        <pc:spChg chg="mod">
          <ac:chgData name="李 適宏" userId="ba70bf4345ae8a18" providerId="Windows Live" clId="Web-{60414578-5835-485D-A797-12C6B257B115}" dt="2023-09-04T04:26:39.037" v="4" actId="20577"/>
          <ac:spMkLst>
            <pc:docMk/>
            <pc:sldMk cId="3428300884" sldId="270"/>
            <ac:spMk id="3" creationId="{2E60A558-83F5-DC4B-E8C9-3EB0801F3EAE}"/>
          </ac:spMkLst>
        </pc:spChg>
      </pc:sldChg>
      <pc:sldChg chg="ord">
        <pc:chgData name="李 適宏" userId="ba70bf4345ae8a18" providerId="Windows Live" clId="Web-{60414578-5835-485D-A797-12C6B257B115}" dt="2023-09-04T04:31:32.037" v="10"/>
        <pc:sldMkLst>
          <pc:docMk/>
          <pc:sldMk cId="3552292399" sldId="274"/>
        </pc:sldMkLst>
      </pc:sldChg>
    </pc:docChg>
  </pc:docChgLst>
  <pc:docChgLst>
    <pc:chgData name="李 適宏" userId="ba70bf4345ae8a18" providerId="Windows Live" clId="Web-{E7DA5099-78A1-408B-84DF-074DE53BB9A0}"/>
    <pc:docChg chg="addSld delSld modSld sldOrd">
      <pc:chgData name="李 適宏" userId="ba70bf4345ae8a18" providerId="Windows Live" clId="Web-{E7DA5099-78A1-408B-84DF-074DE53BB9A0}" dt="2023-08-31T07:26:23.869" v="2559" actId="20577"/>
      <pc:docMkLst>
        <pc:docMk/>
      </pc:docMkLst>
      <pc:sldChg chg="modSp modTransition">
        <pc:chgData name="李 適宏" userId="ba70bf4345ae8a18" providerId="Windows Live" clId="Web-{E7DA5099-78A1-408B-84DF-074DE53BB9A0}" dt="2023-08-31T07:19:27.153" v="2517"/>
        <pc:sldMkLst>
          <pc:docMk/>
          <pc:sldMk cId="2067857472" sldId="257"/>
        </pc:sldMkLst>
        <pc:spChg chg="mod">
          <ac:chgData name="李 適宏" userId="ba70bf4345ae8a18" providerId="Windows Live" clId="Web-{E7DA5099-78A1-408B-84DF-074DE53BB9A0}" dt="2023-08-30T09:50:44.315" v="7" actId="20577"/>
          <ac:spMkLst>
            <pc:docMk/>
            <pc:sldMk cId="2067857472" sldId="257"/>
            <ac:spMk id="2" creationId="{CC7901A9-EC42-0349-C42C-1EF1F72BF040}"/>
          </ac:spMkLst>
        </pc:spChg>
        <pc:spChg chg="mod">
          <ac:chgData name="李 適宏" userId="ba70bf4345ae8a18" providerId="Windows Live" clId="Web-{E7DA5099-78A1-408B-84DF-074DE53BB9A0}" dt="2023-08-30T09:51:59.990" v="17" actId="20577"/>
          <ac:spMkLst>
            <pc:docMk/>
            <pc:sldMk cId="2067857472" sldId="257"/>
            <ac:spMk id="3" creationId="{54DBE6CB-9CF8-48E7-B831-C6B10B6C080F}"/>
          </ac:spMkLst>
        </pc:spChg>
        <pc:spChg chg="mod">
          <ac:chgData name="李 適宏" userId="ba70bf4345ae8a18" providerId="Windows Live" clId="Web-{E7DA5099-78A1-408B-84DF-074DE53BB9A0}" dt="2023-08-30T09:56:00.011" v="36" actId="20577"/>
          <ac:spMkLst>
            <pc:docMk/>
            <pc:sldMk cId="2067857472" sldId="257"/>
            <ac:spMk id="4" creationId="{272805CA-C188-EA0E-0232-5E39FC11B582}"/>
          </ac:spMkLst>
        </pc:spChg>
      </pc:sldChg>
      <pc:sldChg chg="modSp modTransition">
        <pc:chgData name="李 適宏" userId="ba70bf4345ae8a18" providerId="Windows Live" clId="Web-{E7DA5099-78A1-408B-84DF-074DE53BB9A0}" dt="2023-08-31T07:24:26.568" v="2550" actId="20577"/>
        <pc:sldMkLst>
          <pc:docMk/>
          <pc:sldMk cId="3671907888" sldId="258"/>
        </pc:sldMkLst>
        <pc:spChg chg="mod">
          <ac:chgData name="李 適宏" userId="ba70bf4345ae8a18" providerId="Windows Live" clId="Web-{E7DA5099-78A1-408B-84DF-074DE53BB9A0}" dt="2023-08-31T07:24:26.568" v="2550" actId="20577"/>
          <ac:spMkLst>
            <pc:docMk/>
            <pc:sldMk cId="3671907888" sldId="258"/>
            <ac:spMk id="3" creationId="{2E60A558-83F5-DC4B-E8C9-3EB0801F3EAE}"/>
          </ac:spMkLst>
        </pc:spChg>
      </pc:sldChg>
      <pc:sldChg chg="modSp del">
        <pc:chgData name="李 適宏" userId="ba70bf4345ae8a18" providerId="Windows Live" clId="Web-{E7DA5099-78A1-408B-84DF-074DE53BB9A0}" dt="2023-08-31T07:19:04.762" v="2516"/>
        <pc:sldMkLst>
          <pc:docMk/>
          <pc:sldMk cId="3664592898" sldId="269"/>
        </pc:sldMkLst>
        <pc:spChg chg="mod">
          <ac:chgData name="李 適宏" userId="ba70bf4345ae8a18" providerId="Windows Live" clId="Web-{E7DA5099-78A1-408B-84DF-074DE53BB9A0}" dt="2023-08-31T07:18:55.121" v="2515" actId="20577"/>
          <ac:spMkLst>
            <pc:docMk/>
            <pc:sldMk cId="3664592898" sldId="269"/>
            <ac:spMk id="3" creationId="{09049979-F5A7-6534-10C1-F736244053A9}"/>
          </ac:spMkLst>
        </pc:spChg>
      </pc:sldChg>
      <pc:sldChg chg="modSp modTransition">
        <pc:chgData name="李 適宏" userId="ba70bf4345ae8a18" providerId="Windows Live" clId="Web-{E7DA5099-78A1-408B-84DF-074DE53BB9A0}" dt="2023-08-31T07:25:13.742" v="2557" actId="20577"/>
        <pc:sldMkLst>
          <pc:docMk/>
          <pc:sldMk cId="3428300884" sldId="270"/>
        </pc:sldMkLst>
        <pc:spChg chg="mod">
          <ac:chgData name="李 適宏" userId="ba70bf4345ae8a18" providerId="Windows Live" clId="Web-{E7DA5099-78A1-408B-84DF-074DE53BB9A0}" dt="2023-08-31T07:25:13.742" v="2557" actId="20577"/>
          <ac:spMkLst>
            <pc:docMk/>
            <pc:sldMk cId="3428300884" sldId="270"/>
            <ac:spMk id="3" creationId="{2E60A558-83F5-DC4B-E8C9-3EB0801F3EAE}"/>
          </ac:spMkLst>
        </pc:spChg>
      </pc:sldChg>
      <pc:sldChg chg="addSp delSp modSp new modNotes">
        <pc:chgData name="李 適宏" userId="ba70bf4345ae8a18" providerId="Windows Live" clId="Web-{E7DA5099-78A1-408B-84DF-074DE53BB9A0}" dt="2023-08-31T07:23:07.363" v="2522"/>
        <pc:sldMkLst>
          <pc:docMk/>
          <pc:sldMk cId="1196738268" sldId="271"/>
        </pc:sldMkLst>
        <pc:spChg chg="mod">
          <ac:chgData name="李 適宏" userId="ba70bf4345ae8a18" providerId="Windows Live" clId="Web-{E7DA5099-78A1-408B-84DF-074DE53BB9A0}" dt="2023-08-30T11:08:30.829" v="81" actId="20577"/>
          <ac:spMkLst>
            <pc:docMk/>
            <pc:sldMk cId="1196738268" sldId="271"/>
            <ac:spMk id="2" creationId="{714A1471-B659-9AFA-9FB7-C296825199DF}"/>
          </ac:spMkLst>
        </pc:spChg>
        <pc:spChg chg="mod">
          <ac:chgData name="李 適宏" userId="ba70bf4345ae8a18" providerId="Windows Live" clId="Web-{E7DA5099-78A1-408B-84DF-074DE53BB9A0}" dt="2023-08-30T11:23:34.912" v="208" actId="20577"/>
          <ac:spMkLst>
            <pc:docMk/>
            <pc:sldMk cId="1196738268" sldId="271"/>
            <ac:spMk id="3" creationId="{BB23D789-6263-68FE-1828-B082C1D4C87F}"/>
          </ac:spMkLst>
        </pc:spChg>
        <pc:spChg chg="add del mod">
          <ac:chgData name="李 適宏" userId="ba70bf4345ae8a18" providerId="Windows Live" clId="Web-{E7DA5099-78A1-408B-84DF-074DE53BB9A0}" dt="2023-08-31T07:23:06.441" v="2521"/>
          <ac:spMkLst>
            <pc:docMk/>
            <pc:sldMk cId="1196738268" sldId="271"/>
            <ac:spMk id="4" creationId="{634F2545-DE7D-59B6-0CD0-FEC5C2642F0D}"/>
          </ac:spMkLst>
        </pc:spChg>
        <pc:spChg chg="add mod">
          <ac:chgData name="李 適宏" userId="ba70bf4345ae8a18" providerId="Windows Live" clId="Web-{E7DA5099-78A1-408B-84DF-074DE53BB9A0}" dt="2023-08-31T07:23:07.363" v="2522"/>
          <ac:spMkLst>
            <pc:docMk/>
            <pc:sldMk cId="1196738268" sldId="271"/>
            <ac:spMk id="6" creationId="{E11BD203-F3E3-C11F-86C8-9E21F0E172C7}"/>
          </ac:spMkLst>
        </pc:spChg>
        <pc:picChg chg="add del mod">
          <ac:chgData name="李 適宏" userId="ba70bf4345ae8a18" providerId="Windows Live" clId="Web-{E7DA5099-78A1-408B-84DF-074DE53BB9A0}" dt="2023-08-30T11:11:19.630" v="107"/>
          <ac:picMkLst>
            <pc:docMk/>
            <pc:sldMk cId="1196738268" sldId="271"/>
            <ac:picMk id="4" creationId="{804AC9F9-0CD1-C557-D554-94CE053E334C}"/>
          </ac:picMkLst>
        </pc:picChg>
        <pc:picChg chg="add mod">
          <ac:chgData name="李 適宏" userId="ba70bf4345ae8a18" providerId="Windows Live" clId="Web-{E7DA5099-78A1-408B-84DF-074DE53BB9A0}" dt="2023-08-30T11:12:20.115" v="111" actId="1076"/>
          <ac:picMkLst>
            <pc:docMk/>
            <pc:sldMk cId="1196738268" sldId="271"/>
            <ac:picMk id="5" creationId="{080D0FF3-29DD-DCF0-135A-09ABBF2E9829}"/>
          </ac:picMkLst>
        </pc:picChg>
      </pc:sldChg>
      <pc:sldChg chg="addSp delSp modSp new">
        <pc:chgData name="李 適宏" userId="ba70bf4345ae8a18" providerId="Windows Live" clId="Web-{E7DA5099-78A1-408B-84DF-074DE53BB9A0}" dt="2023-08-31T07:23:12.519" v="2523"/>
        <pc:sldMkLst>
          <pc:docMk/>
          <pc:sldMk cId="3110931882" sldId="272"/>
        </pc:sldMkLst>
        <pc:spChg chg="mod">
          <ac:chgData name="李 適宏" userId="ba70bf4345ae8a18" providerId="Windows Live" clId="Web-{E7DA5099-78A1-408B-84DF-074DE53BB9A0}" dt="2023-08-30T11:24:07.913" v="225" actId="20577"/>
          <ac:spMkLst>
            <pc:docMk/>
            <pc:sldMk cId="3110931882" sldId="272"/>
            <ac:spMk id="2" creationId="{54FBA7F6-8A44-6BC2-C112-79F7BCAF0400}"/>
          </ac:spMkLst>
        </pc:spChg>
        <pc:spChg chg="del">
          <ac:chgData name="李 適宏" userId="ba70bf4345ae8a18" providerId="Windows Live" clId="Web-{E7DA5099-78A1-408B-84DF-074DE53BB9A0}" dt="2023-08-30T11:35:05.131" v="226"/>
          <ac:spMkLst>
            <pc:docMk/>
            <pc:sldMk cId="3110931882" sldId="272"/>
            <ac:spMk id="3" creationId="{12799C6B-A928-A441-5D1D-6BAB4CDA6B60}"/>
          </ac:spMkLst>
        </pc:spChg>
        <pc:spChg chg="add mod">
          <ac:chgData name="李 適宏" userId="ba70bf4345ae8a18" providerId="Windows Live" clId="Web-{E7DA5099-78A1-408B-84DF-074DE53BB9A0}" dt="2023-08-31T07:23:12.519" v="2523"/>
          <ac:spMkLst>
            <pc:docMk/>
            <pc:sldMk cId="3110931882" sldId="272"/>
            <ac:spMk id="3" creationId="{39F43FE4-649D-A30D-F15B-BC859062ED8E}"/>
          </ac:spMkLst>
        </pc:spChg>
        <pc:spChg chg="add mod">
          <ac:chgData name="李 適宏" userId="ba70bf4345ae8a18" providerId="Windows Live" clId="Web-{E7DA5099-78A1-408B-84DF-074DE53BB9A0}" dt="2023-08-30T12:40:57.912" v="373" actId="20577"/>
          <ac:spMkLst>
            <pc:docMk/>
            <pc:sldMk cId="3110931882" sldId="272"/>
            <ac:spMk id="5" creationId="{384F1F5F-5F06-AAE2-AC0F-0AC1575C90F4}"/>
          </ac:spMkLst>
        </pc:spChg>
        <pc:spChg chg="add mod">
          <ac:chgData name="李 適宏" userId="ba70bf4345ae8a18" providerId="Windows Live" clId="Web-{E7DA5099-78A1-408B-84DF-074DE53BB9A0}" dt="2023-08-30T12:27:47.810" v="317" actId="1076"/>
          <ac:spMkLst>
            <pc:docMk/>
            <pc:sldMk cId="3110931882" sldId="272"/>
            <ac:spMk id="6" creationId="{74604AC9-0E71-854D-B06A-0AE291917F90}"/>
          </ac:spMkLst>
        </pc:spChg>
        <pc:spChg chg="add del mod">
          <ac:chgData name="李 適宏" userId="ba70bf4345ae8a18" providerId="Windows Live" clId="Web-{E7DA5099-78A1-408B-84DF-074DE53BB9A0}" dt="2023-08-30T11:39:15.043" v="275"/>
          <ac:spMkLst>
            <pc:docMk/>
            <pc:sldMk cId="3110931882" sldId="272"/>
            <ac:spMk id="8" creationId="{897DCAF1-1538-888B-49C6-DF2645F3105F}"/>
          </ac:spMkLst>
        </pc:spChg>
        <pc:picChg chg="add del mod ord">
          <ac:chgData name="李 適宏" userId="ba70bf4345ae8a18" providerId="Windows Live" clId="Web-{E7DA5099-78A1-408B-84DF-074DE53BB9A0}" dt="2023-08-30T11:39:13.762" v="274"/>
          <ac:picMkLst>
            <pc:docMk/>
            <pc:sldMk cId="3110931882" sldId="272"/>
            <ac:picMk id="4" creationId="{20C506AE-7AFF-84D0-241C-9C12D4B5104B}"/>
          </ac:picMkLst>
        </pc:picChg>
        <pc:picChg chg="add mod ord">
          <ac:chgData name="李 適宏" userId="ba70bf4345ae8a18" providerId="Windows Live" clId="Web-{E7DA5099-78A1-408B-84DF-074DE53BB9A0}" dt="2023-08-30T11:40:40.529" v="293" actId="1076"/>
          <ac:picMkLst>
            <pc:docMk/>
            <pc:sldMk cId="3110931882" sldId="272"/>
            <ac:picMk id="9" creationId="{8073A0C4-4503-13E4-6ED3-879BE34D695B}"/>
          </ac:picMkLst>
        </pc:picChg>
        <pc:picChg chg="add mod">
          <ac:chgData name="李 適宏" userId="ba70bf4345ae8a18" providerId="Windows Live" clId="Web-{E7DA5099-78A1-408B-84DF-074DE53BB9A0}" dt="2023-08-30T12:28:59.359" v="331" actId="1076"/>
          <ac:picMkLst>
            <pc:docMk/>
            <pc:sldMk cId="3110931882" sldId="272"/>
            <ac:picMk id="10" creationId="{7330CB98-7BB0-E390-137A-91A7077C8187}"/>
          </ac:picMkLst>
        </pc:picChg>
      </pc:sldChg>
      <pc:sldChg chg="addSp delSp modSp new ord">
        <pc:chgData name="李 適宏" userId="ba70bf4345ae8a18" providerId="Windows Live" clId="Web-{E7DA5099-78A1-408B-84DF-074DE53BB9A0}" dt="2023-08-31T07:23:23.129" v="2541"/>
        <pc:sldMkLst>
          <pc:docMk/>
          <pc:sldMk cId="1551935164" sldId="273"/>
        </pc:sldMkLst>
        <pc:spChg chg="mod">
          <ac:chgData name="李 適宏" userId="ba70bf4345ae8a18" providerId="Windows Live" clId="Web-{E7DA5099-78A1-408B-84DF-074DE53BB9A0}" dt="2023-08-30T12:33:19.726" v="344" actId="20577"/>
          <ac:spMkLst>
            <pc:docMk/>
            <pc:sldMk cId="1551935164" sldId="273"/>
            <ac:spMk id="2" creationId="{586E7B9E-57DC-CBEB-89A8-BAB4955671D3}"/>
          </ac:spMkLst>
        </pc:spChg>
        <pc:spChg chg="add del mod">
          <ac:chgData name="李 適宏" userId="ba70bf4345ae8a18" providerId="Windows Live" clId="Web-{E7DA5099-78A1-408B-84DF-074DE53BB9A0}" dt="2023-08-30T12:27:55.201" v="320"/>
          <ac:spMkLst>
            <pc:docMk/>
            <pc:sldMk cId="1551935164" sldId="273"/>
            <ac:spMk id="3" creationId="{71F32AE9-BD79-625B-809D-90E1D46A9DCC}"/>
          </ac:spMkLst>
        </pc:spChg>
        <pc:spChg chg="add mod">
          <ac:chgData name="李 適宏" userId="ba70bf4345ae8a18" providerId="Windows Live" clId="Web-{E7DA5099-78A1-408B-84DF-074DE53BB9A0}" dt="2023-08-31T07:23:23.129" v="2541"/>
          <ac:spMkLst>
            <pc:docMk/>
            <pc:sldMk cId="1551935164" sldId="273"/>
            <ac:spMk id="3" creationId="{BF74973F-E3B6-DDD4-C893-02C5039B2550}"/>
          </ac:spMkLst>
        </pc:spChg>
        <pc:spChg chg="del">
          <ac:chgData name="李 適宏" userId="ba70bf4345ae8a18" providerId="Windows Live" clId="Web-{E7DA5099-78A1-408B-84DF-074DE53BB9A0}" dt="2023-08-30T11:39:55.294" v="278"/>
          <ac:spMkLst>
            <pc:docMk/>
            <pc:sldMk cId="1551935164" sldId="273"/>
            <ac:spMk id="3" creationId="{CD4351F0-137F-6239-55F6-4D76C8E6A942}"/>
          </ac:spMkLst>
        </pc:spChg>
        <pc:spChg chg="add del mod">
          <ac:chgData name="李 適宏" userId="ba70bf4345ae8a18" providerId="Windows Live" clId="Web-{E7DA5099-78A1-408B-84DF-074DE53BB9A0}" dt="2023-08-30T12:27:32.169" v="315"/>
          <ac:spMkLst>
            <pc:docMk/>
            <pc:sldMk cId="1551935164" sldId="273"/>
            <ac:spMk id="6" creationId="{B3826738-D20A-4EE0-70C8-E17CB48C9D3C}"/>
          </ac:spMkLst>
        </pc:spChg>
        <pc:spChg chg="add mod">
          <ac:chgData name="李 適宏" userId="ba70bf4345ae8a18" providerId="Windows Live" clId="Web-{E7DA5099-78A1-408B-84DF-074DE53BB9A0}" dt="2023-08-30T12:40:39.208" v="369" actId="20577"/>
          <ac:spMkLst>
            <pc:docMk/>
            <pc:sldMk cId="1551935164" sldId="273"/>
            <ac:spMk id="7" creationId="{7B70283C-D4CF-1F44-716D-03B304C2249A}"/>
          </ac:spMkLst>
        </pc:spChg>
        <pc:spChg chg="add mod">
          <ac:chgData name="李 適宏" userId="ba70bf4345ae8a18" providerId="Windows Live" clId="Web-{E7DA5099-78A1-408B-84DF-074DE53BB9A0}" dt="2023-08-30T12:40:44.817" v="370" actId="20577"/>
          <ac:spMkLst>
            <pc:docMk/>
            <pc:sldMk cId="1551935164" sldId="273"/>
            <ac:spMk id="9" creationId="{642B57A3-6253-FD80-BA86-C5EC45DB1705}"/>
          </ac:spMkLst>
        </pc:spChg>
        <pc:picChg chg="add del mod ord">
          <ac:chgData name="李 適宏" userId="ba70bf4345ae8a18" providerId="Windows Live" clId="Web-{E7DA5099-78A1-408B-84DF-074DE53BB9A0}" dt="2023-08-30T11:39:56.997" v="279"/>
          <ac:picMkLst>
            <pc:docMk/>
            <pc:sldMk cId="1551935164" sldId="273"/>
            <ac:picMk id="4" creationId="{A62D658F-7C38-CF0E-1888-A7686B01785B}"/>
          </ac:picMkLst>
        </pc:picChg>
        <pc:picChg chg="add del mod">
          <ac:chgData name="李 適宏" userId="ba70bf4345ae8a18" providerId="Windows Live" clId="Web-{E7DA5099-78A1-408B-84DF-074DE53BB9A0}" dt="2023-08-30T12:28:12.217" v="325"/>
          <ac:picMkLst>
            <pc:docMk/>
            <pc:sldMk cId="1551935164" sldId="273"/>
            <ac:picMk id="4" creationId="{C686695A-5C23-33FF-2152-A018B98C31F6}"/>
          </ac:picMkLst>
        </pc:picChg>
        <pc:picChg chg="add del mod">
          <ac:chgData name="李 適宏" userId="ba70bf4345ae8a18" providerId="Windows Live" clId="Web-{E7DA5099-78A1-408B-84DF-074DE53BB9A0}" dt="2023-08-30T12:34:08.212" v="353"/>
          <ac:picMkLst>
            <pc:docMk/>
            <pc:sldMk cId="1551935164" sldId="273"/>
            <ac:picMk id="5" creationId="{C5EBC955-CFAA-9004-9472-6E9370FE16DE}"/>
          </ac:picMkLst>
        </pc:picChg>
        <pc:picChg chg="add del mod">
          <ac:chgData name="李 適宏" userId="ba70bf4345ae8a18" providerId="Windows Live" clId="Web-{E7DA5099-78A1-408B-84DF-074DE53BB9A0}" dt="2023-08-30T12:34:08.509" v="354"/>
          <ac:picMkLst>
            <pc:docMk/>
            <pc:sldMk cId="1551935164" sldId="273"/>
            <ac:picMk id="8" creationId="{D6E5D283-BF59-6B40-1E21-1923DDC26443}"/>
          </ac:picMkLst>
        </pc:picChg>
        <pc:picChg chg="add mod">
          <ac:chgData name="李 適宏" userId="ba70bf4345ae8a18" providerId="Windows Live" clId="Web-{E7DA5099-78A1-408B-84DF-074DE53BB9A0}" dt="2023-08-30T12:36:11.919" v="358" actId="1076"/>
          <ac:picMkLst>
            <pc:docMk/>
            <pc:sldMk cId="1551935164" sldId="273"/>
            <ac:picMk id="10" creationId="{0A853D1A-5AA9-E382-60A2-92187BA88AF4}"/>
          </ac:picMkLst>
        </pc:picChg>
        <pc:picChg chg="add mod">
          <ac:chgData name="李 適宏" userId="ba70bf4345ae8a18" providerId="Windows Live" clId="Web-{E7DA5099-78A1-408B-84DF-074DE53BB9A0}" dt="2023-08-30T12:40:28.520" v="368" actId="1076"/>
          <ac:picMkLst>
            <pc:docMk/>
            <pc:sldMk cId="1551935164" sldId="273"/>
            <ac:picMk id="11" creationId="{CF88C92D-8DC9-8A55-B97C-4ED72EB2789F}"/>
          </ac:picMkLst>
        </pc:picChg>
      </pc:sldChg>
      <pc:sldChg chg="modSp new del">
        <pc:chgData name="李 適宏" userId="ba70bf4345ae8a18" providerId="Windows Live" clId="Web-{E7DA5099-78A1-408B-84DF-074DE53BB9A0}" dt="2023-08-30T12:33:27.164" v="345"/>
        <pc:sldMkLst>
          <pc:docMk/>
          <pc:sldMk cId="225342217" sldId="274"/>
        </pc:sldMkLst>
        <pc:spChg chg="mod">
          <ac:chgData name="李 適宏" userId="ba70bf4345ae8a18" providerId="Windows Live" clId="Web-{E7DA5099-78A1-408B-84DF-074DE53BB9A0}" dt="2023-08-30T12:33:06.882" v="343" actId="20577"/>
          <ac:spMkLst>
            <pc:docMk/>
            <pc:sldMk cId="225342217" sldId="274"/>
            <ac:spMk id="2" creationId="{6B4936EE-B8B0-5E65-CBD2-D9F303D20049}"/>
          </ac:spMkLst>
        </pc:spChg>
      </pc:sldChg>
      <pc:sldChg chg="addSp modSp add ord replId">
        <pc:chgData name="李 適宏" userId="ba70bf4345ae8a18" providerId="Windows Live" clId="Web-{E7DA5099-78A1-408B-84DF-074DE53BB9A0}" dt="2023-08-31T07:23:23.129" v="2540"/>
        <pc:sldMkLst>
          <pc:docMk/>
          <pc:sldMk cId="3552292399" sldId="274"/>
        </pc:sldMkLst>
        <pc:spChg chg="add mod">
          <ac:chgData name="李 適宏" userId="ba70bf4345ae8a18" providerId="Windows Live" clId="Web-{E7DA5099-78A1-408B-84DF-074DE53BB9A0}" dt="2023-08-31T07:23:23.129" v="2540"/>
          <ac:spMkLst>
            <pc:docMk/>
            <pc:sldMk cId="3552292399" sldId="274"/>
            <ac:spMk id="3" creationId="{8A139FA2-7E2C-5C5B-0677-F6275AE3FAE2}"/>
          </ac:spMkLst>
        </pc:spChg>
        <pc:spChg chg="mod">
          <ac:chgData name="李 適宏" userId="ba70bf4345ae8a18" providerId="Windows Live" clId="Web-{E7DA5099-78A1-408B-84DF-074DE53BB9A0}" dt="2023-08-30T12:40:48.927" v="371" actId="20577"/>
          <ac:spMkLst>
            <pc:docMk/>
            <pc:sldMk cId="3552292399" sldId="274"/>
            <ac:spMk id="7" creationId="{7B70283C-D4CF-1F44-716D-03B304C2249A}"/>
          </ac:spMkLst>
        </pc:spChg>
        <pc:spChg chg="mod">
          <ac:chgData name="李 適宏" userId="ba70bf4345ae8a18" providerId="Windows Live" clId="Web-{E7DA5099-78A1-408B-84DF-074DE53BB9A0}" dt="2023-08-30T12:40:52.318" v="372" actId="20577"/>
          <ac:spMkLst>
            <pc:docMk/>
            <pc:sldMk cId="3552292399" sldId="274"/>
            <ac:spMk id="9" creationId="{642B57A3-6253-FD80-BA86-C5EC45DB1705}"/>
          </ac:spMkLst>
        </pc:spChg>
      </pc:sldChg>
      <pc:sldChg chg="addSp delSp modSp add replId">
        <pc:chgData name="李 適宏" userId="ba70bf4345ae8a18" providerId="Windows Live" clId="Web-{E7DA5099-78A1-408B-84DF-074DE53BB9A0}" dt="2023-08-31T07:23:22.926" v="2525"/>
        <pc:sldMkLst>
          <pc:docMk/>
          <pc:sldMk cId="4084616550" sldId="275"/>
        </pc:sldMkLst>
        <pc:spChg chg="add mod">
          <ac:chgData name="李 適宏" userId="ba70bf4345ae8a18" providerId="Windows Live" clId="Web-{E7DA5099-78A1-408B-84DF-074DE53BB9A0}" dt="2023-08-31T07:23:22.926" v="2525"/>
          <ac:spMkLst>
            <pc:docMk/>
            <pc:sldMk cId="4084616550" sldId="275"/>
            <ac:spMk id="5" creationId="{6FAE04C4-35A8-4F06-8FC5-2899B7014F78}"/>
          </ac:spMkLst>
        </pc:spChg>
        <pc:spChg chg="mod">
          <ac:chgData name="李 適宏" userId="ba70bf4345ae8a18" providerId="Windows Live" clId="Web-{E7DA5099-78A1-408B-84DF-074DE53BB9A0}" dt="2023-08-30T12:46:11.811" v="379" actId="20577"/>
          <ac:spMkLst>
            <pc:docMk/>
            <pc:sldMk cId="4084616550" sldId="275"/>
            <ac:spMk id="7" creationId="{7B70283C-D4CF-1F44-716D-03B304C2249A}"/>
          </ac:spMkLst>
        </pc:spChg>
        <pc:spChg chg="mod">
          <ac:chgData name="李 適宏" userId="ba70bf4345ae8a18" providerId="Windows Live" clId="Web-{E7DA5099-78A1-408B-84DF-074DE53BB9A0}" dt="2023-08-30T12:46:27.296" v="383" actId="20577"/>
          <ac:spMkLst>
            <pc:docMk/>
            <pc:sldMk cId="4084616550" sldId="275"/>
            <ac:spMk id="9" creationId="{642B57A3-6253-FD80-BA86-C5EC45DB1705}"/>
          </ac:spMkLst>
        </pc:spChg>
        <pc:picChg chg="add mod">
          <ac:chgData name="李 適宏" userId="ba70bf4345ae8a18" providerId="Windows Live" clId="Web-{E7DA5099-78A1-408B-84DF-074DE53BB9A0}" dt="2023-08-30T20:39:45.504" v="1795" actId="1076"/>
          <ac:picMkLst>
            <pc:docMk/>
            <pc:sldMk cId="4084616550" sldId="275"/>
            <ac:picMk id="3" creationId="{AF46341E-6136-CD40-DA84-CE90AC9A2A39}"/>
          </ac:picMkLst>
        </pc:picChg>
        <pc:picChg chg="add mod">
          <ac:chgData name="李 適宏" userId="ba70bf4345ae8a18" providerId="Windows Live" clId="Web-{E7DA5099-78A1-408B-84DF-074DE53BB9A0}" dt="2023-08-30T12:49:53.521" v="392" actId="1076"/>
          <ac:picMkLst>
            <pc:docMk/>
            <pc:sldMk cId="4084616550" sldId="275"/>
            <ac:picMk id="4" creationId="{56DD295D-F342-2168-632F-290BF055947C}"/>
          </ac:picMkLst>
        </pc:picChg>
        <pc:picChg chg="del">
          <ac:chgData name="李 適宏" userId="ba70bf4345ae8a18" providerId="Windows Live" clId="Web-{E7DA5099-78A1-408B-84DF-074DE53BB9A0}" dt="2023-08-30T12:45:57.295" v="376"/>
          <ac:picMkLst>
            <pc:docMk/>
            <pc:sldMk cId="4084616550" sldId="275"/>
            <ac:picMk id="10" creationId="{0A853D1A-5AA9-E382-60A2-92187BA88AF4}"/>
          </ac:picMkLst>
        </pc:picChg>
        <pc:picChg chg="del">
          <ac:chgData name="李 適宏" userId="ba70bf4345ae8a18" providerId="Windows Live" clId="Web-{E7DA5099-78A1-408B-84DF-074DE53BB9A0}" dt="2023-08-30T12:45:45.951" v="375"/>
          <ac:picMkLst>
            <pc:docMk/>
            <pc:sldMk cId="4084616550" sldId="275"/>
            <ac:picMk id="11" creationId="{CF88C92D-8DC9-8A55-B97C-4ED72EB2789F}"/>
          </ac:picMkLst>
        </pc:picChg>
        <pc:cxnChg chg="add mod">
          <ac:chgData name="李 適宏" userId="ba70bf4345ae8a18" providerId="Windows Live" clId="Web-{E7DA5099-78A1-408B-84DF-074DE53BB9A0}" dt="2023-08-30T20:48:34.579" v="1892" actId="1076"/>
          <ac:cxnSpMkLst>
            <pc:docMk/>
            <pc:sldMk cId="4084616550" sldId="275"/>
            <ac:cxnSpMk id="6" creationId="{E61B31FE-B5A6-2D60-AF0B-2019933CD9BC}"/>
          </ac:cxnSpMkLst>
        </pc:cxnChg>
        <pc:cxnChg chg="add mod">
          <ac:chgData name="李 適宏" userId="ba70bf4345ae8a18" providerId="Windows Live" clId="Web-{E7DA5099-78A1-408B-84DF-074DE53BB9A0}" dt="2023-08-30T20:48:41.736" v="1895" actId="14100"/>
          <ac:cxnSpMkLst>
            <pc:docMk/>
            <pc:sldMk cId="4084616550" sldId="275"/>
            <ac:cxnSpMk id="10" creationId="{D0AB796D-9176-F1B0-1104-0F80EAC66D6B}"/>
          </ac:cxnSpMkLst>
        </pc:cxnChg>
      </pc:sldChg>
      <pc:sldChg chg="del">
        <pc:chgData name="李 適宏" userId="ba70bf4345ae8a18" providerId="Windows Live" clId="Web-{E7DA5099-78A1-408B-84DF-074DE53BB9A0}" dt="2023-08-30T09:56:24.434" v="46"/>
        <pc:sldMkLst>
          <pc:docMk/>
          <pc:sldMk cId="976314453" sldId="276"/>
        </pc:sldMkLst>
      </pc:sldChg>
      <pc:sldChg chg="addSp delSp modSp add replId">
        <pc:chgData name="李 適宏" userId="ba70bf4345ae8a18" providerId="Windows Live" clId="Web-{E7DA5099-78A1-408B-84DF-074DE53BB9A0}" dt="2023-08-31T07:23:22.926" v="2526"/>
        <pc:sldMkLst>
          <pc:docMk/>
          <pc:sldMk cId="1644202037" sldId="276"/>
        </pc:sldMkLst>
        <pc:spChg chg="add mod">
          <ac:chgData name="李 適宏" userId="ba70bf4345ae8a18" providerId="Windows Live" clId="Web-{E7DA5099-78A1-408B-84DF-074DE53BB9A0}" dt="2023-08-31T07:23:22.926" v="2526"/>
          <ac:spMkLst>
            <pc:docMk/>
            <pc:sldMk cId="1644202037" sldId="276"/>
            <ac:spMk id="3" creationId="{B4A54FD1-341D-5662-D4FA-A44C40142FE9}"/>
          </ac:spMkLst>
        </pc:spChg>
        <pc:spChg chg="mod">
          <ac:chgData name="李 適宏" userId="ba70bf4345ae8a18" providerId="Windows Live" clId="Web-{E7DA5099-78A1-408B-84DF-074DE53BB9A0}" dt="2023-08-30T12:50:11.006" v="397" actId="20577"/>
          <ac:spMkLst>
            <pc:docMk/>
            <pc:sldMk cId="1644202037" sldId="276"/>
            <ac:spMk id="7" creationId="{7B70283C-D4CF-1F44-716D-03B304C2249A}"/>
          </ac:spMkLst>
        </pc:spChg>
        <pc:spChg chg="mod">
          <ac:chgData name="李 適宏" userId="ba70bf4345ae8a18" providerId="Windows Live" clId="Web-{E7DA5099-78A1-408B-84DF-074DE53BB9A0}" dt="2023-08-30T12:50:19.256" v="399" actId="20577"/>
          <ac:spMkLst>
            <pc:docMk/>
            <pc:sldMk cId="1644202037" sldId="276"/>
            <ac:spMk id="9" creationId="{642B57A3-6253-FD80-BA86-C5EC45DB1705}"/>
          </ac:spMkLst>
        </pc:spChg>
        <pc:picChg chg="del">
          <ac:chgData name="李 適宏" userId="ba70bf4345ae8a18" providerId="Windows Live" clId="Web-{E7DA5099-78A1-408B-84DF-074DE53BB9A0}" dt="2023-08-30T12:50:04.318" v="394"/>
          <ac:picMkLst>
            <pc:docMk/>
            <pc:sldMk cId="1644202037" sldId="276"/>
            <ac:picMk id="3" creationId="{AF46341E-6136-CD40-DA84-CE90AC9A2A39}"/>
          </ac:picMkLst>
        </pc:picChg>
        <pc:picChg chg="del">
          <ac:chgData name="李 適宏" userId="ba70bf4345ae8a18" providerId="Windows Live" clId="Web-{E7DA5099-78A1-408B-84DF-074DE53BB9A0}" dt="2023-08-30T12:50:04.959" v="395"/>
          <ac:picMkLst>
            <pc:docMk/>
            <pc:sldMk cId="1644202037" sldId="276"/>
            <ac:picMk id="4" creationId="{56DD295D-F342-2168-632F-290BF055947C}"/>
          </ac:picMkLst>
        </pc:picChg>
        <pc:picChg chg="add mod">
          <ac:chgData name="李 適宏" userId="ba70bf4345ae8a18" providerId="Windows Live" clId="Web-{E7DA5099-78A1-408B-84DF-074DE53BB9A0}" dt="2023-08-30T12:53:10.917" v="402" actId="14100"/>
          <ac:picMkLst>
            <pc:docMk/>
            <pc:sldMk cId="1644202037" sldId="276"/>
            <ac:picMk id="5" creationId="{BD25DD76-FF56-5B83-29AA-A8A5C3CD9172}"/>
          </ac:picMkLst>
        </pc:picChg>
        <pc:picChg chg="add mod">
          <ac:chgData name="李 適宏" userId="ba70bf4345ae8a18" providerId="Windows Live" clId="Web-{E7DA5099-78A1-408B-84DF-074DE53BB9A0}" dt="2023-08-30T12:55:01.170" v="407" actId="1076"/>
          <ac:picMkLst>
            <pc:docMk/>
            <pc:sldMk cId="1644202037" sldId="276"/>
            <ac:picMk id="6" creationId="{586B9764-7AFF-2A7D-C0F9-9F9B3BCED405}"/>
          </ac:picMkLst>
        </pc:picChg>
        <pc:cxnChg chg="add mod">
          <ac:chgData name="李 適宏" userId="ba70bf4345ae8a18" providerId="Windows Live" clId="Web-{E7DA5099-78A1-408B-84DF-074DE53BB9A0}" dt="2023-08-30T20:48:18.360" v="1887" actId="14100"/>
          <ac:cxnSpMkLst>
            <pc:docMk/>
            <pc:sldMk cId="1644202037" sldId="276"/>
            <ac:cxnSpMk id="4" creationId="{1314AD16-A450-867F-CDE8-52C82295DC4A}"/>
          </ac:cxnSpMkLst>
        </pc:cxnChg>
        <pc:cxnChg chg="add mod">
          <ac:chgData name="李 適宏" userId="ba70bf4345ae8a18" providerId="Windows Live" clId="Web-{E7DA5099-78A1-408B-84DF-074DE53BB9A0}" dt="2023-08-30T20:48:25.829" v="1890" actId="14100"/>
          <ac:cxnSpMkLst>
            <pc:docMk/>
            <pc:sldMk cId="1644202037" sldId="276"/>
            <ac:cxnSpMk id="10" creationId="{8707903F-50EE-4843-2377-44DB3DFC00D6}"/>
          </ac:cxnSpMkLst>
        </pc:cxnChg>
      </pc:sldChg>
      <pc:sldChg chg="addSp delSp modSp add replId">
        <pc:chgData name="李 適宏" userId="ba70bf4345ae8a18" providerId="Windows Live" clId="Web-{E7DA5099-78A1-408B-84DF-074DE53BB9A0}" dt="2023-08-31T07:23:22.941" v="2527"/>
        <pc:sldMkLst>
          <pc:docMk/>
          <pc:sldMk cId="1108261142" sldId="277"/>
        </pc:sldMkLst>
        <pc:spChg chg="mod">
          <ac:chgData name="李 適宏" userId="ba70bf4345ae8a18" providerId="Windows Live" clId="Web-{E7DA5099-78A1-408B-84DF-074DE53BB9A0}" dt="2023-08-30T18:46:13.743" v="601" actId="20577"/>
          <ac:spMkLst>
            <pc:docMk/>
            <pc:sldMk cId="1108261142" sldId="277"/>
            <ac:spMk id="2" creationId="{586E7B9E-57DC-CBEB-89A8-BAB4955671D3}"/>
          </ac:spMkLst>
        </pc:spChg>
        <pc:spChg chg="add mod">
          <ac:chgData name="李 適宏" userId="ba70bf4345ae8a18" providerId="Windows Live" clId="Web-{E7DA5099-78A1-408B-84DF-074DE53BB9A0}" dt="2023-08-31T07:23:22.941" v="2527"/>
          <ac:spMkLst>
            <pc:docMk/>
            <pc:sldMk cId="1108261142" sldId="277"/>
            <ac:spMk id="5" creationId="{93E866EE-CA50-DC17-3BDB-3DD0EA87EF37}"/>
          </ac:spMkLst>
        </pc:spChg>
        <pc:spChg chg="mod">
          <ac:chgData name="李 適宏" userId="ba70bf4345ae8a18" providerId="Windows Live" clId="Web-{E7DA5099-78A1-408B-84DF-074DE53BB9A0}" dt="2023-08-30T12:55:26.234" v="413" actId="20577"/>
          <ac:spMkLst>
            <pc:docMk/>
            <pc:sldMk cId="1108261142" sldId="277"/>
            <ac:spMk id="7" creationId="{7B70283C-D4CF-1F44-716D-03B304C2249A}"/>
          </ac:spMkLst>
        </pc:spChg>
        <pc:spChg chg="mod">
          <ac:chgData name="李 適宏" userId="ba70bf4345ae8a18" providerId="Windows Live" clId="Web-{E7DA5099-78A1-408B-84DF-074DE53BB9A0}" dt="2023-08-30T13:00:10.086" v="427" actId="20577"/>
          <ac:spMkLst>
            <pc:docMk/>
            <pc:sldMk cId="1108261142" sldId="277"/>
            <ac:spMk id="9" creationId="{642B57A3-6253-FD80-BA86-C5EC45DB1705}"/>
          </ac:spMkLst>
        </pc:spChg>
        <pc:picChg chg="add mod">
          <ac:chgData name="李 適宏" userId="ba70bf4345ae8a18" providerId="Windows Live" clId="Web-{E7DA5099-78A1-408B-84DF-074DE53BB9A0}" dt="2023-08-30T12:57:04.237" v="420" actId="14100"/>
          <ac:picMkLst>
            <pc:docMk/>
            <pc:sldMk cId="1108261142" sldId="277"/>
            <ac:picMk id="3" creationId="{31790599-A2DE-5C16-3410-92521D5E9D47}"/>
          </ac:picMkLst>
        </pc:picChg>
        <pc:picChg chg="add mod">
          <ac:chgData name="李 適宏" userId="ba70bf4345ae8a18" providerId="Windows Live" clId="Web-{E7DA5099-78A1-408B-84DF-074DE53BB9A0}" dt="2023-08-30T12:59:47.944" v="424" actId="1076"/>
          <ac:picMkLst>
            <pc:docMk/>
            <pc:sldMk cId="1108261142" sldId="277"/>
            <ac:picMk id="4" creationId="{4D1C6ADD-071C-C7E0-64FA-1922A67FE4E8}"/>
          </ac:picMkLst>
        </pc:picChg>
        <pc:picChg chg="del">
          <ac:chgData name="李 適宏" userId="ba70bf4345ae8a18" providerId="Windows Live" clId="Web-{E7DA5099-78A1-408B-84DF-074DE53BB9A0}" dt="2023-08-30T12:55:18.124" v="409"/>
          <ac:picMkLst>
            <pc:docMk/>
            <pc:sldMk cId="1108261142" sldId="277"/>
            <ac:picMk id="5" creationId="{BD25DD76-FF56-5B83-29AA-A8A5C3CD9172}"/>
          </ac:picMkLst>
        </pc:picChg>
        <pc:picChg chg="del">
          <ac:chgData name="李 適宏" userId="ba70bf4345ae8a18" providerId="Windows Live" clId="Web-{E7DA5099-78A1-408B-84DF-074DE53BB9A0}" dt="2023-08-30T12:55:18.687" v="410"/>
          <ac:picMkLst>
            <pc:docMk/>
            <pc:sldMk cId="1108261142" sldId="277"/>
            <ac:picMk id="6" creationId="{586B9764-7AFF-2A7D-C0F9-9F9B3BCED405}"/>
          </ac:picMkLst>
        </pc:picChg>
        <pc:cxnChg chg="add mod">
          <ac:chgData name="李 適宏" userId="ba70bf4345ae8a18" providerId="Windows Live" clId="Web-{E7DA5099-78A1-408B-84DF-074DE53BB9A0}" dt="2023-08-30T20:47:58.094" v="1880" actId="1076"/>
          <ac:cxnSpMkLst>
            <pc:docMk/>
            <pc:sldMk cId="1108261142" sldId="277"/>
            <ac:cxnSpMk id="6" creationId="{92DCA5B9-0901-8CB0-6416-01C86CAB0D16}"/>
          </ac:cxnSpMkLst>
        </pc:cxnChg>
        <pc:cxnChg chg="add mod">
          <ac:chgData name="李 適宏" userId="ba70bf4345ae8a18" providerId="Windows Live" clId="Web-{E7DA5099-78A1-408B-84DF-074DE53BB9A0}" dt="2023-08-30T20:48:09.297" v="1884" actId="14100"/>
          <ac:cxnSpMkLst>
            <pc:docMk/>
            <pc:sldMk cId="1108261142" sldId="277"/>
            <ac:cxnSpMk id="10" creationId="{6C1A636E-AD67-5DA5-AB87-9CC192303540}"/>
          </ac:cxnSpMkLst>
        </pc:cxnChg>
      </pc:sldChg>
      <pc:sldChg chg="del">
        <pc:chgData name="李 適宏" userId="ba70bf4345ae8a18" providerId="Windows Live" clId="Web-{E7DA5099-78A1-408B-84DF-074DE53BB9A0}" dt="2023-08-30T09:56:24.606" v="47"/>
        <pc:sldMkLst>
          <pc:docMk/>
          <pc:sldMk cId="1562261445" sldId="277"/>
        </pc:sldMkLst>
      </pc:sldChg>
      <pc:sldChg chg="addSp delSp modSp add replId">
        <pc:chgData name="李 適宏" userId="ba70bf4345ae8a18" providerId="Windows Live" clId="Web-{E7DA5099-78A1-408B-84DF-074DE53BB9A0}" dt="2023-08-31T07:23:22.957" v="2528"/>
        <pc:sldMkLst>
          <pc:docMk/>
          <pc:sldMk cId="2778347549" sldId="278"/>
        </pc:sldMkLst>
        <pc:spChg chg="mod">
          <ac:chgData name="李 適宏" userId="ba70bf4345ae8a18" providerId="Windows Live" clId="Web-{E7DA5099-78A1-408B-84DF-074DE53BB9A0}" dt="2023-08-30T18:46:21.540" v="603" actId="20577"/>
          <ac:spMkLst>
            <pc:docMk/>
            <pc:sldMk cId="2778347549" sldId="278"/>
            <ac:spMk id="2" creationId="{586E7B9E-57DC-CBEB-89A8-BAB4955671D3}"/>
          </ac:spMkLst>
        </pc:spChg>
        <pc:spChg chg="add mod">
          <ac:chgData name="李 適宏" userId="ba70bf4345ae8a18" providerId="Windows Live" clId="Web-{E7DA5099-78A1-408B-84DF-074DE53BB9A0}" dt="2023-08-31T07:23:22.957" v="2528"/>
          <ac:spMkLst>
            <pc:docMk/>
            <pc:sldMk cId="2778347549" sldId="278"/>
            <ac:spMk id="3" creationId="{5B8EAAD2-E307-242C-3D1C-2124E7695518}"/>
          </ac:spMkLst>
        </pc:spChg>
        <pc:spChg chg="add del mod">
          <ac:chgData name="李 適宏" userId="ba70bf4345ae8a18" providerId="Windows Live" clId="Web-{E7DA5099-78A1-408B-84DF-074DE53BB9A0}" dt="2023-08-30T13:03:10.763" v="446"/>
          <ac:spMkLst>
            <pc:docMk/>
            <pc:sldMk cId="2778347549" sldId="278"/>
            <ac:spMk id="5" creationId="{59F03AF3-C7ED-5FD8-319E-09229F8F672A}"/>
          </ac:spMkLst>
        </pc:spChg>
        <pc:spChg chg="mod">
          <ac:chgData name="李 適宏" userId="ba70bf4345ae8a18" providerId="Windows Live" clId="Web-{E7DA5099-78A1-408B-84DF-074DE53BB9A0}" dt="2023-08-30T13:00:32.946" v="437" actId="20577"/>
          <ac:spMkLst>
            <pc:docMk/>
            <pc:sldMk cId="2778347549" sldId="278"/>
            <ac:spMk id="7" creationId="{7B70283C-D4CF-1F44-716D-03B304C2249A}"/>
          </ac:spMkLst>
        </pc:spChg>
        <pc:spChg chg="mod">
          <ac:chgData name="李 適宏" userId="ba70bf4345ae8a18" providerId="Windows Live" clId="Web-{E7DA5099-78A1-408B-84DF-074DE53BB9A0}" dt="2023-08-30T13:00:39.758" v="440" actId="20577"/>
          <ac:spMkLst>
            <pc:docMk/>
            <pc:sldMk cId="2778347549" sldId="278"/>
            <ac:spMk id="9" creationId="{642B57A3-6253-FD80-BA86-C5EC45DB1705}"/>
          </ac:spMkLst>
        </pc:spChg>
        <pc:picChg chg="del">
          <ac:chgData name="李 適宏" userId="ba70bf4345ae8a18" providerId="Windows Live" clId="Web-{E7DA5099-78A1-408B-84DF-074DE53BB9A0}" dt="2023-08-30T13:00:46.368" v="441"/>
          <ac:picMkLst>
            <pc:docMk/>
            <pc:sldMk cId="2778347549" sldId="278"/>
            <ac:picMk id="3" creationId="{31790599-A2DE-5C16-3410-92521D5E9D47}"/>
          </ac:picMkLst>
        </pc:picChg>
        <pc:picChg chg="del">
          <ac:chgData name="李 適宏" userId="ba70bf4345ae8a18" providerId="Windows Live" clId="Web-{E7DA5099-78A1-408B-84DF-074DE53BB9A0}" dt="2023-08-30T13:00:46.571" v="442"/>
          <ac:picMkLst>
            <pc:docMk/>
            <pc:sldMk cId="2778347549" sldId="278"/>
            <ac:picMk id="4" creationId="{4D1C6ADD-071C-C7E0-64FA-1922A67FE4E8}"/>
          </ac:picMkLst>
        </pc:picChg>
        <pc:picChg chg="add mod">
          <ac:chgData name="李 適宏" userId="ba70bf4345ae8a18" providerId="Windows Live" clId="Web-{E7DA5099-78A1-408B-84DF-074DE53BB9A0}" dt="2023-08-30T13:03:29.560" v="450" actId="1076"/>
          <ac:picMkLst>
            <pc:docMk/>
            <pc:sldMk cId="2778347549" sldId="278"/>
            <ac:picMk id="6" creationId="{5D0A4FC2-3D58-E499-5175-88A846022B55}"/>
          </ac:picMkLst>
        </pc:picChg>
        <pc:picChg chg="add mod">
          <ac:chgData name="李 適宏" userId="ba70bf4345ae8a18" providerId="Windows Live" clId="Web-{E7DA5099-78A1-408B-84DF-074DE53BB9A0}" dt="2023-08-30T13:04:46.906" v="454" actId="1076"/>
          <ac:picMkLst>
            <pc:docMk/>
            <pc:sldMk cId="2778347549" sldId="278"/>
            <ac:picMk id="8" creationId="{176243BC-6B65-BF69-6D42-5D8D52CC3A8F}"/>
          </ac:picMkLst>
        </pc:picChg>
        <pc:cxnChg chg="add mod">
          <ac:chgData name="李 適宏" userId="ba70bf4345ae8a18" providerId="Windows Live" clId="Web-{E7DA5099-78A1-408B-84DF-074DE53BB9A0}" dt="2023-08-30T20:47:35.921" v="1875" actId="14100"/>
          <ac:cxnSpMkLst>
            <pc:docMk/>
            <pc:sldMk cId="2778347549" sldId="278"/>
            <ac:cxnSpMk id="4" creationId="{2F117D60-DB32-F27F-F202-745DE38E991D}"/>
          </ac:cxnSpMkLst>
        </pc:cxnChg>
        <pc:cxnChg chg="add mod">
          <ac:chgData name="李 適宏" userId="ba70bf4345ae8a18" providerId="Windows Live" clId="Web-{E7DA5099-78A1-408B-84DF-074DE53BB9A0}" dt="2023-08-30T20:47:45.656" v="1878" actId="14100"/>
          <ac:cxnSpMkLst>
            <pc:docMk/>
            <pc:sldMk cId="2778347549" sldId="278"/>
            <ac:cxnSpMk id="10" creationId="{BAE26980-54EC-4ADF-5E7C-A0AD63CACEE3}"/>
          </ac:cxnSpMkLst>
        </pc:cxnChg>
      </pc:sldChg>
      <pc:sldChg chg="del">
        <pc:chgData name="李 適宏" userId="ba70bf4345ae8a18" providerId="Windows Live" clId="Web-{E7DA5099-78A1-408B-84DF-074DE53BB9A0}" dt="2023-08-30T09:56:24.434" v="44"/>
        <pc:sldMkLst>
          <pc:docMk/>
          <pc:sldMk cId="1139216738" sldId="279"/>
        </pc:sldMkLst>
      </pc:sldChg>
      <pc:sldChg chg="addSp delSp modSp add replId">
        <pc:chgData name="李 適宏" userId="ba70bf4345ae8a18" providerId="Windows Live" clId="Web-{E7DA5099-78A1-408B-84DF-074DE53BB9A0}" dt="2023-08-31T07:23:22.957" v="2529"/>
        <pc:sldMkLst>
          <pc:docMk/>
          <pc:sldMk cId="2876509648" sldId="279"/>
        </pc:sldMkLst>
        <pc:spChg chg="add mod">
          <ac:chgData name="李 適宏" userId="ba70bf4345ae8a18" providerId="Windows Live" clId="Web-{E7DA5099-78A1-408B-84DF-074DE53BB9A0}" dt="2023-08-31T07:23:22.957" v="2529"/>
          <ac:spMkLst>
            <pc:docMk/>
            <pc:sldMk cId="2876509648" sldId="279"/>
            <ac:spMk id="4" creationId="{2AB043E5-7C75-04A2-0A97-DAC773960FD2}"/>
          </ac:spMkLst>
        </pc:spChg>
        <pc:spChg chg="mod">
          <ac:chgData name="李 適宏" userId="ba70bf4345ae8a18" providerId="Windows Live" clId="Web-{E7DA5099-78A1-408B-84DF-074DE53BB9A0}" dt="2023-08-30T13:20:23.855" v="565" actId="20577"/>
          <ac:spMkLst>
            <pc:docMk/>
            <pc:sldMk cId="2876509648" sldId="279"/>
            <ac:spMk id="7" creationId="{7B70283C-D4CF-1F44-716D-03B304C2249A}"/>
          </ac:spMkLst>
        </pc:spChg>
        <pc:spChg chg="del">
          <ac:chgData name="李 適宏" userId="ba70bf4345ae8a18" providerId="Windows Live" clId="Web-{E7DA5099-78A1-408B-84DF-074DE53BB9A0}" dt="2023-08-30T13:05:16.001" v="462"/>
          <ac:spMkLst>
            <pc:docMk/>
            <pc:sldMk cId="2876509648" sldId="279"/>
            <ac:spMk id="9" creationId="{642B57A3-6253-FD80-BA86-C5EC45DB1705}"/>
          </ac:spMkLst>
        </pc:spChg>
        <pc:spChg chg="add mod">
          <ac:chgData name="李 適宏" userId="ba70bf4345ae8a18" providerId="Windows Live" clId="Web-{E7DA5099-78A1-408B-84DF-074DE53BB9A0}" dt="2023-08-30T19:19:00.638" v="808" actId="20577"/>
          <ac:spMkLst>
            <pc:docMk/>
            <pc:sldMk cId="2876509648" sldId="279"/>
            <ac:spMk id="10" creationId="{57B27060-23DD-C14E-2199-90760FF9DE5F}"/>
          </ac:spMkLst>
        </pc:spChg>
        <pc:spChg chg="add del">
          <ac:chgData name="李 適宏" userId="ba70bf4345ae8a18" providerId="Windows Live" clId="Web-{E7DA5099-78A1-408B-84DF-074DE53BB9A0}" dt="2023-08-30T13:09:33.165" v="485"/>
          <ac:spMkLst>
            <pc:docMk/>
            <pc:sldMk cId="2876509648" sldId="279"/>
            <ac:spMk id="11" creationId="{3DBDFE4C-0451-AF39-1607-FA31B17A58D9}"/>
          </ac:spMkLst>
        </pc:spChg>
        <pc:picChg chg="add mod">
          <ac:chgData name="李 適宏" userId="ba70bf4345ae8a18" providerId="Windows Live" clId="Web-{E7DA5099-78A1-408B-84DF-074DE53BB9A0}" dt="2023-08-30T13:06:39.378" v="467" actId="1076"/>
          <ac:picMkLst>
            <pc:docMk/>
            <pc:sldMk cId="2876509648" sldId="279"/>
            <ac:picMk id="3" creationId="{3AE7C658-6F42-8BFB-3AC0-E0A9B05E94D8}"/>
          </ac:picMkLst>
        </pc:picChg>
        <pc:picChg chg="add del mod">
          <ac:chgData name="李 適宏" userId="ba70bf4345ae8a18" providerId="Windows Live" clId="Web-{E7DA5099-78A1-408B-84DF-074DE53BB9A0}" dt="2023-08-30T13:07:25.536" v="470"/>
          <ac:picMkLst>
            <pc:docMk/>
            <pc:sldMk cId="2876509648" sldId="279"/>
            <ac:picMk id="5" creationId="{32D88D96-F8B6-4AF4-BFC2-0F538B57C691}"/>
          </ac:picMkLst>
        </pc:picChg>
        <pc:picChg chg="del">
          <ac:chgData name="李 適宏" userId="ba70bf4345ae8a18" providerId="Windows Live" clId="Web-{E7DA5099-78A1-408B-84DF-074DE53BB9A0}" dt="2023-08-30T13:04:58.922" v="456"/>
          <ac:picMkLst>
            <pc:docMk/>
            <pc:sldMk cId="2876509648" sldId="279"/>
            <ac:picMk id="6" creationId="{5D0A4FC2-3D58-E499-5175-88A846022B55}"/>
          </ac:picMkLst>
        </pc:picChg>
        <pc:picChg chg="del">
          <ac:chgData name="李 適宏" userId="ba70bf4345ae8a18" providerId="Windows Live" clId="Web-{E7DA5099-78A1-408B-84DF-074DE53BB9A0}" dt="2023-08-30T13:04:59.453" v="457"/>
          <ac:picMkLst>
            <pc:docMk/>
            <pc:sldMk cId="2876509648" sldId="279"/>
            <ac:picMk id="8" creationId="{176243BC-6B65-BF69-6D42-5D8D52CC3A8F}"/>
          </ac:picMkLst>
        </pc:picChg>
        <pc:cxnChg chg="add mod">
          <ac:chgData name="李 適宏" userId="ba70bf4345ae8a18" providerId="Windows Live" clId="Web-{E7DA5099-78A1-408B-84DF-074DE53BB9A0}" dt="2023-08-30T20:47:24.749" v="1872" actId="1076"/>
          <ac:cxnSpMkLst>
            <pc:docMk/>
            <pc:sldMk cId="2876509648" sldId="279"/>
            <ac:cxnSpMk id="5" creationId="{12E06FFC-7339-CACA-18CD-9B3B6B363754}"/>
          </ac:cxnSpMkLst>
        </pc:cxnChg>
      </pc:sldChg>
      <pc:sldChg chg="del">
        <pc:chgData name="李 適宏" userId="ba70bf4345ae8a18" providerId="Windows Live" clId="Web-{E7DA5099-78A1-408B-84DF-074DE53BB9A0}" dt="2023-08-30T09:56:24.434" v="45"/>
        <pc:sldMkLst>
          <pc:docMk/>
          <pc:sldMk cId="2089769532" sldId="280"/>
        </pc:sldMkLst>
      </pc:sldChg>
      <pc:sldChg chg="addSp modSp new ord modNotes">
        <pc:chgData name="李 適宏" userId="ba70bf4345ae8a18" providerId="Windows Live" clId="Web-{E7DA5099-78A1-408B-84DF-074DE53BB9A0}" dt="2023-08-31T07:23:22.988" v="2531"/>
        <pc:sldMkLst>
          <pc:docMk/>
          <pc:sldMk cId="2366481983" sldId="280"/>
        </pc:sldMkLst>
        <pc:spChg chg="mod">
          <ac:chgData name="李 適宏" userId="ba70bf4345ae8a18" providerId="Windows Live" clId="Web-{E7DA5099-78A1-408B-84DF-074DE53BB9A0}" dt="2023-08-30T18:46:01.071" v="600" actId="20577"/>
          <ac:spMkLst>
            <pc:docMk/>
            <pc:sldMk cId="2366481983" sldId="280"/>
            <ac:spMk id="2" creationId="{22B757A1-34EF-296F-C492-509B10CCA717}"/>
          </ac:spMkLst>
        </pc:spChg>
        <pc:spChg chg="mod">
          <ac:chgData name="李 適宏" userId="ba70bf4345ae8a18" providerId="Windows Live" clId="Web-{E7DA5099-78A1-408B-84DF-074DE53BB9A0}" dt="2023-08-30T18:56:33.840" v="713" actId="20577"/>
          <ac:spMkLst>
            <pc:docMk/>
            <pc:sldMk cId="2366481983" sldId="280"/>
            <ac:spMk id="3" creationId="{96577230-7D86-D0B7-608C-4C71188C0301}"/>
          </ac:spMkLst>
        </pc:spChg>
        <pc:spChg chg="add mod">
          <ac:chgData name="李 適宏" userId="ba70bf4345ae8a18" providerId="Windows Live" clId="Web-{E7DA5099-78A1-408B-84DF-074DE53BB9A0}" dt="2023-08-31T07:23:22.988" v="2531"/>
          <ac:spMkLst>
            <pc:docMk/>
            <pc:sldMk cId="2366481983" sldId="280"/>
            <ac:spMk id="4" creationId="{CB31F11B-9FF8-C371-D1BE-7B33E2E6E5ED}"/>
          </ac:spMkLst>
        </pc:spChg>
      </pc:sldChg>
      <pc:sldChg chg="del">
        <pc:chgData name="李 適宏" userId="ba70bf4345ae8a18" providerId="Windows Live" clId="Web-{E7DA5099-78A1-408B-84DF-074DE53BB9A0}" dt="2023-08-30T09:56:24.153" v="43"/>
        <pc:sldMkLst>
          <pc:docMk/>
          <pc:sldMk cId="139360540" sldId="281"/>
        </pc:sldMkLst>
      </pc:sldChg>
      <pc:sldChg chg="addSp delSp modSp new">
        <pc:chgData name="李 適宏" userId="ba70bf4345ae8a18" providerId="Windows Live" clId="Web-{E7DA5099-78A1-408B-84DF-074DE53BB9A0}" dt="2023-08-31T07:26:23.869" v="2559" actId="20577"/>
        <pc:sldMkLst>
          <pc:docMk/>
          <pc:sldMk cId="1250583130" sldId="281"/>
        </pc:sldMkLst>
        <pc:spChg chg="mod">
          <ac:chgData name="李 適宏" userId="ba70bf4345ae8a18" providerId="Windows Live" clId="Web-{E7DA5099-78A1-408B-84DF-074DE53BB9A0}" dt="2023-08-30T18:58:56.954" v="716" actId="20577"/>
          <ac:spMkLst>
            <pc:docMk/>
            <pc:sldMk cId="1250583130" sldId="281"/>
            <ac:spMk id="2" creationId="{274890AF-9A0C-4C2E-42B0-73C0D726D449}"/>
          </ac:spMkLst>
        </pc:spChg>
        <pc:spChg chg="mod">
          <ac:chgData name="李 適宏" userId="ba70bf4345ae8a18" providerId="Windows Live" clId="Web-{E7DA5099-78A1-408B-84DF-074DE53BB9A0}" dt="2023-08-31T07:26:23.869" v="2559" actId="20577"/>
          <ac:spMkLst>
            <pc:docMk/>
            <pc:sldMk cId="1250583130" sldId="281"/>
            <ac:spMk id="3" creationId="{BA75B119-A2A2-860D-8787-7E5292210D0A}"/>
          </ac:spMkLst>
        </pc:spChg>
        <pc:spChg chg="add mod">
          <ac:chgData name="李 適宏" userId="ba70bf4345ae8a18" providerId="Windows Live" clId="Web-{E7DA5099-78A1-408B-84DF-074DE53BB9A0}" dt="2023-08-31T07:23:22.973" v="2530"/>
          <ac:spMkLst>
            <pc:docMk/>
            <pc:sldMk cId="1250583130" sldId="281"/>
            <ac:spMk id="4" creationId="{BEC5296C-9088-BE6D-07E6-1116B6B730E5}"/>
          </ac:spMkLst>
        </pc:spChg>
        <pc:spChg chg="add del mod">
          <ac:chgData name="李 適宏" userId="ba70bf4345ae8a18" providerId="Windows Live" clId="Web-{E7DA5099-78A1-408B-84DF-074DE53BB9A0}" dt="2023-08-30T19:08:19.767" v="778"/>
          <ac:spMkLst>
            <pc:docMk/>
            <pc:sldMk cId="1250583130" sldId="281"/>
            <ac:spMk id="4" creationId="{EEA38AA7-2E29-2FB9-9B1A-5D8280CDC83A}"/>
          </ac:spMkLst>
        </pc:spChg>
        <pc:picChg chg="add mod">
          <ac:chgData name="李 適宏" userId="ba70bf4345ae8a18" providerId="Windows Live" clId="Web-{E7DA5099-78A1-408B-84DF-074DE53BB9A0}" dt="2023-08-30T19:09:04.284" v="785" actId="1076"/>
          <ac:picMkLst>
            <pc:docMk/>
            <pc:sldMk cId="1250583130" sldId="281"/>
            <ac:picMk id="5" creationId="{9A001351-ADAB-5B92-987F-9447F2F50040}"/>
          </ac:picMkLst>
        </pc:picChg>
      </pc:sldChg>
      <pc:sldChg chg="del">
        <pc:chgData name="李 適宏" userId="ba70bf4345ae8a18" providerId="Windows Live" clId="Web-{E7DA5099-78A1-408B-84DF-074DE53BB9A0}" dt="2023-08-30T09:56:24.153" v="41"/>
        <pc:sldMkLst>
          <pc:docMk/>
          <pc:sldMk cId="324218543" sldId="282"/>
        </pc:sldMkLst>
      </pc:sldChg>
      <pc:sldChg chg="addSp modSp new">
        <pc:chgData name="李 適宏" userId="ba70bf4345ae8a18" providerId="Windows Live" clId="Web-{E7DA5099-78A1-408B-84DF-074DE53BB9A0}" dt="2023-08-31T07:23:23.004" v="2532"/>
        <pc:sldMkLst>
          <pc:docMk/>
          <pc:sldMk cId="1129166158" sldId="282"/>
        </pc:sldMkLst>
        <pc:spChg chg="mod">
          <ac:chgData name="李 適宏" userId="ba70bf4345ae8a18" providerId="Windows Live" clId="Web-{E7DA5099-78A1-408B-84DF-074DE53BB9A0}" dt="2023-08-30T19:17:43.543" v="803" actId="20577"/>
          <ac:spMkLst>
            <pc:docMk/>
            <pc:sldMk cId="1129166158" sldId="282"/>
            <ac:spMk id="2" creationId="{B82D5465-6424-897A-20FA-D053DDB15427}"/>
          </ac:spMkLst>
        </pc:spChg>
        <pc:spChg chg="mod">
          <ac:chgData name="李 適宏" userId="ba70bf4345ae8a18" providerId="Windows Live" clId="Web-{E7DA5099-78A1-408B-84DF-074DE53BB9A0}" dt="2023-08-30T19:28:28.793" v="959" actId="20577"/>
          <ac:spMkLst>
            <pc:docMk/>
            <pc:sldMk cId="1129166158" sldId="282"/>
            <ac:spMk id="3" creationId="{C228B281-FB0F-E075-C48B-F53E99703D4A}"/>
          </ac:spMkLst>
        </pc:spChg>
        <pc:spChg chg="add mod">
          <ac:chgData name="李 適宏" userId="ba70bf4345ae8a18" providerId="Windows Live" clId="Web-{E7DA5099-78A1-408B-84DF-074DE53BB9A0}" dt="2023-08-31T07:23:23.004" v="2532"/>
          <ac:spMkLst>
            <pc:docMk/>
            <pc:sldMk cId="1129166158" sldId="282"/>
            <ac:spMk id="4" creationId="{556B5CE7-E875-6066-D67D-C82DF62F6986}"/>
          </ac:spMkLst>
        </pc:spChg>
      </pc:sldChg>
      <pc:sldChg chg="addSp delSp modSp new">
        <pc:chgData name="李 適宏" userId="ba70bf4345ae8a18" providerId="Windows Live" clId="Web-{E7DA5099-78A1-408B-84DF-074DE53BB9A0}" dt="2023-08-31T07:23:23.004" v="2533"/>
        <pc:sldMkLst>
          <pc:docMk/>
          <pc:sldMk cId="2495757006" sldId="283"/>
        </pc:sldMkLst>
        <pc:spChg chg="mod">
          <ac:chgData name="李 適宏" userId="ba70bf4345ae8a18" providerId="Windows Live" clId="Web-{E7DA5099-78A1-408B-84DF-074DE53BB9A0}" dt="2023-08-30T19:30:44.077" v="981" actId="20577"/>
          <ac:spMkLst>
            <pc:docMk/>
            <pc:sldMk cId="2495757006" sldId="283"/>
            <ac:spMk id="2" creationId="{8F6145AE-13C2-819A-454C-6D0420413DB1}"/>
          </ac:spMkLst>
        </pc:spChg>
        <pc:spChg chg="add mod">
          <ac:chgData name="李 適宏" userId="ba70bf4345ae8a18" providerId="Windows Live" clId="Web-{E7DA5099-78A1-408B-84DF-074DE53BB9A0}" dt="2023-08-31T07:23:23.004" v="2533"/>
          <ac:spMkLst>
            <pc:docMk/>
            <pc:sldMk cId="2495757006" sldId="283"/>
            <ac:spMk id="3" creationId="{8F244933-83B6-6CEF-3860-612C80FC75D0}"/>
          </ac:spMkLst>
        </pc:spChg>
        <pc:spChg chg="del">
          <ac:chgData name="李 適宏" userId="ba70bf4345ae8a18" providerId="Windows Live" clId="Web-{E7DA5099-78A1-408B-84DF-074DE53BB9A0}" dt="2023-08-30T19:29:16.419" v="961"/>
          <ac:spMkLst>
            <pc:docMk/>
            <pc:sldMk cId="2495757006" sldId="283"/>
            <ac:spMk id="3" creationId="{B63C4760-BB30-5BC1-84E1-49985E3F0C76}"/>
          </ac:spMkLst>
        </pc:spChg>
        <pc:spChg chg="add mod">
          <ac:chgData name="李 適宏" userId="ba70bf4345ae8a18" providerId="Windows Live" clId="Web-{E7DA5099-78A1-408B-84DF-074DE53BB9A0}" dt="2023-08-30T19:39:03.089" v="1088" actId="20577"/>
          <ac:spMkLst>
            <pc:docMk/>
            <pc:sldMk cId="2495757006" sldId="283"/>
            <ac:spMk id="5" creationId="{6F3CE8F8-1C83-7161-7592-879A01980E90}"/>
          </ac:spMkLst>
        </pc:spChg>
        <pc:picChg chg="add mod ord">
          <ac:chgData name="李 適宏" userId="ba70bf4345ae8a18" providerId="Windows Live" clId="Web-{E7DA5099-78A1-408B-84DF-074DE53BB9A0}" dt="2023-08-30T19:29:20.184" v="962" actId="1076"/>
          <ac:picMkLst>
            <pc:docMk/>
            <pc:sldMk cId="2495757006" sldId="283"/>
            <ac:picMk id="4" creationId="{9405F2E0-7FF5-EA28-9417-F2492CDE6B86}"/>
          </ac:picMkLst>
        </pc:picChg>
      </pc:sldChg>
      <pc:sldChg chg="del">
        <pc:chgData name="李 適宏" userId="ba70bf4345ae8a18" providerId="Windows Live" clId="Web-{E7DA5099-78A1-408B-84DF-074DE53BB9A0}" dt="2023-08-30T09:56:24.059" v="40"/>
        <pc:sldMkLst>
          <pc:docMk/>
          <pc:sldMk cId="4023731045" sldId="283"/>
        </pc:sldMkLst>
      </pc:sldChg>
      <pc:sldChg chg="addSp modSp new">
        <pc:chgData name="李 適宏" userId="ba70bf4345ae8a18" providerId="Windows Live" clId="Web-{E7DA5099-78A1-408B-84DF-074DE53BB9A0}" dt="2023-08-31T07:23:23.020" v="2534"/>
        <pc:sldMkLst>
          <pc:docMk/>
          <pc:sldMk cId="918537606" sldId="284"/>
        </pc:sldMkLst>
        <pc:spChg chg="mod">
          <ac:chgData name="李 適宏" userId="ba70bf4345ae8a18" providerId="Windows Live" clId="Web-{E7DA5099-78A1-408B-84DF-074DE53BB9A0}" dt="2023-08-30T19:40:39.857" v="1091" actId="20577"/>
          <ac:spMkLst>
            <pc:docMk/>
            <pc:sldMk cId="918537606" sldId="284"/>
            <ac:spMk id="2" creationId="{35CB59DA-99AE-1E3F-BE67-E0117A48E919}"/>
          </ac:spMkLst>
        </pc:spChg>
        <pc:spChg chg="mod">
          <ac:chgData name="李 適宏" userId="ba70bf4345ae8a18" providerId="Windows Live" clId="Web-{E7DA5099-78A1-408B-84DF-074DE53BB9A0}" dt="2023-08-30T19:45:21.114" v="1172" actId="20577"/>
          <ac:spMkLst>
            <pc:docMk/>
            <pc:sldMk cId="918537606" sldId="284"/>
            <ac:spMk id="3" creationId="{84ACAE3E-62A4-ED5D-359B-7C704CB5F38B}"/>
          </ac:spMkLst>
        </pc:spChg>
        <pc:spChg chg="add mod">
          <ac:chgData name="李 適宏" userId="ba70bf4345ae8a18" providerId="Windows Live" clId="Web-{E7DA5099-78A1-408B-84DF-074DE53BB9A0}" dt="2023-08-31T07:23:23.020" v="2534"/>
          <ac:spMkLst>
            <pc:docMk/>
            <pc:sldMk cId="918537606" sldId="284"/>
            <ac:spMk id="4" creationId="{8FEB5D2D-D98A-3EF2-7D48-C28E9551B7D3}"/>
          </ac:spMkLst>
        </pc:spChg>
      </pc:sldChg>
      <pc:sldChg chg="del">
        <pc:chgData name="李 適宏" userId="ba70bf4345ae8a18" providerId="Windows Live" clId="Web-{E7DA5099-78A1-408B-84DF-074DE53BB9A0}" dt="2023-08-30T09:56:24.059" v="39"/>
        <pc:sldMkLst>
          <pc:docMk/>
          <pc:sldMk cId="4184696065" sldId="284"/>
        </pc:sldMkLst>
      </pc:sldChg>
      <pc:sldChg chg="del">
        <pc:chgData name="李 適宏" userId="ba70bf4345ae8a18" providerId="Windows Live" clId="Web-{E7DA5099-78A1-408B-84DF-074DE53BB9A0}" dt="2023-08-30T09:56:24.059" v="38"/>
        <pc:sldMkLst>
          <pc:docMk/>
          <pc:sldMk cId="468694768" sldId="285"/>
        </pc:sldMkLst>
      </pc:sldChg>
      <pc:sldChg chg="addSp delSp modSp new">
        <pc:chgData name="李 適宏" userId="ba70bf4345ae8a18" providerId="Windows Live" clId="Web-{E7DA5099-78A1-408B-84DF-074DE53BB9A0}" dt="2023-08-31T07:23:23.051" v="2535"/>
        <pc:sldMkLst>
          <pc:docMk/>
          <pc:sldMk cId="1163189224" sldId="285"/>
        </pc:sldMkLst>
        <pc:spChg chg="mod">
          <ac:chgData name="李 適宏" userId="ba70bf4345ae8a18" providerId="Windows Live" clId="Web-{E7DA5099-78A1-408B-84DF-074DE53BB9A0}" dt="2023-08-30T20:11:24.932" v="1636" actId="20577"/>
          <ac:spMkLst>
            <pc:docMk/>
            <pc:sldMk cId="1163189224" sldId="285"/>
            <ac:spMk id="2" creationId="{E6428363-9E49-B06E-A74D-8935475A42EB}"/>
          </ac:spMkLst>
        </pc:spChg>
        <pc:spChg chg="mod">
          <ac:chgData name="李 適宏" userId="ba70bf4345ae8a18" providerId="Windows Live" clId="Web-{E7DA5099-78A1-408B-84DF-074DE53BB9A0}" dt="2023-08-30T20:17:24.535" v="1772" actId="20577"/>
          <ac:spMkLst>
            <pc:docMk/>
            <pc:sldMk cId="1163189224" sldId="285"/>
            <ac:spMk id="3" creationId="{62FC13A2-4CDE-B7E6-3DA7-925B2F0F99EF}"/>
          </ac:spMkLst>
        </pc:spChg>
        <pc:spChg chg="add mod">
          <ac:chgData name="李 適宏" userId="ba70bf4345ae8a18" providerId="Windows Live" clId="Web-{E7DA5099-78A1-408B-84DF-074DE53BB9A0}" dt="2023-08-31T07:23:23.051" v="2535"/>
          <ac:spMkLst>
            <pc:docMk/>
            <pc:sldMk cId="1163189224" sldId="285"/>
            <ac:spMk id="4" creationId="{27E637F6-D0DE-5D5A-964A-DDBDFBF5EC9A}"/>
          </ac:spMkLst>
        </pc:spChg>
        <pc:graphicFrameChg chg="add mod modGraphic">
          <ac:chgData name="李 適宏" userId="ba70bf4345ae8a18" providerId="Windows Live" clId="Web-{E7DA5099-78A1-408B-84DF-074DE53BB9A0}" dt="2023-08-30T20:38:31.080" v="1790"/>
          <ac:graphicFrameMkLst>
            <pc:docMk/>
            <pc:sldMk cId="1163189224" sldId="285"/>
            <ac:graphicFrameMk id="5" creationId="{FE83D9F6-757B-C76E-8D81-317A44A27283}"/>
          </ac:graphicFrameMkLst>
        </pc:graphicFrameChg>
        <pc:graphicFrameChg chg="add mod modGraphic">
          <ac:chgData name="李 適宏" userId="ba70bf4345ae8a18" providerId="Windows Live" clId="Web-{E7DA5099-78A1-408B-84DF-074DE53BB9A0}" dt="2023-08-30T20:10:53.525" v="1619" actId="1076"/>
          <ac:graphicFrameMkLst>
            <pc:docMk/>
            <pc:sldMk cId="1163189224" sldId="285"/>
            <ac:graphicFrameMk id="6" creationId="{36EA033C-9781-F383-536D-366F5DAD01B7}"/>
          </ac:graphicFrameMkLst>
        </pc:graphicFrameChg>
        <pc:picChg chg="add del mod">
          <ac:chgData name="李 適宏" userId="ba70bf4345ae8a18" providerId="Windows Live" clId="Web-{E7DA5099-78A1-408B-84DF-074DE53BB9A0}" dt="2023-08-30T20:05:45.315" v="1550"/>
          <ac:picMkLst>
            <pc:docMk/>
            <pc:sldMk cId="1163189224" sldId="285"/>
            <ac:picMk id="4" creationId="{D12873D1-A318-A32E-8C30-C7B7A2AB8884}"/>
          </ac:picMkLst>
        </pc:picChg>
        <pc:picChg chg="add del mod">
          <ac:chgData name="李 適宏" userId="ba70bf4345ae8a18" providerId="Windows Live" clId="Web-{E7DA5099-78A1-408B-84DF-074DE53BB9A0}" dt="2023-08-30T20:08:35.038" v="1570"/>
          <ac:picMkLst>
            <pc:docMk/>
            <pc:sldMk cId="1163189224" sldId="285"/>
            <ac:picMk id="7" creationId="{ED8F85C6-24AA-A7DC-2A95-F71EC8413F74}"/>
          </ac:picMkLst>
        </pc:picChg>
        <pc:picChg chg="add mod ord">
          <ac:chgData name="李 適宏" userId="ba70bf4345ae8a18" providerId="Windows Live" clId="Web-{E7DA5099-78A1-408B-84DF-074DE53BB9A0}" dt="2023-08-30T20:10:57.666" v="1620"/>
          <ac:picMkLst>
            <pc:docMk/>
            <pc:sldMk cId="1163189224" sldId="285"/>
            <ac:picMk id="8" creationId="{91E2D868-83DB-C4F8-C4B8-97551ACFF8C1}"/>
          </ac:picMkLst>
        </pc:picChg>
        <pc:cxnChg chg="add mod">
          <ac:chgData name="李 適宏" userId="ba70bf4345ae8a18" providerId="Windows Live" clId="Web-{E7DA5099-78A1-408B-84DF-074DE53BB9A0}" dt="2023-08-30T20:47:04.827" v="1868" actId="1076"/>
          <ac:cxnSpMkLst>
            <pc:docMk/>
            <pc:sldMk cId="1163189224" sldId="285"/>
            <ac:cxnSpMk id="9" creationId="{3403112F-9F7E-C354-EC03-ADECEA6C0B48}"/>
          </ac:cxnSpMkLst>
        </pc:cxnChg>
      </pc:sldChg>
      <pc:sldChg chg="addSp delSp modSp new">
        <pc:chgData name="李 適宏" userId="ba70bf4345ae8a18" providerId="Windows Live" clId="Web-{E7DA5099-78A1-408B-84DF-074DE53BB9A0}" dt="2023-08-31T07:23:23.082" v="2536"/>
        <pc:sldMkLst>
          <pc:docMk/>
          <pc:sldMk cId="1683517903" sldId="286"/>
        </pc:sldMkLst>
        <pc:spChg chg="mod">
          <ac:chgData name="李 適宏" userId="ba70bf4345ae8a18" providerId="Windows Live" clId="Web-{E7DA5099-78A1-408B-84DF-074DE53BB9A0}" dt="2023-08-30T20:37:34.079" v="1785" actId="20577"/>
          <ac:spMkLst>
            <pc:docMk/>
            <pc:sldMk cId="1683517903" sldId="286"/>
            <ac:spMk id="2" creationId="{A004FD11-257D-62CE-D688-723D2E67FB37}"/>
          </ac:spMkLst>
        </pc:spChg>
        <pc:spChg chg="add mod">
          <ac:chgData name="李 適宏" userId="ba70bf4345ae8a18" providerId="Windows Live" clId="Web-{E7DA5099-78A1-408B-84DF-074DE53BB9A0}" dt="2023-08-31T07:23:23.082" v="2536"/>
          <ac:spMkLst>
            <pc:docMk/>
            <pc:sldMk cId="1683517903" sldId="286"/>
            <ac:spMk id="3" creationId="{04EDCC1F-8918-FA2A-0DDD-7497C207A591}"/>
          </ac:spMkLst>
        </pc:spChg>
        <pc:spChg chg="del mod">
          <ac:chgData name="李 適宏" userId="ba70bf4345ae8a18" providerId="Windows Live" clId="Web-{E7DA5099-78A1-408B-84DF-074DE53BB9A0}" dt="2023-08-30T20:41:10.178" v="1800"/>
          <ac:spMkLst>
            <pc:docMk/>
            <pc:sldMk cId="1683517903" sldId="286"/>
            <ac:spMk id="3" creationId="{110FF0CA-2C6B-6141-5925-3FD2B02DF836}"/>
          </ac:spMkLst>
        </pc:spChg>
        <pc:spChg chg="add del mod">
          <ac:chgData name="李 適宏" userId="ba70bf4345ae8a18" providerId="Windows Live" clId="Web-{E7DA5099-78A1-408B-84DF-074DE53BB9A0}" dt="2023-08-30T20:40:41.318" v="1799"/>
          <ac:spMkLst>
            <pc:docMk/>
            <pc:sldMk cId="1683517903" sldId="286"/>
            <ac:spMk id="8" creationId="{F2FAC252-6DA2-3064-430B-73A955F4A344}"/>
          </ac:spMkLst>
        </pc:spChg>
        <pc:spChg chg="add mod">
          <ac:chgData name="李 適宏" userId="ba70bf4345ae8a18" providerId="Windows Live" clId="Web-{E7DA5099-78A1-408B-84DF-074DE53BB9A0}" dt="2023-08-30T20:45:08.246" v="1859" actId="20577"/>
          <ac:spMkLst>
            <pc:docMk/>
            <pc:sldMk cId="1683517903" sldId="286"/>
            <ac:spMk id="10" creationId="{26C2C17A-B174-444A-6239-F4E7F4A8C36E}"/>
          </ac:spMkLst>
        </pc:spChg>
        <pc:graphicFrameChg chg="add">
          <ac:chgData name="李 適宏" userId="ba70bf4345ae8a18" providerId="Windows Live" clId="Web-{E7DA5099-78A1-408B-84DF-074DE53BB9A0}" dt="2023-08-30T20:38:11.909" v="1786"/>
          <ac:graphicFrameMkLst>
            <pc:docMk/>
            <pc:sldMk cId="1683517903" sldId="286"/>
            <ac:graphicFrameMk id="5" creationId="{7E4D3DB7-9B03-0AD2-FBB7-028F48FFDB15}"/>
          </ac:graphicFrameMkLst>
        </pc:graphicFrameChg>
        <pc:graphicFrameChg chg="add mod modGraphic">
          <ac:chgData name="李 適宏" userId="ba70bf4345ae8a18" providerId="Windows Live" clId="Web-{E7DA5099-78A1-408B-84DF-074DE53BB9A0}" dt="2023-08-30T20:38:35.456" v="1792"/>
          <ac:graphicFrameMkLst>
            <pc:docMk/>
            <pc:sldMk cId="1683517903" sldId="286"/>
            <ac:graphicFrameMk id="7" creationId="{51168FDF-8612-72D2-66F0-A18598AF96BB}"/>
          </ac:graphicFrameMkLst>
        </pc:graphicFrameChg>
        <pc:picChg chg="add mod ord">
          <ac:chgData name="李 適宏" userId="ba70bf4345ae8a18" providerId="Windows Live" clId="Web-{E7DA5099-78A1-408B-84DF-074DE53BB9A0}" dt="2023-08-30T20:41:17.178" v="1802" actId="1076"/>
          <ac:picMkLst>
            <pc:docMk/>
            <pc:sldMk cId="1683517903" sldId="286"/>
            <ac:picMk id="9" creationId="{95A40EC2-584F-AB00-080A-2FE4DDD50844}"/>
          </ac:picMkLst>
        </pc:picChg>
      </pc:sldChg>
      <pc:sldChg chg="del">
        <pc:chgData name="李 適宏" userId="ba70bf4345ae8a18" providerId="Windows Live" clId="Web-{E7DA5099-78A1-408B-84DF-074DE53BB9A0}" dt="2023-08-30T09:56:24.059" v="37"/>
        <pc:sldMkLst>
          <pc:docMk/>
          <pc:sldMk cId="3819135115" sldId="286"/>
        </pc:sldMkLst>
      </pc:sldChg>
      <pc:sldChg chg="addSp modSp new">
        <pc:chgData name="李 適宏" userId="ba70bf4345ae8a18" providerId="Windows Live" clId="Web-{E7DA5099-78A1-408B-84DF-074DE53BB9A0}" dt="2023-08-31T07:23:23.082" v="2537"/>
        <pc:sldMkLst>
          <pc:docMk/>
          <pc:sldMk cId="2152916773" sldId="287"/>
        </pc:sldMkLst>
        <pc:spChg chg="mod">
          <ac:chgData name="李 適宏" userId="ba70bf4345ae8a18" providerId="Windows Live" clId="Web-{E7DA5099-78A1-408B-84DF-074DE53BB9A0}" dt="2023-08-31T06:06:23.073" v="1897" actId="20577"/>
          <ac:spMkLst>
            <pc:docMk/>
            <pc:sldMk cId="2152916773" sldId="287"/>
            <ac:spMk id="2" creationId="{3F2412AD-2AFB-13E9-4B13-8527F4C62FF6}"/>
          </ac:spMkLst>
        </pc:spChg>
        <pc:spChg chg="mod">
          <ac:chgData name="李 適宏" userId="ba70bf4345ae8a18" providerId="Windows Live" clId="Web-{E7DA5099-78A1-408B-84DF-074DE53BB9A0}" dt="2023-08-31T06:16:10.512" v="2085" actId="20577"/>
          <ac:spMkLst>
            <pc:docMk/>
            <pc:sldMk cId="2152916773" sldId="287"/>
            <ac:spMk id="3" creationId="{7911B56A-1115-9429-3174-CAF0E5D2CD92}"/>
          </ac:spMkLst>
        </pc:spChg>
        <pc:spChg chg="add mod">
          <ac:chgData name="李 適宏" userId="ba70bf4345ae8a18" providerId="Windows Live" clId="Web-{E7DA5099-78A1-408B-84DF-074DE53BB9A0}" dt="2023-08-31T07:23:23.082" v="2537"/>
          <ac:spMkLst>
            <pc:docMk/>
            <pc:sldMk cId="2152916773" sldId="287"/>
            <ac:spMk id="4" creationId="{A8D934C0-8310-91DC-0CD2-AC8E4FCC94A1}"/>
          </ac:spMkLst>
        </pc:spChg>
      </pc:sldChg>
      <pc:sldChg chg="del">
        <pc:chgData name="李 適宏" userId="ba70bf4345ae8a18" providerId="Windows Live" clId="Web-{E7DA5099-78A1-408B-84DF-074DE53BB9A0}" dt="2023-08-30T09:56:24.153" v="42"/>
        <pc:sldMkLst>
          <pc:docMk/>
          <pc:sldMk cId="2639931187" sldId="287"/>
        </pc:sldMkLst>
      </pc:sldChg>
      <pc:sldChg chg="addSp modSp new ord modNotes">
        <pc:chgData name="李 適宏" userId="ba70bf4345ae8a18" providerId="Windows Live" clId="Web-{E7DA5099-78A1-408B-84DF-074DE53BB9A0}" dt="2023-08-31T07:23:23.098" v="2538"/>
        <pc:sldMkLst>
          <pc:docMk/>
          <pc:sldMk cId="1025841646" sldId="288"/>
        </pc:sldMkLst>
        <pc:spChg chg="mod">
          <ac:chgData name="李 適宏" userId="ba70bf4345ae8a18" providerId="Windows Live" clId="Web-{E7DA5099-78A1-408B-84DF-074DE53BB9A0}" dt="2023-08-31T06:54:09.953" v="2306" actId="20577"/>
          <ac:spMkLst>
            <pc:docMk/>
            <pc:sldMk cId="1025841646" sldId="288"/>
            <ac:spMk id="2" creationId="{EE70504A-5172-8BA8-9C15-0F7B69AAB495}"/>
          </ac:spMkLst>
        </pc:spChg>
        <pc:spChg chg="mod">
          <ac:chgData name="李 適宏" userId="ba70bf4345ae8a18" providerId="Windows Live" clId="Web-{E7DA5099-78A1-408B-84DF-074DE53BB9A0}" dt="2023-08-31T07:09:04.901" v="2464" actId="20577"/>
          <ac:spMkLst>
            <pc:docMk/>
            <pc:sldMk cId="1025841646" sldId="288"/>
            <ac:spMk id="3" creationId="{11ED5AA8-FA66-12B1-7561-3FE447FE851E}"/>
          </ac:spMkLst>
        </pc:spChg>
        <pc:spChg chg="add mod">
          <ac:chgData name="李 適宏" userId="ba70bf4345ae8a18" providerId="Windows Live" clId="Web-{E7DA5099-78A1-408B-84DF-074DE53BB9A0}" dt="2023-08-31T07:23:23.098" v="2538"/>
          <ac:spMkLst>
            <pc:docMk/>
            <pc:sldMk cId="1025841646" sldId="288"/>
            <ac:spMk id="4" creationId="{83137B9D-4706-83CA-963E-BFB51394090C}"/>
          </ac:spMkLst>
        </pc:spChg>
      </pc:sldChg>
      <pc:sldChg chg="addSp modSp new ord">
        <pc:chgData name="李 適宏" userId="ba70bf4345ae8a18" providerId="Windows Live" clId="Web-{E7DA5099-78A1-408B-84DF-074DE53BB9A0}" dt="2023-08-31T07:23:23.113" v="2539"/>
        <pc:sldMkLst>
          <pc:docMk/>
          <pc:sldMk cId="1900478409" sldId="289"/>
        </pc:sldMkLst>
        <pc:spChg chg="mod">
          <ac:chgData name="李 適宏" userId="ba70bf4345ae8a18" providerId="Windows Live" clId="Web-{E7DA5099-78A1-408B-84DF-074DE53BB9A0}" dt="2023-08-31T06:54:14.485" v="2308" actId="20577"/>
          <ac:spMkLst>
            <pc:docMk/>
            <pc:sldMk cId="1900478409" sldId="289"/>
            <ac:spMk id="2" creationId="{08B7EDD0-E380-A8FC-31BE-E3386BA990D3}"/>
          </ac:spMkLst>
        </pc:spChg>
        <pc:spChg chg="mod">
          <ac:chgData name="李 適宏" userId="ba70bf4345ae8a18" providerId="Windows Live" clId="Web-{E7DA5099-78A1-408B-84DF-074DE53BB9A0}" dt="2023-08-31T07:18:44.090" v="2512" actId="20577"/>
          <ac:spMkLst>
            <pc:docMk/>
            <pc:sldMk cId="1900478409" sldId="289"/>
            <ac:spMk id="3" creationId="{2CFE26D1-1383-BF51-E3AF-009ADF969ECE}"/>
          </ac:spMkLst>
        </pc:spChg>
        <pc:spChg chg="add mod">
          <ac:chgData name="李 適宏" userId="ba70bf4345ae8a18" providerId="Windows Live" clId="Web-{E7DA5099-78A1-408B-84DF-074DE53BB9A0}" dt="2023-08-31T07:23:23.113" v="2539"/>
          <ac:spMkLst>
            <pc:docMk/>
            <pc:sldMk cId="1900478409" sldId="289"/>
            <ac:spMk id="4" creationId="{DD52911A-EB32-209A-14C0-E973569B1CF4}"/>
          </ac:spMkLst>
        </pc:spChg>
      </pc:sldChg>
    </pc:docChg>
  </pc:docChgLst>
  <pc:docChgLst>
    <pc:chgData name="李 適宏" userId="ba70bf4345ae8a18" providerId="Windows Live" clId="Web-{F70ECEBF-8AD3-43A7-BF35-843D2F9F26F7}"/>
    <pc:docChg chg="addSld modSld sldOrd">
      <pc:chgData name="李 適宏" userId="ba70bf4345ae8a18" providerId="Windows Live" clId="Web-{F70ECEBF-8AD3-43A7-BF35-843D2F9F26F7}" dt="2023-09-04T05:18:59.643" v="21" actId="20577"/>
      <pc:docMkLst>
        <pc:docMk/>
      </pc:docMkLst>
      <pc:sldChg chg="modSp">
        <pc:chgData name="李 適宏" userId="ba70bf4345ae8a18" providerId="Windows Live" clId="Web-{F70ECEBF-8AD3-43A7-BF35-843D2F9F26F7}" dt="2023-09-04T04:41:07.889" v="4" actId="20577"/>
        <pc:sldMkLst>
          <pc:docMk/>
          <pc:sldMk cId="1250583130" sldId="281"/>
        </pc:sldMkLst>
        <pc:spChg chg="mod">
          <ac:chgData name="李 適宏" userId="ba70bf4345ae8a18" providerId="Windows Live" clId="Web-{F70ECEBF-8AD3-43A7-BF35-843D2F9F26F7}" dt="2023-09-04T04:41:07.889" v="4" actId="20577"/>
          <ac:spMkLst>
            <pc:docMk/>
            <pc:sldMk cId="1250583130" sldId="281"/>
            <ac:spMk id="3" creationId="{BA75B119-A2A2-860D-8787-7E5292210D0A}"/>
          </ac:spMkLst>
        </pc:spChg>
      </pc:sldChg>
      <pc:sldChg chg="ord">
        <pc:chgData name="李 適宏" userId="ba70bf4345ae8a18" providerId="Windows Live" clId="Web-{F70ECEBF-8AD3-43A7-BF35-843D2F9F26F7}" dt="2023-09-04T04:43:08.282" v="6"/>
        <pc:sldMkLst>
          <pc:docMk/>
          <pc:sldMk cId="1129166158" sldId="282"/>
        </pc:sldMkLst>
      </pc:sldChg>
      <pc:sldChg chg="modSp">
        <pc:chgData name="李 適宏" userId="ba70bf4345ae8a18" providerId="Windows Live" clId="Web-{F70ECEBF-8AD3-43A7-BF35-843D2F9F26F7}" dt="2023-09-04T05:15:44.528" v="7" actId="20577"/>
        <pc:sldMkLst>
          <pc:docMk/>
          <pc:sldMk cId="1025841646" sldId="288"/>
        </pc:sldMkLst>
        <pc:spChg chg="mod">
          <ac:chgData name="李 適宏" userId="ba70bf4345ae8a18" providerId="Windows Live" clId="Web-{F70ECEBF-8AD3-43A7-BF35-843D2F9F26F7}" dt="2023-09-04T05:15:44.528" v="7" actId="20577"/>
          <ac:spMkLst>
            <pc:docMk/>
            <pc:sldMk cId="1025841646" sldId="288"/>
            <ac:spMk id="3" creationId="{11ED5AA8-FA66-12B1-7561-3FE447FE851E}"/>
          </ac:spMkLst>
        </pc:spChg>
      </pc:sldChg>
      <pc:sldChg chg="modSp">
        <pc:chgData name="李 適宏" userId="ba70bf4345ae8a18" providerId="Windows Live" clId="Web-{F70ECEBF-8AD3-43A7-BF35-843D2F9F26F7}" dt="2023-09-04T05:18:05.860" v="10" actId="20577"/>
        <pc:sldMkLst>
          <pc:docMk/>
          <pc:sldMk cId="1900478409" sldId="289"/>
        </pc:sldMkLst>
        <pc:spChg chg="mod">
          <ac:chgData name="李 適宏" userId="ba70bf4345ae8a18" providerId="Windows Live" clId="Web-{F70ECEBF-8AD3-43A7-BF35-843D2F9F26F7}" dt="2023-09-04T05:18:05.860" v="10" actId="20577"/>
          <ac:spMkLst>
            <pc:docMk/>
            <pc:sldMk cId="1900478409" sldId="289"/>
            <ac:spMk id="3" creationId="{2CFE26D1-1383-BF51-E3AF-009ADF969ECE}"/>
          </ac:spMkLst>
        </pc:spChg>
      </pc:sldChg>
      <pc:sldChg chg="delSp modSp new">
        <pc:chgData name="李 適宏" userId="ba70bf4345ae8a18" providerId="Windows Live" clId="Web-{F70ECEBF-8AD3-43A7-BF35-843D2F9F26F7}" dt="2023-09-04T05:18:59.643" v="21" actId="20577"/>
        <pc:sldMkLst>
          <pc:docMk/>
          <pc:sldMk cId="4091403356" sldId="290"/>
        </pc:sldMkLst>
        <pc:spChg chg="mod">
          <ac:chgData name="李 適宏" userId="ba70bf4345ae8a18" providerId="Windows Live" clId="Web-{F70ECEBF-8AD3-43A7-BF35-843D2F9F26F7}" dt="2023-09-04T05:18:59.643" v="21" actId="20577"/>
          <ac:spMkLst>
            <pc:docMk/>
            <pc:sldMk cId="4091403356" sldId="290"/>
            <ac:spMk id="2" creationId="{D31554D3-484E-CAD8-6D38-3915C1B95CCB}"/>
          </ac:spMkLst>
        </pc:spChg>
        <pc:spChg chg="del">
          <ac:chgData name="李 適宏" userId="ba70bf4345ae8a18" providerId="Windows Live" clId="Web-{F70ECEBF-8AD3-43A7-BF35-843D2F9F26F7}" dt="2023-09-04T05:18:32.142" v="12"/>
          <ac:spMkLst>
            <pc:docMk/>
            <pc:sldMk cId="4091403356" sldId="290"/>
            <ac:spMk id="3" creationId="{515F0E91-12F2-61B5-248E-07A2EBE351B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EF667DF-ECF2-46EC-8446-7B955A747664}" type="datetimeFigureOut">
              <a:rPr lang="zh-TW" altLang="en-US" smtClean="0"/>
              <a:t>2024/5/29</a:t>
            </a:fld>
            <a:endParaRPr lang="zh-TW"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6562F9-E128-4B6E-872C-5F1FFAE33516}" type="slidenum">
              <a:rPr lang="zh-TW" altLang="en-US" smtClean="0"/>
              <a:t>‹#›</a:t>
            </a:fld>
            <a:endParaRPr lang="zh-TW" altLang="en-US"/>
          </a:p>
        </p:txBody>
      </p:sp>
    </p:spTree>
    <p:extLst>
      <p:ext uri="{BB962C8B-B14F-4D97-AF65-F5344CB8AC3E}">
        <p14:creationId xmlns:p14="http://schemas.microsoft.com/office/powerpoint/2010/main" val="39795572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TW" altLang="en-US" dirty="0"/>
          </a:p>
        </p:txBody>
      </p:sp>
      <p:sp>
        <p:nvSpPr>
          <p:cNvPr id="4" name="Slide Number Placeholder 3"/>
          <p:cNvSpPr>
            <a:spLocks noGrp="1"/>
          </p:cNvSpPr>
          <p:nvPr>
            <p:ph type="sldNum" sz="quarter" idx="5"/>
          </p:nvPr>
        </p:nvSpPr>
        <p:spPr/>
        <p:txBody>
          <a:bodyPr/>
          <a:lstStyle/>
          <a:p>
            <a:fld id="{6EB0929B-4ACD-4AAE-9309-95C05ACE2D43}" type="slidenum">
              <a:rPr lang="zh-TW" altLang="en-US" smtClean="0"/>
              <a:t>1</a:t>
            </a:fld>
            <a:endParaRPr lang="zh-TW" altLang="en-US"/>
          </a:p>
        </p:txBody>
      </p:sp>
    </p:spTree>
    <p:extLst>
      <p:ext uri="{BB962C8B-B14F-4D97-AF65-F5344CB8AC3E}">
        <p14:creationId xmlns:p14="http://schemas.microsoft.com/office/powerpoint/2010/main" val="40639331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D06562F9-E128-4B6E-872C-5F1FFAE33516}" type="slidenum">
              <a:rPr lang="zh-TW" altLang="en-US" smtClean="0"/>
              <a:t>2</a:t>
            </a:fld>
            <a:endParaRPr lang="zh-TW" altLang="en-US"/>
          </a:p>
        </p:txBody>
      </p:sp>
    </p:spTree>
    <p:extLst>
      <p:ext uri="{BB962C8B-B14F-4D97-AF65-F5344CB8AC3E}">
        <p14:creationId xmlns:p14="http://schemas.microsoft.com/office/powerpoint/2010/main" val="1183118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TW" dirty="0"/>
              <a:t>https://www.google.com/maps/place/Greater+Noida/data=!4m2!3m1!1s0x390cea64b8f89aef:0xec0ccabb5317962e?sa=X&amp;ved=1t:155783&amp;ictx=111</a:t>
            </a:r>
            <a:endParaRPr lang="zh-TW" alt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EB0929B-4ACD-4AAE-9309-95C05ACE2D43}" type="slidenum">
              <a:rPr kumimoji="0" lang="zh-TW" altLang="en-US" sz="12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zh-TW" altLang="en-US" sz="12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Tree>
    <p:extLst>
      <p:ext uri="{BB962C8B-B14F-4D97-AF65-F5344CB8AC3E}">
        <p14:creationId xmlns:p14="http://schemas.microsoft.com/office/powerpoint/2010/main" val="6127009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D06562F9-E128-4B6E-872C-5F1FFAE33516}" type="slidenum">
              <a:rPr lang="zh-TW" altLang="en-US" smtClean="0"/>
              <a:t>11</a:t>
            </a:fld>
            <a:endParaRPr lang="zh-TW" altLang="en-US"/>
          </a:p>
        </p:txBody>
      </p:sp>
    </p:spTree>
    <p:extLst>
      <p:ext uri="{BB962C8B-B14F-4D97-AF65-F5344CB8AC3E}">
        <p14:creationId xmlns:p14="http://schemas.microsoft.com/office/powerpoint/2010/main" val="23646344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D06562F9-E128-4B6E-872C-5F1FFAE33516}" type="slidenum">
              <a:rPr lang="zh-TW" altLang="en-US" smtClean="0"/>
              <a:t>12</a:t>
            </a:fld>
            <a:endParaRPr lang="zh-TW" altLang="en-US"/>
          </a:p>
        </p:txBody>
      </p:sp>
    </p:spTree>
    <p:extLst>
      <p:ext uri="{BB962C8B-B14F-4D97-AF65-F5344CB8AC3E}">
        <p14:creationId xmlns:p14="http://schemas.microsoft.com/office/powerpoint/2010/main" val="41047135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err="1"/>
              <a:t>dmax</a:t>
            </a:r>
            <a:r>
              <a:rPr lang="en-US" altLang="zh-TW" dirty="0"/>
              <a:t> is the maximum number of subarrays obtained from original array</a:t>
            </a:r>
            <a:endParaRPr lang="zh-TW" altLang="en-US" dirty="0"/>
          </a:p>
        </p:txBody>
      </p:sp>
      <p:sp>
        <p:nvSpPr>
          <p:cNvPr id="4" name="投影片編號版面配置區 3"/>
          <p:cNvSpPr>
            <a:spLocks noGrp="1"/>
          </p:cNvSpPr>
          <p:nvPr>
            <p:ph type="sldNum" sz="quarter" idx="10"/>
          </p:nvPr>
        </p:nvSpPr>
        <p:spPr/>
        <p:txBody>
          <a:bodyPr/>
          <a:lstStyle/>
          <a:p>
            <a:fld id="{D06562F9-E128-4B6E-872C-5F1FFAE33516}" type="slidenum">
              <a:rPr lang="zh-TW" altLang="en-US" smtClean="0"/>
              <a:t>43</a:t>
            </a:fld>
            <a:endParaRPr lang="zh-TW" altLang="en-US"/>
          </a:p>
        </p:txBody>
      </p:sp>
    </p:spTree>
    <p:extLst>
      <p:ext uri="{BB962C8B-B14F-4D97-AF65-F5344CB8AC3E}">
        <p14:creationId xmlns:p14="http://schemas.microsoft.com/office/powerpoint/2010/main" val="5488546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218045-16E7-451C-65FC-B158983ECC6E}"/>
              </a:ext>
            </a:extLst>
          </p:cNvPr>
          <p:cNvSpPr>
            <a:spLocks noGrp="1"/>
          </p:cNvSpPr>
          <p:nvPr>
            <p:ph type="ctrTitle"/>
          </p:nvPr>
        </p:nvSpPr>
        <p:spPr>
          <a:xfrm>
            <a:off x="1524000" y="1122363"/>
            <a:ext cx="9144000" cy="2387600"/>
          </a:xfrm>
        </p:spPr>
        <p:txBody>
          <a:bodyPr anchor="b"/>
          <a:lstStyle>
            <a:lvl1pPr algn="ctr">
              <a:defRPr sz="6000"/>
            </a:lvl1pPr>
          </a:lstStyle>
          <a:p>
            <a:r>
              <a:rPr lang="en-US" altLang="zh-TW"/>
              <a:t>Click to edit Master title style</a:t>
            </a:r>
            <a:endParaRPr lang="zh-TW" altLang="en-US"/>
          </a:p>
        </p:txBody>
      </p:sp>
      <p:sp>
        <p:nvSpPr>
          <p:cNvPr id="3" name="Subtitle 2">
            <a:extLst>
              <a:ext uri="{FF2B5EF4-FFF2-40B4-BE49-F238E27FC236}">
                <a16:creationId xmlns:a16="http://schemas.microsoft.com/office/drawing/2014/main" id="{58AF068A-58AE-8713-2F67-C52F90F8622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TW"/>
              <a:t>Click to edit Master subtitle style</a:t>
            </a:r>
            <a:endParaRPr lang="zh-TW" altLang="en-US"/>
          </a:p>
        </p:txBody>
      </p:sp>
      <p:sp>
        <p:nvSpPr>
          <p:cNvPr id="4" name="Date Placeholder 3">
            <a:extLst>
              <a:ext uri="{FF2B5EF4-FFF2-40B4-BE49-F238E27FC236}">
                <a16:creationId xmlns:a16="http://schemas.microsoft.com/office/drawing/2014/main" id="{960BA286-7DBB-ABAF-AE2A-AD9DDE775D11}"/>
              </a:ext>
            </a:extLst>
          </p:cNvPr>
          <p:cNvSpPr>
            <a:spLocks noGrp="1"/>
          </p:cNvSpPr>
          <p:nvPr>
            <p:ph type="dt" sz="half" idx="10"/>
          </p:nvPr>
        </p:nvSpPr>
        <p:spPr/>
        <p:txBody>
          <a:bodyPr/>
          <a:lstStyle/>
          <a:p>
            <a:fld id="{FEEF57D2-7BA1-4DB1-96F5-7A053A222987}" type="datetime1">
              <a:rPr lang="zh-TW" altLang="en-US" smtClean="0"/>
              <a:t>2024/5/29</a:t>
            </a:fld>
            <a:endParaRPr lang="zh-TW" altLang="en-US"/>
          </a:p>
        </p:txBody>
      </p:sp>
      <p:sp>
        <p:nvSpPr>
          <p:cNvPr id="5" name="Footer Placeholder 4">
            <a:extLst>
              <a:ext uri="{FF2B5EF4-FFF2-40B4-BE49-F238E27FC236}">
                <a16:creationId xmlns:a16="http://schemas.microsoft.com/office/drawing/2014/main" id="{136A0D4C-517F-3A75-2138-B35995E6DA6F}"/>
              </a:ext>
            </a:extLst>
          </p:cNvPr>
          <p:cNvSpPr>
            <a:spLocks noGrp="1"/>
          </p:cNvSpPr>
          <p:nvPr>
            <p:ph type="ftr" sz="quarter" idx="11"/>
          </p:nvPr>
        </p:nvSpPr>
        <p:spPr/>
        <p:txBody>
          <a:bodyPr/>
          <a:lstStyle/>
          <a:p>
            <a:endParaRPr lang="zh-TW" altLang="en-US"/>
          </a:p>
        </p:txBody>
      </p:sp>
      <p:sp>
        <p:nvSpPr>
          <p:cNvPr id="6" name="Slide Number Placeholder 5">
            <a:extLst>
              <a:ext uri="{FF2B5EF4-FFF2-40B4-BE49-F238E27FC236}">
                <a16:creationId xmlns:a16="http://schemas.microsoft.com/office/drawing/2014/main" id="{7041CC6E-1A90-9EBF-3395-DCC19E86BE6D}"/>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7630998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05D236-5FFE-A036-B937-040C50348880}"/>
              </a:ext>
            </a:extLst>
          </p:cNvPr>
          <p:cNvSpPr>
            <a:spLocks noGrp="1"/>
          </p:cNvSpPr>
          <p:nvPr>
            <p:ph type="title"/>
          </p:nvPr>
        </p:nvSpPr>
        <p:spPr/>
        <p:txBody>
          <a:bodyPr/>
          <a:lstStyle/>
          <a:p>
            <a:r>
              <a:rPr lang="en-US" altLang="zh-TW"/>
              <a:t>Click to edit Master title style</a:t>
            </a:r>
            <a:endParaRPr lang="zh-TW" altLang="en-US"/>
          </a:p>
        </p:txBody>
      </p:sp>
      <p:sp>
        <p:nvSpPr>
          <p:cNvPr id="3" name="Content Placeholder 2">
            <a:extLst>
              <a:ext uri="{FF2B5EF4-FFF2-40B4-BE49-F238E27FC236}">
                <a16:creationId xmlns:a16="http://schemas.microsoft.com/office/drawing/2014/main" id="{F04EEFD4-29DF-59B4-50ED-3F42FB6C5EE7}"/>
              </a:ext>
            </a:extLst>
          </p:cNvPr>
          <p:cNvSpPr>
            <a:spLocks noGrp="1"/>
          </p:cNvSpPr>
          <p:nvPr>
            <p:ph idx="1"/>
          </p:nvPr>
        </p:nvSpPr>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Date Placeholder 3">
            <a:extLst>
              <a:ext uri="{FF2B5EF4-FFF2-40B4-BE49-F238E27FC236}">
                <a16:creationId xmlns:a16="http://schemas.microsoft.com/office/drawing/2014/main" id="{15825951-765D-8F13-9483-0B7BC83461D7}"/>
              </a:ext>
            </a:extLst>
          </p:cNvPr>
          <p:cNvSpPr>
            <a:spLocks noGrp="1"/>
          </p:cNvSpPr>
          <p:nvPr>
            <p:ph type="dt" sz="half" idx="10"/>
          </p:nvPr>
        </p:nvSpPr>
        <p:spPr/>
        <p:txBody>
          <a:bodyPr/>
          <a:lstStyle/>
          <a:p>
            <a:fld id="{8F380DED-8F7F-4840-95CC-07C169235ABE}" type="datetime1">
              <a:rPr lang="zh-TW" altLang="en-US" smtClean="0"/>
              <a:t>2024/5/29</a:t>
            </a:fld>
            <a:endParaRPr lang="zh-TW" altLang="en-US"/>
          </a:p>
        </p:txBody>
      </p:sp>
      <p:sp>
        <p:nvSpPr>
          <p:cNvPr id="5" name="Footer Placeholder 4">
            <a:extLst>
              <a:ext uri="{FF2B5EF4-FFF2-40B4-BE49-F238E27FC236}">
                <a16:creationId xmlns:a16="http://schemas.microsoft.com/office/drawing/2014/main" id="{753DCF9E-E6A3-995C-A1B7-97A453CBDACD}"/>
              </a:ext>
            </a:extLst>
          </p:cNvPr>
          <p:cNvSpPr>
            <a:spLocks noGrp="1"/>
          </p:cNvSpPr>
          <p:nvPr>
            <p:ph type="ftr" sz="quarter" idx="11"/>
          </p:nvPr>
        </p:nvSpPr>
        <p:spPr/>
        <p:txBody>
          <a:bodyPr/>
          <a:lstStyle/>
          <a:p>
            <a:endParaRPr lang="zh-TW" altLang="en-US"/>
          </a:p>
        </p:txBody>
      </p:sp>
      <p:sp>
        <p:nvSpPr>
          <p:cNvPr id="6" name="Slide Number Placeholder 5">
            <a:extLst>
              <a:ext uri="{FF2B5EF4-FFF2-40B4-BE49-F238E27FC236}">
                <a16:creationId xmlns:a16="http://schemas.microsoft.com/office/drawing/2014/main" id="{DB585ECA-E5DF-198A-D862-E85E0172760A}"/>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16763636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64931-3342-74A5-5F4A-1ACADB362228}"/>
              </a:ext>
            </a:extLst>
          </p:cNvPr>
          <p:cNvSpPr>
            <a:spLocks noGrp="1"/>
          </p:cNvSpPr>
          <p:nvPr>
            <p:ph type="title"/>
          </p:nvPr>
        </p:nvSpPr>
        <p:spPr>
          <a:xfrm>
            <a:off x="831850" y="1709738"/>
            <a:ext cx="10515600" cy="2852737"/>
          </a:xfrm>
        </p:spPr>
        <p:txBody>
          <a:bodyPr anchor="b"/>
          <a:lstStyle>
            <a:lvl1pPr>
              <a:defRPr sz="6000"/>
            </a:lvl1pPr>
          </a:lstStyle>
          <a:p>
            <a:r>
              <a:rPr lang="en-US" altLang="zh-TW"/>
              <a:t>Click to edit Master title style</a:t>
            </a:r>
            <a:endParaRPr lang="zh-TW" altLang="en-US"/>
          </a:p>
        </p:txBody>
      </p:sp>
      <p:sp>
        <p:nvSpPr>
          <p:cNvPr id="3" name="Text Placeholder 2">
            <a:extLst>
              <a:ext uri="{FF2B5EF4-FFF2-40B4-BE49-F238E27FC236}">
                <a16:creationId xmlns:a16="http://schemas.microsoft.com/office/drawing/2014/main" id="{1E4ABAD9-77A7-31C2-CE3B-83AB0265A38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ltLang="zh-TW"/>
              <a:t>Click to edit Master text styles</a:t>
            </a:r>
          </a:p>
        </p:txBody>
      </p:sp>
      <p:sp>
        <p:nvSpPr>
          <p:cNvPr id="4" name="Date Placeholder 3">
            <a:extLst>
              <a:ext uri="{FF2B5EF4-FFF2-40B4-BE49-F238E27FC236}">
                <a16:creationId xmlns:a16="http://schemas.microsoft.com/office/drawing/2014/main" id="{E95B3F41-FADE-64E8-94E5-51E3BAD87B58}"/>
              </a:ext>
            </a:extLst>
          </p:cNvPr>
          <p:cNvSpPr>
            <a:spLocks noGrp="1"/>
          </p:cNvSpPr>
          <p:nvPr>
            <p:ph type="dt" sz="half" idx="10"/>
          </p:nvPr>
        </p:nvSpPr>
        <p:spPr/>
        <p:txBody>
          <a:bodyPr/>
          <a:lstStyle/>
          <a:p>
            <a:fld id="{57565B83-0041-4153-BE6A-AC833F78FF5D}" type="datetime1">
              <a:rPr lang="zh-TW" altLang="en-US" smtClean="0"/>
              <a:t>2024/5/29</a:t>
            </a:fld>
            <a:endParaRPr lang="zh-TW" altLang="en-US"/>
          </a:p>
        </p:txBody>
      </p:sp>
      <p:sp>
        <p:nvSpPr>
          <p:cNvPr id="5" name="Footer Placeholder 4">
            <a:extLst>
              <a:ext uri="{FF2B5EF4-FFF2-40B4-BE49-F238E27FC236}">
                <a16:creationId xmlns:a16="http://schemas.microsoft.com/office/drawing/2014/main" id="{DCCF82AA-63C8-C306-BDDF-A523D9F84AD3}"/>
              </a:ext>
            </a:extLst>
          </p:cNvPr>
          <p:cNvSpPr>
            <a:spLocks noGrp="1"/>
          </p:cNvSpPr>
          <p:nvPr>
            <p:ph type="ftr" sz="quarter" idx="11"/>
          </p:nvPr>
        </p:nvSpPr>
        <p:spPr/>
        <p:txBody>
          <a:bodyPr/>
          <a:lstStyle/>
          <a:p>
            <a:endParaRPr lang="zh-TW" altLang="en-US"/>
          </a:p>
        </p:txBody>
      </p:sp>
      <p:sp>
        <p:nvSpPr>
          <p:cNvPr id="6" name="Slide Number Placeholder 5">
            <a:extLst>
              <a:ext uri="{FF2B5EF4-FFF2-40B4-BE49-F238E27FC236}">
                <a16:creationId xmlns:a16="http://schemas.microsoft.com/office/drawing/2014/main" id="{2F183CF1-15A7-D9A0-AB7D-63A9F3204F7C}"/>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29996279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1A4541-876E-1323-86BB-134B34EBFE26}"/>
              </a:ext>
            </a:extLst>
          </p:cNvPr>
          <p:cNvSpPr>
            <a:spLocks noGrp="1"/>
          </p:cNvSpPr>
          <p:nvPr>
            <p:ph type="title"/>
          </p:nvPr>
        </p:nvSpPr>
        <p:spPr/>
        <p:txBody>
          <a:bodyPr/>
          <a:lstStyle/>
          <a:p>
            <a:r>
              <a:rPr lang="en-US" altLang="zh-TW"/>
              <a:t>Click to edit Master title style</a:t>
            </a:r>
            <a:endParaRPr lang="zh-TW" altLang="en-US"/>
          </a:p>
        </p:txBody>
      </p:sp>
      <p:sp>
        <p:nvSpPr>
          <p:cNvPr id="3" name="Content Placeholder 2">
            <a:extLst>
              <a:ext uri="{FF2B5EF4-FFF2-40B4-BE49-F238E27FC236}">
                <a16:creationId xmlns:a16="http://schemas.microsoft.com/office/drawing/2014/main" id="{7C2F7A99-40BB-A978-A62D-456D85CB313F}"/>
              </a:ext>
            </a:extLst>
          </p:cNvPr>
          <p:cNvSpPr>
            <a:spLocks noGrp="1"/>
          </p:cNvSpPr>
          <p:nvPr>
            <p:ph sz="half" idx="1"/>
          </p:nvPr>
        </p:nvSpPr>
        <p:spPr>
          <a:xfrm>
            <a:off x="838200" y="1825625"/>
            <a:ext cx="5181600" cy="4351338"/>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Content Placeholder 3">
            <a:extLst>
              <a:ext uri="{FF2B5EF4-FFF2-40B4-BE49-F238E27FC236}">
                <a16:creationId xmlns:a16="http://schemas.microsoft.com/office/drawing/2014/main" id="{0EB6C4AB-2328-C15C-EDBA-A6D9849715E4}"/>
              </a:ext>
            </a:extLst>
          </p:cNvPr>
          <p:cNvSpPr>
            <a:spLocks noGrp="1"/>
          </p:cNvSpPr>
          <p:nvPr>
            <p:ph sz="half" idx="2"/>
          </p:nvPr>
        </p:nvSpPr>
        <p:spPr>
          <a:xfrm>
            <a:off x="6172200" y="1825625"/>
            <a:ext cx="5181600" cy="4351338"/>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5" name="Date Placeholder 4">
            <a:extLst>
              <a:ext uri="{FF2B5EF4-FFF2-40B4-BE49-F238E27FC236}">
                <a16:creationId xmlns:a16="http://schemas.microsoft.com/office/drawing/2014/main" id="{90785A17-9FA9-28E5-585D-C1967447ECBE}"/>
              </a:ext>
            </a:extLst>
          </p:cNvPr>
          <p:cNvSpPr>
            <a:spLocks noGrp="1"/>
          </p:cNvSpPr>
          <p:nvPr>
            <p:ph type="dt" sz="half" idx="10"/>
          </p:nvPr>
        </p:nvSpPr>
        <p:spPr/>
        <p:txBody>
          <a:bodyPr/>
          <a:lstStyle/>
          <a:p>
            <a:fld id="{46CB9B35-D303-45AC-922E-2C254C3D75FD}" type="datetime1">
              <a:rPr lang="zh-TW" altLang="en-US" smtClean="0"/>
              <a:t>2024/5/29</a:t>
            </a:fld>
            <a:endParaRPr lang="zh-TW" altLang="en-US"/>
          </a:p>
        </p:txBody>
      </p:sp>
      <p:sp>
        <p:nvSpPr>
          <p:cNvPr id="6" name="Footer Placeholder 5">
            <a:extLst>
              <a:ext uri="{FF2B5EF4-FFF2-40B4-BE49-F238E27FC236}">
                <a16:creationId xmlns:a16="http://schemas.microsoft.com/office/drawing/2014/main" id="{E38A8324-6BD6-434F-B46A-42E288600154}"/>
              </a:ext>
            </a:extLst>
          </p:cNvPr>
          <p:cNvSpPr>
            <a:spLocks noGrp="1"/>
          </p:cNvSpPr>
          <p:nvPr>
            <p:ph type="ftr" sz="quarter" idx="11"/>
          </p:nvPr>
        </p:nvSpPr>
        <p:spPr/>
        <p:txBody>
          <a:bodyPr/>
          <a:lstStyle/>
          <a:p>
            <a:endParaRPr lang="zh-TW" altLang="en-US"/>
          </a:p>
        </p:txBody>
      </p:sp>
      <p:sp>
        <p:nvSpPr>
          <p:cNvPr id="7" name="Slide Number Placeholder 6">
            <a:extLst>
              <a:ext uri="{FF2B5EF4-FFF2-40B4-BE49-F238E27FC236}">
                <a16:creationId xmlns:a16="http://schemas.microsoft.com/office/drawing/2014/main" id="{027986F1-3A6D-B41E-CFB4-7417B1F77B02}"/>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18951180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3C63D-C7AF-2A59-F8AD-A038C042ACD5}"/>
              </a:ext>
            </a:extLst>
          </p:cNvPr>
          <p:cNvSpPr>
            <a:spLocks noGrp="1"/>
          </p:cNvSpPr>
          <p:nvPr>
            <p:ph type="title"/>
          </p:nvPr>
        </p:nvSpPr>
        <p:spPr>
          <a:xfrm>
            <a:off x="839788" y="365125"/>
            <a:ext cx="10515600" cy="1325563"/>
          </a:xfrm>
        </p:spPr>
        <p:txBody>
          <a:bodyPr/>
          <a:lstStyle/>
          <a:p>
            <a:r>
              <a:rPr lang="en-US" altLang="zh-TW"/>
              <a:t>Click to edit Master title style</a:t>
            </a:r>
            <a:endParaRPr lang="zh-TW" altLang="en-US"/>
          </a:p>
        </p:txBody>
      </p:sp>
      <p:sp>
        <p:nvSpPr>
          <p:cNvPr id="3" name="Text Placeholder 2">
            <a:extLst>
              <a:ext uri="{FF2B5EF4-FFF2-40B4-BE49-F238E27FC236}">
                <a16:creationId xmlns:a16="http://schemas.microsoft.com/office/drawing/2014/main" id="{F97C0EB9-FD48-3B5F-2543-5658F7F50A2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Click to edit Master text styles</a:t>
            </a:r>
          </a:p>
        </p:txBody>
      </p:sp>
      <p:sp>
        <p:nvSpPr>
          <p:cNvPr id="4" name="Content Placeholder 3">
            <a:extLst>
              <a:ext uri="{FF2B5EF4-FFF2-40B4-BE49-F238E27FC236}">
                <a16:creationId xmlns:a16="http://schemas.microsoft.com/office/drawing/2014/main" id="{455B3736-516F-9579-FACA-DCB21A18E94D}"/>
              </a:ext>
            </a:extLst>
          </p:cNvPr>
          <p:cNvSpPr>
            <a:spLocks noGrp="1"/>
          </p:cNvSpPr>
          <p:nvPr>
            <p:ph sz="half" idx="2"/>
          </p:nvPr>
        </p:nvSpPr>
        <p:spPr>
          <a:xfrm>
            <a:off x="839788" y="2505075"/>
            <a:ext cx="5157787" cy="3684588"/>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5" name="Text Placeholder 4">
            <a:extLst>
              <a:ext uri="{FF2B5EF4-FFF2-40B4-BE49-F238E27FC236}">
                <a16:creationId xmlns:a16="http://schemas.microsoft.com/office/drawing/2014/main" id="{86B03EA5-7849-E5F4-BF87-F3FC8636867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Click to edit Master text styles</a:t>
            </a:r>
          </a:p>
        </p:txBody>
      </p:sp>
      <p:sp>
        <p:nvSpPr>
          <p:cNvPr id="6" name="Content Placeholder 5">
            <a:extLst>
              <a:ext uri="{FF2B5EF4-FFF2-40B4-BE49-F238E27FC236}">
                <a16:creationId xmlns:a16="http://schemas.microsoft.com/office/drawing/2014/main" id="{A531D914-6ED8-D257-6CC2-104C6745C03F}"/>
              </a:ext>
            </a:extLst>
          </p:cNvPr>
          <p:cNvSpPr>
            <a:spLocks noGrp="1"/>
          </p:cNvSpPr>
          <p:nvPr>
            <p:ph sz="quarter" idx="4"/>
          </p:nvPr>
        </p:nvSpPr>
        <p:spPr>
          <a:xfrm>
            <a:off x="6172200" y="2505075"/>
            <a:ext cx="5183188" cy="3684588"/>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7" name="Date Placeholder 6">
            <a:extLst>
              <a:ext uri="{FF2B5EF4-FFF2-40B4-BE49-F238E27FC236}">
                <a16:creationId xmlns:a16="http://schemas.microsoft.com/office/drawing/2014/main" id="{789A8773-F0F7-3DBC-9C59-CA8EF9CF98D7}"/>
              </a:ext>
            </a:extLst>
          </p:cNvPr>
          <p:cNvSpPr>
            <a:spLocks noGrp="1"/>
          </p:cNvSpPr>
          <p:nvPr>
            <p:ph type="dt" sz="half" idx="10"/>
          </p:nvPr>
        </p:nvSpPr>
        <p:spPr/>
        <p:txBody>
          <a:bodyPr/>
          <a:lstStyle/>
          <a:p>
            <a:fld id="{A3921656-B42B-4D9A-AC54-F81F7BCCBEAE}" type="datetime1">
              <a:rPr lang="zh-TW" altLang="en-US" smtClean="0"/>
              <a:t>2024/5/29</a:t>
            </a:fld>
            <a:endParaRPr lang="zh-TW" altLang="en-US"/>
          </a:p>
        </p:txBody>
      </p:sp>
      <p:sp>
        <p:nvSpPr>
          <p:cNvPr id="8" name="Footer Placeholder 7">
            <a:extLst>
              <a:ext uri="{FF2B5EF4-FFF2-40B4-BE49-F238E27FC236}">
                <a16:creationId xmlns:a16="http://schemas.microsoft.com/office/drawing/2014/main" id="{13D508DB-1C1C-AFC2-2C1A-1DDBC10F88E7}"/>
              </a:ext>
            </a:extLst>
          </p:cNvPr>
          <p:cNvSpPr>
            <a:spLocks noGrp="1"/>
          </p:cNvSpPr>
          <p:nvPr>
            <p:ph type="ftr" sz="quarter" idx="11"/>
          </p:nvPr>
        </p:nvSpPr>
        <p:spPr/>
        <p:txBody>
          <a:bodyPr/>
          <a:lstStyle/>
          <a:p>
            <a:endParaRPr lang="zh-TW" altLang="en-US"/>
          </a:p>
        </p:txBody>
      </p:sp>
      <p:sp>
        <p:nvSpPr>
          <p:cNvPr id="9" name="Slide Number Placeholder 8">
            <a:extLst>
              <a:ext uri="{FF2B5EF4-FFF2-40B4-BE49-F238E27FC236}">
                <a16:creationId xmlns:a16="http://schemas.microsoft.com/office/drawing/2014/main" id="{38C9407E-CED6-F5A6-39DB-82B07C84A9D4}"/>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35953429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F28DAB-3374-67D6-5EB1-2C3253F55250}"/>
              </a:ext>
            </a:extLst>
          </p:cNvPr>
          <p:cNvSpPr>
            <a:spLocks noGrp="1"/>
          </p:cNvSpPr>
          <p:nvPr>
            <p:ph type="title"/>
          </p:nvPr>
        </p:nvSpPr>
        <p:spPr/>
        <p:txBody>
          <a:bodyPr/>
          <a:lstStyle/>
          <a:p>
            <a:r>
              <a:rPr lang="en-US" altLang="zh-TW"/>
              <a:t>Click to edit Master title style</a:t>
            </a:r>
            <a:endParaRPr lang="zh-TW" altLang="en-US"/>
          </a:p>
        </p:txBody>
      </p:sp>
      <p:sp>
        <p:nvSpPr>
          <p:cNvPr id="3" name="Date Placeholder 2">
            <a:extLst>
              <a:ext uri="{FF2B5EF4-FFF2-40B4-BE49-F238E27FC236}">
                <a16:creationId xmlns:a16="http://schemas.microsoft.com/office/drawing/2014/main" id="{080D7194-F69E-4DA8-89C4-AE8729BF6621}"/>
              </a:ext>
            </a:extLst>
          </p:cNvPr>
          <p:cNvSpPr>
            <a:spLocks noGrp="1"/>
          </p:cNvSpPr>
          <p:nvPr>
            <p:ph type="dt" sz="half" idx="10"/>
          </p:nvPr>
        </p:nvSpPr>
        <p:spPr/>
        <p:txBody>
          <a:bodyPr/>
          <a:lstStyle/>
          <a:p>
            <a:fld id="{4AD17E9E-DC5F-4981-A278-B964CEDE55F3}" type="datetime1">
              <a:rPr lang="zh-TW" altLang="en-US" smtClean="0"/>
              <a:t>2024/5/29</a:t>
            </a:fld>
            <a:endParaRPr lang="zh-TW" altLang="en-US"/>
          </a:p>
        </p:txBody>
      </p:sp>
      <p:sp>
        <p:nvSpPr>
          <p:cNvPr id="4" name="Footer Placeholder 3">
            <a:extLst>
              <a:ext uri="{FF2B5EF4-FFF2-40B4-BE49-F238E27FC236}">
                <a16:creationId xmlns:a16="http://schemas.microsoft.com/office/drawing/2014/main" id="{268D0780-D9CB-B34D-A2E0-1D14B42F55C0}"/>
              </a:ext>
            </a:extLst>
          </p:cNvPr>
          <p:cNvSpPr>
            <a:spLocks noGrp="1"/>
          </p:cNvSpPr>
          <p:nvPr>
            <p:ph type="ftr" sz="quarter" idx="11"/>
          </p:nvPr>
        </p:nvSpPr>
        <p:spPr/>
        <p:txBody>
          <a:bodyPr/>
          <a:lstStyle/>
          <a:p>
            <a:endParaRPr lang="zh-TW" altLang="en-US"/>
          </a:p>
        </p:txBody>
      </p:sp>
      <p:sp>
        <p:nvSpPr>
          <p:cNvPr id="5" name="Slide Number Placeholder 4">
            <a:extLst>
              <a:ext uri="{FF2B5EF4-FFF2-40B4-BE49-F238E27FC236}">
                <a16:creationId xmlns:a16="http://schemas.microsoft.com/office/drawing/2014/main" id="{4BA4697E-BF8C-08DA-29D6-3B9ACC5CE078}"/>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42106035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F7CFF4D-DBD6-E4FB-30B0-3844F2359FC9}"/>
              </a:ext>
            </a:extLst>
          </p:cNvPr>
          <p:cNvSpPr>
            <a:spLocks noGrp="1"/>
          </p:cNvSpPr>
          <p:nvPr>
            <p:ph type="dt" sz="half" idx="10"/>
          </p:nvPr>
        </p:nvSpPr>
        <p:spPr/>
        <p:txBody>
          <a:bodyPr/>
          <a:lstStyle/>
          <a:p>
            <a:fld id="{4B61BA28-29E6-413C-8FC3-1AB2A12C5000}" type="datetime1">
              <a:rPr lang="zh-TW" altLang="en-US" smtClean="0"/>
              <a:t>2024/5/29</a:t>
            </a:fld>
            <a:endParaRPr lang="zh-TW" altLang="en-US"/>
          </a:p>
        </p:txBody>
      </p:sp>
      <p:sp>
        <p:nvSpPr>
          <p:cNvPr id="3" name="Footer Placeholder 2">
            <a:extLst>
              <a:ext uri="{FF2B5EF4-FFF2-40B4-BE49-F238E27FC236}">
                <a16:creationId xmlns:a16="http://schemas.microsoft.com/office/drawing/2014/main" id="{9E53340C-74EA-761B-F592-FD6C446900E6}"/>
              </a:ext>
            </a:extLst>
          </p:cNvPr>
          <p:cNvSpPr>
            <a:spLocks noGrp="1"/>
          </p:cNvSpPr>
          <p:nvPr>
            <p:ph type="ftr" sz="quarter" idx="11"/>
          </p:nvPr>
        </p:nvSpPr>
        <p:spPr/>
        <p:txBody>
          <a:bodyPr/>
          <a:lstStyle/>
          <a:p>
            <a:endParaRPr lang="zh-TW" altLang="en-US"/>
          </a:p>
        </p:txBody>
      </p:sp>
      <p:sp>
        <p:nvSpPr>
          <p:cNvPr id="4" name="Slide Number Placeholder 3">
            <a:extLst>
              <a:ext uri="{FF2B5EF4-FFF2-40B4-BE49-F238E27FC236}">
                <a16:creationId xmlns:a16="http://schemas.microsoft.com/office/drawing/2014/main" id="{0C816107-4110-8028-60EF-14E5F2D11499}"/>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32388129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8D5481-AD55-0A04-6A16-2FE5FE1FE5E7}"/>
              </a:ext>
            </a:extLst>
          </p:cNvPr>
          <p:cNvSpPr>
            <a:spLocks noGrp="1"/>
          </p:cNvSpPr>
          <p:nvPr>
            <p:ph type="title"/>
          </p:nvPr>
        </p:nvSpPr>
        <p:spPr>
          <a:xfrm>
            <a:off x="839788" y="457200"/>
            <a:ext cx="3932237" cy="1600200"/>
          </a:xfrm>
        </p:spPr>
        <p:txBody>
          <a:bodyPr anchor="b"/>
          <a:lstStyle>
            <a:lvl1pPr>
              <a:defRPr sz="3200"/>
            </a:lvl1pPr>
          </a:lstStyle>
          <a:p>
            <a:r>
              <a:rPr lang="en-US" altLang="zh-TW"/>
              <a:t>Click to edit Master title style</a:t>
            </a:r>
            <a:endParaRPr lang="zh-TW" altLang="en-US"/>
          </a:p>
        </p:txBody>
      </p:sp>
      <p:sp>
        <p:nvSpPr>
          <p:cNvPr id="3" name="Content Placeholder 2">
            <a:extLst>
              <a:ext uri="{FF2B5EF4-FFF2-40B4-BE49-F238E27FC236}">
                <a16:creationId xmlns:a16="http://schemas.microsoft.com/office/drawing/2014/main" id="{F28FA7E5-F55B-C36B-5945-661CDB1EDFE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Text Placeholder 3">
            <a:extLst>
              <a:ext uri="{FF2B5EF4-FFF2-40B4-BE49-F238E27FC236}">
                <a16:creationId xmlns:a16="http://schemas.microsoft.com/office/drawing/2014/main" id="{41045507-E0DA-CCE2-C66E-2F29EA6A914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TW"/>
              <a:t>Click to edit Master text styles</a:t>
            </a:r>
          </a:p>
        </p:txBody>
      </p:sp>
      <p:sp>
        <p:nvSpPr>
          <p:cNvPr id="5" name="Date Placeholder 4">
            <a:extLst>
              <a:ext uri="{FF2B5EF4-FFF2-40B4-BE49-F238E27FC236}">
                <a16:creationId xmlns:a16="http://schemas.microsoft.com/office/drawing/2014/main" id="{A3D0A186-4631-35C9-68C0-298149FFEDF5}"/>
              </a:ext>
            </a:extLst>
          </p:cNvPr>
          <p:cNvSpPr>
            <a:spLocks noGrp="1"/>
          </p:cNvSpPr>
          <p:nvPr>
            <p:ph type="dt" sz="half" idx="10"/>
          </p:nvPr>
        </p:nvSpPr>
        <p:spPr/>
        <p:txBody>
          <a:bodyPr/>
          <a:lstStyle/>
          <a:p>
            <a:fld id="{CA35B894-C477-477B-A40C-ABF96CFD8F6D}" type="datetime1">
              <a:rPr lang="zh-TW" altLang="en-US" smtClean="0"/>
              <a:t>2024/5/29</a:t>
            </a:fld>
            <a:endParaRPr lang="zh-TW" altLang="en-US"/>
          </a:p>
        </p:txBody>
      </p:sp>
      <p:sp>
        <p:nvSpPr>
          <p:cNvPr id="6" name="Footer Placeholder 5">
            <a:extLst>
              <a:ext uri="{FF2B5EF4-FFF2-40B4-BE49-F238E27FC236}">
                <a16:creationId xmlns:a16="http://schemas.microsoft.com/office/drawing/2014/main" id="{5C6AC9F0-1D2E-CD0B-A6B8-A8337FE537DD}"/>
              </a:ext>
            </a:extLst>
          </p:cNvPr>
          <p:cNvSpPr>
            <a:spLocks noGrp="1"/>
          </p:cNvSpPr>
          <p:nvPr>
            <p:ph type="ftr" sz="quarter" idx="11"/>
          </p:nvPr>
        </p:nvSpPr>
        <p:spPr/>
        <p:txBody>
          <a:bodyPr/>
          <a:lstStyle/>
          <a:p>
            <a:endParaRPr lang="zh-TW" altLang="en-US"/>
          </a:p>
        </p:txBody>
      </p:sp>
      <p:sp>
        <p:nvSpPr>
          <p:cNvPr id="7" name="Slide Number Placeholder 6">
            <a:extLst>
              <a:ext uri="{FF2B5EF4-FFF2-40B4-BE49-F238E27FC236}">
                <a16:creationId xmlns:a16="http://schemas.microsoft.com/office/drawing/2014/main" id="{CCC73D3E-1C05-2CFF-6405-4771E57F8216}"/>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8954502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A29362-71C4-6CF9-38E0-C4F81738C538}"/>
              </a:ext>
            </a:extLst>
          </p:cNvPr>
          <p:cNvSpPr>
            <a:spLocks noGrp="1"/>
          </p:cNvSpPr>
          <p:nvPr>
            <p:ph type="title"/>
          </p:nvPr>
        </p:nvSpPr>
        <p:spPr>
          <a:xfrm>
            <a:off x="839788" y="457200"/>
            <a:ext cx="3932237" cy="1600200"/>
          </a:xfrm>
        </p:spPr>
        <p:txBody>
          <a:bodyPr anchor="b"/>
          <a:lstStyle>
            <a:lvl1pPr>
              <a:defRPr sz="3200"/>
            </a:lvl1pPr>
          </a:lstStyle>
          <a:p>
            <a:r>
              <a:rPr lang="en-US" altLang="zh-TW"/>
              <a:t>Click to edit Master title style</a:t>
            </a:r>
            <a:endParaRPr lang="zh-TW" altLang="en-US"/>
          </a:p>
        </p:txBody>
      </p:sp>
      <p:sp>
        <p:nvSpPr>
          <p:cNvPr id="3" name="Picture Placeholder 2">
            <a:extLst>
              <a:ext uri="{FF2B5EF4-FFF2-40B4-BE49-F238E27FC236}">
                <a16:creationId xmlns:a16="http://schemas.microsoft.com/office/drawing/2014/main" id="{D930231A-174C-8A04-7F37-326E7B3D7BA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Text Placeholder 3">
            <a:extLst>
              <a:ext uri="{FF2B5EF4-FFF2-40B4-BE49-F238E27FC236}">
                <a16:creationId xmlns:a16="http://schemas.microsoft.com/office/drawing/2014/main" id="{1B03C50E-C2ED-00AE-E101-79CFAFB17C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TW"/>
              <a:t>Click to edit Master text styles</a:t>
            </a:r>
          </a:p>
        </p:txBody>
      </p:sp>
      <p:sp>
        <p:nvSpPr>
          <p:cNvPr id="5" name="Date Placeholder 4">
            <a:extLst>
              <a:ext uri="{FF2B5EF4-FFF2-40B4-BE49-F238E27FC236}">
                <a16:creationId xmlns:a16="http://schemas.microsoft.com/office/drawing/2014/main" id="{74E4BE7B-D25D-CFE2-B089-BAA86DCFC27E}"/>
              </a:ext>
            </a:extLst>
          </p:cNvPr>
          <p:cNvSpPr>
            <a:spLocks noGrp="1"/>
          </p:cNvSpPr>
          <p:nvPr>
            <p:ph type="dt" sz="half" idx="10"/>
          </p:nvPr>
        </p:nvSpPr>
        <p:spPr/>
        <p:txBody>
          <a:bodyPr/>
          <a:lstStyle/>
          <a:p>
            <a:fld id="{60B8CEE4-CC87-4EDB-B1A0-E5B550FCFFE6}" type="datetime1">
              <a:rPr lang="zh-TW" altLang="en-US" smtClean="0"/>
              <a:t>2024/5/29</a:t>
            </a:fld>
            <a:endParaRPr lang="zh-TW" altLang="en-US"/>
          </a:p>
        </p:txBody>
      </p:sp>
      <p:sp>
        <p:nvSpPr>
          <p:cNvPr id="6" name="Footer Placeholder 5">
            <a:extLst>
              <a:ext uri="{FF2B5EF4-FFF2-40B4-BE49-F238E27FC236}">
                <a16:creationId xmlns:a16="http://schemas.microsoft.com/office/drawing/2014/main" id="{65D0EA70-9CF5-E2A3-4310-0B5FAE7B7BE1}"/>
              </a:ext>
            </a:extLst>
          </p:cNvPr>
          <p:cNvSpPr>
            <a:spLocks noGrp="1"/>
          </p:cNvSpPr>
          <p:nvPr>
            <p:ph type="ftr" sz="quarter" idx="11"/>
          </p:nvPr>
        </p:nvSpPr>
        <p:spPr/>
        <p:txBody>
          <a:bodyPr/>
          <a:lstStyle/>
          <a:p>
            <a:endParaRPr lang="zh-TW" altLang="en-US"/>
          </a:p>
        </p:txBody>
      </p:sp>
      <p:sp>
        <p:nvSpPr>
          <p:cNvPr id="7" name="Slide Number Placeholder 6">
            <a:extLst>
              <a:ext uri="{FF2B5EF4-FFF2-40B4-BE49-F238E27FC236}">
                <a16:creationId xmlns:a16="http://schemas.microsoft.com/office/drawing/2014/main" id="{AB134B4A-B942-A3BD-6BA9-01E17E554220}"/>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28080954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C8A6AD-5403-1ACC-D4D1-96B39DD846FD}"/>
              </a:ext>
            </a:extLst>
          </p:cNvPr>
          <p:cNvSpPr>
            <a:spLocks noGrp="1"/>
          </p:cNvSpPr>
          <p:nvPr>
            <p:ph type="title"/>
          </p:nvPr>
        </p:nvSpPr>
        <p:spPr/>
        <p:txBody>
          <a:bodyPr/>
          <a:lstStyle/>
          <a:p>
            <a:r>
              <a:rPr lang="en-US" altLang="zh-TW"/>
              <a:t>Click to edit Master title style</a:t>
            </a:r>
            <a:endParaRPr lang="zh-TW" altLang="en-US"/>
          </a:p>
        </p:txBody>
      </p:sp>
      <p:sp>
        <p:nvSpPr>
          <p:cNvPr id="3" name="Vertical Text Placeholder 2">
            <a:extLst>
              <a:ext uri="{FF2B5EF4-FFF2-40B4-BE49-F238E27FC236}">
                <a16:creationId xmlns:a16="http://schemas.microsoft.com/office/drawing/2014/main" id="{82E60034-6B39-C082-088F-72D19BFE1304}"/>
              </a:ext>
            </a:extLst>
          </p:cNvPr>
          <p:cNvSpPr>
            <a:spLocks noGrp="1"/>
          </p:cNvSpPr>
          <p:nvPr>
            <p:ph type="body" orient="vert" idx="1"/>
          </p:nvPr>
        </p:nvSpPr>
        <p:spPr/>
        <p:txBody>
          <a:bodyPr vert="eaVert"/>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Date Placeholder 3">
            <a:extLst>
              <a:ext uri="{FF2B5EF4-FFF2-40B4-BE49-F238E27FC236}">
                <a16:creationId xmlns:a16="http://schemas.microsoft.com/office/drawing/2014/main" id="{19F803D3-C2D4-4034-17A0-8D2928B1269D}"/>
              </a:ext>
            </a:extLst>
          </p:cNvPr>
          <p:cNvSpPr>
            <a:spLocks noGrp="1"/>
          </p:cNvSpPr>
          <p:nvPr>
            <p:ph type="dt" sz="half" idx="10"/>
          </p:nvPr>
        </p:nvSpPr>
        <p:spPr/>
        <p:txBody>
          <a:bodyPr/>
          <a:lstStyle/>
          <a:p>
            <a:fld id="{817EE008-8BE4-416E-B613-24286D41E7D4}" type="datetime1">
              <a:rPr lang="zh-TW" altLang="en-US" smtClean="0"/>
              <a:t>2024/5/29</a:t>
            </a:fld>
            <a:endParaRPr lang="zh-TW" altLang="en-US"/>
          </a:p>
        </p:txBody>
      </p:sp>
      <p:sp>
        <p:nvSpPr>
          <p:cNvPr id="5" name="Footer Placeholder 4">
            <a:extLst>
              <a:ext uri="{FF2B5EF4-FFF2-40B4-BE49-F238E27FC236}">
                <a16:creationId xmlns:a16="http://schemas.microsoft.com/office/drawing/2014/main" id="{3F295024-0915-E154-0CBE-65A94D23019C}"/>
              </a:ext>
            </a:extLst>
          </p:cNvPr>
          <p:cNvSpPr>
            <a:spLocks noGrp="1"/>
          </p:cNvSpPr>
          <p:nvPr>
            <p:ph type="ftr" sz="quarter" idx="11"/>
          </p:nvPr>
        </p:nvSpPr>
        <p:spPr/>
        <p:txBody>
          <a:bodyPr/>
          <a:lstStyle/>
          <a:p>
            <a:endParaRPr lang="zh-TW" altLang="en-US"/>
          </a:p>
        </p:txBody>
      </p:sp>
      <p:sp>
        <p:nvSpPr>
          <p:cNvPr id="6" name="Slide Number Placeholder 5">
            <a:extLst>
              <a:ext uri="{FF2B5EF4-FFF2-40B4-BE49-F238E27FC236}">
                <a16:creationId xmlns:a16="http://schemas.microsoft.com/office/drawing/2014/main" id="{70D7C4D6-1F53-D5A1-0F98-4AF14C84F0CA}"/>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5689473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7C8714A-61BB-5406-A5DA-BC8910B5CD05}"/>
              </a:ext>
            </a:extLst>
          </p:cNvPr>
          <p:cNvSpPr>
            <a:spLocks noGrp="1"/>
          </p:cNvSpPr>
          <p:nvPr>
            <p:ph type="title" orient="vert"/>
          </p:nvPr>
        </p:nvSpPr>
        <p:spPr>
          <a:xfrm>
            <a:off x="8724900" y="365125"/>
            <a:ext cx="2628900" cy="5811838"/>
          </a:xfrm>
        </p:spPr>
        <p:txBody>
          <a:bodyPr vert="eaVert"/>
          <a:lstStyle/>
          <a:p>
            <a:r>
              <a:rPr lang="en-US" altLang="zh-TW"/>
              <a:t>Click to edit Master title style</a:t>
            </a:r>
            <a:endParaRPr lang="zh-TW" altLang="en-US"/>
          </a:p>
        </p:txBody>
      </p:sp>
      <p:sp>
        <p:nvSpPr>
          <p:cNvPr id="3" name="Vertical Text Placeholder 2">
            <a:extLst>
              <a:ext uri="{FF2B5EF4-FFF2-40B4-BE49-F238E27FC236}">
                <a16:creationId xmlns:a16="http://schemas.microsoft.com/office/drawing/2014/main" id="{F04B0A4F-7A22-6245-0B0A-635765A85459}"/>
              </a:ext>
            </a:extLst>
          </p:cNvPr>
          <p:cNvSpPr>
            <a:spLocks noGrp="1"/>
          </p:cNvSpPr>
          <p:nvPr>
            <p:ph type="body" orient="vert" idx="1"/>
          </p:nvPr>
        </p:nvSpPr>
        <p:spPr>
          <a:xfrm>
            <a:off x="838200" y="365125"/>
            <a:ext cx="7734300" cy="5811838"/>
          </a:xfrm>
        </p:spPr>
        <p:txBody>
          <a:bodyPr vert="eaVert"/>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Date Placeholder 3">
            <a:extLst>
              <a:ext uri="{FF2B5EF4-FFF2-40B4-BE49-F238E27FC236}">
                <a16:creationId xmlns:a16="http://schemas.microsoft.com/office/drawing/2014/main" id="{08523698-D80C-5B02-26C3-B7E0D02093A0}"/>
              </a:ext>
            </a:extLst>
          </p:cNvPr>
          <p:cNvSpPr>
            <a:spLocks noGrp="1"/>
          </p:cNvSpPr>
          <p:nvPr>
            <p:ph type="dt" sz="half" idx="10"/>
          </p:nvPr>
        </p:nvSpPr>
        <p:spPr/>
        <p:txBody>
          <a:bodyPr/>
          <a:lstStyle/>
          <a:p>
            <a:fld id="{2CDEF28F-6298-4CFF-8665-F90686AB1F2D}" type="datetime1">
              <a:rPr lang="zh-TW" altLang="en-US" smtClean="0"/>
              <a:t>2024/5/29</a:t>
            </a:fld>
            <a:endParaRPr lang="zh-TW" altLang="en-US"/>
          </a:p>
        </p:txBody>
      </p:sp>
      <p:sp>
        <p:nvSpPr>
          <p:cNvPr id="5" name="Footer Placeholder 4">
            <a:extLst>
              <a:ext uri="{FF2B5EF4-FFF2-40B4-BE49-F238E27FC236}">
                <a16:creationId xmlns:a16="http://schemas.microsoft.com/office/drawing/2014/main" id="{46961CDA-4309-2D61-CD40-8DE7FA2E1253}"/>
              </a:ext>
            </a:extLst>
          </p:cNvPr>
          <p:cNvSpPr>
            <a:spLocks noGrp="1"/>
          </p:cNvSpPr>
          <p:nvPr>
            <p:ph type="ftr" sz="quarter" idx="11"/>
          </p:nvPr>
        </p:nvSpPr>
        <p:spPr/>
        <p:txBody>
          <a:bodyPr/>
          <a:lstStyle/>
          <a:p>
            <a:endParaRPr lang="zh-TW" altLang="en-US"/>
          </a:p>
        </p:txBody>
      </p:sp>
      <p:sp>
        <p:nvSpPr>
          <p:cNvPr id="6" name="Slide Number Placeholder 5">
            <a:extLst>
              <a:ext uri="{FF2B5EF4-FFF2-40B4-BE49-F238E27FC236}">
                <a16:creationId xmlns:a16="http://schemas.microsoft.com/office/drawing/2014/main" id="{BE0DEE89-0D64-3A74-3CEA-425D035B8803}"/>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25389247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39CB272-2800-21BB-F226-6BCB7515BFA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ltLang="zh-TW"/>
              <a:t>Click to edit Master title style</a:t>
            </a:r>
            <a:endParaRPr lang="zh-TW" altLang="en-US"/>
          </a:p>
        </p:txBody>
      </p:sp>
      <p:sp>
        <p:nvSpPr>
          <p:cNvPr id="3" name="Text Placeholder 2">
            <a:extLst>
              <a:ext uri="{FF2B5EF4-FFF2-40B4-BE49-F238E27FC236}">
                <a16:creationId xmlns:a16="http://schemas.microsoft.com/office/drawing/2014/main" id="{80EA0C83-E1FB-8AAC-CDEA-98C2D15B703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Date Placeholder 3">
            <a:extLst>
              <a:ext uri="{FF2B5EF4-FFF2-40B4-BE49-F238E27FC236}">
                <a16:creationId xmlns:a16="http://schemas.microsoft.com/office/drawing/2014/main" id="{290E59ED-035C-8CC1-CFE9-73EA26D0C3A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BC9A6DC-91FA-468A-8153-0A164473FE7A}" type="datetime1">
              <a:rPr lang="zh-TW" altLang="en-US" smtClean="0"/>
              <a:t>2024/5/29</a:t>
            </a:fld>
            <a:endParaRPr lang="zh-TW" altLang="en-US"/>
          </a:p>
        </p:txBody>
      </p:sp>
      <p:sp>
        <p:nvSpPr>
          <p:cNvPr id="5" name="Footer Placeholder 4">
            <a:extLst>
              <a:ext uri="{FF2B5EF4-FFF2-40B4-BE49-F238E27FC236}">
                <a16:creationId xmlns:a16="http://schemas.microsoft.com/office/drawing/2014/main" id="{830ED3AA-0139-02CF-DF2C-5E6C9CB6C2C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Slide Number Placeholder 5">
            <a:extLst>
              <a:ext uri="{FF2B5EF4-FFF2-40B4-BE49-F238E27FC236}">
                <a16:creationId xmlns:a16="http://schemas.microsoft.com/office/drawing/2014/main" id="{2B1D16DD-A0C6-441C-56CA-8F27599A8E0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21233770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901A9-EC42-0349-C42C-1EF1F72BF040}"/>
              </a:ext>
            </a:extLst>
          </p:cNvPr>
          <p:cNvSpPr>
            <a:spLocks noGrp="1"/>
          </p:cNvSpPr>
          <p:nvPr>
            <p:ph type="ctrTitle"/>
          </p:nvPr>
        </p:nvSpPr>
        <p:spPr>
          <a:xfrm>
            <a:off x="1223962" y="1122363"/>
            <a:ext cx="9744075" cy="2387600"/>
          </a:xfrm>
        </p:spPr>
        <p:txBody>
          <a:bodyPr vert="horz" lIns="91440" tIns="45720" rIns="91440" bIns="45720" rtlCol="0" anchor="ctr">
            <a:noAutofit/>
          </a:bodyPr>
          <a:lstStyle/>
          <a:p>
            <a:r>
              <a:rPr lang="en-US" altLang="zh-TW" sz="4400" dirty="0">
                <a:latin typeface="Times New Roman"/>
                <a:ea typeface="新細明體"/>
                <a:cs typeface="Times New Roman"/>
              </a:rPr>
              <a:t>Couple Sort</a:t>
            </a:r>
            <a:endParaRPr lang="zh-TW" sz="4400" dirty="0">
              <a:ea typeface="新細明體"/>
              <a:cs typeface="Calibri Light"/>
            </a:endParaRPr>
          </a:p>
        </p:txBody>
      </p:sp>
      <p:sp>
        <p:nvSpPr>
          <p:cNvPr id="3" name="Subtitle 2">
            <a:extLst>
              <a:ext uri="{FF2B5EF4-FFF2-40B4-BE49-F238E27FC236}">
                <a16:creationId xmlns:a16="http://schemas.microsoft.com/office/drawing/2014/main" id="{54DBE6CB-9CF8-48E7-B831-C6B10B6C080F}"/>
              </a:ext>
            </a:extLst>
          </p:cNvPr>
          <p:cNvSpPr>
            <a:spLocks noGrp="1"/>
          </p:cNvSpPr>
          <p:nvPr>
            <p:ph type="subTitle" idx="1"/>
          </p:nvPr>
        </p:nvSpPr>
        <p:spPr>
          <a:xfrm>
            <a:off x="1396767" y="3845319"/>
            <a:ext cx="9398466" cy="1655762"/>
          </a:xfrm>
        </p:spPr>
        <p:txBody>
          <a:bodyPr vert="horz" lIns="91440" tIns="45720" rIns="91440" bIns="45720" rtlCol="0" anchor="t">
            <a:normAutofit/>
          </a:bodyPr>
          <a:lstStyle/>
          <a:p>
            <a:r>
              <a:rPr lang="en-US" dirty="0" err="1">
                <a:latin typeface="Times New Roman"/>
                <a:ea typeface="+mn-lt"/>
                <a:cs typeface="+mn-lt"/>
              </a:rPr>
              <a:t>Indradeep</a:t>
            </a:r>
            <a:r>
              <a:rPr lang="en-US" dirty="0">
                <a:latin typeface="Times New Roman"/>
                <a:ea typeface="+mn-lt"/>
                <a:cs typeface="+mn-lt"/>
              </a:rPr>
              <a:t> </a:t>
            </a:r>
            <a:r>
              <a:rPr lang="en-US" dirty="0" err="1">
                <a:latin typeface="Times New Roman"/>
                <a:ea typeface="+mn-lt"/>
                <a:cs typeface="+mn-lt"/>
              </a:rPr>
              <a:t>Hayaran</a:t>
            </a:r>
            <a:r>
              <a:rPr lang="en-US" dirty="0">
                <a:latin typeface="Times New Roman"/>
                <a:ea typeface="+mn-lt"/>
                <a:cs typeface="+mn-lt"/>
              </a:rPr>
              <a:t>, </a:t>
            </a:r>
            <a:r>
              <a:rPr lang="en-US" dirty="0" err="1">
                <a:latin typeface="Times New Roman"/>
                <a:ea typeface="+mn-lt"/>
                <a:cs typeface="+mn-lt"/>
              </a:rPr>
              <a:t>Pritee</a:t>
            </a:r>
            <a:r>
              <a:rPr lang="en-US" dirty="0">
                <a:latin typeface="Times New Roman"/>
                <a:ea typeface="+mn-lt"/>
                <a:cs typeface="+mn-lt"/>
              </a:rPr>
              <a:t> Khanna</a:t>
            </a:r>
          </a:p>
          <a:p>
            <a:r>
              <a:rPr lang="en-US" altLang="zh-TW" sz="2000">
                <a:latin typeface="Times New Roman" panose="02020603050405020304" pitchFamily="18" charset="0"/>
                <a:cs typeface="Times New Roman" panose="02020603050405020304" pitchFamily="18" charset="0"/>
              </a:rPr>
              <a:t>2016 </a:t>
            </a:r>
            <a:r>
              <a:rPr lang="en-US" altLang="zh-TW" sz="2000" dirty="0">
                <a:latin typeface="Times New Roman" panose="02020603050405020304" pitchFamily="18" charset="0"/>
                <a:cs typeface="Times New Roman" panose="02020603050405020304" pitchFamily="18" charset="0"/>
              </a:rPr>
              <a:t>Fourth International Conference on Parallel, Distributed and Grid Computing (PDGC), </a:t>
            </a:r>
            <a:r>
              <a:rPr lang="en-US" altLang="zh-TW" sz="2000" dirty="0" err="1">
                <a:latin typeface="Times New Roman" panose="02020603050405020304" pitchFamily="18" charset="0"/>
                <a:cs typeface="Times New Roman" panose="02020603050405020304" pitchFamily="18" charset="0"/>
              </a:rPr>
              <a:t>Waknaghat</a:t>
            </a:r>
            <a:r>
              <a:rPr lang="en-US" altLang="zh-TW" sz="2000" dirty="0">
                <a:latin typeface="Times New Roman" panose="02020603050405020304" pitchFamily="18" charset="0"/>
                <a:cs typeface="Times New Roman" panose="02020603050405020304" pitchFamily="18" charset="0"/>
              </a:rPr>
              <a:t>, India, 2016, pp. 390-393, </a:t>
            </a:r>
            <a:r>
              <a:rPr lang="en-US" altLang="zh-TW" sz="2000" dirty="0" err="1">
                <a:latin typeface="Times New Roman" panose="02020603050405020304" pitchFamily="18" charset="0"/>
                <a:cs typeface="Times New Roman" panose="02020603050405020304" pitchFamily="18" charset="0"/>
              </a:rPr>
              <a:t>doi</a:t>
            </a:r>
            <a:r>
              <a:rPr lang="en-US" altLang="zh-TW" sz="2000" dirty="0">
                <a:latin typeface="Times New Roman" panose="02020603050405020304" pitchFamily="18" charset="0"/>
                <a:cs typeface="Times New Roman" panose="02020603050405020304" pitchFamily="18" charset="0"/>
              </a:rPr>
              <a:t>: 10.1109/PDGC.2016.7913226.)</a:t>
            </a:r>
            <a:endParaRPr lang="fr-FR" altLang="zh-TW" sz="2500" dirty="0">
              <a:latin typeface="Times New Roman" panose="02020603050405020304" pitchFamily="18" charset="0"/>
              <a:ea typeface="新細明體"/>
              <a:cs typeface="Times New Roman" panose="02020603050405020304" pitchFamily="18" charset="0"/>
            </a:endParaRPr>
          </a:p>
        </p:txBody>
      </p:sp>
      <p:sp>
        <p:nvSpPr>
          <p:cNvPr id="4" name="副標題 2">
            <a:extLst>
              <a:ext uri="{FF2B5EF4-FFF2-40B4-BE49-F238E27FC236}">
                <a16:creationId xmlns:a16="http://schemas.microsoft.com/office/drawing/2014/main" id="{272805CA-C188-EA0E-0232-5E39FC11B582}"/>
              </a:ext>
            </a:extLst>
          </p:cNvPr>
          <p:cNvSpPr txBox="1">
            <a:spLocks/>
          </p:cNvSpPr>
          <p:nvPr/>
        </p:nvSpPr>
        <p:spPr>
          <a:xfrm>
            <a:off x="8322197" y="6012805"/>
            <a:ext cx="3584053" cy="660717"/>
          </a:xfrm>
          <a:prstGeom prst="rect">
            <a:avLst/>
          </a:prstGeom>
        </p:spPr>
        <p:txBody>
          <a:bodyPr vert="horz" lIns="91440" tIns="45720" rIns="91440" bIns="45720" rtlCol="0" anchor="t">
            <a:normAutofit fontScale="850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kumimoji="1" lang="en" altLang="zh-TW" dirty="0">
                <a:latin typeface="Times New Roman"/>
                <a:ea typeface="新細明體"/>
                <a:cs typeface="Times New Roman"/>
              </a:rPr>
              <a:t>Presenter: Shih-Hong Lee</a:t>
            </a:r>
          </a:p>
          <a:p>
            <a:r>
              <a:rPr kumimoji="1" lang="en" altLang="zh-TW" dirty="0">
                <a:latin typeface="Times New Roman"/>
                <a:ea typeface="新細明體"/>
                <a:cs typeface="Times New Roman"/>
              </a:rPr>
              <a:t>Date: </a:t>
            </a:r>
            <a:r>
              <a:rPr kumimoji="1" lang="en-US" altLang="zh-TW" dirty="0">
                <a:latin typeface="Times New Roman"/>
                <a:ea typeface="新細明體"/>
                <a:cs typeface="Times New Roman"/>
              </a:rPr>
              <a:t>May</a:t>
            </a:r>
            <a:r>
              <a:rPr kumimoji="1" lang="en" altLang="zh-TW" dirty="0">
                <a:latin typeface="Times New Roman"/>
                <a:ea typeface="新細明體"/>
                <a:cs typeface="Times New Roman"/>
              </a:rPr>
              <a:t> </a:t>
            </a:r>
            <a:r>
              <a:rPr kumimoji="1" lang="en-US" altLang="zh-TW" dirty="0">
                <a:latin typeface="Times New Roman"/>
                <a:ea typeface="新細明體"/>
                <a:cs typeface="Times New Roman"/>
              </a:rPr>
              <a:t>29</a:t>
            </a:r>
            <a:r>
              <a:rPr kumimoji="1" lang="en" altLang="zh-TW" dirty="0">
                <a:latin typeface="Times New Roman"/>
                <a:ea typeface="新細明體"/>
                <a:cs typeface="Times New Roman"/>
              </a:rPr>
              <a:t>, 2024</a:t>
            </a:r>
            <a:endParaRPr lang="en" altLang="zh-TW" dirty="0">
              <a:latin typeface="Times New Roman"/>
              <a:ea typeface="新細明體"/>
              <a:cs typeface="Times New Roman"/>
            </a:endParaRPr>
          </a:p>
        </p:txBody>
      </p:sp>
      <p:sp>
        <p:nvSpPr>
          <p:cNvPr id="5" name="Slide Number Placeholder 4">
            <a:extLst>
              <a:ext uri="{FF2B5EF4-FFF2-40B4-BE49-F238E27FC236}">
                <a16:creationId xmlns:a16="http://schemas.microsoft.com/office/drawing/2014/main" id="{A0AAB76B-0FAF-9711-6F27-1F8F6638EBF6}"/>
              </a:ext>
            </a:extLst>
          </p:cNvPr>
          <p:cNvSpPr>
            <a:spLocks noGrp="1"/>
          </p:cNvSpPr>
          <p:nvPr>
            <p:ph type="sldNum" sz="quarter" idx="12"/>
          </p:nvPr>
        </p:nvSpPr>
        <p:spPr/>
        <p:txBody>
          <a:bodyPr/>
          <a:lstStyle/>
          <a:p>
            <a:fld id="{7FE2C478-69CB-4CE2-A453-7F649089E273}" type="slidenum">
              <a:rPr lang="zh-TW" altLang="en-US" smtClean="0"/>
              <a:t>1</a:t>
            </a:fld>
            <a:endParaRPr lang="zh-TW" altLang="en-US" dirty="0"/>
          </a:p>
        </p:txBody>
      </p:sp>
    </p:spTree>
    <p:extLst>
      <p:ext uri="{BB962C8B-B14F-4D97-AF65-F5344CB8AC3E}">
        <p14:creationId xmlns:p14="http://schemas.microsoft.com/office/powerpoint/2010/main" val="2067857472"/>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A3735-885C-D762-2A7C-7760F6C51119}"/>
              </a:ext>
            </a:extLst>
          </p:cNvPr>
          <p:cNvSpPr>
            <a:spLocks noGrp="1"/>
          </p:cNvSpPr>
          <p:nvPr>
            <p:ph type="title"/>
          </p:nvPr>
        </p:nvSpPr>
        <p:spPr>
          <a:xfrm>
            <a:off x="838200" y="406866"/>
            <a:ext cx="10515600" cy="1325563"/>
          </a:xfrm>
        </p:spPr>
        <p:txBody>
          <a:bodyPr>
            <a:normAutofit/>
          </a:bodyPr>
          <a:lstStyle/>
          <a:p>
            <a:r>
              <a:rPr kumimoji="1" lang="en-US" altLang="zh-TW" sz="4000" b="1" dirty="0">
                <a:latin typeface="Times New Roman" panose="02020603050405020304" pitchFamily="18" charset="0"/>
                <a:cs typeface="Times New Roman" panose="02020603050405020304" pitchFamily="18" charset="0"/>
              </a:rPr>
              <a:t>Abstract</a:t>
            </a:r>
            <a:endParaRPr kumimoji="1" lang="zh-TW" altLang="en-US"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E60A558-83F5-DC4B-E8C9-3EB0801F3EAE}"/>
              </a:ext>
            </a:extLst>
          </p:cNvPr>
          <p:cNvSpPr>
            <a:spLocks noGrp="1"/>
          </p:cNvSpPr>
          <p:nvPr>
            <p:ph idx="1"/>
          </p:nvPr>
        </p:nvSpPr>
        <p:spPr>
          <a:xfrm>
            <a:off x="838200" y="1602298"/>
            <a:ext cx="10797330" cy="4697834"/>
          </a:xfrm>
        </p:spPr>
        <p:txBody>
          <a:bodyPr vert="horz" lIns="91440" tIns="45720" rIns="91440" bIns="45720" rtlCol="0" anchor="t">
            <a:noAutofit/>
          </a:bodyPr>
          <a:lstStyle/>
          <a:p>
            <a:pPr marL="0" indent="0">
              <a:lnSpc>
                <a:spcPct val="110000"/>
              </a:lnSpc>
              <a:buNone/>
            </a:pPr>
            <a:r>
              <a:rPr lang="en-US" altLang="zh-TW" sz="2400" dirty="0">
                <a:latin typeface="Times New Roman" panose="02020603050405020304" pitchFamily="18" charset="0"/>
                <a:ea typeface="+mj-ea"/>
                <a:cs typeface="Times New Roman" panose="02020603050405020304" pitchFamily="18" charset="0"/>
              </a:rPr>
              <a:t>Computer systems and applications deal with numerous cases which require rearrangement of certain entities either in ascending or descending order. The operation required to perform this task is called Sorting. The sole purpose of designing new algorithms is to reduce the number of computations and time taken to perform a particular sort. Also there are cases where an algorithm is best suitable than the others and in some cases it is not. A sorting algorithm comprises of comparison, swapping, and assignment operations. Algorithms like bubble sort and insertion sort are easy to follow and understand but considered inferior to some other algorithms because of their worst case time complexity of </a:t>
            </a:r>
            <a:r>
              <a:rPr lang="zh-TW" altLang="en-US" sz="2400" dirty="0">
                <a:latin typeface="Times New Roman" panose="02020603050405020304" pitchFamily="18" charset="0"/>
                <a:ea typeface="+mj-ea"/>
                <a:cs typeface="Times New Roman" panose="02020603050405020304" pitchFamily="18" charset="0"/>
              </a:rPr>
              <a:t> </a:t>
            </a:r>
            <a:r>
              <a:rPr lang="en-US" altLang="zh-TW" sz="2400" i="1" dirty="0">
                <a:latin typeface="Times New Roman" panose="02020603050405020304" pitchFamily="18" charset="0"/>
                <a:ea typeface="+mj-ea"/>
                <a:cs typeface="Times New Roman" panose="02020603050405020304" pitchFamily="18" charset="0"/>
              </a:rPr>
              <a:t>O</a:t>
            </a:r>
            <a:r>
              <a:rPr lang="en-US" altLang="zh-TW" sz="2400" dirty="0">
                <a:latin typeface="Times New Roman" panose="02020603050405020304" pitchFamily="18" charset="0"/>
                <a:ea typeface="+mj-ea"/>
                <a:cs typeface="Times New Roman" panose="02020603050405020304" pitchFamily="18" charset="0"/>
              </a:rPr>
              <a:t>(</a:t>
            </a:r>
            <a:r>
              <a:rPr lang="en-US" altLang="zh-TW" sz="2400" i="1" dirty="0">
                <a:latin typeface="Times New Roman" panose="02020603050405020304" pitchFamily="18" charset="0"/>
                <a:ea typeface="+mj-ea"/>
                <a:cs typeface="Times New Roman" panose="02020603050405020304" pitchFamily="18" charset="0"/>
              </a:rPr>
              <a:t>n</a:t>
            </a:r>
            <a:r>
              <a:rPr lang="en-US" altLang="zh-TW" sz="2400" baseline="30000" dirty="0">
                <a:latin typeface="Times New Roman" panose="02020603050405020304" pitchFamily="18" charset="0"/>
                <a:ea typeface="+mj-ea"/>
                <a:cs typeface="Times New Roman" panose="02020603050405020304" pitchFamily="18" charset="0"/>
              </a:rPr>
              <a:t>2</a:t>
            </a:r>
            <a:r>
              <a:rPr lang="en-US" altLang="zh-TW" sz="2400" dirty="0">
                <a:latin typeface="Times New Roman" panose="02020603050405020304" pitchFamily="18" charset="0"/>
                <a:ea typeface="+mj-ea"/>
                <a:cs typeface="Times New Roman" panose="02020603050405020304" pitchFamily="18" charset="0"/>
              </a:rPr>
              <a:t>) . This paper presents a new algorithm for sorting namely Couple Sort. It is a hybrid sorting algorithm which is influenced from quick sort and bubble sort techniques which results in a considerably lower time complexity by eliminating some useless comparisons.</a:t>
            </a:r>
          </a:p>
        </p:txBody>
      </p:sp>
      <p:sp>
        <p:nvSpPr>
          <p:cNvPr id="4" name="Slide Number Placeholder 3">
            <a:extLst>
              <a:ext uri="{FF2B5EF4-FFF2-40B4-BE49-F238E27FC236}">
                <a16:creationId xmlns:a16="http://schemas.microsoft.com/office/drawing/2014/main" id="{7955E3F4-879A-1E75-AEA8-8BFC5FE9B187}"/>
              </a:ext>
            </a:extLst>
          </p:cNvPr>
          <p:cNvSpPr>
            <a:spLocks noGrp="1"/>
          </p:cNvSpPr>
          <p:nvPr>
            <p:ph type="sldNum" sz="quarter" idx="12"/>
          </p:nvPr>
        </p:nvSpPr>
        <p:spPr/>
        <p:txBody>
          <a:bodyPr/>
          <a:lstStyle/>
          <a:p>
            <a:fld id="{7FE2C478-69CB-4CE2-A453-7F649089E273}" type="slidenum">
              <a:rPr lang="zh-TW" altLang="en-US" smtClean="0"/>
              <a:t>2</a:t>
            </a:fld>
            <a:endParaRPr lang="zh-TW" altLang="en-US" dirty="0"/>
          </a:p>
        </p:txBody>
      </p:sp>
    </p:spTree>
    <p:extLst>
      <p:ext uri="{BB962C8B-B14F-4D97-AF65-F5344CB8AC3E}">
        <p14:creationId xmlns:p14="http://schemas.microsoft.com/office/powerpoint/2010/main" val="3671907888"/>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DC7FBBC-CA40-3CD4-B807-265CE1357249}"/>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Merge sort</a:t>
            </a:r>
            <a:endParaRPr lang="zh-TW" altLang="en-US" dirty="0">
              <a:latin typeface="Times New Roman" panose="02020603050405020304" pitchFamily="18" charset="0"/>
              <a:cs typeface="Times New Roman" panose="02020603050405020304" pitchFamily="18" charset="0"/>
            </a:endParaRPr>
          </a:p>
        </p:txBody>
      </p:sp>
      <p:graphicFrame>
        <p:nvGraphicFramePr>
          <p:cNvPr id="5" name="內容版面配置區 4">
            <a:extLst>
              <a:ext uri="{FF2B5EF4-FFF2-40B4-BE49-F238E27FC236}">
                <a16:creationId xmlns:a16="http://schemas.microsoft.com/office/drawing/2014/main" id="{3FE84AA0-2EA6-41DA-3FA7-86365D46CB40}"/>
              </a:ext>
            </a:extLst>
          </p:cNvPr>
          <p:cNvGraphicFramePr>
            <a:graphicFrameLocks noGrp="1"/>
          </p:cNvGraphicFramePr>
          <p:nvPr>
            <p:ph idx="1"/>
            <p:extLst>
              <p:ext uri="{D42A27DB-BD31-4B8C-83A1-F6EECF244321}">
                <p14:modId xmlns:p14="http://schemas.microsoft.com/office/powerpoint/2010/main" val="1190052027"/>
              </p:ext>
            </p:extLst>
          </p:nvPr>
        </p:nvGraphicFramePr>
        <p:xfrm>
          <a:off x="2010508" y="2116891"/>
          <a:ext cx="8841707" cy="370840"/>
        </p:xfrm>
        <a:graphic>
          <a:graphicData uri="http://schemas.openxmlformats.org/drawingml/2006/table">
            <a:tbl>
              <a:tblPr>
                <a:tableStyleId>{D7AC3CCA-C797-4891-BE02-D94E43425B78}</a:tableStyleId>
              </a:tblPr>
              <a:tblGrid>
                <a:gridCol w="1263101">
                  <a:extLst>
                    <a:ext uri="{9D8B030D-6E8A-4147-A177-3AD203B41FA5}">
                      <a16:colId xmlns:a16="http://schemas.microsoft.com/office/drawing/2014/main" val="3662671376"/>
                    </a:ext>
                  </a:extLst>
                </a:gridCol>
                <a:gridCol w="1263101">
                  <a:extLst>
                    <a:ext uri="{9D8B030D-6E8A-4147-A177-3AD203B41FA5}">
                      <a16:colId xmlns:a16="http://schemas.microsoft.com/office/drawing/2014/main" val="4168264735"/>
                    </a:ext>
                  </a:extLst>
                </a:gridCol>
                <a:gridCol w="1263101">
                  <a:extLst>
                    <a:ext uri="{9D8B030D-6E8A-4147-A177-3AD203B41FA5}">
                      <a16:colId xmlns:a16="http://schemas.microsoft.com/office/drawing/2014/main" val="939746818"/>
                    </a:ext>
                  </a:extLst>
                </a:gridCol>
                <a:gridCol w="1263101">
                  <a:extLst>
                    <a:ext uri="{9D8B030D-6E8A-4147-A177-3AD203B41FA5}">
                      <a16:colId xmlns:a16="http://schemas.microsoft.com/office/drawing/2014/main" val="50947274"/>
                    </a:ext>
                  </a:extLst>
                </a:gridCol>
                <a:gridCol w="1263101">
                  <a:extLst>
                    <a:ext uri="{9D8B030D-6E8A-4147-A177-3AD203B41FA5}">
                      <a16:colId xmlns:a16="http://schemas.microsoft.com/office/drawing/2014/main" val="27234412"/>
                    </a:ext>
                  </a:extLst>
                </a:gridCol>
                <a:gridCol w="1263101">
                  <a:extLst>
                    <a:ext uri="{9D8B030D-6E8A-4147-A177-3AD203B41FA5}">
                      <a16:colId xmlns:a16="http://schemas.microsoft.com/office/drawing/2014/main" val="993298597"/>
                    </a:ext>
                  </a:extLst>
                </a:gridCol>
                <a:gridCol w="1263101">
                  <a:extLst>
                    <a:ext uri="{9D8B030D-6E8A-4147-A177-3AD203B41FA5}">
                      <a16:colId xmlns:a16="http://schemas.microsoft.com/office/drawing/2014/main" val="3529069345"/>
                    </a:ext>
                  </a:extLst>
                </a:gridCol>
              </a:tblGrid>
              <a:tr h="370840">
                <a:tc>
                  <a:txBody>
                    <a:bodyPr/>
                    <a:lstStyle/>
                    <a:p>
                      <a:pPr algn="ctr"/>
                      <a:r>
                        <a:rPr lang="en-US" altLang="zh-TW" dirty="0"/>
                        <a:t>12</a:t>
                      </a:r>
                      <a:endParaRPr lang="zh-TW" altLang="en-US" dirty="0"/>
                    </a:p>
                  </a:txBody>
                  <a:tcPr/>
                </a:tc>
                <a:tc>
                  <a:txBody>
                    <a:bodyPr/>
                    <a:lstStyle/>
                    <a:p>
                      <a:pPr algn="ctr"/>
                      <a:r>
                        <a:rPr lang="en-US" altLang="zh-TW" dirty="0"/>
                        <a:t>8</a:t>
                      </a:r>
                      <a:endParaRPr lang="zh-TW" altLang="en-US" dirty="0"/>
                    </a:p>
                  </a:txBody>
                  <a:tcPr/>
                </a:tc>
                <a:tc>
                  <a:txBody>
                    <a:bodyPr/>
                    <a:lstStyle/>
                    <a:p>
                      <a:pPr algn="ctr"/>
                      <a:r>
                        <a:rPr lang="en-US" altLang="zh-TW" dirty="0"/>
                        <a:t>9</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11</a:t>
                      </a:r>
                      <a:endParaRPr lang="zh-TW" altLang="en-US" dirty="0"/>
                    </a:p>
                  </a:txBody>
                  <a:tcPr/>
                </a:tc>
                <a:tc>
                  <a:txBody>
                    <a:bodyPr/>
                    <a:lstStyle/>
                    <a:p>
                      <a:pPr algn="ctr"/>
                      <a:r>
                        <a:rPr lang="en-US" altLang="zh-TW" dirty="0"/>
                        <a:t>5</a:t>
                      </a:r>
                      <a:endParaRPr lang="zh-TW" altLang="en-US" dirty="0"/>
                    </a:p>
                  </a:txBody>
                  <a:tcPr/>
                </a:tc>
                <a:tc>
                  <a:txBody>
                    <a:bodyPr/>
                    <a:lstStyle/>
                    <a:p>
                      <a:pPr algn="ctr"/>
                      <a:r>
                        <a:rPr lang="en-US" altLang="zh-TW" dirty="0"/>
                        <a:t>4</a:t>
                      </a:r>
                      <a:endParaRPr lang="zh-TW" altLang="en-US" dirty="0"/>
                    </a:p>
                  </a:txBody>
                  <a:tcPr/>
                </a:tc>
                <a:extLst>
                  <a:ext uri="{0D108BD9-81ED-4DB2-BD59-A6C34878D82A}">
                    <a16:rowId xmlns:a16="http://schemas.microsoft.com/office/drawing/2014/main" val="1093524682"/>
                  </a:ext>
                </a:extLst>
              </a:tr>
            </a:tbl>
          </a:graphicData>
        </a:graphic>
      </p:graphicFrame>
      <p:sp>
        <p:nvSpPr>
          <p:cNvPr id="4" name="投影片編號版面配置區 3">
            <a:extLst>
              <a:ext uri="{FF2B5EF4-FFF2-40B4-BE49-F238E27FC236}">
                <a16:creationId xmlns:a16="http://schemas.microsoft.com/office/drawing/2014/main" id="{A35F1B22-5E56-98CE-012F-581483DB88C9}"/>
              </a:ext>
            </a:extLst>
          </p:cNvPr>
          <p:cNvSpPr>
            <a:spLocks noGrp="1"/>
          </p:cNvSpPr>
          <p:nvPr>
            <p:ph type="sldNum" sz="quarter" idx="12"/>
          </p:nvPr>
        </p:nvSpPr>
        <p:spPr/>
        <p:txBody>
          <a:bodyPr/>
          <a:lstStyle/>
          <a:p>
            <a:fld id="{C497B8E6-CB28-4350-9E62-3F3C29E41FED}" type="slidenum">
              <a:rPr lang="zh-TW" altLang="en-US" smtClean="0"/>
              <a:t>3</a:t>
            </a:fld>
            <a:endParaRPr lang="zh-TW" altLang="en-US"/>
          </a:p>
        </p:txBody>
      </p:sp>
      <p:graphicFrame>
        <p:nvGraphicFramePr>
          <p:cNvPr id="7" name="表格 6">
            <a:extLst>
              <a:ext uri="{FF2B5EF4-FFF2-40B4-BE49-F238E27FC236}">
                <a16:creationId xmlns:a16="http://schemas.microsoft.com/office/drawing/2014/main" id="{A602FF04-9F0E-B756-E432-116E4EBEF9B9}"/>
              </a:ext>
            </a:extLst>
          </p:cNvPr>
          <p:cNvGraphicFramePr>
            <a:graphicFrameLocks noGrp="1"/>
          </p:cNvGraphicFramePr>
          <p:nvPr>
            <p:extLst>
              <p:ext uri="{D42A27DB-BD31-4B8C-83A1-F6EECF244321}">
                <p14:modId xmlns:p14="http://schemas.microsoft.com/office/powerpoint/2010/main" val="2818300162"/>
              </p:ext>
            </p:extLst>
          </p:nvPr>
        </p:nvGraphicFramePr>
        <p:xfrm>
          <a:off x="889281" y="2889096"/>
          <a:ext cx="3995055" cy="370840"/>
        </p:xfrm>
        <a:graphic>
          <a:graphicData uri="http://schemas.openxmlformats.org/drawingml/2006/table">
            <a:tbl>
              <a:tblPr>
                <a:tableStyleId>{073A0DAA-6AF3-43AB-8588-CEC1D06C72B9}</a:tableStyleId>
              </a:tblPr>
              <a:tblGrid>
                <a:gridCol w="1331685">
                  <a:extLst>
                    <a:ext uri="{9D8B030D-6E8A-4147-A177-3AD203B41FA5}">
                      <a16:colId xmlns:a16="http://schemas.microsoft.com/office/drawing/2014/main" val="4163009995"/>
                    </a:ext>
                  </a:extLst>
                </a:gridCol>
                <a:gridCol w="1246554">
                  <a:extLst>
                    <a:ext uri="{9D8B030D-6E8A-4147-A177-3AD203B41FA5}">
                      <a16:colId xmlns:a16="http://schemas.microsoft.com/office/drawing/2014/main" val="1444442275"/>
                    </a:ext>
                  </a:extLst>
                </a:gridCol>
                <a:gridCol w="1416816">
                  <a:extLst>
                    <a:ext uri="{9D8B030D-6E8A-4147-A177-3AD203B41FA5}">
                      <a16:colId xmlns:a16="http://schemas.microsoft.com/office/drawing/2014/main" val="861751632"/>
                    </a:ext>
                  </a:extLst>
                </a:gridCol>
              </a:tblGrid>
              <a:tr h="370840">
                <a:tc>
                  <a:txBody>
                    <a:bodyPr/>
                    <a:lstStyle/>
                    <a:p>
                      <a:pPr algn="ctr"/>
                      <a:r>
                        <a:rPr lang="en-US" altLang="zh-TW" dirty="0"/>
                        <a:t>12</a:t>
                      </a:r>
                      <a:endParaRPr lang="zh-TW" altLang="en-US" dirty="0"/>
                    </a:p>
                  </a:txBody>
                  <a:tcPr/>
                </a:tc>
                <a:tc>
                  <a:txBody>
                    <a:bodyPr/>
                    <a:lstStyle/>
                    <a:p>
                      <a:pPr algn="ctr"/>
                      <a:r>
                        <a:rPr lang="en-US" altLang="zh-TW" dirty="0"/>
                        <a:t>8</a:t>
                      </a:r>
                      <a:endParaRPr lang="zh-TW" altLang="en-US" dirty="0"/>
                    </a:p>
                  </a:txBody>
                  <a:tcPr/>
                </a:tc>
                <a:tc>
                  <a:txBody>
                    <a:bodyPr/>
                    <a:lstStyle/>
                    <a:p>
                      <a:pPr algn="ctr"/>
                      <a:r>
                        <a:rPr lang="en-US" altLang="zh-TW" dirty="0"/>
                        <a:t>9</a:t>
                      </a:r>
                      <a:endParaRPr lang="zh-TW" altLang="en-US" dirty="0"/>
                    </a:p>
                  </a:txBody>
                  <a:tcPr/>
                </a:tc>
                <a:extLst>
                  <a:ext uri="{0D108BD9-81ED-4DB2-BD59-A6C34878D82A}">
                    <a16:rowId xmlns:a16="http://schemas.microsoft.com/office/drawing/2014/main" val="3588887889"/>
                  </a:ext>
                </a:extLst>
              </a:tr>
            </a:tbl>
          </a:graphicData>
        </a:graphic>
      </p:graphicFrame>
      <p:graphicFrame>
        <p:nvGraphicFramePr>
          <p:cNvPr id="8" name="表格 7">
            <a:extLst>
              <a:ext uri="{FF2B5EF4-FFF2-40B4-BE49-F238E27FC236}">
                <a16:creationId xmlns:a16="http://schemas.microsoft.com/office/drawing/2014/main" id="{2D7B4159-D3AF-F247-391C-5CDDBAB7366C}"/>
              </a:ext>
            </a:extLst>
          </p:cNvPr>
          <p:cNvGraphicFramePr>
            <a:graphicFrameLocks noGrp="1"/>
          </p:cNvGraphicFramePr>
          <p:nvPr>
            <p:extLst>
              <p:ext uri="{D42A27DB-BD31-4B8C-83A1-F6EECF244321}">
                <p14:modId xmlns:p14="http://schemas.microsoft.com/office/powerpoint/2010/main" val="2966698966"/>
              </p:ext>
            </p:extLst>
          </p:nvPr>
        </p:nvGraphicFramePr>
        <p:xfrm>
          <a:off x="6157549" y="2923510"/>
          <a:ext cx="5375028" cy="370840"/>
        </p:xfrm>
        <a:graphic>
          <a:graphicData uri="http://schemas.openxmlformats.org/drawingml/2006/table">
            <a:tbl>
              <a:tblPr>
                <a:tableStyleId>{073A0DAA-6AF3-43AB-8588-CEC1D06C72B9}</a:tableStyleId>
              </a:tblPr>
              <a:tblGrid>
                <a:gridCol w="1343757">
                  <a:extLst>
                    <a:ext uri="{9D8B030D-6E8A-4147-A177-3AD203B41FA5}">
                      <a16:colId xmlns:a16="http://schemas.microsoft.com/office/drawing/2014/main" val="4163009995"/>
                    </a:ext>
                  </a:extLst>
                </a:gridCol>
                <a:gridCol w="1343757">
                  <a:extLst>
                    <a:ext uri="{9D8B030D-6E8A-4147-A177-3AD203B41FA5}">
                      <a16:colId xmlns:a16="http://schemas.microsoft.com/office/drawing/2014/main" val="1444442275"/>
                    </a:ext>
                  </a:extLst>
                </a:gridCol>
                <a:gridCol w="1343757">
                  <a:extLst>
                    <a:ext uri="{9D8B030D-6E8A-4147-A177-3AD203B41FA5}">
                      <a16:colId xmlns:a16="http://schemas.microsoft.com/office/drawing/2014/main" val="861751632"/>
                    </a:ext>
                  </a:extLst>
                </a:gridCol>
                <a:gridCol w="1343757">
                  <a:extLst>
                    <a:ext uri="{9D8B030D-6E8A-4147-A177-3AD203B41FA5}">
                      <a16:colId xmlns:a16="http://schemas.microsoft.com/office/drawing/2014/main" val="2849920633"/>
                    </a:ext>
                  </a:extLst>
                </a:gridCol>
              </a:tblGrid>
              <a:tr h="370840">
                <a:tc>
                  <a:txBody>
                    <a:bodyPr/>
                    <a:lstStyle/>
                    <a:p>
                      <a:pPr algn="ctr"/>
                      <a:r>
                        <a:rPr lang="en-US" altLang="zh-TW" dirty="0"/>
                        <a:t>3</a:t>
                      </a:r>
                      <a:endParaRPr lang="zh-TW" altLang="en-US" dirty="0"/>
                    </a:p>
                  </a:txBody>
                  <a:tcPr/>
                </a:tc>
                <a:tc>
                  <a:txBody>
                    <a:bodyPr/>
                    <a:lstStyle/>
                    <a:p>
                      <a:pPr algn="ctr"/>
                      <a:r>
                        <a:rPr lang="en-US" altLang="zh-TW" dirty="0"/>
                        <a:t>11</a:t>
                      </a:r>
                      <a:endParaRPr lang="zh-TW" altLang="en-US" dirty="0"/>
                    </a:p>
                  </a:txBody>
                  <a:tcPr/>
                </a:tc>
                <a:tc>
                  <a:txBody>
                    <a:bodyPr/>
                    <a:lstStyle/>
                    <a:p>
                      <a:pPr algn="ctr"/>
                      <a:r>
                        <a:rPr lang="en-US" altLang="zh-TW" dirty="0"/>
                        <a:t>5</a:t>
                      </a:r>
                      <a:endParaRPr lang="zh-TW" altLang="en-US" dirty="0"/>
                    </a:p>
                  </a:txBody>
                  <a:tcPr/>
                </a:tc>
                <a:tc>
                  <a:txBody>
                    <a:bodyPr/>
                    <a:lstStyle/>
                    <a:p>
                      <a:pPr algn="ctr"/>
                      <a:r>
                        <a:rPr lang="en-US" altLang="zh-TW" dirty="0"/>
                        <a:t>4</a:t>
                      </a:r>
                      <a:endParaRPr lang="zh-TW" altLang="en-US" dirty="0"/>
                    </a:p>
                  </a:txBody>
                  <a:tcPr/>
                </a:tc>
                <a:extLst>
                  <a:ext uri="{0D108BD9-81ED-4DB2-BD59-A6C34878D82A}">
                    <a16:rowId xmlns:a16="http://schemas.microsoft.com/office/drawing/2014/main" val="3588887889"/>
                  </a:ext>
                </a:extLst>
              </a:tr>
            </a:tbl>
          </a:graphicData>
        </a:graphic>
      </p:graphicFrame>
      <p:graphicFrame>
        <p:nvGraphicFramePr>
          <p:cNvPr id="9" name="表格 8">
            <a:extLst>
              <a:ext uri="{FF2B5EF4-FFF2-40B4-BE49-F238E27FC236}">
                <a16:creationId xmlns:a16="http://schemas.microsoft.com/office/drawing/2014/main" id="{A48FA020-3570-9D72-5B64-4605E6A19EA8}"/>
              </a:ext>
            </a:extLst>
          </p:cNvPr>
          <p:cNvGraphicFramePr>
            <a:graphicFrameLocks noGrp="1"/>
          </p:cNvGraphicFramePr>
          <p:nvPr>
            <p:extLst>
              <p:ext uri="{D42A27DB-BD31-4B8C-83A1-F6EECF244321}">
                <p14:modId xmlns:p14="http://schemas.microsoft.com/office/powerpoint/2010/main" val="3871818157"/>
              </p:ext>
            </p:extLst>
          </p:nvPr>
        </p:nvGraphicFramePr>
        <p:xfrm>
          <a:off x="286380" y="3672471"/>
          <a:ext cx="1482968" cy="370840"/>
        </p:xfrm>
        <a:graphic>
          <a:graphicData uri="http://schemas.openxmlformats.org/drawingml/2006/table">
            <a:tbl>
              <a:tblPr>
                <a:tableStyleId>{073A0DAA-6AF3-43AB-8588-CEC1D06C72B9}</a:tableStyleId>
              </a:tblPr>
              <a:tblGrid>
                <a:gridCol w="1482968">
                  <a:extLst>
                    <a:ext uri="{9D8B030D-6E8A-4147-A177-3AD203B41FA5}">
                      <a16:colId xmlns:a16="http://schemas.microsoft.com/office/drawing/2014/main" val="2767474637"/>
                    </a:ext>
                  </a:extLst>
                </a:gridCol>
              </a:tblGrid>
              <a:tr h="370840">
                <a:tc>
                  <a:txBody>
                    <a:bodyPr/>
                    <a:lstStyle/>
                    <a:p>
                      <a:pPr algn="ctr"/>
                      <a:r>
                        <a:rPr lang="en-US" altLang="zh-TW" dirty="0"/>
                        <a:t>12</a:t>
                      </a:r>
                      <a:endParaRPr lang="zh-TW" altLang="en-US" dirty="0"/>
                    </a:p>
                  </a:txBody>
                  <a:tcPr/>
                </a:tc>
                <a:extLst>
                  <a:ext uri="{0D108BD9-81ED-4DB2-BD59-A6C34878D82A}">
                    <a16:rowId xmlns:a16="http://schemas.microsoft.com/office/drawing/2014/main" val="3330982451"/>
                  </a:ext>
                </a:extLst>
              </a:tr>
            </a:tbl>
          </a:graphicData>
        </a:graphic>
      </p:graphicFrame>
      <p:graphicFrame>
        <p:nvGraphicFramePr>
          <p:cNvPr id="10" name="表格 9">
            <a:extLst>
              <a:ext uri="{FF2B5EF4-FFF2-40B4-BE49-F238E27FC236}">
                <a16:creationId xmlns:a16="http://schemas.microsoft.com/office/drawing/2014/main" id="{ED55B840-E361-615A-E43E-0393D33F1815}"/>
              </a:ext>
            </a:extLst>
          </p:cNvPr>
          <p:cNvGraphicFramePr>
            <a:graphicFrameLocks noGrp="1"/>
          </p:cNvGraphicFramePr>
          <p:nvPr>
            <p:extLst>
              <p:ext uri="{D42A27DB-BD31-4B8C-83A1-F6EECF244321}">
                <p14:modId xmlns:p14="http://schemas.microsoft.com/office/powerpoint/2010/main" val="2662797755"/>
              </p:ext>
            </p:extLst>
          </p:nvPr>
        </p:nvGraphicFramePr>
        <p:xfrm>
          <a:off x="2263917" y="3672471"/>
          <a:ext cx="3054700" cy="370840"/>
        </p:xfrm>
        <a:graphic>
          <a:graphicData uri="http://schemas.openxmlformats.org/drawingml/2006/table">
            <a:tbl>
              <a:tblPr>
                <a:tableStyleId>{073A0DAA-6AF3-43AB-8588-CEC1D06C72B9}</a:tableStyleId>
              </a:tblPr>
              <a:tblGrid>
                <a:gridCol w="1527350">
                  <a:extLst>
                    <a:ext uri="{9D8B030D-6E8A-4147-A177-3AD203B41FA5}">
                      <a16:colId xmlns:a16="http://schemas.microsoft.com/office/drawing/2014/main" val="2767474637"/>
                    </a:ext>
                  </a:extLst>
                </a:gridCol>
                <a:gridCol w="1527350">
                  <a:extLst>
                    <a:ext uri="{9D8B030D-6E8A-4147-A177-3AD203B41FA5}">
                      <a16:colId xmlns:a16="http://schemas.microsoft.com/office/drawing/2014/main" val="2293042915"/>
                    </a:ext>
                  </a:extLst>
                </a:gridCol>
              </a:tblGrid>
              <a:tr h="370840">
                <a:tc>
                  <a:txBody>
                    <a:bodyPr/>
                    <a:lstStyle/>
                    <a:p>
                      <a:pPr algn="ctr"/>
                      <a:r>
                        <a:rPr lang="en-US" altLang="zh-TW" dirty="0"/>
                        <a:t>8</a:t>
                      </a:r>
                      <a:endParaRPr lang="zh-TW" altLang="en-US" dirty="0"/>
                    </a:p>
                  </a:txBody>
                  <a:tcPr/>
                </a:tc>
                <a:tc>
                  <a:txBody>
                    <a:bodyPr/>
                    <a:lstStyle/>
                    <a:p>
                      <a:pPr algn="ctr"/>
                      <a:r>
                        <a:rPr lang="en-US" altLang="zh-TW" dirty="0"/>
                        <a:t>9</a:t>
                      </a:r>
                      <a:endParaRPr lang="zh-TW" altLang="en-US" dirty="0"/>
                    </a:p>
                  </a:txBody>
                  <a:tcPr/>
                </a:tc>
                <a:extLst>
                  <a:ext uri="{0D108BD9-81ED-4DB2-BD59-A6C34878D82A}">
                    <a16:rowId xmlns:a16="http://schemas.microsoft.com/office/drawing/2014/main" val="3330982451"/>
                  </a:ext>
                </a:extLst>
              </a:tr>
            </a:tbl>
          </a:graphicData>
        </a:graphic>
      </p:graphicFrame>
      <p:graphicFrame>
        <p:nvGraphicFramePr>
          <p:cNvPr id="11" name="表格 10">
            <a:extLst>
              <a:ext uri="{FF2B5EF4-FFF2-40B4-BE49-F238E27FC236}">
                <a16:creationId xmlns:a16="http://schemas.microsoft.com/office/drawing/2014/main" id="{3B3699D6-2205-7368-14A2-F3090645F1E4}"/>
              </a:ext>
            </a:extLst>
          </p:cNvPr>
          <p:cNvGraphicFramePr>
            <a:graphicFrameLocks noGrp="1"/>
          </p:cNvGraphicFramePr>
          <p:nvPr>
            <p:extLst>
              <p:ext uri="{D42A27DB-BD31-4B8C-83A1-F6EECF244321}">
                <p14:modId xmlns:p14="http://schemas.microsoft.com/office/powerpoint/2010/main" val="4242269916"/>
              </p:ext>
            </p:extLst>
          </p:nvPr>
        </p:nvGraphicFramePr>
        <p:xfrm>
          <a:off x="5790363" y="3677551"/>
          <a:ext cx="3054700" cy="365760"/>
        </p:xfrm>
        <a:graphic>
          <a:graphicData uri="http://schemas.openxmlformats.org/drawingml/2006/table">
            <a:tbl>
              <a:tblPr>
                <a:tableStyleId>{073A0DAA-6AF3-43AB-8588-CEC1D06C72B9}</a:tableStyleId>
              </a:tblPr>
              <a:tblGrid>
                <a:gridCol w="1527350">
                  <a:extLst>
                    <a:ext uri="{9D8B030D-6E8A-4147-A177-3AD203B41FA5}">
                      <a16:colId xmlns:a16="http://schemas.microsoft.com/office/drawing/2014/main" val="2767474637"/>
                    </a:ext>
                  </a:extLst>
                </a:gridCol>
                <a:gridCol w="1527350">
                  <a:extLst>
                    <a:ext uri="{9D8B030D-6E8A-4147-A177-3AD203B41FA5}">
                      <a16:colId xmlns:a16="http://schemas.microsoft.com/office/drawing/2014/main" val="2293042915"/>
                    </a:ext>
                  </a:extLst>
                </a:gridCol>
              </a:tblGrid>
              <a:tr h="344534">
                <a:tc>
                  <a:txBody>
                    <a:bodyPr/>
                    <a:lstStyle/>
                    <a:p>
                      <a:pPr algn="ctr"/>
                      <a:r>
                        <a:rPr lang="en-US" altLang="zh-TW" dirty="0"/>
                        <a:t>3</a:t>
                      </a:r>
                      <a:endParaRPr lang="zh-TW" altLang="en-US" dirty="0"/>
                    </a:p>
                  </a:txBody>
                  <a:tcPr/>
                </a:tc>
                <a:tc>
                  <a:txBody>
                    <a:bodyPr/>
                    <a:lstStyle/>
                    <a:p>
                      <a:pPr algn="ctr"/>
                      <a:r>
                        <a:rPr lang="en-US" altLang="zh-TW" dirty="0"/>
                        <a:t>11</a:t>
                      </a:r>
                      <a:endParaRPr lang="zh-TW" altLang="en-US" dirty="0"/>
                    </a:p>
                  </a:txBody>
                  <a:tcPr/>
                </a:tc>
                <a:extLst>
                  <a:ext uri="{0D108BD9-81ED-4DB2-BD59-A6C34878D82A}">
                    <a16:rowId xmlns:a16="http://schemas.microsoft.com/office/drawing/2014/main" val="3330982451"/>
                  </a:ext>
                </a:extLst>
              </a:tr>
            </a:tbl>
          </a:graphicData>
        </a:graphic>
      </p:graphicFrame>
      <p:graphicFrame>
        <p:nvGraphicFramePr>
          <p:cNvPr id="12" name="表格 11">
            <a:extLst>
              <a:ext uri="{FF2B5EF4-FFF2-40B4-BE49-F238E27FC236}">
                <a16:creationId xmlns:a16="http://schemas.microsoft.com/office/drawing/2014/main" id="{C5DA1132-C474-8873-2053-412A32DD53E2}"/>
              </a:ext>
            </a:extLst>
          </p:cNvPr>
          <p:cNvGraphicFramePr>
            <a:graphicFrameLocks noGrp="1"/>
          </p:cNvGraphicFramePr>
          <p:nvPr>
            <p:extLst>
              <p:ext uri="{D42A27DB-BD31-4B8C-83A1-F6EECF244321}">
                <p14:modId xmlns:p14="http://schemas.microsoft.com/office/powerpoint/2010/main" val="867007270"/>
              </p:ext>
            </p:extLst>
          </p:nvPr>
        </p:nvGraphicFramePr>
        <p:xfrm>
          <a:off x="9137300" y="3669042"/>
          <a:ext cx="3054700" cy="365760"/>
        </p:xfrm>
        <a:graphic>
          <a:graphicData uri="http://schemas.openxmlformats.org/drawingml/2006/table">
            <a:tbl>
              <a:tblPr>
                <a:tableStyleId>{073A0DAA-6AF3-43AB-8588-CEC1D06C72B9}</a:tableStyleId>
              </a:tblPr>
              <a:tblGrid>
                <a:gridCol w="1527350">
                  <a:extLst>
                    <a:ext uri="{9D8B030D-6E8A-4147-A177-3AD203B41FA5}">
                      <a16:colId xmlns:a16="http://schemas.microsoft.com/office/drawing/2014/main" val="2767474637"/>
                    </a:ext>
                  </a:extLst>
                </a:gridCol>
                <a:gridCol w="1527350">
                  <a:extLst>
                    <a:ext uri="{9D8B030D-6E8A-4147-A177-3AD203B41FA5}">
                      <a16:colId xmlns:a16="http://schemas.microsoft.com/office/drawing/2014/main" val="2293042915"/>
                    </a:ext>
                  </a:extLst>
                </a:gridCol>
              </a:tblGrid>
              <a:tr h="344534">
                <a:tc>
                  <a:txBody>
                    <a:bodyPr/>
                    <a:lstStyle/>
                    <a:p>
                      <a:pPr algn="ctr"/>
                      <a:r>
                        <a:rPr lang="en-US" altLang="zh-TW" dirty="0"/>
                        <a:t>5</a:t>
                      </a:r>
                      <a:endParaRPr lang="zh-TW" altLang="en-US" dirty="0"/>
                    </a:p>
                  </a:txBody>
                  <a:tcPr/>
                </a:tc>
                <a:tc>
                  <a:txBody>
                    <a:bodyPr/>
                    <a:lstStyle/>
                    <a:p>
                      <a:pPr algn="ctr"/>
                      <a:r>
                        <a:rPr lang="en-US" altLang="zh-TW" dirty="0"/>
                        <a:t>4</a:t>
                      </a:r>
                      <a:endParaRPr lang="zh-TW" altLang="en-US" dirty="0"/>
                    </a:p>
                  </a:txBody>
                  <a:tcPr/>
                </a:tc>
                <a:extLst>
                  <a:ext uri="{0D108BD9-81ED-4DB2-BD59-A6C34878D82A}">
                    <a16:rowId xmlns:a16="http://schemas.microsoft.com/office/drawing/2014/main" val="3330982451"/>
                  </a:ext>
                </a:extLst>
              </a:tr>
            </a:tbl>
          </a:graphicData>
        </a:graphic>
      </p:graphicFrame>
      <p:graphicFrame>
        <p:nvGraphicFramePr>
          <p:cNvPr id="13" name="表格 12">
            <a:extLst>
              <a:ext uri="{FF2B5EF4-FFF2-40B4-BE49-F238E27FC236}">
                <a16:creationId xmlns:a16="http://schemas.microsoft.com/office/drawing/2014/main" id="{29CF0738-9D22-8C30-3BD9-E3E2000F0EBD}"/>
              </a:ext>
            </a:extLst>
          </p:cNvPr>
          <p:cNvGraphicFramePr>
            <a:graphicFrameLocks noGrp="1"/>
          </p:cNvGraphicFramePr>
          <p:nvPr>
            <p:extLst>
              <p:ext uri="{D42A27DB-BD31-4B8C-83A1-F6EECF244321}">
                <p14:modId xmlns:p14="http://schemas.microsoft.com/office/powerpoint/2010/main" val="1570991127"/>
              </p:ext>
            </p:extLst>
          </p:nvPr>
        </p:nvGraphicFramePr>
        <p:xfrm>
          <a:off x="57360" y="4606304"/>
          <a:ext cx="1482968" cy="370840"/>
        </p:xfrm>
        <a:graphic>
          <a:graphicData uri="http://schemas.openxmlformats.org/drawingml/2006/table">
            <a:tbl>
              <a:tblPr>
                <a:tableStyleId>{073A0DAA-6AF3-43AB-8588-CEC1D06C72B9}</a:tableStyleId>
              </a:tblPr>
              <a:tblGrid>
                <a:gridCol w="1482968">
                  <a:extLst>
                    <a:ext uri="{9D8B030D-6E8A-4147-A177-3AD203B41FA5}">
                      <a16:colId xmlns:a16="http://schemas.microsoft.com/office/drawing/2014/main" val="2767474637"/>
                    </a:ext>
                  </a:extLst>
                </a:gridCol>
              </a:tblGrid>
              <a:tr h="370840">
                <a:tc>
                  <a:txBody>
                    <a:bodyPr/>
                    <a:lstStyle/>
                    <a:p>
                      <a:pPr algn="ctr"/>
                      <a:r>
                        <a:rPr lang="en-US" altLang="zh-TW" dirty="0"/>
                        <a:t>12</a:t>
                      </a:r>
                      <a:endParaRPr lang="zh-TW" altLang="en-US" dirty="0"/>
                    </a:p>
                  </a:txBody>
                  <a:tcPr/>
                </a:tc>
                <a:extLst>
                  <a:ext uri="{0D108BD9-81ED-4DB2-BD59-A6C34878D82A}">
                    <a16:rowId xmlns:a16="http://schemas.microsoft.com/office/drawing/2014/main" val="3330982451"/>
                  </a:ext>
                </a:extLst>
              </a:tr>
            </a:tbl>
          </a:graphicData>
        </a:graphic>
      </p:graphicFrame>
      <p:graphicFrame>
        <p:nvGraphicFramePr>
          <p:cNvPr id="14" name="表格 13">
            <a:extLst>
              <a:ext uri="{FF2B5EF4-FFF2-40B4-BE49-F238E27FC236}">
                <a16:creationId xmlns:a16="http://schemas.microsoft.com/office/drawing/2014/main" id="{CCFE738F-D2D6-635E-7F88-042EAB19E725}"/>
              </a:ext>
            </a:extLst>
          </p:cNvPr>
          <p:cNvGraphicFramePr>
            <a:graphicFrameLocks noGrp="1"/>
          </p:cNvGraphicFramePr>
          <p:nvPr>
            <p:extLst>
              <p:ext uri="{D42A27DB-BD31-4B8C-83A1-F6EECF244321}">
                <p14:modId xmlns:p14="http://schemas.microsoft.com/office/powerpoint/2010/main" val="3476856828"/>
              </p:ext>
            </p:extLst>
          </p:nvPr>
        </p:nvGraphicFramePr>
        <p:xfrm>
          <a:off x="1776049" y="4610462"/>
          <a:ext cx="1482968" cy="370840"/>
        </p:xfrm>
        <a:graphic>
          <a:graphicData uri="http://schemas.openxmlformats.org/drawingml/2006/table">
            <a:tbl>
              <a:tblPr>
                <a:tableStyleId>{073A0DAA-6AF3-43AB-8588-CEC1D06C72B9}</a:tableStyleId>
              </a:tblPr>
              <a:tblGrid>
                <a:gridCol w="1482968">
                  <a:extLst>
                    <a:ext uri="{9D8B030D-6E8A-4147-A177-3AD203B41FA5}">
                      <a16:colId xmlns:a16="http://schemas.microsoft.com/office/drawing/2014/main" val="2767474637"/>
                    </a:ext>
                  </a:extLst>
                </a:gridCol>
              </a:tblGrid>
              <a:tr h="370840">
                <a:tc>
                  <a:txBody>
                    <a:bodyPr/>
                    <a:lstStyle/>
                    <a:p>
                      <a:pPr algn="ctr"/>
                      <a:r>
                        <a:rPr lang="en-US" altLang="zh-TW" dirty="0"/>
                        <a:t>8</a:t>
                      </a:r>
                      <a:endParaRPr lang="zh-TW" altLang="en-US" dirty="0"/>
                    </a:p>
                  </a:txBody>
                  <a:tcPr/>
                </a:tc>
                <a:extLst>
                  <a:ext uri="{0D108BD9-81ED-4DB2-BD59-A6C34878D82A}">
                    <a16:rowId xmlns:a16="http://schemas.microsoft.com/office/drawing/2014/main" val="3330982451"/>
                  </a:ext>
                </a:extLst>
              </a:tr>
            </a:tbl>
          </a:graphicData>
        </a:graphic>
      </p:graphicFrame>
      <p:graphicFrame>
        <p:nvGraphicFramePr>
          <p:cNvPr id="15" name="表格 14">
            <a:extLst>
              <a:ext uri="{FF2B5EF4-FFF2-40B4-BE49-F238E27FC236}">
                <a16:creationId xmlns:a16="http://schemas.microsoft.com/office/drawing/2014/main" id="{F01CD1E7-2007-8C31-9E62-1C828BCD7CED}"/>
              </a:ext>
            </a:extLst>
          </p:cNvPr>
          <p:cNvGraphicFramePr>
            <a:graphicFrameLocks noGrp="1"/>
          </p:cNvGraphicFramePr>
          <p:nvPr>
            <p:extLst>
              <p:ext uri="{D42A27DB-BD31-4B8C-83A1-F6EECF244321}">
                <p14:modId xmlns:p14="http://schemas.microsoft.com/office/powerpoint/2010/main" val="4122968354"/>
              </p:ext>
            </p:extLst>
          </p:nvPr>
        </p:nvGraphicFramePr>
        <p:xfrm>
          <a:off x="4040275" y="4606304"/>
          <a:ext cx="1482968" cy="370840"/>
        </p:xfrm>
        <a:graphic>
          <a:graphicData uri="http://schemas.openxmlformats.org/drawingml/2006/table">
            <a:tbl>
              <a:tblPr>
                <a:tableStyleId>{073A0DAA-6AF3-43AB-8588-CEC1D06C72B9}</a:tableStyleId>
              </a:tblPr>
              <a:tblGrid>
                <a:gridCol w="1482968">
                  <a:extLst>
                    <a:ext uri="{9D8B030D-6E8A-4147-A177-3AD203B41FA5}">
                      <a16:colId xmlns:a16="http://schemas.microsoft.com/office/drawing/2014/main" val="2767474637"/>
                    </a:ext>
                  </a:extLst>
                </a:gridCol>
              </a:tblGrid>
              <a:tr h="370840">
                <a:tc>
                  <a:txBody>
                    <a:bodyPr/>
                    <a:lstStyle/>
                    <a:p>
                      <a:pPr algn="ctr"/>
                      <a:r>
                        <a:rPr lang="en-US" altLang="zh-TW" dirty="0"/>
                        <a:t>9</a:t>
                      </a:r>
                      <a:endParaRPr lang="zh-TW" altLang="en-US" dirty="0"/>
                    </a:p>
                  </a:txBody>
                  <a:tcPr/>
                </a:tc>
                <a:extLst>
                  <a:ext uri="{0D108BD9-81ED-4DB2-BD59-A6C34878D82A}">
                    <a16:rowId xmlns:a16="http://schemas.microsoft.com/office/drawing/2014/main" val="3330982451"/>
                  </a:ext>
                </a:extLst>
              </a:tr>
            </a:tbl>
          </a:graphicData>
        </a:graphic>
      </p:graphicFrame>
      <p:graphicFrame>
        <p:nvGraphicFramePr>
          <p:cNvPr id="16" name="表格 15">
            <a:extLst>
              <a:ext uri="{FF2B5EF4-FFF2-40B4-BE49-F238E27FC236}">
                <a16:creationId xmlns:a16="http://schemas.microsoft.com/office/drawing/2014/main" id="{34EB7AF8-5F22-4E20-7704-566424DE379C}"/>
              </a:ext>
            </a:extLst>
          </p:cNvPr>
          <p:cNvGraphicFramePr>
            <a:graphicFrameLocks noGrp="1"/>
          </p:cNvGraphicFramePr>
          <p:nvPr>
            <p:extLst>
              <p:ext uri="{D42A27DB-BD31-4B8C-83A1-F6EECF244321}">
                <p14:modId xmlns:p14="http://schemas.microsoft.com/office/powerpoint/2010/main" val="1402836755"/>
              </p:ext>
            </p:extLst>
          </p:nvPr>
        </p:nvGraphicFramePr>
        <p:xfrm>
          <a:off x="5758964" y="4582805"/>
          <a:ext cx="1482968" cy="370840"/>
        </p:xfrm>
        <a:graphic>
          <a:graphicData uri="http://schemas.openxmlformats.org/drawingml/2006/table">
            <a:tbl>
              <a:tblPr>
                <a:tableStyleId>{073A0DAA-6AF3-43AB-8588-CEC1D06C72B9}</a:tableStyleId>
              </a:tblPr>
              <a:tblGrid>
                <a:gridCol w="1482968">
                  <a:extLst>
                    <a:ext uri="{9D8B030D-6E8A-4147-A177-3AD203B41FA5}">
                      <a16:colId xmlns:a16="http://schemas.microsoft.com/office/drawing/2014/main" val="2767474637"/>
                    </a:ext>
                  </a:extLst>
                </a:gridCol>
              </a:tblGrid>
              <a:tr h="370840">
                <a:tc>
                  <a:txBody>
                    <a:bodyPr/>
                    <a:lstStyle/>
                    <a:p>
                      <a:pPr algn="ctr"/>
                      <a:r>
                        <a:rPr lang="en-US" altLang="zh-TW" dirty="0"/>
                        <a:t>3</a:t>
                      </a:r>
                      <a:endParaRPr lang="zh-TW" altLang="en-US" dirty="0"/>
                    </a:p>
                  </a:txBody>
                  <a:tcPr/>
                </a:tc>
                <a:extLst>
                  <a:ext uri="{0D108BD9-81ED-4DB2-BD59-A6C34878D82A}">
                    <a16:rowId xmlns:a16="http://schemas.microsoft.com/office/drawing/2014/main" val="3330982451"/>
                  </a:ext>
                </a:extLst>
              </a:tr>
            </a:tbl>
          </a:graphicData>
        </a:graphic>
      </p:graphicFrame>
      <p:graphicFrame>
        <p:nvGraphicFramePr>
          <p:cNvPr id="17" name="表格 16">
            <a:extLst>
              <a:ext uri="{FF2B5EF4-FFF2-40B4-BE49-F238E27FC236}">
                <a16:creationId xmlns:a16="http://schemas.microsoft.com/office/drawing/2014/main" id="{52249EAB-0F1D-D806-3E9E-372A720E9306}"/>
              </a:ext>
            </a:extLst>
          </p:cNvPr>
          <p:cNvGraphicFramePr>
            <a:graphicFrameLocks noGrp="1"/>
          </p:cNvGraphicFramePr>
          <p:nvPr>
            <p:extLst>
              <p:ext uri="{D42A27DB-BD31-4B8C-83A1-F6EECF244321}">
                <p14:modId xmlns:p14="http://schemas.microsoft.com/office/powerpoint/2010/main" val="376859642"/>
              </p:ext>
            </p:extLst>
          </p:nvPr>
        </p:nvGraphicFramePr>
        <p:xfrm>
          <a:off x="7527895" y="4582805"/>
          <a:ext cx="1482968" cy="370840"/>
        </p:xfrm>
        <a:graphic>
          <a:graphicData uri="http://schemas.openxmlformats.org/drawingml/2006/table">
            <a:tbl>
              <a:tblPr>
                <a:tableStyleId>{073A0DAA-6AF3-43AB-8588-CEC1D06C72B9}</a:tableStyleId>
              </a:tblPr>
              <a:tblGrid>
                <a:gridCol w="1482968">
                  <a:extLst>
                    <a:ext uri="{9D8B030D-6E8A-4147-A177-3AD203B41FA5}">
                      <a16:colId xmlns:a16="http://schemas.microsoft.com/office/drawing/2014/main" val="2767474637"/>
                    </a:ext>
                  </a:extLst>
                </a:gridCol>
              </a:tblGrid>
              <a:tr h="370840">
                <a:tc>
                  <a:txBody>
                    <a:bodyPr/>
                    <a:lstStyle/>
                    <a:p>
                      <a:pPr algn="ctr"/>
                      <a:r>
                        <a:rPr lang="en-US" altLang="zh-TW" dirty="0"/>
                        <a:t>11</a:t>
                      </a:r>
                      <a:endParaRPr lang="zh-TW" altLang="en-US" dirty="0"/>
                    </a:p>
                  </a:txBody>
                  <a:tcPr/>
                </a:tc>
                <a:extLst>
                  <a:ext uri="{0D108BD9-81ED-4DB2-BD59-A6C34878D82A}">
                    <a16:rowId xmlns:a16="http://schemas.microsoft.com/office/drawing/2014/main" val="3330982451"/>
                  </a:ext>
                </a:extLst>
              </a:tr>
            </a:tbl>
          </a:graphicData>
        </a:graphic>
      </p:graphicFrame>
      <p:graphicFrame>
        <p:nvGraphicFramePr>
          <p:cNvPr id="18" name="表格 17">
            <a:extLst>
              <a:ext uri="{FF2B5EF4-FFF2-40B4-BE49-F238E27FC236}">
                <a16:creationId xmlns:a16="http://schemas.microsoft.com/office/drawing/2014/main" id="{3D327088-2525-928B-1848-751915173267}"/>
              </a:ext>
            </a:extLst>
          </p:cNvPr>
          <p:cNvGraphicFramePr>
            <a:graphicFrameLocks noGrp="1"/>
          </p:cNvGraphicFramePr>
          <p:nvPr>
            <p:extLst>
              <p:ext uri="{D42A27DB-BD31-4B8C-83A1-F6EECF244321}">
                <p14:modId xmlns:p14="http://schemas.microsoft.com/office/powerpoint/2010/main" val="3843252665"/>
              </p:ext>
            </p:extLst>
          </p:nvPr>
        </p:nvGraphicFramePr>
        <p:xfrm>
          <a:off x="9139393" y="4606304"/>
          <a:ext cx="1482968" cy="370840"/>
        </p:xfrm>
        <a:graphic>
          <a:graphicData uri="http://schemas.openxmlformats.org/drawingml/2006/table">
            <a:tbl>
              <a:tblPr>
                <a:tableStyleId>{073A0DAA-6AF3-43AB-8588-CEC1D06C72B9}</a:tableStyleId>
              </a:tblPr>
              <a:tblGrid>
                <a:gridCol w="1482968">
                  <a:extLst>
                    <a:ext uri="{9D8B030D-6E8A-4147-A177-3AD203B41FA5}">
                      <a16:colId xmlns:a16="http://schemas.microsoft.com/office/drawing/2014/main" val="2767474637"/>
                    </a:ext>
                  </a:extLst>
                </a:gridCol>
              </a:tblGrid>
              <a:tr h="370840">
                <a:tc>
                  <a:txBody>
                    <a:bodyPr/>
                    <a:lstStyle/>
                    <a:p>
                      <a:pPr algn="ctr"/>
                      <a:r>
                        <a:rPr lang="en-US" altLang="zh-TW" dirty="0"/>
                        <a:t>5</a:t>
                      </a:r>
                      <a:endParaRPr lang="zh-TW" altLang="en-US" dirty="0"/>
                    </a:p>
                  </a:txBody>
                  <a:tcPr/>
                </a:tc>
                <a:extLst>
                  <a:ext uri="{0D108BD9-81ED-4DB2-BD59-A6C34878D82A}">
                    <a16:rowId xmlns:a16="http://schemas.microsoft.com/office/drawing/2014/main" val="3330982451"/>
                  </a:ext>
                </a:extLst>
              </a:tr>
            </a:tbl>
          </a:graphicData>
        </a:graphic>
      </p:graphicFrame>
      <p:graphicFrame>
        <p:nvGraphicFramePr>
          <p:cNvPr id="19" name="表格 18">
            <a:extLst>
              <a:ext uri="{FF2B5EF4-FFF2-40B4-BE49-F238E27FC236}">
                <a16:creationId xmlns:a16="http://schemas.microsoft.com/office/drawing/2014/main" id="{234A94BE-B4DB-C9DF-CD8F-E6E8173CD1CF}"/>
              </a:ext>
            </a:extLst>
          </p:cNvPr>
          <p:cNvGraphicFramePr>
            <a:graphicFrameLocks noGrp="1"/>
          </p:cNvGraphicFramePr>
          <p:nvPr>
            <p:extLst>
              <p:ext uri="{D42A27DB-BD31-4B8C-83A1-F6EECF244321}">
                <p14:modId xmlns:p14="http://schemas.microsoft.com/office/powerpoint/2010/main" val="3227245840"/>
              </p:ext>
            </p:extLst>
          </p:nvPr>
        </p:nvGraphicFramePr>
        <p:xfrm>
          <a:off x="10669676" y="4606304"/>
          <a:ext cx="1482968" cy="370840"/>
        </p:xfrm>
        <a:graphic>
          <a:graphicData uri="http://schemas.openxmlformats.org/drawingml/2006/table">
            <a:tbl>
              <a:tblPr>
                <a:tableStyleId>{073A0DAA-6AF3-43AB-8588-CEC1D06C72B9}</a:tableStyleId>
              </a:tblPr>
              <a:tblGrid>
                <a:gridCol w="1482968">
                  <a:extLst>
                    <a:ext uri="{9D8B030D-6E8A-4147-A177-3AD203B41FA5}">
                      <a16:colId xmlns:a16="http://schemas.microsoft.com/office/drawing/2014/main" val="2767474637"/>
                    </a:ext>
                  </a:extLst>
                </a:gridCol>
              </a:tblGrid>
              <a:tr h="370840">
                <a:tc>
                  <a:txBody>
                    <a:bodyPr/>
                    <a:lstStyle/>
                    <a:p>
                      <a:pPr algn="ctr"/>
                      <a:r>
                        <a:rPr lang="en-US" altLang="zh-TW" dirty="0"/>
                        <a:t>4</a:t>
                      </a:r>
                      <a:endParaRPr lang="zh-TW" altLang="en-US" dirty="0"/>
                    </a:p>
                  </a:txBody>
                  <a:tcPr/>
                </a:tc>
                <a:extLst>
                  <a:ext uri="{0D108BD9-81ED-4DB2-BD59-A6C34878D82A}">
                    <a16:rowId xmlns:a16="http://schemas.microsoft.com/office/drawing/2014/main" val="3330982451"/>
                  </a:ext>
                </a:extLst>
              </a:tr>
            </a:tbl>
          </a:graphicData>
        </a:graphic>
      </p:graphicFrame>
      <p:cxnSp>
        <p:nvCxnSpPr>
          <p:cNvPr id="21" name="直線單箭頭接點 20">
            <a:extLst>
              <a:ext uri="{FF2B5EF4-FFF2-40B4-BE49-F238E27FC236}">
                <a16:creationId xmlns:a16="http://schemas.microsoft.com/office/drawing/2014/main" id="{BFED7BBB-5214-E42A-FAE7-E8F0186C5328}"/>
              </a:ext>
            </a:extLst>
          </p:cNvPr>
          <p:cNvCxnSpPr>
            <a:endCxn id="7" idx="0"/>
          </p:cNvCxnSpPr>
          <p:nvPr/>
        </p:nvCxnSpPr>
        <p:spPr>
          <a:xfrm flipH="1">
            <a:off x="2886808" y="2487731"/>
            <a:ext cx="811823" cy="401365"/>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23" name="直線單箭頭接點 22">
            <a:extLst>
              <a:ext uri="{FF2B5EF4-FFF2-40B4-BE49-F238E27FC236}">
                <a16:creationId xmlns:a16="http://schemas.microsoft.com/office/drawing/2014/main" id="{34070762-39B2-F831-D915-62B716A61663}"/>
              </a:ext>
            </a:extLst>
          </p:cNvPr>
          <p:cNvCxnSpPr>
            <a:endCxn id="8" idx="0"/>
          </p:cNvCxnSpPr>
          <p:nvPr/>
        </p:nvCxnSpPr>
        <p:spPr>
          <a:xfrm>
            <a:off x="8269379" y="2487731"/>
            <a:ext cx="575684" cy="435779"/>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24" name="直線單箭頭接點 23">
            <a:extLst>
              <a:ext uri="{FF2B5EF4-FFF2-40B4-BE49-F238E27FC236}">
                <a16:creationId xmlns:a16="http://schemas.microsoft.com/office/drawing/2014/main" id="{56AA1128-52E7-2767-BE45-4ED892F8EA48}"/>
              </a:ext>
            </a:extLst>
          </p:cNvPr>
          <p:cNvCxnSpPr>
            <a:cxnSpLocks/>
            <a:endCxn id="9" idx="0"/>
          </p:cNvCxnSpPr>
          <p:nvPr/>
        </p:nvCxnSpPr>
        <p:spPr>
          <a:xfrm flipH="1">
            <a:off x="1027864" y="3259936"/>
            <a:ext cx="672612" cy="412535"/>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26" name="直線單箭頭接點 25">
            <a:extLst>
              <a:ext uri="{FF2B5EF4-FFF2-40B4-BE49-F238E27FC236}">
                <a16:creationId xmlns:a16="http://schemas.microsoft.com/office/drawing/2014/main" id="{3AE2364C-AC9E-FA54-87C9-2D17CF641964}"/>
              </a:ext>
            </a:extLst>
          </p:cNvPr>
          <p:cNvCxnSpPr>
            <a:cxnSpLocks/>
          </p:cNvCxnSpPr>
          <p:nvPr/>
        </p:nvCxnSpPr>
        <p:spPr>
          <a:xfrm>
            <a:off x="3490139" y="3275429"/>
            <a:ext cx="208492" cy="393613"/>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28" name="直線單箭頭接點 27">
            <a:extLst>
              <a:ext uri="{FF2B5EF4-FFF2-40B4-BE49-F238E27FC236}">
                <a16:creationId xmlns:a16="http://schemas.microsoft.com/office/drawing/2014/main" id="{001D4FC6-FF46-2DD3-F324-662328798DF5}"/>
              </a:ext>
            </a:extLst>
          </p:cNvPr>
          <p:cNvCxnSpPr>
            <a:cxnSpLocks/>
            <a:endCxn id="11" idx="0"/>
          </p:cNvCxnSpPr>
          <p:nvPr/>
        </p:nvCxnSpPr>
        <p:spPr>
          <a:xfrm flipH="1">
            <a:off x="7317713" y="3275429"/>
            <a:ext cx="195737" cy="402122"/>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30" name="直線單箭頭接點 29">
            <a:extLst>
              <a:ext uri="{FF2B5EF4-FFF2-40B4-BE49-F238E27FC236}">
                <a16:creationId xmlns:a16="http://schemas.microsoft.com/office/drawing/2014/main" id="{C1DEF7D2-D9A4-E4A3-E7EA-7AAE99C957DC}"/>
              </a:ext>
            </a:extLst>
          </p:cNvPr>
          <p:cNvCxnSpPr>
            <a:cxnSpLocks/>
            <a:endCxn id="12" idx="0"/>
          </p:cNvCxnSpPr>
          <p:nvPr/>
        </p:nvCxnSpPr>
        <p:spPr>
          <a:xfrm>
            <a:off x="10180860" y="3304839"/>
            <a:ext cx="483790" cy="364203"/>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32" name="直線單箭頭接點 31">
            <a:extLst>
              <a:ext uri="{FF2B5EF4-FFF2-40B4-BE49-F238E27FC236}">
                <a16:creationId xmlns:a16="http://schemas.microsoft.com/office/drawing/2014/main" id="{5E5CDBF7-2405-2622-F099-EBDA19B750F9}"/>
              </a:ext>
            </a:extLst>
          </p:cNvPr>
          <p:cNvCxnSpPr>
            <a:cxnSpLocks/>
            <a:endCxn id="13" idx="0"/>
          </p:cNvCxnSpPr>
          <p:nvPr/>
        </p:nvCxnSpPr>
        <p:spPr>
          <a:xfrm flipH="1">
            <a:off x="798844" y="4029196"/>
            <a:ext cx="229020" cy="577108"/>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34" name="直線單箭頭接點 33">
            <a:extLst>
              <a:ext uri="{FF2B5EF4-FFF2-40B4-BE49-F238E27FC236}">
                <a16:creationId xmlns:a16="http://schemas.microsoft.com/office/drawing/2014/main" id="{00697C2B-3DDD-74DD-58F6-660E068B5BAD}"/>
              </a:ext>
            </a:extLst>
          </p:cNvPr>
          <p:cNvCxnSpPr>
            <a:cxnSpLocks/>
            <a:endCxn id="14" idx="0"/>
          </p:cNvCxnSpPr>
          <p:nvPr/>
        </p:nvCxnSpPr>
        <p:spPr>
          <a:xfrm flipH="1">
            <a:off x="2517533" y="4029196"/>
            <a:ext cx="741905" cy="581266"/>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36" name="直線單箭頭接點 35">
            <a:extLst>
              <a:ext uri="{FF2B5EF4-FFF2-40B4-BE49-F238E27FC236}">
                <a16:creationId xmlns:a16="http://schemas.microsoft.com/office/drawing/2014/main" id="{1DB54033-48B8-322D-BA80-57676B6A2B48}"/>
              </a:ext>
            </a:extLst>
          </p:cNvPr>
          <p:cNvCxnSpPr>
            <a:cxnSpLocks/>
            <a:endCxn id="15" idx="0"/>
          </p:cNvCxnSpPr>
          <p:nvPr/>
        </p:nvCxnSpPr>
        <p:spPr>
          <a:xfrm>
            <a:off x="4551341" y="4043311"/>
            <a:ext cx="230418" cy="562993"/>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39" name="直線單箭頭接點 38">
            <a:extLst>
              <a:ext uri="{FF2B5EF4-FFF2-40B4-BE49-F238E27FC236}">
                <a16:creationId xmlns:a16="http://schemas.microsoft.com/office/drawing/2014/main" id="{92B1AAD2-E959-EB0B-E69D-92A0016DBEDB}"/>
              </a:ext>
            </a:extLst>
          </p:cNvPr>
          <p:cNvCxnSpPr>
            <a:cxnSpLocks/>
          </p:cNvCxnSpPr>
          <p:nvPr/>
        </p:nvCxnSpPr>
        <p:spPr>
          <a:xfrm flipH="1">
            <a:off x="6260960" y="4029196"/>
            <a:ext cx="307678" cy="553609"/>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40" name="直線單箭頭接點 39">
            <a:extLst>
              <a:ext uri="{FF2B5EF4-FFF2-40B4-BE49-F238E27FC236}">
                <a16:creationId xmlns:a16="http://schemas.microsoft.com/office/drawing/2014/main" id="{EC86E769-4A4E-4A44-76CA-A3F842884D51}"/>
              </a:ext>
            </a:extLst>
          </p:cNvPr>
          <p:cNvCxnSpPr>
            <a:cxnSpLocks/>
          </p:cNvCxnSpPr>
          <p:nvPr/>
        </p:nvCxnSpPr>
        <p:spPr>
          <a:xfrm>
            <a:off x="8174522" y="4029196"/>
            <a:ext cx="300007" cy="510347"/>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43" name="直線單箭頭接點 42">
            <a:extLst>
              <a:ext uri="{FF2B5EF4-FFF2-40B4-BE49-F238E27FC236}">
                <a16:creationId xmlns:a16="http://schemas.microsoft.com/office/drawing/2014/main" id="{F3C28A2B-B0C0-2F8D-B388-B1E3E2D32176}"/>
              </a:ext>
            </a:extLst>
          </p:cNvPr>
          <p:cNvCxnSpPr>
            <a:cxnSpLocks/>
          </p:cNvCxnSpPr>
          <p:nvPr/>
        </p:nvCxnSpPr>
        <p:spPr>
          <a:xfrm flipH="1">
            <a:off x="9727642" y="4043311"/>
            <a:ext cx="215202" cy="539494"/>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44" name="直線單箭頭接點 43">
            <a:extLst>
              <a:ext uri="{FF2B5EF4-FFF2-40B4-BE49-F238E27FC236}">
                <a16:creationId xmlns:a16="http://schemas.microsoft.com/office/drawing/2014/main" id="{DED69D73-88D1-1C4D-46C4-78D02C1FBB58}"/>
              </a:ext>
            </a:extLst>
          </p:cNvPr>
          <p:cNvCxnSpPr>
            <a:cxnSpLocks/>
          </p:cNvCxnSpPr>
          <p:nvPr/>
        </p:nvCxnSpPr>
        <p:spPr>
          <a:xfrm>
            <a:off x="11411160" y="4000049"/>
            <a:ext cx="121417" cy="539494"/>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3350751149"/>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DC7FBBC-CA40-3CD4-B807-265CE1357249}"/>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Merge sort</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A35F1B22-5E56-98CE-012F-581483DB88C9}"/>
              </a:ext>
            </a:extLst>
          </p:cNvPr>
          <p:cNvSpPr>
            <a:spLocks noGrp="1"/>
          </p:cNvSpPr>
          <p:nvPr>
            <p:ph type="sldNum" sz="quarter" idx="12"/>
          </p:nvPr>
        </p:nvSpPr>
        <p:spPr/>
        <p:txBody>
          <a:bodyPr/>
          <a:lstStyle/>
          <a:p>
            <a:fld id="{C497B8E6-CB28-4350-9E62-3F3C29E41FED}" type="slidenum">
              <a:rPr lang="zh-TW" altLang="en-US" smtClean="0"/>
              <a:t>4</a:t>
            </a:fld>
            <a:endParaRPr lang="zh-TW" altLang="en-US"/>
          </a:p>
        </p:txBody>
      </p:sp>
      <p:graphicFrame>
        <p:nvGraphicFramePr>
          <p:cNvPr id="13" name="表格 12">
            <a:extLst>
              <a:ext uri="{FF2B5EF4-FFF2-40B4-BE49-F238E27FC236}">
                <a16:creationId xmlns:a16="http://schemas.microsoft.com/office/drawing/2014/main" id="{29CF0738-9D22-8C30-3BD9-E3E2000F0EBD}"/>
              </a:ext>
            </a:extLst>
          </p:cNvPr>
          <p:cNvGraphicFramePr>
            <a:graphicFrameLocks noGrp="1"/>
          </p:cNvGraphicFramePr>
          <p:nvPr>
            <p:extLst>
              <p:ext uri="{D42A27DB-BD31-4B8C-83A1-F6EECF244321}">
                <p14:modId xmlns:p14="http://schemas.microsoft.com/office/powerpoint/2010/main" val="1638835777"/>
              </p:ext>
            </p:extLst>
          </p:nvPr>
        </p:nvGraphicFramePr>
        <p:xfrm>
          <a:off x="85830" y="1646238"/>
          <a:ext cx="1482968" cy="370840"/>
        </p:xfrm>
        <a:graphic>
          <a:graphicData uri="http://schemas.openxmlformats.org/drawingml/2006/table">
            <a:tbl>
              <a:tblPr>
                <a:tableStyleId>{073A0DAA-6AF3-43AB-8588-CEC1D06C72B9}</a:tableStyleId>
              </a:tblPr>
              <a:tblGrid>
                <a:gridCol w="1482968">
                  <a:extLst>
                    <a:ext uri="{9D8B030D-6E8A-4147-A177-3AD203B41FA5}">
                      <a16:colId xmlns:a16="http://schemas.microsoft.com/office/drawing/2014/main" val="2767474637"/>
                    </a:ext>
                  </a:extLst>
                </a:gridCol>
              </a:tblGrid>
              <a:tr h="370840">
                <a:tc>
                  <a:txBody>
                    <a:bodyPr/>
                    <a:lstStyle/>
                    <a:p>
                      <a:pPr algn="ctr"/>
                      <a:r>
                        <a:rPr lang="en-US" altLang="zh-TW" dirty="0"/>
                        <a:t>12</a:t>
                      </a:r>
                      <a:endParaRPr lang="zh-TW" altLang="en-US" dirty="0"/>
                    </a:p>
                  </a:txBody>
                  <a:tcPr/>
                </a:tc>
                <a:extLst>
                  <a:ext uri="{0D108BD9-81ED-4DB2-BD59-A6C34878D82A}">
                    <a16:rowId xmlns:a16="http://schemas.microsoft.com/office/drawing/2014/main" val="3330982451"/>
                  </a:ext>
                </a:extLst>
              </a:tr>
            </a:tbl>
          </a:graphicData>
        </a:graphic>
      </p:graphicFrame>
      <p:graphicFrame>
        <p:nvGraphicFramePr>
          <p:cNvPr id="14" name="表格 13">
            <a:extLst>
              <a:ext uri="{FF2B5EF4-FFF2-40B4-BE49-F238E27FC236}">
                <a16:creationId xmlns:a16="http://schemas.microsoft.com/office/drawing/2014/main" id="{CCFE738F-D2D6-635E-7F88-042EAB19E725}"/>
              </a:ext>
            </a:extLst>
          </p:cNvPr>
          <p:cNvGraphicFramePr>
            <a:graphicFrameLocks noGrp="1"/>
          </p:cNvGraphicFramePr>
          <p:nvPr>
            <p:extLst>
              <p:ext uri="{D42A27DB-BD31-4B8C-83A1-F6EECF244321}">
                <p14:modId xmlns:p14="http://schemas.microsoft.com/office/powerpoint/2010/main" val="2920935183"/>
              </p:ext>
            </p:extLst>
          </p:nvPr>
        </p:nvGraphicFramePr>
        <p:xfrm>
          <a:off x="1854549" y="1646238"/>
          <a:ext cx="1482968" cy="370840"/>
        </p:xfrm>
        <a:graphic>
          <a:graphicData uri="http://schemas.openxmlformats.org/drawingml/2006/table">
            <a:tbl>
              <a:tblPr>
                <a:tableStyleId>{073A0DAA-6AF3-43AB-8588-CEC1D06C72B9}</a:tableStyleId>
              </a:tblPr>
              <a:tblGrid>
                <a:gridCol w="1482968">
                  <a:extLst>
                    <a:ext uri="{9D8B030D-6E8A-4147-A177-3AD203B41FA5}">
                      <a16:colId xmlns:a16="http://schemas.microsoft.com/office/drawing/2014/main" val="2767474637"/>
                    </a:ext>
                  </a:extLst>
                </a:gridCol>
              </a:tblGrid>
              <a:tr h="370840">
                <a:tc>
                  <a:txBody>
                    <a:bodyPr/>
                    <a:lstStyle/>
                    <a:p>
                      <a:pPr algn="ctr"/>
                      <a:r>
                        <a:rPr lang="en-US" altLang="zh-TW" dirty="0"/>
                        <a:t>8</a:t>
                      </a:r>
                      <a:endParaRPr lang="zh-TW" altLang="en-US" dirty="0"/>
                    </a:p>
                  </a:txBody>
                  <a:tcPr/>
                </a:tc>
                <a:extLst>
                  <a:ext uri="{0D108BD9-81ED-4DB2-BD59-A6C34878D82A}">
                    <a16:rowId xmlns:a16="http://schemas.microsoft.com/office/drawing/2014/main" val="3330982451"/>
                  </a:ext>
                </a:extLst>
              </a:tr>
            </a:tbl>
          </a:graphicData>
        </a:graphic>
      </p:graphicFrame>
      <p:graphicFrame>
        <p:nvGraphicFramePr>
          <p:cNvPr id="15" name="表格 14">
            <a:extLst>
              <a:ext uri="{FF2B5EF4-FFF2-40B4-BE49-F238E27FC236}">
                <a16:creationId xmlns:a16="http://schemas.microsoft.com/office/drawing/2014/main" id="{F01CD1E7-2007-8C31-9E62-1C828BCD7CED}"/>
              </a:ext>
            </a:extLst>
          </p:cNvPr>
          <p:cNvGraphicFramePr>
            <a:graphicFrameLocks noGrp="1"/>
          </p:cNvGraphicFramePr>
          <p:nvPr>
            <p:extLst>
              <p:ext uri="{D42A27DB-BD31-4B8C-83A1-F6EECF244321}">
                <p14:modId xmlns:p14="http://schemas.microsoft.com/office/powerpoint/2010/main" val="1265821385"/>
              </p:ext>
            </p:extLst>
          </p:nvPr>
        </p:nvGraphicFramePr>
        <p:xfrm>
          <a:off x="3623268" y="1646238"/>
          <a:ext cx="1482968" cy="370840"/>
        </p:xfrm>
        <a:graphic>
          <a:graphicData uri="http://schemas.openxmlformats.org/drawingml/2006/table">
            <a:tbl>
              <a:tblPr>
                <a:tableStyleId>{073A0DAA-6AF3-43AB-8588-CEC1D06C72B9}</a:tableStyleId>
              </a:tblPr>
              <a:tblGrid>
                <a:gridCol w="1482968">
                  <a:extLst>
                    <a:ext uri="{9D8B030D-6E8A-4147-A177-3AD203B41FA5}">
                      <a16:colId xmlns:a16="http://schemas.microsoft.com/office/drawing/2014/main" val="2767474637"/>
                    </a:ext>
                  </a:extLst>
                </a:gridCol>
              </a:tblGrid>
              <a:tr h="370840">
                <a:tc>
                  <a:txBody>
                    <a:bodyPr/>
                    <a:lstStyle/>
                    <a:p>
                      <a:pPr algn="ctr"/>
                      <a:r>
                        <a:rPr lang="en-US" altLang="zh-TW" dirty="0"/>
                        <a:t>9</a:t>
                      </a:r>
                      <a:endParaRPr lang="zh-TW" altLang="en-US" dirty="0"/>
                    </a:p>
                  </a:txBody>
                  <a:tcPr/>
                </a:tc>
                <a:extLst>
                  <a:ext uri="{0D108BD9-81ED-4DB2-BD59-A6C34878D82A}">
                    <a16:rowId xmlns:a16="http://schemas.microsoft.com/office/drawing/2014/main" val="3330982451"/>
                  </a:ext>
                </a:extLst>
              </a:tr>
            </a:tbl>
          </a:graphicData>
        </a:graphic>
      </p:graphicFrame>
      <p:graphicFrame>
        <p:nvGraphicFramePr>
          <p:cNvPr id="16" name="表格 15">
            <a:extLst>
              <a:ext uri="{FF2B5EF4-FFF2-40B4-BE49-F238E27FC236}">
                <a16:creationId xmlns:a16="http://schemas.microsoft.com/office/drawing/2014/main" id="{34EB7AF8-5F22-4E20-7704-566424DE379C}"/>
              </a:ext>
            </a:extLst>
          </p:cNvPr>
          <p:cNvGraphicFramePr>
            <a:graphicFrameLocks noGrp="1"/>
          </p:cNvGraphicFramePr>
          <p:nvPr>
            <p:extLst>
              <p:ext uri="{D42A27DB-BD31-4B8C-83A1-F6EECF244321}">
                <p14:modId xmlns:p14="http://schemas.microsoft.com/office/powerpoint/2010/main" val="3661750412"/>
              </p:ext>
            </p:extLst>
          </p:nvPr>
        </p:nvGraphicFramePr>
        <p:xfrm>
          <a:off x="5391987" y="1646238"/>
          <a:ext cx="1482968" cy="370840"/>
        </p:xfrm>
        <a:graphic>
          <a:graphicData uri="http://schemas.openxmlformats.org/drawingml/2006/table">
            <a:tbl>
              <a:tblPr>
                <a:tableStyleId>{073A0DAA-6AF3-43AB-8588-CEC1D06C72B9}</a:tableStyleId>
              </a:tblPr>
              <a:tblGrid>
                <a:gridCol w="1482968">
                  <a:extLst>
                    <a:ext uri="{9D8B030D-6E8A-4147-A177-3AD203B41FA5}">
                      <a16:colId xmlns:a16="http://schemas.microsoft.com/office/drawing/2014/main" val="2767474637"/>
                    </a:ext>
                  </a:extLst>
                </a:gridCol>
              </a:tblGrid>
              <a:tr h="370840">
                <a:tc>
                  <a:txBody>
                    <a:bodyPr/>
                    <a:lstStyle/>
                    <a:p>
                      <a:pPr algn="ctr"/>
                      <a:r>
                        <a:rPr lang="en-US" altLang="zh-TW" dirty="0"/>
                        <a:t>3</a:t>
                      </a:r>
                      <a:endParaRPr lang="zh-TW" altLang="en-US" dirty="0"/>
                    </a:p>
                  </a:txBody>
                  <a:tcPr/>
                </a:tc>
                <a:extLst>
                  <a:ext uri="{0D108BD9-81ED-4DB2-BD59-A6C34878D82A}">
                    <a16:rowId xmlns:a16="http://schemas.microsoft.com/office/drawing/2014/main" val="3330982451"/>
                  </a:ext>
                </a:extLst>
              </a:tr>
            </a:tbl>
          </a:graphicData>
        </a:graphic>
      </p:graphicFrame>
      <p:graphicFrame>
        <p:nvGraphicFramePr>
          <p:cNvPr id="17" name="表格 16">
            <a:extLst>
              <a:ext uri="{FF2B5EF4-FFF2-40B4-BE49-F238E27FC236}">
                <a16:creationId xmlns:a16="http://schemas.microsoft.com/office/drawing/2014/main" id="{52249EAB-0F1D-D806-3E9E-372A720E9306}"/>
              </a:ext>
            </a:extLst>
          </p:cNvPr>
          <p:cNvGraphicFramePr>
            <a:graphicFrameLocks noGrp="1"/>
          </p:cNvGraphicFramePr>
          <p:nvPr>
            <p:extLst>
              <p:ext uri="{D42A27DB-BD31-4B8C-83A1-F6EECF244321}">
                <p14:modId xmlns:p14="http://schemas.microsoft.com/office/powerpoint/2010/main" val="3406732253"/>
              </p:ext>
            </p:extLst>
          </p:nvPr>
        </p:nvGraphicFramePr>
        <p:xfrm>
          <a:off x="7160706" y="1646238"/>
          <a:ext cx="1482968" cy="370840"/>
        </p:xfrm>
        <a:graphic>
          <a:graphicData uri="http://schemas.openxmlformats.org/drawingml/2006/table">
            <a:tbl>
              <a:tblPr>
                <a:tableStyleId>{073A0DAA-6AF3-43AB-8588-CEC1D06C72B9}</a:tableStyleId>
              </a:tblPr>
              <a:tblGrid>
                <a:gridCol w="1482968">
                  <a:extLst>
                    <a:ext uri="{9D8B030D-6E8A-4147-A177-3AD203B41FA5}">
                      <a16:colId xmlns:a16="http://schemas.microsoft.com/office/drawing/2014/main" val="2767474637"/>
                    </a:ext>
                  </a:extLst>
                </a:gridCol>
              </a:tblGrid>
              <a:tr h="370840">
                <a:tc>
                  <a:txBody>
                    <a:bodyPr/>
                    <a:lstStyle/>
                    <a:p>
                      <a:pPr algn="ctr"/>
                      <a:r>
                        <a:rPr lang="en-US" altLang="zh-TW" dirty="0"/>
                        <a:t>11</a:t>
                      </a:r>
                      <a:endParaRPr lang="zh-TW" altLang="en-US" dirty="0"/>
                    </a:p>
                  </a:txBody>
                  <a:tcPr/>
                </a:tc>
                <a:extLst>
                  <a:ext uri="{0D108BD9-81ED-4DB2-BD59-A6C34878D82A}">
                    <a16:rowId xmlns:a16="http://schemas.microsoft.com/office/drawing/2014/main" val="3330982451"/>
                  </a:ext>
                </a:extLst>
              </a:tr>
            </a:tbl>
          </a:graphicData>
        </a:graphic>
      </p:graphicFrame>
      <p:graphicFrame>
        <p:nvGraphicFramePr>
          <p:cNvPr id="18" name="表格 17">
            <a:extLst>
              <a:ext uri="{FF2B5EF4-FFF2-40B4-BE49-F238E27FC236}">
                <a16:creationId xmlns:a16="http://schemas.microsoft.com/office/drawing/2014/main" id="{3D327088-2525-928B-1848-751915173267}"/>
              </a:ext>
            </a:extLst>
          </p:cNvPr>
          <p:cNvGraphicFramePr>
            <a:graphicFrameLocks noGrp="1"/>
          </p:cNvGraphicFramePr>
          <p:nvPr>
            <p:extLst>
              <p:ext uri="{D42A27DB-BD31-4B8C-83A1-F6EECF244321}">
                <p14:modId xmlns:p14="http://schemas.microsoft.com/office/powerpoint/2010/main" val="2864171474"/>
              </p:ext>
            </p:extLst>
          </p:nvPr>
        </p:nvGraphicFramePr>
        <p:xfrm>
          <a:off x="8929425" y="1646238"/>
          <a:ext cx="1482968" cy="370840"/>
        </p:xfrm>
        <a:graphic>
          <a:graphicData uri="http://schemas.openxmlformats.org/drawingml/2006/table">
            <a:tbl>
              <a:tblPr>
                <a:tableStyleId>{073A0DAA-6AF3-43AB-8588-CEC1D06C72B9}</a:tableStyleId>
              </a:tblPr>
              <a:tblGrid>
                <a:gridCol w="1482968">
                  <a:extLst>
                    <a:ext uri="{9D8B030D-6E8A-4147-A177-3AD203B41FA5}">
                      <a16:colId xmlns:a16="http://schemas.microsoft.com/office/drawing/2014/main" val="2767474637"/>
                    </a:ext>
                  </a:extLst>
                </a:gridCol>
              </a:tblGrid>
              <a:tr h="370840">
                <a:tc>
                  <a:txBody>
                    <a:bodyPr/>
                    <a:lstStyle/>
                    <a:p>
                      <a:pPr algn="ctr"/>
                      <a:r>
                        <a:rPr lang="en-US" altLang="zh-TW" dirty="0"/>
                        <a:t>5</a:t>
                      </a:r>
                      <a:endParaRPr lang="zh-TW" altLang="en-US" dirty="0"/>
                    </a:p>
                  </a:txBody>
                  <a:tcPr/>
                </a:tc>
                <a:extLst>
                  <a:ext uri="{0D108BD9-81ED-4DB2-BD59-A6C34878D82A}">
                    <a16:rowId xmlns:a16="http://schemas.microsoft.com/office/drawing/2014/main" val="3330982451"/>
                  </a:ext>
                </a:extLst>
              </a:tr>
            </a:tbl>
          </a:graphicData>
        </a:graphic>
      </p:graphicFrame>
      <p:graphicFrame>
        <p:nvGraphicFramePr>
          <p:cNvPr id="19" name="表格 18">
            <a:extLst>
              <a:ext uri="{FF2B5EF4-FFF2-40B4-BE49-F238E27FC236}">
                <a16:creationId xmlns:a16="http://schemas.microsoft.com/office/drawing/2014/main" id="{234A94BE-B4DB-C9DF-CD8F-E6E8173CD1CF}"/>
              </a:ext>
            </a:extLst>
          </p:cNvPr>
          <p:cNvGraphicFramePr>
            <a:graphicFrameLocks noGrp="1"/>
          </p:cNvGraphicFramePr>
          <p:nvPr>
            <p:extLst>
              <p:ext uri="{D42A27DB-BD31-4B8C-83A1-F6EECF244321}">
                <p14:modId xmlns:p14="http://schemas.microsoft.com/office/powerpoint/2010/main" val="878903636"/>
              </p:ext>
            </p:extLst>
          </p:nvPr>
        </p:nvGraphicFramePr>
        <p:xfrm>
          <a:off x="10698146" y="1646238"/>
          <a:ext cx="1482968" cy="370840"/>
        </p:xfrm>
        <a:graphic>
          <a:graphicData uri="http://schemas.openxmlformats.org/drawingml/2006/table">
            <a:tbl>
              <a:tblPr>
                <a:tableStyleId>{073A0DAA-6AF3-43AB-8588-CEC1D06C72B9}</a:tableStyleId>
              </a:tblPr>
              <a:tblGrid>
                <a:gridCol w="1482968">
                  <a:extLst>
                    <a:ext uri="{9D8B030D-6E8A-4147-A177-3AD203B41FA5}">
                      <a16:colId xmlns:a16="http://schemas.microsoft.com/office/drawing/2014/main" val="2767474637"/>
                    </a:ext>
                  </a:extLst>
                </a:gridCol>
              </a:tblGrid>
              <a:tr h="370840">
                <a:tc>
                  <a:txBody>
                    <a:bodyPr/>
                    <a:lstStyle/>
                    <a:p>
                      <a:pPr algn="ctr"/>
                      <a:r>
                        <a:rPr lang="en-US" altLang="zh-TW" dirty="0"/>
                        <a:t>4</a:t>
                      </a:r>
                      <a:endParaRPr lang="zh-TW" altLang="en-US" dirty="0"/>
                    </a:p>
                  </a:txBody>
                  <a:tcPr/>
                </a:tc>
                <a:extLst>
                  <a:ext uri="{0D108BD9-81ED-4DB2-BD59-A6C34878D82A}">
                    <a16:rowId xmlns:a16="http://schemas.microsoft.com/office/drawing/2014/main" val="3330982451"/>
                  </a:ext>
                </a:extLst>
              </a:tr>
            </a:tbl>
          </a:graphicData>
        </a:graphic>
      </p:graphicFrame>
      <p:graphicFrame>
        <p:nvGraphicFramePr>
          <p:cNvPr id="20" name="表格 19">
            <a:extLst>
              <a:ext uri="{FF2B5EF4-FFF2-40B4-BE49-F238E27FC236}">
                <a16:creationId xmlns:a16="http://schemas.microsoft.com/office/drawing/2014/main" id="{78D1ABE0-4CD9-CEEE-1BB8-E14D1CDA520D}"/>
              </a:ext>
            </a:extLst>
          </p:cNvPr>
          <p:cNvGraphicFramePr>
            <a:graphicFrameLocks noGrp="1"/>
          </p:cNvGraphicFramePr>
          <p:nvPr>
            <p:extLst>
              <p:ext uri="{D42A27DB-BD31-4B8C-83A1-F6EECF244321}">
                <p14:modId xmlns:p14="http://schemas.microsoft.com/office/powerpoint/2010/main" val="3420648338"/>
              </p:ext>
            </p:extLst>
          </p:nvPr>
        </p:nvGraphicFramePr>
        <p:xfrm>
          <a:off x="193957" y="2786381"/>
          <a:ext cx="3054700" cy="370840"/>
        </p:xfrm>
        <a:graphic>
          <a:graphicData uri="http://schemas.openxmlformats.org/drawingml/2006/table">
            <a:tbl>
              <a:tblPr>
                <a:tableStyleId>{073A0DAA-6AF3-43AB-8588-CEC1D06C72B9}</a:tableStyleId>
              </a:tblPr>
              <a:tblGrid>
                <a:gridCol w="1527350">
                  <a:extLst>
                    <a:ext uri="{9D8B030D-6E8A-4147-A177-3AD203B41FA5}">
                      <a16:colId xmlns:a16="http://schemas.microsoft.com/office/drawing/2014/main" val="2767474637"/>
                    </a:ext>
                  </a:extLst>
                </a:gridCol>
                <a:gridCol w="1527350">
                  <a:extLst>
                    <a:ext uri="{9D8B030D-6E8A-4147-A177-3AD203B41FA5}">
                      <a16:colId xmlns:a16="http://schemas.microsoft.com/office/drawing/2014/main" val="2293042915"/>
                    </a:ext>
                  </a:extLst>
                </a:gridCol>
              </a:tblGrid>
              <a:tr h="370840">
                <a:tc>
                  <a:txBody>
                    <a:bodyPr/>
                    <a:lstStyle/>
                    <a:p>
                      <a:pPr algn="ctr"/>
                      <a:r>
                        <a:rPr lang="en-US" altLang="zh-TW" dirty="0"/>
                        <a:t>8</a:t>
                      </a:r>
                      <a:endParaRPr lang="zh-TW" altLang="en-US" dirty="0"/>
                    </a:p>
                  </a:txBody>
                  <a:tcPr/>
                </a:tc>
                <a:tc>
                  <a:txBody>
                    <a:bodyPr/>
                    <a:lstStyle/>
                    <a:p>
                      <a:pPr algn="ctr"/>
                      <a:r>
                        <a:rPr lang="en-US" altLang="zh-TW" dirty="0"/>
                        <a:t>12</a:t>
                      </a:r>
                      <a:endParaRPr lang="zh-TW" altLang="en-US" dirty="0"/>
                    </a:p>
                  </a:txBody>
                  <a:tcPr/>
                </a:tc>
                <a:extLst>
                  <a:ext uri="{0D108BD9-81ED-4DB2-BD59-A6C34878D82A}">
                    <a16:rowId xmlns:a16="http://schemas.microsoft.com/office/drawing/2014/main" val="3330982451"/>
                  </a:ext>
                </a:extLst>
              </a:tr>
            </a:tbl>
          </a:graphicData>
        </a:graphic>
      </p:graphicFrame>
      <p:graphicFrame>
        <p:nvGraphicFramePr>
          <p:cNvPr id="22" name="表格 21">
            <a:extLst>
              <a:ext uri="{FF2B5EF4-FFF2-40B4-BE49-F238E27FC236}">
                <a16:creationId xmlns:a16="http://schemas.microsoft.com/office/drawing/2014/main" id="{5BD3DCF0-A371-E788-87AB-20802F3FC59D}"/>
              </a:ext>
            </a:extLst>
          </p:cNvPr>
          <p:cNvGraphicFramePr>
            <a:graphicFrameLocks noGrp="1"/>
          </p:cNvGraphicFramePr>
          <p:nvPr>
            <p:extLst>
              <p:ext uri="{D42A27DB-BD31-4B8C-83A1-F6EECF244321}">
                <p14:modId xmlns:p14="http://schemas.microsoft.com/office/powerpoint/2010/main" val="3732630612"/>
              </p:ext>
            </p:extLst>
          </p:nvPr>
        </p:nvGraphicFramePr>
        <p:xfrm>
          <a:off x="3741025" y="2786381"/>
          <a:ext cx="3054700" cy="370840"/>
        </p:xfrm>
        <a:graphic>
          <a:graphicData uri="http://schemas.openxmlformats.org/drawingml/2006/table">
            <a:tbl>
              <a:tblPr>
                <a:tableStyleId>{073A0DAA-6AF3-43AB-8588-CEC1D06C72B9}</a:tableStyleId>
              </a:tblPr>
              <a:tblGrid>
                <a:gridCol w="1527350">
                  <a:extLst>
                    <a:ext uri="{9D8B030D-6E8A-4147-A177-3AD203B41FA5}">
                      <a16:colId xmlns:a16="http://schemas.microsoft.com/office/drawing/2014/main" val="2767474637"/>
                    </a:ext>
                  </a:extLst>
                </a:gridCol>
                <a:gridCol w="1527350">
                  <a:extLst>
                    <a:ext uri="{9D8B030D-6E8A-4147-A177-3AD203B41FA5}">
                      <a16:colId xmlns:a16="http://schemas.microsoft.com/office/drawing/2014/main" val="2293042915"/>
                    </a:ext>
                  </a:extLst>
                </a:gridCol>
              </a:tblGrid>
              <a:tr h="370840">
                <a:tc>
                  <a:txBody>
                    <a:bodyPr/>
                    <a:lstStyle/>
                    <a:p>
                      <a:pPr algn="ctr"/>
                      <a:r>
                        <a:rPr lang="en-US" altLang="zh-TW" dirty="0"/>
                        <a:t>3</a:t>
                      </a:r>
                      <a:endParaRPr lang="zh-TW" altLang="en-US" dirty="0"/>
                    </a:p>
                  </a:txBody>
                  <a:tcPr/>
                </a:tc>
                <a:tc>
                  <a:txBody>
                    <a:bodyPr/>
                    <a:lstStyle/>
                    <a:p>
                      <a:pPr algn="ctr"/>
                      <a:r>
                        <a:rPr lang="en-US" altLang="zh-TW" dirty="0"/>
                        <a:t>9</a:t>
                      </a:r>
                      <a:endParaRPr lang="zh-TW" altLang="en-US" dirty="0"/>
                    </a:p>
                  </a:txBody>
                  <a:tcPr/>
                </a:tc>
                <a:extLst>
                  <a:ext uri="{0D108BD9-81ED-4DB2-BD59-A6C34878D82A}">
                    <a16:rowId xmlns:a16="http://schemas.microsoft.com/office/drawing/2014/main" val="3330982451"/>
                  </a:ext>
                </a:extLst>
              </a:tr>
            </a:tbl>
          </a:graphicData>
        </a:graphic>
      </p:graphicFrame>
      <p:graphicFrame>
        <p:nvGraphicFramePr>
          <p:cNvPr id="25" name="表格 24">
            <a:extLst>
              <a:ext uri="{FF2B5EF4-FFF2-40B4-BE49-F238E27FC236}">
                <a16:creationId xmlns:a16="http://schemas.microsoft.com/office/drawing/2014/main" id="{3EB88C04-C734-EBF4-9559-655DF42A869C}"/>
              </a:ext>
            </a:extLst>
          </p:cNvPr>
          <p:cNvGraphicFramePr>
            <a:graphicFrameLocks noGrp="1"/>
          </p:cNvGraphicFramePr>
          <p:nvPr>
            <p:extLst>
              <p:ext uri="{D42A27DB-BD31-4B8C-83A1-F6EECF244321}">
                <p14:modId xmlns:p14="http://schemas.microsoft.com/office/powerpoint/2010/main" val="2390710418"/>
              </p:ext>
            </p:extLst>
          </p:nvPr>
        </p:nvGraphicFramePr>
        <p:xfrm>
          <a:off x="7288093" y="2819513"/>
          <a:ext cx="3054700" cy="370840"/>
        </p:xfrm>
        <a:graphic>
          <a:graphicData uri="http://schemas.openxmlformats.org/drawingml/2006/table">
            <a:tbl>
              <a:tblPr>
                <a:tableStyleId>{073A0DAA-6AF3-43AB-8588-CEC1D06C72B9}</a:tableStyleId>
              </a:tblPr>
              <a:tblGrid>
                <a:gridCol w="1527350">
                  <a:extLst>
                    <a:ext uri="{9D8B030D-6E8A-4147-A177-3AD203B41FA5}">
                      <a16:colId xmlns:a16="http://schemas.microsoft.com/office/drawing/2014/main" val="2767474637"/>
                    </a:ext>
                  </a:extLst>
                </a:gridCol>
                <a:gridCol w="1527350">
                  <a:extLst>
                    <a:ext uri="{9D8B030D-6E8A-4147-A177-3AD203B41FA5}">
                      <a16:colId xmlns:a16="http://schemas.microsoft.com/office/drawing/2014/main" val="2293042915"/>
                    </a:ext>
                  </a:extLst>
                </a:gridCol>
              </a:tblGrid>
              <a:tr h="370840">
                <a:tc>
                  <a:txBody>
                    <a:bodyPr/>
                    <a:lstStyle/>
                    <a:p>
                      <a:pPr algn="ctr"/>
                      <a:r>
                        <a:rPr lang="en-US" altLang="zh-TW" dirty="0"/>
                        <a:t>5</a:t>
                      </a:r>
                      <a:endParaRPr lang="zh-TW" altLang="en-US" dirty="0"/>
                    </a:p>
                  </a:txBody>
                  <a:tcPr/>
                </a:tc>
                <a:tc>
                  <a:txBody>
                    <a:bodyPr/>
                    <a:lstStyle/>
                    <a:p>
                      <a:pPr algn="ctr"/>
                      <a:r>
                        <a:rPr lang="en-US" altLang="zh-TW" dirty="0"/>
                        <a:t>11</a:t>
                      </a:r>
                      <a:endParaRPr lang="zh-TW" altLang="en-US" dirty="0"/>
                    </a:p>
                  </a:txBody>
                  <a:tcPr/>
                </a:tc>
                <a:extLst>
                  <a:ext uri="{0D108BD9-81ED-4DB2-BD59-A6C34878D82A}">
                    <a16:rowId xmlns:a16="http://schemas.microsoft.com/office/drawing/2014/main" val="3330982451"/>
                  </a:ext>
                </a:extLst>
              </a:tr>
            </a:tbl>
          </a:graphicData>
        </a:graphic>
      </p:graphicFrame>
      <p:graphicFrame>
        <p:nvGraphicFramePr>
          <p:cNvPr id="29" name="表格 28">
            <a:extLst>
              <a:ext uri="{FF2B5EF4-FFF2-40B4-BE49-F238E27FC236}">
                <a16:creationId xmlns:a16="http://schemas.microsoft.com/office/drawing/2014/main" id="{CD45B006-32F6-9464-E0B2-CFEB75408CF3}"/>
              </a:ext>
            </a:extLst>
          </p:cNvPr>
          <p:cNvGraphicFramePr>
            <a:graphicFrameLocks noGrp="1"/>
          </p:cNvGraphicFramePr>
          <p:nvPr>
            <p:extLst>
              <p:ext uri="{D42A27DB-BD31-4B8C-83A1-F6EECF244321}">
                <p14:modId xmlns:p14="http://schemas.microsoft.com/office/powerpoint/2010/main" val="1667597612"/>
              </p:ext>
            </p:extLst>
          </p:nvPr>
        </p:nvGraphicFramePr>
        <p:xfrm>
          <a:off x="10709032" y="2786381"/>
          <a:ext cx="1482968" cy="370840"/>
        </p:xfrm>
        <a:graphic>
          <a:graphicData uri="http://schemas.openxmlformats.org/drawingml/2006/table">
            <a:tbl>
              <a:tblPr>
                <a:tableStyleId>{073A0DAA-6AF3-43AB-8588-CEC1D06C72B9}</a:tableStyleId>
              </a:tblPr>
              <a:tblGrid>
                <a:gridCol w="1482968">
                  <a:extLst>
                    <a:ext uri="{9D8B030D-6E8A-4147-A177-3AD203B41FA5}">
                      <a16:colId xmlns:a16="http://schemas.microsoft.com/office/drawing/2014/main" val="2767474637"/>
                    </a:ext>
                  </a:extLst>
                </a:gridCol>
              </a:tblGrid>
              <a:tr h="370840">
                <a:tc>
                  <a:txBody>
                    <a:bodyPr/>
                    <a:lstStyle/>
                    <a:p>
                      <a:pPr algn="ctr"/>
                      <a:r>
                        <a:rPr lang="en-US" altLang="zh-TW" dirty="0"/>
                        <a:t>4</a:t>
                      </a:r>
                      <a:endParaRPr lang="zh-TW" altLang="en-US" dirty="0"/>
                    </a:p>
                  </a:txBody>
                  <a:tcPr/>
                </a:tc>
                <a:extLst>
                  <a:ext uri="{0D108BD9-81ED-4DB2-BD59-A6C34878D82A}">
                    <a16:rowId xmlns:a16="http://schemas.microsoft.com/office/drawing/2014/main" val="3330982451"/>
                  </a:ext>
                </a:extLst>
              </a:tr>
            </a:tbl>
          </a:graphicData>
        </a:graphic>
      </p:graphicFrame>
      <p:graphicFrame>
        <p:nvGraphicFramePr>
          <p:cNvPr id="31" name="表格 30">
            <a:extLst>
              <a:ext uri="{FF2B5EF4-FFF2-40B4-BE49-F238E27FC236}">
                <a16:creationId xmlns:a16="http://schemas.microsoft.com/office/drawing/2014/main" id="{161DC54E-D1E2-C14E-680F-4609B0F7DFB2}"/>
              </a:ext>
            </a:extLst>
          </p:cNvPr>
          <p:cNvGraphicFramePr>
            <a:graphicFrameLocks noGrp="1"/>
          </p:cNvGraphicFramePr>
          <p:nvPr>
            <p:extLst>
              <p:ext uri="{D42A27DB-BD31-4B8C-83A1-F6EECF244321}">
                <p14:modId xmlns:p14="http://schemas.microsoft.com/office/powerpoint/2010/main" val="4035736"/>
              </p:ext>
            </p:extLst>
          </p:nvPr>
        </p:nvGraphicFramePr>
        <p:xfrm>
          <a:off x="838200" y="3926524"/>
          <a:ext cx="5375028" cy="370840"/>
        </p:xfrm>
        <a:graphic>
          <a:graphicData uri="http://schemas.openxmlformats.org/drawingml/2006/table">
            <a:tbl>
              <a:tblPr>
                <a:tableStyleId>{073A0DAA-6AF3-43AB-8588-CEC1D06C72B9}</a:tableStyleId>
              </a:tblPr>
              <a:tblGrid>
                <a:gridCol w="1343757">
                  <a:extLst>
                    <a:ext uri="{9D8B030D-6E8A-4147-A177-3AD203B41FA5}">
                      <a16:colId xmlns:a16="http://schemas.microsoft.com/office/drawing/2014/main" val="4163009995"/>
                    </a:ext>
                  </a:extLst>
                </a:gridCol>
                <a:gridCol w="1343757">
                  <a:extLst>
                    <a:ext uri="{9D8B030D-6E8A-4147-A177-3AD203B41FA5}">
                      <a16:colId xmlns:a16="http://schemas.microsoft.com/office/drawing/2014/main" val="1444442275"/>
                    </a:ext>
                  </a:extLst>
                </a:gridCol>
                <a:gridCol w="1343757">
                  <a:extLst>
                    <a:ext uri="{9D8B030D-6E8A-4147-A177-3AD203B41FA5}">
                      <a16:colId xmlns:a16="http://schemas.microsoft.com/office/drawing/2014/main" val="861751632"/>
                    </a:ext>
                  </a:extLst>
                </a:gridCol>
                <a:gridCol w="1343757">
                  <a:extLst>
                    <a:ext uri="{9D8B030D-6E8A-4147-A177-3AD203B41FA5}">
                      <a16:colId xmlns:a16="http://schemas.microsoft.com/office/drawing/2014/main" val="2849920633"/>
                    </a:ext>
                  </a:extLst>
                </a:gridCol>
              </a:tblGrid>
              <a:tr h="370840">
                <a:tc>
                  <a:txBody>
                    <a:bodyPr/>
                    <a:lstStyle/>
                    <a:p>
                      <a:pPr algn="ctr"/>
                      <a:r>
                        <a:rPr lang="en-US" altLang="zh-TW" dirty="0"/>
                        <a:t>3</a:t>
                      </a:r>
                      <a:endParaRPr lang="zh-TW" altLang="en-US" dirty="0"/>
                    </a:p>
                  </a:txBody>
                  <a:tcPr/>
                </a:tc>
                <a:tc>
                  <a:txBody>
                    <a:bodyPr/>
                    <a:lstStyle/>
                    <a:p>
                      <a:pPr algn="ctr"/>
                      <a:r>
                        <a:rPr lang="en-US" altLang="zh-TW" dirty="0"/>
                        <a:t>8</a:t>
                      </a:r>
                      <a:endParaRPr lang="zh-TW" altLang="en-US" dirty="0"/>
                    </a:p>
                  </a:txBody>
                  <a:tcPr/>
                </a:tc>
                <a:tc>
                  <a:txBody>
                    <a:bodyPr/>
                    <a:lstStyle/>
                    <a:p>
                      <a:pPr algn="ctr"/>
                      <a:r>
                        <a:rPr lang="en-US" altLang="zh-TW" dirty="0"/>
                        <a:t>9</a:t>
                      </a:r>
                      <a:endParaRPr lang="zh-TW" altLang="en-US" dirty="0"/>
                    </a:p>
                  </a:txBody>
                  <a:tcPr/>
                </a:tc>
                <a:tc>
                  <a:txBody>
                    <a:bodyPr/>
                    <a:lstStyle/>
                    <a:p>
                      <a:pPr algn="ctr"/>
                      <a:r>
                        <a:rPr lang="en-US" altLang="zh-TW" dirty="0"/>
                        <a:t>12</a:t>
                      </a:r>
                      <a:endParaRPr lang="zh-TW" altLang="en-US" dirty="0"/>
                    </a:p>
                  </a:txBody>
                  <a:tcPr/>
                </a:tc>
                <a:extLst>
                  <a:ext uri="{0D108BD9-81ED-4DB2-BD59-A6C34878D82A}">
                    <a16:rowId xmlns:a16="http://schemas.microsoft.com/office/drawing/2014/main" val="3588887889"/>
                  </a:ext>
                </a:extLst>
              </a:tr>
            </a:tbl>
          </a:graphicData>
        </a:graphic>
      </p:graphicFrame>
      <p:graphicFrame>
        <p:nvGraphicFramePr>
          <p:cNvPr id="33" name="表格 32">
            <a:extLst>
              <a:ext uri="{FF2B5EF4-FFF2-40B4-BE49-F238E27FC236}">
                <a16:creationId xmlns:a16="http://schemas.microsoft.com/office/drawing/2014/main" id="{35CE575F-3E97-73AF-BD79-27EF3E6C35F9}"/>
              </a:ext>
            </a:extLst>
          </p:cNvPr>
          <p:cNvGraphicFramePr>
            <a:graphicFrameLocks noGrp="1"/>
          </p:cNvGraphicFramePr>
          <p:nvPr>
            <p:extLst>
              <p:ext uri="{D42A27DB-BD31-4B8C-83A1-F6EECF244321}">
                <p14:modId xmlns:p14="http://schemas.microsoft.com/office/powerpoint/2010/main" val="1324523064"/>
              </p:ext>
            </p:extLst>
          </p:nvPr>
        </p:nvGraphicFramePr>
        <p:xfrm>
          <a:off x="7902190" y="3994164"/>
          <a:ext cx="3995055" cy="376869"/>
        </p:xfrm>
        <a:graphic>
          <a:graphicData uri="http://schemas.openxmlformats.org/drawingml/2006/table">
            <a:tbl>
              <a:tblPr>
                <a:tableStyleId>{073A0DAA-6AF3-43AB-8588-CEC1D06C72B9}</a:tableStyleId>
              </a:tblPr>
              <a:tblGrid>
                <a:gridCol w="1331685">
                  <a:extLst>
                    <a:ext uri="{9D8B030D-6E8A-4147-A177-3AD203B41FA5}">
                      <a16:colId xmlns:a16="http://schemas.microsoft.com/office/drawing/2014/main" val="4163009995"/>
                    </a:ext>
                  </a:extLst>
                </a:gridCol>
                <a:gridCol w="1246554">
                  <a:extLst>
                    <a:ext uri="{9D8B030D-6E8A-4147-A177-3AD203B41FA5}">
                      <a16:colId xmlns:a16="http://schemas.microsoft.com/office/drawing/2014/main" val="1444442275"/>
                    </a:ext>
                  </a:extLst>
                </a:gridCol>
                <a:gridCol w="1416816">
                  <a:extLst>
                    <a:ext uri="{9D8B030D-6E8A-4147-A177-3AD203B41FA5}">
                      <a16:colId xmlns:a16="http://schemas.microsoft.com/office/drawing/2014/main" val="861751632"/>
                    </a:ext>
                  </a:extLst>
                </a:gridCol>
              </a:tblGrid>
              <a:tr h="376869">
                <a:tc>
                  <a:txBody>
                    <a:bodyPr/>
                    <a:lstStyle/>
                    <a:p>
                      <a:pPr algn="ctr"/>
                      <a:r>
                        <a:rPr lang="en-US" altLang="zh-TW" dirty="0"/>
                        <a:t>4</a:t>
                      </a:r>
                      <a:endParaRPr lang="zh-TW" altLang="en-US" dirty="0"/>
                    </a:p>
                  </a:txBody>
                  <a:tcPr/>
                </a:tc>
                <a:tc>
                  <a:txBody>
                    <a:bodyPr/>
                    <a:lstStyle/>
                    <a:p>
                      <a:pPr algn="ctr"/>
                      <a:r>
                        <a:rPr lang="en-US" altLang="zh-TW" dirty="0"/>
                        <a:t>5</a:t>
                      </a:r>
                      <a:endParaRPr lang="zh-TW" altLang="en-US" dirty="0"/>
                    </a:p>
                  </a:txBody>
                  <a:tcPr/>
                </a:tc>
                <a:tc>
                  <a:txBody>
                    <a:bodyPr/>
                    <a:lstStyle/>
                    <a:p>
                      <a:pPr algn="ctr"/>
                      <a:r>
                        <a:rPr lang="en-US" altLang="zh-TW" dirty="0"/>
                        <a:t>11</a:t>
                      </a:r>
                      <a:endParaRPr lang="zh-TW" altLang="en-US" dirty="0"/>
                    </a:p>
                  </a:txBody>
                  <a:tcPr/>
                </a:tc>
                <a:extLst>
                  <a:ext uri="{0D108BD9-81ED-4DB2-BD59-A6C34878D82A}">
                    <a16:rowId xmlns:a16="http://schemas.microsoft.com/office/drawing/2014/main" val="3588887889"/>
                  </a:ext>
                </a:extLst>
              </a:tr>
            </a:tbl>
          </a:graphicData>
        </a:graphic>
      </p:graphicFrame>
      <p:graphicFrame>
        <p:nvGraphicFramePr>
          <p:cNvPr id="35" name="內容版面配置區 4">
            <a:extLst>
              <a:ext uri="{FF2B5EF4-FFF2-40B4-BE49-F238E27FC236}">
                <a16:creationId xmlns:a16="http://schemas.microsoft.com/office/drawing/2014/main" id="{FF190612-8A29-233F-68D7-FF6141A1E314}"/>
              </a:ext>
            </a:extLst>
          </p:cNvPr>
          <p:cNvGraphicFramePr>
            <a:graphicFrameLocks noGrp="1"/>
          </p:cNvGraphicFramePr>
          <p:nvPr>
            <p:ph idx="1"/>
            <p:extLst>
              <p:ext uri="{D42A27DB-BD31-4B8C-83A1-F6EECF244321}">
                <p14:modId xmlns:p14="http://schemas.microsoft.com/office/powerpoint/2010/main" val="713243650"/>
              </p:ext>
            </p:extLst>
          </p:nvPr>
        </p:nvGraphicFramePr>
        <p:xfrm>
          <a:off x="2141136" y="5240769"/>
          <a:ext cx="8841707" cy="370840"/>
        </p:xfrm>
        <a:graphic>
          <a:graphicData uri="http://schemas.openxmlformats.org/drawingml/2006/table">
            <a:tbl>
              <a:tblPr>
                <a:tableStyleId>{D7AC3CCA-C797-4891-BE02-D94E43425B78}</a:tableStyleId>
              </a:tblPr>
              <a:tblGrid>
                <a:gridCol w="1263101">
                  <a:extLst>
                    <a:ext uri="{9D8B030D-6E8A-4147-A177-3AD203B41FA5}">
                      <a16:colId xmlns:a16="http://schemas.microsoft.com/office/drawing/2014/main" val="3662671376"/>
                    </a:ext>
                  </a:extLst>
                </a:gridCol>
                <a:gridCol w="1263101">
                  <a:extLst>
                    <a:ext uri="{9D8B030D-6E8A-4147-A177-3AD203B41FA5}">
                      <a16:colId xmlns:a16="http://schemas.microsoft.com/office/drawing/2014/main" val="4168264735"/>
                    </a:ext>
                  </a:extLst>
                </a:gridCol>
                <a:gridCol w="1263101">
                  <a:extLst>
                    <a:ext uri="{9D8B030D-6E8A-4147-A177-3AD203B41FA5}">
                      <a16:colId xmlns:a16="http://schemas.microsoft.com/office/drawing/2014/main" val="939746818"/>
                    </a:ext>
                  </a:extLst>
                </a:gridCol>
                <a:gridCol w="1263101">
                  <a:extLst>
                    <a:ext uri="{9D8B030D-6E8A-4147-A177-3AD203B41FA5}">
                      <a16:colId xmlns:a16="http://schemas.microsoft.com/office/drawing/2014/main" val="50947274"/>
                    </a:ext>
                  </a:extLst>
                </a:gridCol>
                <a:gridCol w="1263101">
                  <a:extLst>
                    <a:ext uri="{9D8B030D-6E8A-4147-A177-3AD203B41FA5}">
                      <a16:colId xmlns:a16="http://schemas.microsoft.com/office/drawing/2014/main" val="27234412"/>
                    </a:ext>
                  </a:extLst>
                </a:gridCol>
                <a:gridCol w="1263101">
                  <a:extLst>
                    <a:ext uri="{9D8B030D-6E8A-4147-A177-3AD203B41FA5}">
                      <a16:colId xmlns:a16="http://schemas.microsoft.com/office/drawing/2014/main" val="993298597"/>
                    </a:ext>
                  </a:extLst>
                </a:gridCol>
                <a:gridCol w="1263101">
                  <a:extLst>
                    <a:ext uri="{9D8B030D-6E8A-4147-A177-3AD203B41FA5}">
                      <a16:colId xmlns:a16="http://schemas.microsoft.com/office/drawing/2014/main" val="3529069345"/>
                    </a:ext>
                  </a:extLst>
                </a:gridCol>
              </a:tblGrid>
              <a:tr h="370840">
                <a:tc>
                  <a:txBody>
                    <a:bodyPr/>
                    <a:lstStyle/>
                    <a:p>
                      <a:pPr algn="ctr"/>
                      <a:r>
                        <a:rPr lang="en-US" altLang="zh-TW" dirty="0"/>
                        <a:t>3</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5</a:t>
                      </a:r>
                      <a:endParaRPr lang="zh-TW" altLang="en-US" dirty="0"/>
                    </a:p>
                  </a:txBody>
                  <a:tcPr/>
                </a:tc>
                <a:tc>
                  <a:txBody>
                    <a:bodyPr/>
                    <a:lstStyle/>
                    <a:p>
                      <a:pPr algn="ctr"/>
                      <a:r>
                        <a:rPr lang="en-US" altLang="zh-TW" dirty="0"/>
                        <a:t>8</a:t>
                      </a:r>
                      <a:endParaRPr lang="zh-TW" altLang="en-US" dirty="0"/>
                    </a:p>
                  </a:txBody>
                  <a:tcPr/>
                </a:tc>
                <a:tc>
                  <a:txBody>
                    <a:bodyPr/>
                    <a:lstStyle/>
                    <a:p>
                      <a:pPr algn="ctr"/>
                      <a:r>
                        <a:rPr lang="en-US" altLang="zh-TW" dirty="0"/>
                        <a:t>9</a:t>
                      </a:r>
                      <a:endParaRPr lang="zh-TW" altLang="en-US" dirty="0"/>
                    </a:p>
                  </a:txBody>
                  <a:tcPr/>
                </a:tc>
                <a:tc>
                  <a:txBody>
                    <a:bodyPr/>
                    <a:lstStyle/>
                    <a:p>
                      <a:pPr algn="ctr"/>
                      <a:r>
                        <a:rPr lang="en-US" altLang="zh-TW" dirty="0"/>
                        <a:t>11</a:t>
                      </a:r>
                      <a:endParaRPr lang="zh-TW" altLang="en-US" dirty="0"/>
                    </a:p>
                  </a:txBody>
                  <a:tcPr/>
                </a:tc>
                <a:tc>
                  <a:txBody>
                    <a:bodyPr/>
                    <a:lstStyle/>
                    <a:p>
                      <a:pPr algn="ctr"/>
                      <a:r>
                        <a:rPr lang="en-US" altLang="zh-TW" dirty="0"/>
                        <a:t>12</a:t>
                      </a:r>
                      <a:endParaRPr lang="zh-TW" altLang="en-US" dirty="0"/>
                    </a:p>
                  </a:txBody>
                  <a:tcPr/>
                </a:tc>
                <a:extLst>
                  <a:ext uri="{0D108BD9-81ED-4DB2-BD59-A6C34878D82A}">
                    <a16:rowId xmlns:a16="http://schemas.microsoft.com/office/drawing/2014/main" val="1093524682"/>
                  </a:ext>
                </a:extLst>
              </a:tr>
            </a:tbl>
          </a:graphicData>
        </a:graphic>
      </p:graphicFrame>
      <p:cxnSp>
        <p:nvCxnSpPr>
          <p:cNvPr id="38" name="直線單箭頭接點 37">
            <a:extLst>
              <a:ext uri="{FF2B5EF4-FFF2-40B4-BE49-F238E27FC236}">
                <a16:creationId xmlns:a16="http://schemas.microsoft.com/office/drawing/2014/main" id="{F2AF62E0-D4BB-9612-8526-6DB43E7E98B6}"/>
              </a:ext>
            </a:extLst>
          </p:cNvPr>
          <p:cNvCxnSpPr>
            <a:cxnSpLocks/>
            <a:endCxn id="20" idx="0"/>
          </p:cNvCxnSpPr>
          <p:nvPr/>
        </p:nvCxnSpPr>
        <p:spPr>
          <a:xfrm>
            <a:off x="806868" y="2017078"/>
            <a:ext cx="914439" cy="769303"/>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42" name="直線單箭頭接點 41">
            <a:extLst>
              <a:ext uri="{FF2B5EF4-FFF2-40B4-BE49-F238E27FC236}">
                <a16:creationId xmlns:a16="http://schemas.microsoft.com/office/drawing/2014/main" id="{D680BBEC-A9A6-0B96-CD94-78F7C74EFEC7}"/>
              </a:ext>
            </a:extLst>
          </p:cNvPr>
          <p:cNvCxnSpPr>
            <a:cxnSpLocks/>
            <a:endCxn id="20" idx="0"/>
          </p:cNvCxnSpPr>
          <p:nvPr/>
        </p:nvCxnSpPr>
        <p:spPr>
          <a:xfrm flipH="1">
            <a:off x="1721307" y="2017078"/>
            <a:ext cx="871168" cy="769303"/>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45" name="直線單箭頭接點 44">
            <a:extLst>
              <a:ext uri="{FF2B5EF4-FFF2-40B4-BE49-F238E27FC236}">
                <a16:creationId xmlns:a16="http://schemas.microsoft.com/office/drawing/2014/main" id="{38BAFF1B-B3AC-A15B-419E-BB8AC7142875}"/>
              </a:ext>
            </a:extLst>
          </p:cNvPr>
          <p:cNvCxnSpPr>
            <a:cxnSpLocks/>
            <a:endCxn id="22" idx="0"/>
          </p:cNvCxnSpPr>
          <p:nvPr/>
        </p:nvCxnSpPr>
        <p:spPr>
          <a:xfrm>
            <a:off x="4382181" y="1988231"/>
            <a:ext cx="886194" cy="79815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46" name="直線單箭頭接點 45">
            <a:extLst>
              <a:ext uri="{FF2B5EF4-FFF2-40B4-BE49-F238E27FC236}">
                <a16:creationId xmlns:a16="http://schemas.microsoft.com/office/drawing/2014/main" id="{72A5F836-69A4-C3E8-1192-4BA7DE91C3D5}"/>
              </a:ext>
            </a:extLst>
          </p:cNvPr>
          <p:cNvCxnSpPr>
            <a:cxnSpLocks/>
            <a:endCxn id="22" idx="0"/>
          </p:cNvCxnSpPr>
          <p:nvPr/>
        </p:nvCxnSpPr>
        <p:spPr>
          <a:xfrm flipH="1">
            <a:off x="5268375" y="2041640"/>
            <a:ext cx="875803" cy="744741"/>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47" name="直線單箭頭接點 46">
            <a:extLst>
              <a:ext uri="{FF2B5EF4-FFF2-40B4-BE49-F238E27FC236}">
                <a16:creationId xmlns:a16="http://schemas.microsoft.com/office/drawing/2014/main" id="{DBE072B9-A336-8155-3AE4-2101D14E8BBA}"/>
              </a:ext>
            </a:extLst>
          </p:cNvPr>
          <p:cNvCxnSpPr>
            <a:cxnSpLocks/>
            <a:endCxn id="25" idx="0"/>
          </p:cNvCxnSpPr>
          <p:nvPr/>
        </p:nvCxnSpPr>
        <p:spPr>
          <a:xfrm>
            <a:off x="7993571" y="1980413"/>
            <a:ext cx="821872" cy="83910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48" name="直線單箭頭接點 47">
            <a:extLst>
              <a:ext uri="{FF2B5EF4-FFF2-40B4-BE49-F238E27FC236}">
                <a16:creationId xmlns:a16="http://schemas.microsoft.com/office/drawing/2014/main" id="{A562C299-E703-D9D5-CC8A-F248A042FA0A}"/>
              </a:ext>
            </a:extLst>
          </p:cNvPr>
          <p:cNvCxnSpPr>
            <a:cxnSpLocks/>
            <a:endCxn id="25" idx="0"/>
          </p:cNvCxnSpPr>
          <p:nvPr/>
        </p:nvCxnSpPr>
        <p:spPr>
          <a:xfrm flipH="1">
            <a:off x="8815443" y="2043890"/>
            <a:ext cx="911081" cy="775623"/>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49" name="直線單箭頭接點 48">
            <a:extLst>
              <a:ext uri="{FF2B5EF4-FFF2-40B4-BE49-F238E27FC236}">
                <a16:creationId xmlns:a16="http://schemas.microsoft.com/office/drawing/2014/main" id="{1D2D135A-745D-7D5E-8763-8543185422A1}"/>
              </a:ext>
            </a:extLst>
          </p:cNvPr>
          <p:cNvCxnSpPr>
            <a:cxnSpLocks/>
            <a:stCxn id="19" idx="2"/>
            <a:endCxn id="29" idx="0"/>
          </p:cNvCxnSpPr>
          <p:nvPr/>
        </p:nvCxnSpPr>
        <p:spPr>
          <a:xfrm>
            <a:off x="11439630" y="2017078"/>
            <a:ext cx="10886" cy="769303"/>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54" name="直線單箭頭接點 53">
            <a:extLst>
              <a:ext uri="{FF2B5EF4-FFF2-40B4-BE49-F238E27FC236}">
                <a16:creationId xmlns:a16="http://schemas.microsoft.com/office/drawing/2014/main" id="{19F4707A-BAC2-BEA9-8B95-9177206FD31C}"/>
              </a:ext>
            </a:extLst>
          </p:cNvPr>
          <p:cNvCxnSpPr>
            <a:cxnSpLocks/>
            <a:endCxn id="31" idx="0"/>
          </p:cNvCxnSpPr>
          <p:nvPr/>
        </p:nvCxnSpPr>
        <p:spPr>
          <a:xfrm flipH="1">
            <a:off x="3525714" y="3161506"/>
            <a:ext cx="2500210" cy="765018"/>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57" name="直線單箭頭接點 56">
            <a:extLst>
              <a:ext uri="{FF2B5EF4-FFF2-40B4-BE49-F238E27FC236}">
                <a16:creationId xmlns:a16="http://schemas.microsoft.com/office/drawing/2014/main" id="{B312576A-6CAC-4888-3BD9-D9328CD639E1}"/>
              </a:ext>
            </a:extLst>
          </p:cNvPr>
          <p:cNvCxnSpPr>
            <a:cxnSpLocks/>
            <a:endCxn id="31" idx="0"/>
          </p:cNvCxnSpPr>
          <p:nvPr/>
        </p:nvCxnSpPr>
        <p:spPr>
          <a:xfrm>
            <a:off x="962500" y="3144941"/>
            <a:ext cx="2563214" cy="781583"/>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61" name="直線單箭頭接點 60">
            <a:extLst>
              <a:ext uri="{FF2B5EF4-FFF2-40B4-BE49-F238E27FC236}">
                <a16:creationId xmlns:a16="http://schemas.microsoft.com/office/drawing/2014/main" id="{F27CF66C-5B17-00FB-C71B-C921C673FB44}"/>
              </a:ext>
            </a:extLst>
          </p:cNvPr>
          <p:cNvCxnSpPr>
            <a:cxnSpLocks/>
            <a:endCxn id="33" idx="0"/>
          </p:cNvCxnSpPr>
          <p:nvPr/>
        </p:nvCxnSpPr>
        <p:spPr>
          <a:xfrm flipH="1">
            <a:off x="9899717" y="3150564"/>
            <a:ext cx="1599912" cy="84360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63" name="直線單箭頭接點 62">
            <a:extLst>
              <a:ext uri="{FF2B5EF4-FFF2-40B4-BE49-F238E27FC236}">
                <a16:creationId xmlns:a16="http://schemas.microsoft.com/office/drawing/2014/main" id="{6C786B2E-8CDA-C6AC-937A-AD9C20FD04BF}"/>
              </a:ext>
            </a:extLst>
          </p:cNvPr>
          <p:cNvCxnSpPr>
            <a:cxnSpLocks/>
            <a:endCxn id="33" idx="0"/>
          </p:cNvCxnSpPr>
          <p:nvPr/>
        </p:nvCxnSpPr>
        <p:spPr>
          <a:xfrm>
            <a:off x="7976531" y="3157221"/>
            <a:ext cx="1923186" cy="836943"/>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67" name="直線單箭頭接點 66">
            <a:extLst>
              <a:ext uri="{FF2B5EF4-FFF2-40B4-BE49-F238E27FC236}">
                <a16:creationId xmlns:a16="http://schemas.microsoft.com/office/drawing/2014/main" id="{C0F29BFB-9DA6-CC75-1B42-2AFD7AA0BB9B}"/>
              </a:ext>
            </a:extLst>
          </p:cNvPr>
          <p:cNvCxnSpPr>
            <a:cxnSpLocks/>
            <a:stCxn id="31" idx="2"/>
          </p:cNvCxnSpPr>
          <p:nvPr/>
        </p:nvCxnSpPr>
        <p:spPr>
          <a:xfrm>
            <a:off x="3525714" y="4297364"/>
            <a:ext cx="2381142" cy="951423"/>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69" name="直線單箭頭接點 68">
            <a:extLst>
              <a:ext uri="{FF2B5EF4-FFF2-40B4-BE49-F238E27FC236}">
                <a16:creationId xmlns:a16="http://schemas.microsoft.com/office/drawing/2014/main" id="{B7ECD2BB-C33E-E235-5173-84B5A4454C74}"/>
              </a:ext>
            </a:extLst>
          </p:cNvPr>
          <p:cNvCxnSpPr>
            <a:cxnSpLocks/>
            <a:stCxn id="33" idx="2"/>
          </p:cNvCxnSpPr>
          <p:nvPr/>
        </p:nvCxnSpPr>
        <p:spPr>
          <a:xfrm flipH="1">
            <a:off x="5906856" y="4371033"/>
            <a:ext cx="3992861" cy="902868"/>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90" name="文字方塊 89">
            <a:extLst>
              <a:ext uri="{FF2B5EF4-FFF2-40B4-BE49-F238E27FC236}">
                <a16:creationId xmlns:a16="http://schemas.microsoft.com/office/drawing/2014/main" id="{311CF628-307A-37B3-CB55-4CAB82C49AAA}"/>
              </a:ext>
            </a:extLst>
          </p:cNvPr>
          <p:cNvSpPr txBox="1"/>
          <p:nvPr/>
        </p:nvSpPr>
        <p:spPr>
          <a:xfrm>
            <a:off x="838200" y="5911147"/>
            <a:ext cx="5375028" cy="646331"/>
          </a:xfrm>
          <a:prstGeom prst="rect">
            <a:avLst/>
          </a:prstGeom>
          <a:noFill/>
        </p:spPr>
        <p:txBody>
          <a:bodyPr wrap="square" rtlCol="0">
            <a:spAutoFit/>
          </a:bodyPr>
          <a:lstStyle/>
          <a:p>
            <a:r>
              <a:rPr lang="en-US" altLang="zh-TW" dirty="0">
                <a:latin typeface="Times New Roman" panose="02020603050405020304" pitchFamily="18" charset="0"/>
                <a:cs typeface="Times New Roman" panose="02020603050405020304" pitchFamily="18" charset="0"/>
              </a:rPr>
              <a:t>Time complexity: </a:t>
            </a:r>
          </a:p>
          <a:p>
            <a:pPr lvl="1"/>
            <a:r>
              <a:rPr lang="en-US" altLang="zh-TW" dirty="0">
                <a:latin typeface="Times New Roman" panose="02020603050405020304" pitchFamily="18" charset="0"/>
                <a:cs typeface="Times New Roman" panose="02020603050405020304" pitchFamily="18" charset="0"/>
              </a:rPr>
              <a:t>best/worst/average case : </a:t>
            </a:r>
            <a:r>
              <a:rPr lang="en-US" altLang="zh-TW" i="1" dirty="0">
                <a:latin typeface="Times New Roman" panose="02020603050405020304" pitchFamily="18" charset="0"/>
                <a:cs typeface="Times New Roman" panose="02020603050405020304" pitchFamily="18" charset="0"/>
              </a:rPr>
              <a:t>O</a:t>
            </a:r>
            <a:r>
              <a:rPr lang="en-US" altLang="zh-TW" dirty="0">
                <a:latin typeface="Times New Roman" panose="02020603050405020304" pitchFamily="18" charset="0"/>
                <a:cs typeface="Times New Roman" panose="02020603050405020304" pitchFamily="18" charset="0"/>
              </a:rPr>
              <a:t>(</a:t>
            </a:r>
            <a:r>
              <a:rPr lang="en-US" altLang="zh-TW" i="1" dirty="0" err="1">
                <a:latin typeface="Times New Roman" panose="02020603050405020304" pitchFamily="18" charset="0"/>
                <a:cs typeface="Times New Roman" panose="02020603050405020304" pitchFamily="18" charset="0"/>
              </a:rPr>
              <a:t>nlogn</a:t>
            </a:r>
            <a:r>
              <a:rPr lang="en-US" altLang="zh-TW"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87554629"/>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ED7020A-BC7A-359D-8C1B-D2DDFB53A292}"/>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Couple sort</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A5DB51C9-186D-6CF3-EBAF-E77AB7BC8164}"/>
              </a:ext>
            </a:extLst>
          </p:cNvPr>
          <p:cNvSpPr>
            <a:spLocks noGrp="1"/>
          </p:cNvSpPr>
          <p:nvPr>
            <p:ph idx="1"/>
          </p:nvPr>
        </p:nvSpPr>
        <p:spPr/>
        <p:txBody>
          <a:bodyPr/>
          <a:lstStyle/>
          <a:p>
            <a:r>
              <a:rPr lang="en-US" altLang="zh-TW" dirty="0" err="1">
                <a:latin typeface="Times New Roman" panose="02020603050405020304" pitchFamily="18" charset="0"/>
                <a:cs typeface="Times New Roman" panose="02020603050405020304" pitchFamily="18" charset="0"/>
              </a:rPr>
              <a:t>Buttom</a:t>
            </a:r>
            <a:r>
              <a:rPr lang="en-US" altLang="zh-TW" dirty="0">
                <a:latin typeface="Times New Roman" panose="02020603050405020304" pitchFamily="18" charset="0"/>
                <a:cs typeface="Times New Roman" panose="02020603050405020304" pitchFamily="18" charset="0"/>
              </a:rPr>
              <a:t> up merge sort + quick sort</a:t>
            </a:r>
          </a:p>
          <a:p>
            <a:r>
              <a:rPr lang="en-US" altLang="zh-TW" dirty="0">
                <a:latin typeface="Times New Roman" panose="02020603050405020304" pitchFamily="18" charset="0"/>
                <a:cs typeface="Times New Roman" panose="02020603050405020304" pitchFamily="18" charset="0"/>
              </a:rPr>
              <a:t>Given an array below</a:t>
            </a:r>
          </a:p>
          <a:p>
            <a:r>
              <a:rPr lang="en-US" altLang="zh-TW" dirty="0">
                <a:latin typeface="Times New Roman" panose="02020603050405020304" pitchFamily="18" charset="0"/>
                <a:cs typeface="Times New Roman" panose="02020603050405020304" pitchFamily="18" charset="0"/>
              </a:rPr>
              <a:t>Pivot = [</a:t>
            </a:r>
            <a:r>
              <a:rPr lang="en-US" altLang="zh-TW" i="1" dirty="0">
                <a:latin typeface="Times New Roman" panose="02020603050405020304" pitchFamily="18" charset="0"/>
                <a:cs typeface="Times New Roman" panose="02020603050405020304" pitchFamily="18" charset="0"/>
              </a:rPr>
              <a:t>n</a:t>
            </a:r>
            <a:r>
              <a:rPr lang="en-US" altLang="zh-TW" dirty="0">
                <a:latin typeface="Times New Roman" panose="02020603050405020304" pitchFamily="18" charset="0"/>
                <a:cs typeface="Times New Roman" panose="02020603050405020304" pitchFamily="18" charset="0"/>
              </a:rPr>
              <a:t>/2] = 11</a:t>
            </a:r>
          </a:p>
          <a:p>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After partition</a:t>
            </a:r>
          </a:p>
          <a:p>
            <a:endParaRPr lang="en-US" altLang="zh-TW" dirty="0">
              <a:latin typeface="Times New Roman" panose="02020603050405020304" pitchFamily="18" charset="0"/>
              <a:cs typeface="Times New Roman" panose="02020603050405020304" pitchFamily="18" charset="0"/>
            </a:endParaRPr>
          </a:p>
          <a:p>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51245B09-1EE3-A575-1B89-0A015867B310}"/>
              </a:ext>
            </a:extLst>
          </p:cNvPr>
          <p:cNvSpPr>
            <a:spLocks noGrp="1"/>
          </p:cNvSpPr>
          <p:nvPr>
            <p:ph type="sldNum" sz="quarter" idx="12"/>
          </p:nvPr>
        </p:nvSpPr>
        <p:spPr/>
        <p:txBody>
          <a:bodyPr/>
          <a:lstStyle/>
          <a:p>
            <a:fld id="{C497B8E6-CB28-4350-9E62-3F3C29E41FED}" type="slidenum">
              <a:rPr lang="zh-TW" altLang="en-US" smtClean="0"/>
              <a:t>5</a:t>
            </a:fld>
            <a:endParaRPr lang="zh-TW" altLang="en-US"/>
          </a:p>
        </p:txBody>
      </p:sp>
      <p:graphicFrame>
        <p:nvGraphicFramePr>
          <p:cNvPr id="5" name="表格 4">
            <a:extLst>
              <a:ext uri="{FF2B5EF4-FFF2-40B4-BE49-F238E27FC236}">
                <a16:creationId xmlns:a16="http://schemas.microsoft.com/office/drawing/2014/main" id="{F0367531-6FAA-02B7-C655-5E45187F3FFE}"/>
              </a:ext>
            </a:extLst>
          </p:cNvPr>
          <p:cNvGraphicFramePr>
            <a:graphicFrameLocks noGrp="1"/>
          </p:cNvGraphicFramePr>
          <p:nvPr>
            <p:extLst>
              <p:ext uri="{D42A27DB-BD31-4B8C-83A1-F6EECF244321}">
                <p14:modId xmlns:p14="http://schemas.microsoft.com/office/powerpoint/2010/main" val="1284878393"/>
              </p:ext>
            </p:extLst>
          </p:nvPr>
        </p:nvGraphicFramePr>
        <p:xfrm>
          <a:off x="1071820" y="3524934"/>
          <a:ext cx="10048360" cy="370840"/>
        </p:xfrm>
        <a:graphic>
          <a:graphicData uri="http://schemas.openxmlformats.org/drawingml/2006/table">
            <a:tbl>
              <a:tblPr>
                <a:tableStyleId>{073A0DAA-6AF3-43AB-8588-CEC1D06C72B9}</a:tableStyleId>
              </a:tblPr>
              <a:tblGrid>
                <a:gridCol w="502418">
                  <a:extLst>
                    <a:ext uri="{9D8B030D-6E8A-4147-A177-3AD203B41FA5}">
                      <a16:colId xmlns:a16="http://schemas.microsoft.com/office/drawing/2014/main" val="1480451545"/>
                    </a:ext>
                  </a:extLst>
                </a:gridCol>
                <a:gridCol w="502418">
                  <a:extLst>
                    <a:ext uri="{9D8B030D-6E8A-4147-A177-3AD203B41FA5}">
                      <a16:colId xmlns:a16="http://schemas.microsoft.com/office/drawing/2014/main" val="3336375050"/>
                    </a:ext>
                  </a:extLst>
                </a:gridCol>
                <a:gridCol w="502418">
                  <a:extLst>
                    <a:ext uri="{9D8B030D-6E8A-4147-A177-3AD203B41FA5}">
                      <a16:colId xmlns:a16="http://schemas.microsoft.com/office/drawing/2014/main" val="3736495442"/>
                    </a:ext>
                  </a:extLst>
                </a:gridCol>
                <a:gridCol w="502418">
                  <a:extLst>
                    <a:ext uri="{9D8B030D-6E8A-4147-A177-3AD203B41FA5}">
                      <a16:colId xmlns:a16="http://schemas.microsoft.com/office/drawing/2014/main" val="139322733"/>
                    </a:ext>
                  </a:extLst>
                </a:gridCol>
                <a:gridCol w="502418">
                  <a:extLst>
                    <a:ext uri="{9D8B030D-6E8A-4147-A177-3AD203B41FA5}">
                      <a16:colId xmlns:a16="http://schemas.microsoft.com/office/drawing/2014/main" val="3029587812"/>
                    </a:ext>
                  </a:extLst>
                </a:gridCol>
                <a:gridCol w="502418">
                  <a:extLst>
                    <a:ext uri="{9D8B030D-6E8A-4147-A177-3AD203B41FA5}">
                      <a16:colId xmlns:a16="http://schemas.microsoft.com/office/drawing/2014/main" val="2457742601"/>
                    </a:ext>
                  </a:extLst>
                </a:gridCol>
                <a:gridCol w="502418">
                  <a:extLst>
                    <a:ext uri="{9D8B030D-6E8A-4147-A177-3AD203B41FA5}">
                      <a16:colId xmlns:a16="http://schemas.microsoft.com/office/drawing/2014/main" val="1048590456"/>
                    </a:ext>
                  </a:extLst>
                </a:gridCol>
                <a:gridCol w="502418">
                  <a:extLst>
                    <a:ext uri="{9D8B030D-6E8A-4147-A177-3AD203B41FA5}">
                      <a16:colId xmlns:a16="http://schemas.microsoft.com/office/drawing/2014/main" val="3958073413"/>
                    </a:ext>
                  </a:extLst>
                </a:gridCol>
                <a:gridCol w="502418">
                  <a:extLst>
                    <a:ext uri="{9D8B030D-6E8A-4147-A177-3AD203B41FA5}">
                      <a16:colId xmlns:a16="http://schemas.microsoft.com/office/drawing/2014/main" val="522543827"/>
                    </a:ext>
                  </a:extLst>
                </a:gridCol>
                <a:gridCol w="502418">
                  <a:extLst>
                    <a:ext uri="{9D8B030D-6E8A-4147-A177-3AD203B41FA5}">
                      <a16:colId xmlns:a16="http://schemas.microsoft.com/office/drawing/2014/main" val="1345011253"/>
                    </a:ext>
                  </a:extLst>
                </a:gridCol>
                <a:gridCol w="502418">
                  <a:extLst>
                    <a:ext uri="{9D8B030D-6E8A-4147-A177-3AD203B41FA5}">
                      <a16:colId xmlns:a16="http://schemas.microsoft.com/office/drawing/2014/main" val="3552377732"/>
                    </a:ext>
                  </a:extLst>
                </a:gridCol>
                <a:gridCol w="502418">
                  <a:extLst>
                    <a:ext uri="{9D8B030D-6E8A-4147-A177-3AD203B41FA5}">
                      <a16:colId xmlns:a16="http://schemas.microsoft.com/office/drawing/2014/main" val="175216877"/>
                    </a:ext>
                  </a:extLst>
                </a:gridCol>
                <a:gridCol w="502418">
                  <a:extLst>
                    <a:ext uri="{9D8B030D-6E8A-4147-A177-3AD203B41FA5}">
                      <a16:colId xmlns:a16="http://schemas.microsoft.com/office/drawing/2014/main" val="3963800724"/>
                    </a:ext>
                  </a:extLst>
                </a:gridCol>
                <a:gridCol w="502418">
                  <a:extLst>
                    <a:ext uri="{9D8B030D-6E8A-4147-A177-3AD203B41FA5}">
                      <a16:colId xmlns:a16="http://schemas.microsoft.com/office/drawing/2014/main" val="3538799390"/>
                    </a:ext>
                  </a:extLst>
                </a:gridCol>
                <a:gridCol w="502418">
                  <a:extLst>
                    <a:ext uri="{9D8B030D-6E8A-4147-A177-3AD203B41FA5}">
                      <a16:colId xmlns:a16="http://schemas.microsoft.com/office/drawing/2014/main" val="3364551068"/>
                    </a:ext>
                  </a:extLst>
                </a:gridCol>
                <a:gridCol w="502418">
                  <a:extLst>
                    <a:ext uri="{9D8B030D-6E8A-4147-A177-3AD203B41FA5}">
                      <a16:colId xmlns:a16="http://schemas.microsoft.com/office/drawing/2014/main" val="747934344"/>
                    </a:ext>
                  </a:extLst>
                </a:gridCol>
                <a:gridCol w="502418">
                  <a:extLst>
                    <a:ext uri="{9D8B030D-6E8A-4147-A177-3AD203B41FA5}">
                      <a16:colId xmlns:a16="http://schemas.microsoft.com/office/drawing/2014/main" val="2083325142"/>
                    </a:ext>
                  </a:extLst>
                </a:gridCol>
                <a:gridCol w="502418">
                  <a:extLst>
                    <a:ext uri="{9D8B030D-6E8A-4147-A177-3AD203B41FA5}">
                      <a16:colId xmlns:a16="http://schemas.microsoft.com/office/drawing/2014/main" val="3662583491"/>
                    </a:ext>
                  </a:extLst>
                </a:gridCol>
                <a:gridCol w="502418">
                  <a:extLst>
                    <a:ext uri="{9D8B030D-6E8A-4147-A177-3AD203B41FA5}">
                      <a16:colId xmlns:a16="http://schemas.microsoft.com/office/drawing/2014/main" val="4058520826"/>
                    </a:ext>
                  </a:extLst>
                </a:gridCol>
                <a:gridCol w="502418">
                  <a:extLst>
                    <a:ext uri="{9D8B030D-6E8A-4147-A177-3AD203B41FA5}">
                      <a16:colId xmlns:a16="http://schemas.microsoft.com/office/drawing/2014/main" val="1391629898"/>
                    </a:ext>
                  </a:extLst>
                </a:gridCol>
              </a:tblGrid>
              <a:tr h="370840">
                <a:tc>
                  <a:txBody>
                    <a:bodyPr/>
                    <a:lstStyle/>
                    <a:p>
                      <a:r>
                        <a:rPr lang="en-US" altLang="zh-TW" dirty="0"/>
                        <a:t>20</a:t>
                      </a:r>
                      <a:endParaRPr lang="zh-TW" altLang="en-US" dirty="0"/>
                    </a:p>
                  </a:txBody>
                  <a:tcPr/>
                </a:tc>
                <a:tc>
                  <a:txBody>
                    <a:bodyPr/>
                    <a:lstStyle/>
                    <a:p>
                      <a:r>
                        <a:rPr lang="en-US" altLang="zh-TW" dirty="0"/>
                        <a:t>19</a:t>
                      </a:r>
                      <a:endParaRPr lang="zh-TW" altLang="en-US" dirty="0"/>
                    </a:p>
                  </a:txBody>
                  <a:tcPr/>
                </a:tc>
                <a:tc>
                  <a:txBody>
                    <a:bodyPr/>
                    <a:lstStyle/>
                    <a:p>
                      <a:r>
                        <a:rPr lang="en-US" altLang="zh-TW" dirty="0"/>
                        <a:t>18</a:t>
                      </a:r>
                      <a:endParaRPr lang="zh-TW" altLang="en-US" dirty="0"/>
                    </a:p>
                  </a:txBody>
                  <a:tcPr/>
                </a:tc>
                <a:tc>
                  <a:txBody>
                    <a:bodyPr/>
                    <a:lstStyle/>
                    <a:p>
                      <a:r>
                        <a:rPr lang="en-US" altLang="zh-TW" dirty="0"/>
                        <a:t>17</a:t>
                      </a:r>
                      <a:endParaRPr lang="zh-TW" altLang="en-US" dirty="0"/>
                    </a:p>
                  </a:txBody>
                  <a:tcPr/>
                </a:tc>
                <a:tc>
                  <a:txBody>
                    <a:bodyPr/>
                    <a:lstStyle/>
                    <a:p>
                      <a:r>
                        <a:rPr lang="en-US" altLang="zh-TW" dirty="0"/>
                        <a:t>16</a:t>
                      </a:r>
                      <a:endParaRPr lang="zh-TW" altLang="en-US" dirty="0"/>
                    </a:p>
                  </a:txBody>
                  <a:tcPr/>
                </a:tc>
                <a:tc>
                  <a:txBody>
                    <a:bodyPr/>
                    <a:lstStyle/>
                    <a:p>
                      <a:r>
                        <a:rPr lang="en-US" altLang="zh-TW" dirty="0"/>
                        <a:t>15</a:t>
                      </a:r>
                      <a:endParaRPr lang="zh-TW" altLang="en-US" dirty="0"/>
                    </a:p>
                  </a:txBody>
                  <a:tcPr/>
                </a:tc>
                <a:tc>
                  <a:txBody>
                    <a:bodyPr/>
                    <a:lstStyle/>
                    <a:p>
                      <a:r>
                        <a:rPr lang="en-US" altLang="zh-TW" dirty="0"/>
                        <a:t>14</a:t>
                      </a:r>
                      <a:endParaRPr lang="zh-TW" altLang="en-US" dirty="0"/>
                    </a:p>
                  </a:txBody>
                  <a:tcPr/>
                </a:tc>
                <a:tc>
                  <a:txBody>
                    <a:bodyPr/>
                    <a:lstStyle/>
                    <a:p>
                      <a:r>
                        <a:rPr lang="en-US" altLang="zh-TW" dirty="0"/>
                        <a:t>13</a:t>
                      </a:r>
                      <a:endParaRPr lang="zh-TW" altLang="en-US" dirty="0"/>
                    </a:p>
                  </a:txBody>
                  <a:tcPr/>
                </a:tc>
                <a:tc>
                  <a:txBody>
                    <a:bodyPr/>
                    <a:lstStyle/>
                    <a:p>
                      <a:r>
                        <a:rPr lang="en-US" altLang="zh-TW" dirty="0"/>
                        <a:t>12</a:t>
                      </a:r>
                      <a:endParaRPr lang="zh-TW" altLang="en-US" dirty="0"/>
                    </a:p>
                  </a:txBody>
                  <a:tcPr/>
                </a:tc>
                <a:tc>
                  <a:txBody>
                    <a:bodyPr/>
                    <a:lstStyle/>
                    <a:p>
                      <a:r>
                        <a:rPr lang="en-US" altLang="zh-TW" dirty="0">
                          <a:solidFill>
                            <a:srgbClr val="FF0000"/>
                          </a:solidFill>
                        </a:rPr>
                        <a:t>11</a:t>
                      </a:r>
                      <a:endParaRPr lang="zh-TW" altLang="en-US" dirty="0">
                        <a:solidFill>
                          <a:srgbClr val="FF0000"/>
                        </a:solidFill>
                      </a:endParaRPr>
                    </a:p>
                  </a:txBody>
                  <a:tcPr/>
                </a:tc>
                <a:tc>
                  <a:txBody>
                    <a:bodyPr/>
                    <a:lstStyle/>
                    <a:p>
                      <a:r>
                        <a:rPr lang="en-US" altLang="zh-TW" dirty="0"/>
                        <a:t>10</a:t>
                      </a:r>
                      <a:endParaRPr lang="zh-TW" altLang="en-US" dirty="0"/>
                    </a:p>
                  </a:txBody>
                  <a:tcPr/>
                </a:tc>
                <a:tc>
                  <a:txBody>
                    <a:bodyPr/>
                    <a:lstStyle/>
                    <a:p>
                      <a:r>
                        <a:rPr lang="en-US" altLang="zh-TW" dirty="0"/>
                        <a:t>9</a:t>
                      </a:r>
                      <a:endParaRPr lang="zh-TW" altLang="en-US" dirty="0"/>
                    </a:p>
                  </a:txBody>
                  <a:tcPr/>
                </a:tc>
                <a:tc>
                  <a:txBody>
                    <a:bodyPr/>
                    <a:lstStyle/>
                    <a:p>
                      <a:r>
                        <a:rPr lang="en-US" altLang="zh-TW" dirty="0"/>
                        <a:t>8</a:t>
                      </a:r>
                      <a:endParaRPr lang="zh-TW" altLang="en-US" dirty="0"/>
                    </a:p>
                  </a:txBody>
                  <a:tcPr/>
                </a:tc>
                <a:tc>
                  <a:txBody>
                    <a:bodyPr/>
                    <a:lstStyle/>
                    <a:p>
                      <a:r>
                        <a:rPr lang="en-US" altLang="zh-TW" dirty="0"/>
                        <a:t>7</a:t>
                      </a:r>
                      <a:endParaRPr lang="zh-TW" altLang="en-US" dirty="0"/>
                    </a:p>
                  </a:txBody>
                  <a:tcPr/>
                </a:tc>
                <a:tc>
                  <a:txBody>
                    <a:bodyPr/>
                    <a:lstStyle/>
                    <a:p>
                      <a:r>
                        <a:rPr lang="en-US" altLang="zh-TW" dirty="0"/>
                        <a:t>6</a:t>
                      </a:r>
                      <a:endParaRPr lang="zh-TW" altLang="en-US" dirty="0"/>
                    </a:p>
                  </a:txBody>
                  <a:tcPr/>
                </a:tc>
                <a:tc>
                  <a:txBody>
                    <a:bodyPr/>
                    <a:lstStyle/>
                    <a:p>
                      <a:r>
                        <a:rPr lang="en-US" altLang="zh-TW" dirty="0"/>
                        <a:t>5</a:t>
                      </a:r>
                      <a:endParaRPr lang="zh-TW" altLang="en-US" dirty="0"/>
                    </a:p>
                  </a:txBody>
                  <a:tcPr/>
                </a:tc>
                <a:tc>
                  <a:txBody>
                    <a:bodyPr/>
                    <a:lstStyle/>
                    <a:p>
                      <a:r>
                        <a:rPr lang="en-US" altLang="zh-TW" dirty="0"/>
                        <a:t>4</a:t>
                      </a:r>
                      <a:endParaRPr lang="zh-TW" altLang="en-US" dirty="0"/>
                    </a:p>
                  </a:txBody>
                  <a:tcPr/>
                </a:tc>
                <a:tc>
                  <a:txBody>
                    <a:bodyPr/>
                    <a:lstStyle/>
                    <a:p>
                      <a:r>
                        <a:rPr lang="en-US" altLang="zh-TW" dirty="0"/>
                        <a:t>3</a:t>
                      </a:r>
                      <a:endParaRPr lang="zh-TW" altLang="en-US" dirty="0"/>
                    </a:p>
                  </a:txBody>
                  <a:tcPr/>
                </a:tc>
                <a:tc>
                  <a:txBody>
                    <a:bodyPr/>
                    <a:lstStyle/>
                    <a:p>
                      <a:r>
                        <a:rPr lang="en-US" altLang="zh-TW" dirty="0"/>
                        <a:t>2</a:t>
                      </a:r>
                      <a:endParaRPr lang="zh-TW" altLang="en-US" dirty="0"/>
                    </a:p>
                  </a:txBody>
                  <a:tcPr/>
                </a:tc>
                <a:tc>
                  <a:txBody>
                    <a:bodyPr/>
                    <a:lstStyle/>
                    <a:p>
                      <a:r>
                        <a:rPr lang="en-US" altLang="zh-TW" dirty="0"/>
                        <a:t>1</a:t>
                      </a:r>
                      <a:endParaRPr lang="zh-TW" altLang="en-US" dirty="0"/>
                    </a:p>
                  </a:txBody>
                  <a:tcPr/>
                </a:tc>
                <a:extLst>
                  <a:ext uri="{0D108BD9-81ED-4DB2-BD59-A6C34878D82A}">
                    <a16:rowId xmlns:a16="http://schemas.microsoft.com/office/drawing/2014/main" val="971347868"/>
                  </a:ext>
                </a:extLst>
              </a:tr>
            </a:tbl>
          </a:graphicData>
        </a:graphic>
      </p:graphicFrame>
      <p:graphicFrame>
        <p:nvGraphicFramePr>
          <p:cNvPr id="6" name="表格 5">
            <a:extLst>
              <a:ext uri="{FF2B5EF4-FFF2-40B4-BE49-F238E27FC236}">
                <a16:creationId xmlns:a16="http://schemas.microsoft.com/office/drawing/2014/main" id="{82EC1E20-CDCD-A20F-96BD-73421B4837E8}"/>
              </a:ext>
            </a:extLst>
          </p:cNvPr>
          <p:cNvGraphicFramePr>
            <a:graphicFrameLocks noGrp="1"/>
          </p:cNvGraphicFramePr>
          <p:nvPr>
            <p:extLst>
              <p:ext uri="{D42A27DB-BD31-4B8C-83A1-F6EECF244321}">
                <p14:modId xmlns:p14="http://schemas.microsoft.com/office/powerpoint/2010/main" val="853045297"/>
              </p:ext>
            </p:extLst>
          </p:nvPr>
        </p:nvGraphicFramePr>
        <p:xfrm>
          <a:off x="1071820" y="4502717"/>
          <a:ext cx="10048360" cy="370840"/>
        </p:xfrm>
        <a:graphic>
          <a:graphicData uri="http://schemas.openxmlformats.org/drawingml/2006/table">
            <a:tbl>
              <a:tblPr>
                <a:tableStyleId>{073A0DAA-6AF3-43AB-8588-CEC1D06C72B9}</a:tableStyleId>
              </a:tblPr>
              <a:tblGrid>
                <a:gridCol w="502418">
                  <a:extLst>
                    <a:ext uri="{9D8B030D-6E8A-4147-A177-3AD203B41FA5}">
                      <a16:colId xmlns:a16="http://schemas.microsoft.com/office/drawing/2014/main" val="1480451545"/>
                    </a:ext>
                  </a:extLst>
                </a:gridCol>
                <a:gridCol w="502418">
                  <a:extLst>
                    <a:ext uri="{9D8B030D-6E8A-4147-A177-3AD203B41FA5}">
                      <a16:colId xmlns:a16="http://schemas.microsoft.com/office/drawing/2014/main" val="3336375050"/>
                    </a:ext>
                  </a:extLst>
                </a:gridCol>
                <a:gridCol w="502418">
                  <a:extLst>
                    <a:ext uri="{9D8B030D-6E8A-4147-A177-3AD203B41FA5}">
                      <a16:colId xmlns:a16="http://schemas.microsoft.com/office/drawing/2014/main" val="3736495442"/>
                    </a:ext>
                  </a:extLst>
                </a:gridCol>
                <a:gridCol w="502418">
                  <a:extLst>
                    <a:ext uri="{9D8B030D-6E8A-4147-A177-3AD203B41FA5}">
                      <a16:colId xmlns:a16="http://schemas.microsoft.com/office/drawing/2014/main" val="139322733"/>
                    </a:ext>
                  </a:extLst>
                </a:gridCol>
                <a:gridCol w="502418">
                  <a:extLst>
                    <a:ext uri="{9D8B030D-6E8A-4147-A177-3AD203B41FA5}">
                      <a16:colId xmlns:a16="http://schemas.microsoft.com/office/drawing/2014/main" val="3029587812"/>
                    </a:ext>
                  </a:extLst>
                </a:gridCol>
                <a:gridCol w="502418">
                  <a:extLst>
                    <a:ext uri="{9D8B030D-6E8A-4147-A177-3AD203B41FA5}">
                      <a16:colId xmlns:a16="http://schemas.microsoft.com/office/drawing/2014/main" val="2457742601"/>
                    </a:ext>
                  </a:extLst>
                </a:gridCol>
                <a:gridCol w="502418">
                  <a:extLst>
                    <a:ext uri="{9D8B030D-6E8A-4147-A177-3AD203B41FA5}">
                      <a16:colId xmlns:a16="http://schemas.microsoft.com/office/drawing/2014/main" val="1048590456"/>
                    </a:ext>
                  </a:extLst>
                </a:gridCol>
                <a:gridCol w="502418">
                  <a:extLst>
                    <a:ext uri="{9D8B030D-6E8A-4147-A177-3AD203B41FA5}">
                      <a16:colId xmlns:a16="http://schemas.microsoft.com/office/drawing/2014/main" val="3958073413"/>
                    </a:ext>
                  </a:extLst>
                </a:gridCol>
                <a:gridCol w="502418">
                  <a:extLst>
                    <a:ext uri="{9D8B030D-6E8A-4147-A177-3AD203B41FA5}">
                      <a16:colId xmlns:a16="http://schemas.microsoft.com/office/drawing/2014/main" val="522543827"/>
                    </a:ext>
                  </a:extLst>
                </a:gridCol>
                <a:gridCol w="502418">
                  <a:extLst>
                    <a:ext uri="{9D8B030D-6E8A-4147-A177-3AD203B41FA5}">
                      <a16:colId xmlns:a16="http://schemas.microsoft.com/office/drawing/2014/main" val="1345011253"/>
                    </a:ext>
                  </a:extLst>
                </a:gridCol>
                <a:gridCol w="502418">
                  <a:extLst>
                    <a:ext uri="{9D8B030D-6E8A-4147-A177-3AD203B41FA5}">
                      <a16:colId xmlns:a16="http://schemas.microsoft.com/office/drawing/2014/main" val="3552377732"/>
                    </a:ext>
                  </a:extLst>
                </a:gridCol>
                <a:gridCol w="502418">
                  <a:extLst>
                    <a:ext uri="{9D8B030D-6E8A-4147-A177-3AD203B41FA5}">
                      <a16:colId xmlns:a16="http://schemas.microsoft.com/office/drawing/2014/main" val="175216877"/>
                    </a:ext>
                  </a:extLst>
                </a:gridCol>
                <a:gridCol w="502418">
                  <a:extLst>
                    <a:ext uri="{9D8B030D-6E8A-4147-A177-3AD203B41FA5}">
                      <a16:colId xmlns:a16="http://schemas.microsoft.com/office/drawing/2014/main" val="3963800724"/>
                    </a:ext>
                  </a:extLst>
                </a:gridCol>
                <a:gridCol w="502418">
                  <a:extLst>
                    <a:ext uri="{9D8B030D-6E8A-4147-A177-3AD203B41FA5}">
                      <a16:colId xmlns:a16="http://schemas.microsoft.com/office/drawing/2014/main" val="3538799390"/>
                    </a:ext>
                  </a:extLst>
                </a:gridCol>
                <a:gridCol w="502418">
                  <a:extLst>
                    <a:ext uri="{9D8B030D-6E8A-4147-A177-3AD203B41FA5}">
                      <a16:colId xmlns:a16="http://schemas.microsoft.com/office/drawing/2014/main" val="3364551068"/>
                    </a:ext>
                  </a:extLst>
                </a:gridCol>
                <a:gridCol w="502418">
                  <a:extLst>
                    <a:ext uri="{9D8B030D-6E8A-4147-A177-3AD203B41FA5}">
                      <a16:colId xmlns:a16="http://schemas.microsoft.com/office/drawing/2014/main" val="747934344"/>
                    </a:ext>
                  </a:extLst>
                </a:gridCol>
                <a:gridCol w="502418">
                  <a:extLst>
                    <a:ext uri="{9D8B030D-6E8A-4147-A177-3AD203B41FA5}">
                      <a16:colId xmlns:a16="http://schemas.microsoft.com/office/drawing/2014/main" val="2083325142"/>
                    </a:ext>
                  </a:extLst>
                </a:gridCol>
                <a:gridCol w="502418">
                  <a:extLst>
                    <a:ext uri="{9D8B030D-6E8A-4147-A177-3AD203B41FA5}">
                      <a16:colId xmlns:a16="http://schemas.microsoft.com/office/drawing/2014/main" val="3662583491"/>
                    </a:ext>
                  </a:extLst>
                </a:gridCol>
                <a:gridCol w="502418">
                  <a:extLst>
                    <a:ext uri="{9D8B030D-6E8A-4147-A177-3AD203B41FA5}">
                      <a16:colId xmlns:a16="http://schemas.microsoft.com/office/drawing/2014/main" val="4058520826"/>
                    </a:ext>
                  </a:extLst>
                </a:gridCol>
                <a:gridCol w="502418">
                  <a:extLst>
                    <a:ext uri="{9D8B030D-6E8A-4147-A177-3AD203B41FA5}">
                      <a16:colId xmlns:a16="http://schemas.microsoft.com/office/drawing/2014/main" val="1391629898"/>
                    </a:ext>
                  </a:extLst>
                </a:gridCol>
              </a:tblGrid>
              <a:tr h="370840">
                <a:tc>
                  <a:txBody>
                    <a:bodyPr/>
                    <a:lstStyle/>
                    <a:p>
                      <a:r>
                        <a:rPr lang="en-US" altLang="zh-TW" dirty="0"/>
                        <a:t>10</a:t>
                      </a:r>
                      <a:endParaRPr lang="zh-TW" altLang="en-US" dirty="0"/>
                    </a:p>
                  </a:txBody>
                  <a:tcPr/>
                </a:tc>
                <a:tc>
                  <a:txBody>
                    <a:bodyPr/>
                    <a:lstStyle/>
                    <a:p>
                      <a:r>
                        <a:rPr lang="en-US" altLang="zh-TW" dirty="0"/>
                        <a:t>9</a:t>
                      </a:r>
                      <a:endParaRPr lang="zh-TW" altLang="en-US" dirty="0"/>
                    </a:p>
                  </a:txBody>
                  <a:tcPr/>
                </a:tc>
                <a:tc>
                  <a:txBody>
                    <a:bodyPr/>
                    <a:lstStyle/>
                    <a:p>
                      <a:r>
                        <a:rPr lang="en-US" altLang="zh-TW" dirty="0"/>
                        <a:t>8</a:t>
                      </a:r>
                      <a:endParaRPr lang="zh-TW" altLang="en-US" dirty="0"/>
                    </a:p>
                  </a:txBody>
                  <a:tcPr/>
                </a:tc>
                <a:tc>
                  <a:txBody>
                    <a:bodyPr/>
                    <a:lstStyle/>
                    <a:p>
                      <a:r>
                        <a:rPr lang="en-US" altLang="zh-TW" dirty="0"/>
                        <a:t>7</a:t>
                      </a:r>
                      <a:endParaRPr lang="zh-TW" altLang="en-US" dirty="0"/>
                    </a:p>
                  </a:txBody>
                  <a:tcPr/>
                </a:tc>
                <a:tc>
                  <a:txBody>
                    <a:bodyPr/>
                    <a:lstStyle/>
                    <a:p>
                      <a:r>
                        <a:rPr lang="en-US" altLang="zh-TW" dirty="0"/>
                        <a:t>6</a:t>
                      </a:r>
                      <a:endParaRPr lang="zh-TW" altLang="en-US" dirty="0"/>
                    </a:p>
                  </a:txBody>
                  <a:tcPr/>
                </a:tc>
                <a:tc>
                  <a:txBody>
                    <a:bodyPr/>
                    <a:lstStyle/>
                    <a:p>
                      <a:r>
                        <a:rPr lang="en-US" altLang="zh-TW" dirty="0"/>
                        <a:t>5</a:t>
                      </a:r>
                      <a:endParaRPr lang="zh-TW" altLang="en-US" dirty="0"/>
                    </a:p>
                  </a:txBody>
                  <a:tcPr/>
                </a:tc>
                <a:tc>
                  <a:txBody>
                    <a:bodyPr/>
                    <a:lstStyle/>
                    <a:p>
                      <a:r>
                        <a:rPr lang="en-US" altLang="zh-TW" dirty="0"/>
                        <a:t>4</a:t>
                      </a:r>
                      <a:endParaRPr lang="zh-TW" altLang="en-US" dirty="0"/>
                    </a:p>
                  </a:txBody>
                  <a:tcPr/>
                </a:tc>
                <a:tc>
                  <a:txBody>
                    <a:bodyPr/>
                    <a:lstStyle/>
                    <a:p>
                      <a:r>
                        <a:rPr lang="en-US" altLang="zh-TW" dirty="0"/>
                        <a:t>3</a:t>
                      </a:r>
                      <a:endParaRPr lang="zh-TW" altLang="en-US" dirty="0"/>
                    </a:p>
                  </a:txBody>
                  <a:tcPr/>
                </a:tc>
                <a:tc>
                  <a:txBody>
                    <a:bodyPr/>
                    <a:lstStyle/>
                    <a:p>
                      <a:r>
                        <a:rPr lang="en-US" altLang="zh-TW" dirty="0"/>
                        <a:t>2</a:t>
                      </a:r>
                      <a:endParaRPr lang="zh-TW" altLang="en-US" dirty="0"/>
                    </a:p>
                  </a:txBody>
                  <a:tcPr/>
                </a:tc>
                <a:tc>
                  <a:txBody>
                    <a:bodyPr/>
                    <a:lstStyle/>
                    <a:p>
                      <a:r>
                        <a:rPr lang="en-US" altLang="zh-TW" dirty="0">
                          <a:solidFill>
                            <a:schemeClr val="tx1"/>
                          </a:solidFill>
                        </a:rPr>
                        <a:t>1</a:t>
                      </a:r>
                      <a:endParaRPr lang="zh-TW" altLang="en-US" dirty="0">
                        <a:solidFill>
                          <a:schemeClr val="tx1"/>
                        </a:solidFill>
                      </a:endParaRPr>
                    </a:p>
                  </a:txBody>
                  <a:tcPr/>
                </a:tc>
                <a:tc>
                  <a:txBody>
                    <a:bodyPr/>
                    <a:lstStyle/>
                    <a:p>
                      <a:r>
                        <a:rPr lang="en-US" altLang="zh-TW" dirty="0">
                          <a:solidFill>
                            <a:srgbClr val="FF0000"/>
                          </a:solidFill>
                        </a:rPr>
                        <a:t>11</a:t>
                      </a:r>
                      <a:endParaRPr lang="zh-TW" altLang="en-US" dirty="0">
                        <a:solidFill>
                          <a:srgbClr val="FF0000"/>
                        </a:solidFill>
                      </a:endParaRPr>
                    </a:p>
                  </a:txBody>
                  <a:tcPr/>
                </a:tc>
                <a:tc>
                  <a:txBody>
                    <a:bodyPr/>
                    <a:lstStyle/>
                    <a:p>
                      <a:r>
                        <a:rPr lang="en-US" altLang="zh-TW" dirty="0"/>
                        <a:t>19</a:t>
                      </a:r>
                      <a:endParaRPr lang="zh-TW" altLang="en-US" dirty="0"/>
                    </a:p>
                  </a:txBody>
                  <a:tcPr/>
                </a:tc>
                <a:tc>
                  <a:txBody>
                    <a:bodyPr/>
                    <a:lstStyle/>
                    <a:p>
                      <a:r>
                        <a:rPr lang="en-US" altLang="zh-TW" dirty="0"/>
                        <a:t>18</a:t>
                      </a:r>
                      <a:endParaRPr lang="zh-TW" altLang="en-US" dirty="0"/>
                    </a:p>
                  </a:txBody>
                  <a:tcPr/>
                </a:tc>
                <a:tc>
                  <a:txBody>
                    <a:bodyPr/>
                    <a:lstStyle/>
                    <a:p>
                      <a:r>
                        <a:rPr lang="en-US" altLang="zh-TW" dirty="0"/>
                        <a:t>17</a:t>
                      </a:r>
                      <a:endParaRPr lang="zh-TW" altLang="en-US" dirty="0"/>
                    </a:p>
                  </a:txBody>
                  <a:tcPr/>
                </a:tc>
                <a:tc>
                  <a:txBody>
                    <a:bodyPr/>
                    <a:lstStyle/>
                    <a:p>
                      <a:r>
                        <a:rPr lang="en-US" altLang="zh-TW" dirty="0"/>
                        <a:t>16</a:t>
                      </a:r>
                      <a:endParaRPr lang="zh-TW" altLang="en-US" dirty="0"/>
                    </a:p>
                  </a:txBody>
                  <a:tcPr/>
                </a:tc>
                <a:tc>
                  <a:txBody>
                    <a:bodyPr/>
                    <a:lstStyle/>
                    <a:p>
                      <a:r>
                        <a:rPr lang="en-US" altLang="zh-TW" dirty="0"/>
                        <a:t>15</a:t>
                      </a:r>
                      <a:endParaRPr lang="zh-TW" altLang="en-US" dirty="0"/>
                    </a:p>
                  </a:txBody>
                  <a:tcPr/>
                </a:tc>
                <a:tc>
                  <a:txBody>
                    <a:bodyPr/>
                    <a:lstStyle/>
                    <a:p>
                      <a:r>
                        <a:rPr lang="en-US" altLang="zh-TW" dirty="0"/>
                        <a:t>14</a:t>
                      </a:r>
                      <a:endParaRPr lang="zh-TW" altLang="en-US" dirty="0"/>
                    </a:p>
                  </a:txBody>
                  <a:tcPr/>
                </a:tc>
                <a:tc>
                  <a:txBody>
                    <a:bodyPr/>
                    <a:lstStyle/>
                    <a:p>
                      <a:r>
                        <a:rPr lang="en-US" altLang="zh-TW" dirty="0"/>
                        <a:t>13</a:t>
                      </a:r>
                      <a:endParaRPr lang="zh-TW" altLang="en-US" dirty="0"/>
                    </a:p>
                  </a:txBody>
                  <a:tcPr/>
                </a:tc>
                <a:tc>
                  <a:txBody>
                    <a:bodyPr/>
                    <a:lstStyle/>
                    <a:p>
                      <a:r>
                        <a:rPr lang="en-US" altLang="zh-TW" dirty="0"/>
                        <a:t>12</a:t>
                      </a:r>
                      <a:endParaRPr lang="zh-TW" altLang="en-US" dirty="0"/>
                    </a:p>
                  </a:txBody>
                  <a:tcPr/>
                </a:tc>
                <a:tc>
                  <a:txBody>
                    <a:bodyPr/>
                    <a:lstStyle/>
                    <a:p>
                      <a:r>
                        <a:rPr lang="en-US" altLang="zh-TW" dirty="0"/>
                        <a:t>20</a:t>
                      </a:r>
                      <a:endParaRPr lang="zh-TW" altLang="en-US" dirty="0"/>
                    </a:p>
                  </a:txBody>
                  <a:tcPr/>
                </a:tc>
                <a:extLst>
                  <a:ext uri="{0D108BD9-81ED-4DB2-BD59-A6C34878D82A}">
                    <a16:rowId xmlns:a16="http://schemas.microsoft.com/office/drawing/2014/main" val="971347868"/>
                  </a:ext>
                </a:extLst>
              </a:tr>
            </a:tbl>
          </a:graphicData>
        </a:graphic>
      </p:graphicFrame>
    </p:spTree>
    <p:extLst>
      <p:ext uri="{BB962C8B-B14F-4D97-AF65-F5344CB8AC3E}">
        <p14:creationId xmlns:p14="http://schemas.microsoft.com/office/powerpoint/2010/main" val="3702248250"/>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ED7020A-BC7A-359D-8C1B-D2DDFB53A292}"/>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Paring and swapping</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A5DB51C9-186D-6CF3-EBAF-E77AB7BC8164}"/>
              </a:ext>
            </a:extLst>
          </p:cNvPr>
          <p:cNvSpPr>
            <a:spLocks noGrp="1"/>
          </p:cNvSpPr>
          <p:nvPr>
            <p:ph idx="1"/>
          </p:nvPr>
        </p:nvSpPr>
        <p:spPr>
          <a:xfrm>
            <a:off x="838200" y="1825624"/>
            <a:ext cx="10515600" cy="4575969"/>
          </a:xfrm>
        </p:spPr>
        <p:txBody>
          <a:bodyPr>
            <a:normAutofit fontScale="92500" lnSpcReduction="10000"/>
          </a:bodyPr>
          <a:lstStyle/>
          <a:p>
            <a:r>
              <a:rPr lang="en-US" altLang="zh-TW" dirty="0">
                <a:latin typeface="Times New Roman" panose="02020603050405020304" pitchFamily="18" charset="0"/>
                <a:cs typeface="Times New Roman" panose="02020603050405020304" pitchFamily="18" charset="0"/>
              </a:rPr>
              <a:t>Iteration 1:</a:t>
            </a:r>
          </a:p>
          <a:p>
            <a:r>
              <a:rPr lang="en-US" altLang="zh-TW" dirty="0">
                <a:latin typeface="Times New Roman" panose="02020603050405020304" pitchFamily="18" charset="0"/>
                <a:cs typeface="Times New Roman" panose="02020603050405020304" pitchFamily="18" charset="0"/>
              </a:rPr>
              <a:t>Step1</a:t>
            </a:r>
          </a:p>
          <a:p>
            <a:pPr lvl="1"/>
            <a:r>
              <a:rPr lang="en-US" altLang="zh-TW" dirty="0">
                <a:latin typeface="Times New Roman" panose="02020603050405020304" pitchFamily="18" charset="0"/>
                <a:cs typeface="Times New Roman" panose="02020603050405020304" pitchFamily="18" charset="0"/>
              </a:rPr>
              <a:t>Paring (</a:t>
            </a:r>
            <a:r>
              <a:rPr lang="zh-TW" altLang="en-US" dirty="0">
                <a:latin typeface="Times New Roman" panose="02020603050405020304" pitchFamily="18" charset="0"/>
                <a:cs typeface="Times New Roman" panose="02020603050405020304" pitchFamily="18" charset="0"/>
              </a:rPr>
              <a:t>兩兩一組</a:t>
            </a:r>
            <a:r>
              <a:rPr lang="en-US" altLang="zh-TW" dirty="0">
                <a:latin typeface="Times New Roman" panose="02020603050405020304" pitchFamily="18" charset="0"/>
                <a:cs typeface="Times New Roman" panose="02020603050405020304" pitchFamily="18" charset="0"/>
              </a:rPr>
              <a:t>): </a:t>
            </a:r>
          </a:p>
          <a:p>
            <a:pPr marL="457200" lvl="1" indent="0">
              <a:buNone/>
            </a:pPr>
            <a:r>
              <a:rPr lang="en-US" altLang="zh-TW" dirty="0">
                <a:latin typeface="Times New Roman" panose="02020603050405020304" pitchFamily="18" charset="0"/>
                <a:cs typeface="Times New Roman" panose="02020603050405020304" pitchFamily="18" charset="0"/>
              </a:rPr>
              <a:t>	(</a:t>
            </a:r>
            <a:r>
              <a:rPr lang="en-US" altLang="zh-TW" dirty="0">
                <a:solidFill>
                  <a:srgbClr val="FF0000"/>
                </a:solidFill>
                <a:latin typeface="Times New Roman" panose="02020603050405020304" pitchFamily="18" charset="0"/>
                <a:cs typeface="Times New Roman" panose="02020603050405020304" pitchFamily="18" charset="0"/>
              </a:rPr>
              <a:t>10,9</a:t>
            </a:r>
            <a:r>
              <a:rPr lang="en-US" altLang="zh-TW" dirty="0">
                <a:latin typeface="Times New Roman" panose="02020603050405020304" pitchFamily="18" charset="0"/>
                <a:cs typeface="Times New Roman" panose="02020603050405020304" pitchFamily="18" charset="0"/>
              </a:rPr>
              <a:t>) (</a:t>
            </a:r>
            <a:r>
              <a:rPr lang="en-US" altLang="zh-TW" dirty="0">
                <a:solidFill>
                  <a:srgbClr val="FF0000"/>
                </a:solidFill>
                <a:latin typeface="Times New Roman" panose="02020603050405020304" pitchFamily="18" charset="0"/>
                <a:cs typeface="Times New Roman" panose="02020603050405020304" pitchFamily="18" charset="0"/>
              </a:rPr>
              <a:t>8,7</a:t>
            </a:r>
            <a:r>
              <a:rPr lang="en-US" altLang="zh-TW" dirty="0">
                <a:latin typeface="Times New Roman" panose="02020603050405020304" pitchFamily="18" charset="0"/>
                <a:cs typeface="Times New Roman" panose="02020603050405020304" pitchFamily="18" charset="0"/>
              </a:rPr>
              <a:t>) (</a:t>
            </a:r>
            <a:r>
              <a:rPr lang="en-US" altLang="zh-TW" dirty="0">
                <a:solidFill>
                  <a:srgbClr val="FF0000"/>
                </a:solidFill>
                <a:latin typeface="Times New Roman" panose="02020603050405020304" pitchFamily="18" charset="0"/>
                <a:cs typeface="Times New Roman" panose="02020603050405020304" pitchFamily="18" charset="0"/>
              </a:rPr>
              <a:t>6,5</a:t>
            </a:r>
            <a:r>
              <a:rPr lang="en-US" altLang="zh-TW" dirty="0">
                <a:latin typeface="Times New Roman" panose="02020603050405020304" pitchFamily="18" charset="0"/>
                <a:cs typeface="Times New Roman" panose="02020603050405020304" pitchFamily="18" charset="0"/>
              </a:rPr>
              <a:t>) (</a:t>
            </a:r>
            <a:r>
              <a:rPr lang="en-US" altLang="zh-TW" dirty="0">
                <a:solidFill>
                  <a:srgbClr val="FF0000"/>
                </a:solidFill>
                <a:latin typeface="Times New Roman" panose="02020603050405020304" pitchFamily="18" charset="0"/>
                <a:cs typeface="Times New Roman" panose="02020603050405020304" pitchFamily="18" charset="0"/>
              </a:rPr>
              <a:t>4,3</a:t>
            </a:r>
            <a:r>
              <a:rPr lang="en-US" altLang="zh-TW" dirty="0">
                <a:latin typeface="Times New Roman" panose="02020603050405020304" pitchFamily="18" charset="0"/>
                <a:cs typeface="Times New Roman" panose="02020603050405020304" pitchFamily="18" charset="0"/>
              </a:rPr>
              <a:t>) (</a:t>
            </a:r>
            <a:r>
              <a:rPr lang="en-US" altLang="zh-TW" dirty="0">
                <a:solidFill>
                  <a:srgbClr val="FF0000"/>
                </a:solidFill>
                <a:latin typeface="Times New Roman" panose="02020603050405020304" pitchFamily="18" charset="0"/>
                <a:cs typeface="Times New Roman" panose="02020603050405020304" pitchFamily="18" charset="0"/>
              </a:rPr>
              <a:t>2,1</a:t>
            </a:r>
            <a:r>
              <a:rPr lang="en-US" altLang="zh-TW" dirty="0">
                <a:latin typeface="Times New Roman" panose="02020603050405020304" pitchFamily="18" charset="0"/>
                <a:cs typeface="Times New Roman" panose="02020603050405020304" pitchFamily="18" charset="0"/>
              </a:rPr>
              <a:t>) (11,19) (</a:t>
            </a:r>
            <a:r>
              <a:rPr lang="en-US" altLang="zh-TW" dirty="0">
                <a:solidFill>
                  <a:srgbClr val="FF0000"/>
                </a:solidFill>
                <a:latin typeface="Times New Roman" panose="02020603050405020304" pitchFamily="18" charset="0"/>
                <a:cs typeface="Times New Roman" panose="02020603050405020304" pitchFamily="18" charset="0"/>
              </a:rPr>
              <a:t>18,17</a:t>
            </a:r>
            <a:r>
              <a:rPr lang="en-US" altLang="zh-TW" dirty="0">
                <a:latin typeface="Times New Roman" panose="02020603050405020304" pitchFamily="18" charset="0"/>
                <a:cs typeface="Times New Roman" panose="02020603050405020304" pitchFamily="18" charset="0"/>
              </a:rPr>
              <a:t>) (</a:t>
            </a:r>
            <a:r>
              <a:rPr lang="en-US" altLang="zh-TW" dirty="0">
                <a:solidFill>
                  <a:srgbClr val="FF0000"/>
                </a:solidFill>
                <a:latin typeface="Times New Roman" panose="02020603050405020304" pitchFamily="18" charset="0"/>
                <a:cs typeface="Times New Roman" panose="02020603050405020304" pitchFamily="18" charset="0"/>
              </a:rPr>
              <a:t>16,15</a:t>
            </a:r>
            <a:r>
              <a:rPr lang="en-US" altLang="zh-TW" dirty="0">
                <a:latin typeface="Times New Roman" panose="02020603050405020304" pitchFamily="18" charset="0"/>
                <a:cs typeface="Times New Roman" panose="02020603050405020304" pitchFamily="18" charset="0"/>
              </a:rPr>
              <a:t>) (</a:t>
            </a:r>
            <a:r>
              <a:rPr lang="en-US" altLang="zh-TW" dirty="0">
                <a:solidFill>
                  <a:srgbClr val="FF0000"/>
                </a:solidFill>
                <a:latin typeface="Times New Roman" panose="02020603050405020304" pitchFamily="18" charset="0"/>
                <a:cs typeface="Times New Roman" panose="02020603050405020304" pitchFamily="18" charset="0"/>
              </a:rPr>
              <a:t>14,13</a:t>
            </a:r>
            <a:r>
              <a:rPr lang="en-US" altLang="zh-TW" dirty="0">
                <a:latin typeface="Times New Roman" panose="02020603050405020304" pitchFamily="18" charset="0"/>
                <a:cs typeface="Times New Roman" panose="02020603050405020304" pitchFamily="18" charset="0"/>
              </a:rPr>
              <a:t>) (12,20)</a:t>
            </a:r>
          </a:p>
          <a:p>
            <a:pPr lvl="1"/>
            <a:r>
              <a:rPr lang="en-US" altLang="zh-TW" dirty="0">
                <a:latin typeface="Times New Roman" panose="02020603050405020304" pitchFamily="18" charset="0"/>
                <a:cs typeface="Times New Roman" panose="02020603050405020304" pitchFamily="18" charset="0"/>
              </a:rPr>
              <a:t>Swapping(</a:t>
            </a:r>
            <a:r>
              <a:rPr lang="zh-TW" altLang="en-US" dirty="0">
                <a:latin typeface="Times New Roman" panose="02020603050405020304" pitchFamily="18" charset="0"/>
                <a:cs typeface="Times New Roman" panose="02020603050405020304" pitchFamily="18" charset="0"/>
              </a:rPr>
              <a:t> 如果右邊比左邊大交換</a:t>
            </a:r>
            <a:r>
              <a:rPr lang="en-US" altLang="zh-TW" dirty="0">
                <a:latin typeface="Times New Roman" panose="02020603050405020304" pitchFamily="18" charset="0"/>
                <a:cs typeface="Times New Roman" panose="02020603050405020304" pitchFamily="18" charset="0"/>
              </a:rPr>
              <a:t>):</a:t>
            </a:r>
          </a:p>
          <a:p>
            <a:pPr marL="457200" lvl="1" indent="0">
              <a:buNone/>
            </a:pPr>
            <a:r>
              <a:rPr lang="en-US" altLang="zh-TW" dirty="0">
                <a:latin typeface="Times New Roman" panose="02020603050405020304" pitchFamily="18" charset="0"/>
                <a:cs typeface="Times New Roman" panose="02020603050405020304" pitchFamily="18" charset="0"/>
              </a:rPr>
              <a:t>	9 10 7 8 5 6 3 4 1 2 11 19 17 18 15 16 13 14 12 20</a:t>
            </a:r>
          </a:p>
          <a:p>
            <a:pPr marL="457200" lvl="1" indent="0">
              <a:buNone/>
            </a:pPr>
            <a:r>
              <a:rPr lang="en-US" altLang="zh-TW" dirty="0">
                <a:solidFill>
                  <a:srgbClr val="FF0000"/>
                </a:solidFill>
                <a:latin typeface="Times New Roman" panose="02020603050405020304" pitchFamily="18" charset="0"/>
                <a:cs typeface="Times New Roman" panose="02020603050405020304" pitchFamily="18" charset="0"/>
              </a:rPr>
              <a:t>Swap</a:t>
            </a:r>
            <a:r>
              <a:rPr lang="en-US" altLang="zh-TW" dirty="0">
                <a:latin typeface="Times New Roman" panose="02020603050405020304" pitchFamily="18" charset="0"/>
                <a:cs typeface="Times New Roman" panose="02020603050405020304" pitchFamily="18" charset="0"/>
              </a:rPr>
              <a:t> = 8</a:t>
            </a:r>
          </a:p>
          <a:p>
            <a:r>
              <a:rPr lang="en-US" altLang="zh-TW" dirty="0">
                <a:latin typeface="Times New Roman" panose="02020603050405020304" pitchFamily="18" charset="0"/>
                <a:cs typeface="Times New Roman" panose="02020603050405020304" pitchFamily="18" charset="0"/>
              </a:rPr>
              <a:t>Step2</a:t>
            </a:r>
          </a:p>
          <a:p>
            <a:pPr lvl="1"/>
            <a:r>
              <a:rPr lang="en-US" altLang="zh-TW" dirty="0">
                <a:latin typeface="Times New Roman" panose="02020603050405020304" pitchFamily="18" charset="0"/>
                <a:cs typeface="Times New Roman" panose="02020603050405020304" pitchFamily="18" charset="0"/>
              </a:rPr>
              <a:t>Paring : </a:t>
            </a:r>
          </a:p>
          <a:p>
            <a:pPr marL="457200" lvl="1" indent="0">
              <a:buNone/>
            </a:pPr>
            <a:r>
              <a:rPr lang="en-US" altLang="zh-TW" dirty="0">
                <a:latin typeface="Times New Roman" panose="02020603050405020304" pitchFamily="18" charset="0"/>
                <a:cs typeface="Times New Roman" panose="02020603050405020304" pitchFamily="18" charset="0"/>
              </a:rPr>
              <a:t>	9</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a:t>
            </a:r>
            <a:r>
              <a:rPr lang="en-US" altLang="zh-TW" dirty="0">
                <a:solidFill>
                  <a:srgbClr val="FF0000"/>
                </a:solidFill>
                <a:latin typeface="Times New Roman" panose="02020603050405020304" pitchFamily="18" charset="0"/>
                <a:cs typeface="Times New Roman" panose="02020603050405020304" pitchFamily="18" charset="0"/>
              </a:rPr>
              <a:t>10,7</a:t>
            </a:r>
            <a:r>
              <a:rPr lang="en-US" altLang="zh-TW" dirty="0">
                <a:latin typeface="Times New Roman" panose="02020603050405020304" pitchFamily="18" charset="0"/>
                <a:cs typeface="Times New Roman" panose="02020603050405020304" pitchFamily="18" charset="0"/>
              </a:rPr>
              <a:t>) (</a:t>
            </a:r>
            <a:r>
              <a:rPr lang="en-US" altLang="zh-TW" dirty="0">
                <a:solidFill>
                  <a:srgbClr val="FF0000"/>
                </a:solidFill>
                <a:latin typeface="Times New Roman" panose="02020603050405020304" pitchFamily="18" charset="0"/>
                <a:cs typeface="Times New Roman" panose="02020603050405020304" pitchFamily="18" charset="0"/>
              </a:rPr>
              <a:t>8,5</a:t>
            </a:r>
            <a:r>
              <a:rPr lang="en-US" altLang="zh-TW" dirty="0">
                <a:latin typeface="Times New Roman" panose="02020603050405020304" pitchFamily="18" charset="0"/>
                <a:cs typeface="Times New Roman" panose="02020603050405020304" pitchFamily="18" charset="0"/>
              </a:rPr>
              <a:t>) (</a:t>
            </a:r>
            <a:r>
              <a:rPr lang="en-US" altLang="zh-TW" dirty="0">
                <a:solidFill>
                  <a:srgbClr val="FF0000"/>
                </a:solidFill>
                <a:latin typeface="Times New Roman" panose="02020603050405020304" pitchFamily="18" charset="0"/>
                <a:cs typeface="Times New Roman" panose="02020603050405020304" pitchFamily="18" charset="0"/>
              </a:rPr>
              <a:t>6,3</a:t>
            </a:r>
            <a:r>
              <a:rPr lang="en-US" altLang="zh-TW" dirty="0">
                <a:latin typeface="Times New Roman" panose="02020603050405020304" pitchFamily="18" charset="0"/>
                <a:cs typeface="Times New Roman" panose="02020603050405020304" pitchFamily="18" charset="0"/>
              </a:rPr>
              <a:t>) (</a:t>
            </a:r>
            <a:r>
              <a:rPr lang="en-US" altLang="zh-TW" dirty="0">
                <a:solidFill>
                  <a:srgbClr val="FF0000"/>
                </a:solidFill>
                <a:latin typeface="Times New Roman" panose="02020603050405020304" pitchFamily="18" charset="0"/>
                <a:cs typeface="Times New Roman" panose="02020603050405020304" pitchFamily="18" charset="0"/>
              </a:rPr>
              <a:t>4,1</a:t>
            </a:r>
            <a:r>
              <a:rPr lang="en-US" altLang="zh-TW" dirty="0">
                <a:latin typeface="Times New Roman" panose="02020603050405020304" pitchFamily="18" charset="0"/>
                <a:cs typeface="Times New Roman" panose="02020603050405020304" pitchFamily="18" charset="0"/>
              </a:rPr>
              <a:t>) (2,11) (</a:t>
            </a:r>
            <a:r>
              <a:rPr lang="en-US" altLang="zh-TW" dirty="0">
                <a:solidFill>
                  <a:srgbClr val="FF0000"/>
                </a:solidFill>
                <a:latin typeface="Times New Roman" panose="02020603050405020304" pitchFamily="18" charset="0"/>
                <a:cs typeface="Times New Roman" panose="02020603050405020304" pitchFamily="18" charset="0"/>
              </a:rPr>
              <a:t>19,17</a:t>
            </a:r>
            <a:r>
              <a:rPr lang="en-US" altLang="zh-TW" dirty="0">
                <a:latin typeface="Times New Roman" panose="02020603050405020304" pitchFamily="18" charset="0"/>
                <a:cs typeface="Times New Roman" panose="02020603050405020304" pitchFamily="18" charset="0"/>
              </a:rPr>
              <a:t>) (</a:t>
            </a:r>
            <a:r>
              <a:rPr lang="en-US" altLang="zh-TW" dirty="0">
                <a:solidFill>
                  <a:srgbClr val="FF0000"/>
                </a:solidFill>
                <a:latin typeface="Times New Roman" panose="02020603050405020304" pitchFamily="18" charset="0"/>
                <a:cs typeface="Times New Roman" panose="02020603050405020304" pitchFamily="18" charset="0"/>
              </a:rPr>
              <a:t>18,15</a:t>
            </a:r>
            <a:r>
              <a:rPr lang="en-US" altLang="zh-TW" dirty="0">
                <a:latin typeface="Times New Roman" panose="02020603050405020304" pitchFamily="18" charset="0"/>
                <a:cs typeface="Times New Roman" panose="02020603050405020304" pitchFamily="18" charset="0"/>
              </a:rPr>
              <a:t>) (</a:t>
            </a:r>
            <a:r>
              <a:rPr lang="en-US" altLang="zh-TW" dirty="0">
                <a:solidFill>
                  <a:srgbClr val="FF0000"/>
                </a:solidFill>
                <a:latin typeface="Times New Roman" panose="02020603050405020304" pitchFamily="18" charset="0"/>
                <a:cs typeface="Times New Roman" panose="02020603050405020304" pitchFamily="18" charset="0"/>
              </a:rPr>
              <a:t>16,13</a:t>
            </a:r>
            <a:r>
              <a:rPr lang="en-US" altLang="zh-TW" dirty="0">
                <a:latin typeface="Times New Roman" panose="02020603050405020304" pitchFamily="18" charset="0"/>
                <a:cs typeface="Times New Roman" panose="02020603050405020304" pitchFamily="18" charset="0"/>
              </a:rPr>
              <a:t>) (</a:t>
            </a:r>
            <a:r>
              <a:rPr lang="en-US" altLang="zh-TW" dirty="0">
                <a:solidFill>
                  <a:srgbClr val="FF0000"/>
                </a:solidFill>
                <a:latin typeface="Times New Roman" panose="02020603050405020304" pitchFamily="18" charset="0"/>
                <a:cs typeface="Times New Roman" panose="02020603050405020304" pitchFamily="18" charset="0"/>
              </a:rPr>
              <a:t>14,12</a:t>
            </a:r>
            <a:r>
              <a:rPr lang="en-US" altLang="zh-TW" dirty="0">
                <a:latin typeface="Times New Roman" panose="02020603050405020304" pitchFamily="18" charset="0"/>
                <a:cs typeface="Times New Roman" panose="02020603050405020304" pitchFamily="18" charset="0"/>
              </a:rPr>
              <a:t>) (20)</a:t>
            </a:r>
          </a:p>
          <a:p>
            <a:pPr lvl="1"/>
            <a:r>
              <a:rPr lang="en-US" altLang="zh-TW" dirty="0">
                <a:latin typeface="Times New Roman" panose="02020603050405020304" pitchFamily="18" charset="0"/>
                <a:cs typeface="Times New Roman" panose="02020603050405020304" pitchFamily="18" charset="0"/>
              </a:rPr>
              <a:t>Swapping :</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9 7 10 5 8 3 6 1 4 2 11 17 19 15 18 13 16 12 14 20</a:t>
            </a:r>
          </a:p>
          <a:p>
            <a:pPr lvl="1"/>
            <a:r>
              <a:rPr lang="en-US" altLang="zh-TW" dirty="0">
                <a:solidFill>
                  <a:srgbClr val="FF0000"/>
                </a:solidFill>
                <a:latin typeface="Times New Roman" panose="02020603050405020304" pitchFamily="18" charset="0"/>
                <a:cs typeface="Times New Roman" panose="02020603050405020304" pitchFamily="18" charset="0"/>
              </a:rPr>
              <a:t>Swap</a:t>
            </a:r>
            <a:r>
              <a:rPr lang="en-US" altLang="zh-TW" dirty="0">
                <a:latin typeface="Times New Roman" panose="02020603050405020304" pitchFamily="18" charset="0"/>
                <a:cs typeface="Times New Roman" panose="02020603050405020304" pitchFamily="18" charset="0"/>
              </a:rPr>
              <a:t> : 8</a:t>
            </a:r>
          </a:p>
          <a:p>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51245B09-1EE3-A575-1B89-0A015867B310}"/>
              </a:ext>
            </a:extLst>
          </p:cNvPr>
          <p:cNvSpPr>
            <a:spLocks noGrp="1"/>
          </p:cNvSpPr>
          <p:nvPr>
            <p:ph type="sldNum" sz="quarter" idx="12"/>
          </p:nvPr>
        </p:nvSpPr>
        <p:spPr/>
        <p:txBody>
          <a:bodyPr/>
          <a:lstStyle/>
          <a:p>
            <a:fld id="{C497B8E6-CB28-4350-9E62-3F3C29E41FED}" type="slidenum">
              <a:rPr lang="zh-TW" altLang="en-US" smtClean="0"/>
              <a:t>6</a:t>
            </a:fld>
            <a:endParaRPr lang="zh-TW" altLang="en-US"/>
          </a:p>
        </p:txBody>
      </p:sp>
      <p:graphicFrame>
        <p:nvGraphicFramePr>
          <p:cNvPr id="6" name="表格 5">
            <a:extLst>
              <a:ext uri="{FF2B5EF4-FFF2-40B4-BE49-F238E27FC236}">
                <a16:creationId xmlns:a16="http://schemas.microsoft.com/office/drawing/2014/main" id="{82EC1E20-CDCD-A20F-96BD-73421B4837E8}"/>
              </a:ext>
            </a:extLst>
          </p:cNvPr>
          <p:cNvGraphicFramePr>
            <a:graphicFrameLocks noGrp="1"/>
          </p:cNvGraphicFramePr>
          <p:nvPr>
            <p:extLst>
              <p:ext uri="{D42A27DB-BD31-4B8C-83A1-F6EECF244321}">
                <p14:modId xmlns:p14="http://schemas.microsoft.com/office/powerpoint/2010/main" val="3527538361"/>
              </p:ext>
            </p:extLst>
          </p:nvPr>
        </p:nvGraphicFramePr>
        <p:xfrm>
          <a:off x="838200" y="1365092"/>
          <a:ext cx="10048360" cy="370840"/>
        </p:xfrm>
        <a:graphic>
          <a:graphicData uri="http://schemas.openxmlformats.org/drawingml/2006/table">
            <a:tbl>
              <a:tblPr>
                <a:tableStyleId>{073A0DAA-6AF3-43AB-8588-CEC1D06C72B9}</a:tableStyleId>
              </a:tblPr>
              <a:tblGrid>
                <a:gridCol w="502418">
                  <a:extLst>
                    <a:ext uri="{9D8B030D-6E8A-4147-A177-3AD203B41FA5}">
                      <a16:colId xmlns:a16="http://schemas.microsoft.com/office/drawing/2014/main" val="1480451545"/>
                    </a:ext>
                  </a:extLst>
                </a:gridCol>
                <a:gridCol w="502418">
                  <a:extLst>
                    <a:ext uri="{9D8B030D-6E8A-4147-A177-3AD203B41FA5}">
                      <a16:colId xmlns:a16="http://schemas.microsoft.com/office/drawing/2014/main" val="3336375050"/>
                    </a:ext>
                  </a:extLst>
                </a:gridCol>
                <a:gridCol w="502418">
                  <a:extLst>
                    <a:ext uri="{9D8B030D-6E8A-4147-A177-3AD203B41FA5}">
                      <a16:colId xmlns:a16="http://schemas.microsoft.com/office/drawing/2014/main" val="3736495442"/>
                    </a:ext>
                  </a:extLst>
                </a:gridCol>
                <a:gridCol w="502418">
                  <a:extLst>
                    <a:ext uri="{9D8B030D-6E8A-4147-A177-3AD203B41FA5}">
                      <a16:colId xmlns:a16="http://schemas.microsoft.com/office/drawing/2014/main" val="139322733"/>
                    </a:ext>
                  </a:extLst>
                </a:gridCol>
                <a:gridCol w="502418">
                  <a:extLst>
                    <a:ext uri="{9D8B030D-6E8A-4147-A177-3AD203B41FA5}">
                      <a16:colId xmlns:a16="http://schemas.microsoft.com/office/drawing/2014/main" val="3029587812"/>
                    </a:ext>
                  </a:extLst>
                </a:gridCol>
                <a:gridCol w="502418">
                  <a:extLst>
                    <a:ext uri="{9D8B030D-6E8A-4147-A177-3AD203B41FA5}">
                      <a16:colId xmlns:a16="http://schemas.microsoft.com/office/drawing/2014/main" val="2457742601"/>
                    </a:ext>
                  </a:extLst>
                </a:gridCol>
                <a:gridCol w="502418">
                  <a:extLst>
                    <a:ext uri="{9D8B030D-6E8A-4147-A177-3AD203B41FA5}">
                      <a16:colId xmlns:a16="http://schemas.microsoft.com/office/drawing/2014/main" val="1048590456"/>
                    </a:ext>
                  </a:extLst>
                </a:gridCol>
                <a:gridCol w="502418">
                  <a:extLst>
                    <a:ext uri="{9D8B030D-6E8A-4147-A177-3AD203B41FA5}">
                      <a16:colId xmlns:a16="http://schemas.microsoft.com/office/drawing/2014/main" val="3958073413"/>
                    </a:ext>
                  </a:extLst>
                </a:gridCol>
                <a:gridCol w="502418">
                  <a:extLst>
                    <a:ext uri="{9D8B030D-6E8A-4147-A177-3AD203B41FA5}">
                      <a16:colId xmlns:a16="http://schemas.microsoft.com/office/drawing/2014/main" val="522543827"/>
                    </a:ext>
                  </a:extLst>
                </a:gridCol>
                <a:gridCol w="502418">
                  <a:extLst>
                    <a:ext uri="{9D8B030D-6E8A-4147-A177-3AD203B41FA5}">
                      <a16:colId xmlns:a16="http://schemas.microsoft.com/office/drawing/2014/main" val="1345011253"/>
                    </a:ext>
                  </a:extLst>
                </a:gridCol>
                <a:gridCol w="502418">
                  <a:extLst>
                    <a:ext uri="{9D8B030D-6E8A-4147-A177-3AD203B41FA5}">
                      <a16:colId xmlns:a16="http://schemas.microsoft.com/office/drawing/2014/main" val="3552377732"/>
                    </a:ext>
                  </a:extLst>
                </a:gridCol>
                <a:gridCol w="502418">
                  <a:extLst>
                    <a:ext uri="{9D8B030D-6E8A-4147-A177-3AD203B41FA5}">
                      <a16:colId xmlns:a16="http://schemas.microsoft.com/office/drawing/2014/main" val="175216877"/>
                    </a:ext>
                  </a:extLst>
                </a:gridCol>
                <a:gridCol w="502418">
                  <a:extLst>
                    <a:ext uri="{9D8B030D-6E8A-4147-A177-3AD203B41FA5}">
                      <a16:colId xmlns:a16="http://schemas.microsoft.com/office/drawing/2014/main" val="3963800724"/>
                    </a:ext>
                  </a:extLst>
                </a:gridCol>
                <a:gridCol w="502418">
                  <a:extLst>
                    <a:ext uri="{9D8B030D-6E8A-4147-A177-3AD203B41FA5}">
                      <a16:colId xmlns:a16="http://schemas.microsoft.com/office/drawing/2014/main" val="3538799390"/>
                    </a:ext>
                  </a:extLst>
                </a:gridCol>
                <a:gridCol w="502418">
                  <a:extLst>
                    <a:ext uri="{9D8B030D-6E8A-4147-A177-3AD203B41FA5}">
                      <a16:colId xmlns:a16="http://schemas.microsoft.com/office/drawing/2014/main" val="3364551068"/>
                    </a:ext>
                  </a:extLst>
                </a:gridCol>
                <a:gridCol w="502418">
                  <a:extLst>
                    <a:ext uri="{9D8B030D-6E8A-4147-A177-3AD203B41FA5}">
                      <a16:colId xmlns:a16="http://schemas.microsoft.com/office/drawing/2014/main" val="747934344"/>
                    </a:ext>
                  </a:extLst>
                </a:gridCol>
                <a:gridCol w="502418">
                  <a:extLst>
                    <a:ext uri="{9D8B030D-6E8A-4147-A177-3AD203B41FA5}">
                      <a16:colId xmlns:a16="http://schemas.microsoft.com/office/drawing/2014/main" val="2083325142"/>
                    </a:ext>
                  </a:extLst>
                </a:gridCol>
                <a:gridCol w="502418">
                  <a:extLst>
                    <a:ext uri="{9D8B030D-6E8A-4147-A177-3AD203B41FA5}">
                      <a16:colId xmlns:a16="http://schemas.microsoft.com/office/drawing/2014/main" val="3662583491"/>
                    </a:ext>
                  </a:extLst>
                </a:gridCol>
                <a:gridCol w="502418">
                  <a:extLst>
                    <a:ext uri="{9D8B030D-6E8A-4147-A177-3AD203B41FA5}">
                      <a16:colId xmlns:a16="http://schemas.microsoft.com/office/drawing/2014/main" val="4058520826"/>
                    </a:ext>
                  </a:extLst>
                </a:gridCol>
                <a:gridCol w="502418">
                  <a:extLst>
                    <a:ext uri="{9D8B030D-6E8A-4147-A177-3AD203B41FA5}">
                      <a16:colId xmlns:a16="http://schemas.microsoft.com/office/drawing/2014/main" val="1391629898"/>
                    </a:ext>
                  </a:extLst>
                </a:gridCol>
              </a:tblGrid>
              <a:tr h="370840">
                <a:tc>
                  <a:txBody>
                    <a:bodyPr/>
                    <a:lstStyle/>
                    <a:p>
                      <a:r>
                        <a:rPr lang="en-US" altLang="zh-TW" dirty="0"/>
                        <a:t>10</a:t>
                      </a:r>
                      <a:endParaRPr lang="zh-TW" altLang="en-US" dirty="0"/>
                    </a:p>
                  </a:txBody>
                  <a:tcPr/>
                </a:tc>
                <a:tc>
                  <a:txBody>
                    <a:bodyPr/>
                    <a:lstStyle/>
                    <a:p>
                      <a:r>
                        <a:rPr lang="en-US" altLang="zh-TW" dirty="0"/>
                        <a:t>9</a:t>
                      </a:r>
                      <a:endParaRPr lang="zh-TW" altLang="en-US" dirty="0"/>
                    </a:p>
                  </a:txBody>
                  <a:tcPr/>
                </a:tc>
                <a:tc>
                  <a:txBody>
                    <a:bodyPr/>
                    <a:lstStyle/>
                    <a:p>
                      <a:r>
                        <a:rPr lang="en-US" altLang="zh-TW" dirty="0"/>
                        <a:t>8</a:t>
                      </a:r>
                      <a:endParaRPr lang="zh-TW" altLang="en-US" dirty="0"/>
                    </a:p>
                  </a:txBody>
                  <a:tcPr/>
                </a:tc>
                <a:tc>
                  <a:txBody>
                    <a:bodyPr/>
                    <a:lstStyle/>
                    <a:p>
                      <a:r>
                        <a:rPr lang="en-US" altLang="zh-TW" dirty="0"/>
                        <a:t>7</a:t>
                      </a:r>
                      <a:endParaRPr lang="zh-TW" altLang="en-US" dirty="0"/>
                    </a:p>
                  </a:txBody>
                  <a:tcPr/>
                </a:tc>
                <a:tc>
                  <a:txBody>
                    <a:bodyPr/>
                    <a:lstStyle/>
                    <a:p>
                      <a:r>
                        <a:rPr lang="en-US" altLang="zh-TW" dirty="0"/>
                        <a:t>6</a:t>
                      </a:r>
                      <a:endParaRPr lang="zh-TW" altLang="en-US" dirty="0"/>
                    </a:p>
                  </a:txBody>
                  <a:tcPr/>
                </a:tc>
                <a:tc>
                  <a:txBody>
                    <a:bodyPr/>
                    <a:lstStyle/>
                    <a:p>
                      <a:r>
                        <a:rPr lang="en-US" altLang="zh-TW" dirty="0"/>
                        <a:t>5</a:t>
                      </a:r>
                      <a:endParaRPr lang="zh-TW" altLang="en-US" dirty="0"/>
                    </a:p>
                  </a:txBody>
                  <a:tcPr/>
                </a:tc>
                <a:tc>
                  <a:txBody>
                    <a:bodyPr/>
                    <a:lstStyle/>
                    <a:p>
                      <a:r>
                        <a:rPr lang="en-US" altLang="zh-TW" dirty="0"/>
                        <a:t>4</a:t>
                      </a:r>
                      <a:endParaRPr lang="zh-TW" altLang="en-US" dirty="0"/>
                    </a:p>
                  </a:txBody>
                  <a:tcPr/>
                </a:tc>
                <a:tc>
                  <a:txBody>
                    <a:bodyPr/>
                    <a:lstStyle/>
                    <a:p>
                      <a:r>
                        <a:rPr lang="en-US" altLang="zh-TW" dirty="0"/>
                        <a:t>3</a:t>
                      </a:r>
                      <a:endParaRPr lang="zh-TW" altLang="en-US" dirty="0"/>
                    </a:p>
                  </a:txBody>
                  <a:tcPr/>
                </a:tc>
                <a:tc>
                  <a:txBody>
                    <a:bodyPr/>
                    <a:lstStyle/>
                    <a:p>
                      <a:r>
                        <a:rPr lang="en-US" altLang="zh-TW" dirty="0"/>
                        <a:t>2</a:t>
                      </a:r>
                      <a:endParaRPr lang="zh-TW" altLang="en-US" dirty="0"/>
                    </a:p>
                  </a:txBody>
                  <a:tcPr/>
                </a:tc>
                <a:tc>
                  <a:txBody>
                    <a:bodyPr/>
                    <a:lstStyle/>
                    <a:p>
                      <a:r>
                        <a:rPr lang="en-US" altLang="zh-TW" dirty="0">
                          <a:solidFill>
                            <a:schemeClr val="tx1"/>
                          </a:solidFill>
                        </a:rPr>
                        <a:t>1</a:t>
                      </a:r>
                      <a:endParaRPr lang="zh-TW" altLang="en-US" dirty="0">
                        <a:solidFill>
                          <a:schemeClr val="tx1"/>
                        </a:solidFill>
                      </a:endParaRPr>
                    </a:p>
                  </a:txBody>
                  <a:tcPr/>
                </a:tc>
                <a:tc>
                  <a:txBody>
                    <a:bodyPr/>
                    <a:lstStyle/>
                    <a:p>
                      <a:r>
                        <a:rPr lang="en-US" altLang="zh-TW" dirty="0">
                          <a:solidFill>
                            <a:srgbClr val="FF0000"/>
                          </a:solidFill>
                        </a:rPr>
                        <a:t>11</a:t>
                      </a:r>
                      <a:endParaRPr lang="zh-TW" altLang="en-US" dirty="0">
                        <a:solidFill>
                          <a:srgbClr val="FF0000"/>
                        </a:solidFill>
                      </a:endParaRPr>
                    </a:p>
                  </a:txBody>
                  <a:tcPr/>
                </a:tc>
                <a:tc>
                  <a:txBody>
                    <a:bodyPr/>
                    <a:lstStyle/>
                    <a:p>
                      <a:r>
                        <a:rPr lang="en-US" altLang="zh-TW" dirty="0"/>
                        <a:t>19</a:t>
                      </a:r>
                      <a:endParaRPr lang="zh-TW" altLang="en-US" dirty="0"/>
                    </a:p>
                  </a:txBody>
                  <a:tcPr/>
                </a:tc>
                <a:tc>
                  <a:txBody>
                    <a:bodyPr/>
                    <a:lstStyle/>
                    <a:p>
                      <a:r>
                        <a:rPr lang="en-US" altLang="zh-TW" dirty="0"/>
                        <a:t>18</a:t>
                      </a:r>
                      <a:endParaRPr lang="zh-TW" altLang="en-US" dirty="0"/>
                    </a:p>
                  </a:txBody>
                  <a:tcPr/>
                </a:tc>
                <a:tc>
                  <a:txBody>
                    <a:bodyPr/>
                    <a:lstStyle/>
                    <a:p>
                      <a:r>
                        <a:rPr lang="en-US" altLang="zh-TW" dirty="0"/>
                        <a:t>17</a:t>
                      </a:r>
                      <a:endParaRPr lang="zh-TW" altLang="en-US" dirty="0"/>
                    </a:p>
                  </a:txBody>
                  <a:tcPr/>
                </a:tc>
                <a:tc>
                  <a:txBody>
                    <a:bodyPr/>
                    <a:lstStyle/>
                    <a:p>
                      <a:r>
                        <a:rPr lang="en-US" altLang="zh-TW" dirty="0"/>
                        <a:t>16</a:t>
                      </a:r>
                      <a:endParaRPr lang="zh-TW" altLang="en-US" dirty="0"/>
                    </a:p>
                  </a:txBody>
                  <a:tcPr/>
                </a:tc>
                <a:tc>
                  <a:txBody>
                    <a:bodyPr/>
                    <a:lstStyle/>
                    <a:p>
                      <a:r>
                        <a:rPr lang="en-US" altLang="zh-TW" dirty="0"/>
                        <a:t>15</a:t>
                      </a:r>
                      <a:endParaRPr lang="zh-TW" altLang="en-US" dirty="0"/>
                    </a:p>
                  </a:txBody>
                  <a:tcPr/>
                </a:tc>
                <a:tc>
                  <a:txBody>
                    <a:bodyPr/>
                    <a:lstStyle/>
                    <a:p>
                      <a:r>
                        <a:rPr lang="en-US" altLang="zh-TW" dirty="0"/>
                        <a:t>14</a:t>
                      </a:r>
                      <a:endParaRPr lang="zh-TW" altLang="en-US" dirty="0"/>
                    </a:p>
                  </a:txBody>
                  <a:tcPr/>
                </a:tc>
                <a:tc>
                  <a:txBody>
                    <a:bodyPr/>
                    <a:lstStyle/>
                    <a:p>
                      <a:r>
                        <a:rPr lang="en-US" altLang="zh-TW" dirty="0"/>
                        <a:t>13</a:t>
                      </a:r>
                      <a:endParaRPr lang="zh-TW" altLang="en-US" dirty="0"/>
                    </a:p>
                  </a:txBody>
                  <a:tcPr/>
                </a:tc>
                <a:tc>
                  <a:txBody>
                    <a:bodyPr/>
                    <a:lstStyle/>
                    <a:p>
                      <a:r>
                        <a:rPr lang="en-US" altLang="zh-TW" dirty="0"/>
                        <a:t>12</a:t>
                      </a:r>
                      <a:endParaRPr lang="zh-TW" altLang="en-US" dirty="0"/>
                    </a:p>
                  </a:txBody>
                  <a:tcPr/>
                </a:tc>
                <a:tc>
                  <a:txBody>
                    <a:bodyPr/>
                    <a:lstStyle/>
                    <a:p>
                      <a:r>
                        <a:rPr lang="en-US" altLang="zh-TW" dirty="0"/>
                        <a:t>20</a:t>
                      </a:r>
                      <a:endParaRPr lang="zh-TW" altLang="en-US" dirty="0"/>
                    </a:p>
                  </a:txBody>
                  <a:tcPr/>
                </a:tc>
                <a:extLst>
                  <a:ext uri="{0D108BD9-81ED-4DB2-BD59-A6C34878D82A}">
                    <a16:rowId xmlns:a16="http://schemas.microsoft.com/office/drawing/2014/main" val="971347868"/>
                  </a:ext>
                </a:extLst>
              </a:tr>
            </a:tbl>
          </a:graphicData>
        </a:graphic>
      </p:graphicFrame>
    </p:spTree>
    <p:extLst>
      <p:ext uri="{BB962C8B-B14F-4D97-AF65-F5344CB8AC3E}">
        <p14:creationId xmlns:p14="http://schemas.microsoft.com/office/powerpoint/2010/main" val="1191436581"/>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ED7020A-BC7A-359D-8C1B-D2DDFB53A292}"/>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Paring and swapping</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A5DB51C9-186D-6CF3-EBAF-E77AB7BC8164}"/>
              </a:ext>
            </a:extLst>
          </p:cNvPr>
          <p:cNvSpPr>
            <a:spLocks noGrp="1"/>
          </p:cNvSpPr>
          <p:nvPr>
            <p:ph idx="1"/>
          </p:nvPr>
        </p:nvSpPr>
        <p:spPr/>
        <p:txBody>
          <a:bodyPr>
            <a:normAutofit lnSpcReduction="10000"/>
          </a:bodyPr>
          <a:lstStyle/>
          <a:p>
            <a:r>
              <a:rPr lang="en-US" altLang="zh-TW" dirty="0">
                <a:latin typeface="Times New Roman" panose="02020603050405020304" pitchFamily="18" charset="0"/>
                <a:cs typeface="Times New Roman" panose="02020603050405020304" pitchFamily="18" charset="0"/>
              </a:rPr>
              <a:t>Iteration 1:</a:t>
            </a:r>
          </a:p>
          <a:p>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Iteration 2:</a:t>
            </a:r>
          </a:p>
          <a:p>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Iteration 3:</a:t>
            </a:r>
          </a:p>
          <a:p>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Iteration 4:</a:t>
            </a:r>
          </a:p>
          <a:p>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Iteration 5 (swap time :0 -&gt; </a:t>
            </a:r>
            <a:r>
              <a:rPr lang="en-US" altLang="zh-TW" dirty="0">
                <a:solidFill>
                  <a:srgbClr val="FF0000"/>
                </a:solidFill>
                <a:latin typeface="Times New Roman" panose="02020603050405020304" pitchFamily="18" charset="0"/>
                <a:cs typeface="Times New Roman" panose="02020603050405020304" pitchFamily="18" charset="0"/>
              </a:rPr>
              <a:t>end</a:t>
            </a:r>
            <a:r>
              <a:rPr lang="en-US" altLang="zh-TW" dirty="0">
                <a:latin typeface="Times New Roman" panose="02020603050405020304" pitchFamily="18" charset="0"/>
                <a:cs typeface="Times New Roman" panose="02020603050405020304" pitchFamily="18" charset="0"/>
              </a:rPr>
              <a:t>):</a:t>
            </a:r>
          </a:p>
          <a:p>
            <a:endParaRPr lang="en-US" altLang="zh-TW" dirty="0">
              <a:latin typeface="Times New Roman" panose="02020603050405020304" pitchFamily="18" charset="0"/>
              <a:cs typeface="Times New Roman" panose="02020603050405020304" pitchFamily="18" charset="0"/>
            </a:endParaRPr>
          </a:p>
          <a:p>
            <a:endParaRPr lang="en-US" altLang="zh-TW" dirty="0">
              <a:latin typeface="Times New Roman" panose="02020603050405020304" pitchFamily="18" charset="0"/>
              <a:cs typeface="Times New Roman" panose="02020603050405020304" pitchFamily="18" charset="0"/>
            </a:endParaRPr>
          </a:p>
          <a:p>
            <a:endParaRPr lang="en-US" altLang="zh-TW" dirty="0">
              <a:latin typeface="Times New Roman" panose="02020603050405020304" pitchFamily="18" charset="0"/>
              <a:cs typeface="Times New Roman" panose="02020603050405020304" pitchFamily="18" charset="0"/>
            </a:endParaRPr>
          </a:p>
          <a:p>
            <a:endParaRPr lang="en-US" altLang="zh-TW"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51245B09-1EE3-A575-1B89-0A015867B310}"/>
              </a:ext>
            </a:extLst>
          </p:cNvPr>
          <p:cNvSpPr>
            <a:spLocks noGrp="1"/>
          </p:cNvSpPr>
          <p:nvPr>
            <p:ph type="sldNum" sz="quarter" idx="12"/>
          </p:nvPr>
        </p:nvSpPr>
        <p:spPr/>
        <p:txBody>
          <a:bodyPr/>
          <a:lstStyle/>
          <a:p>
            <a:fld id="{C497B8E6-CB28-4350-9E62-3F3C29E41FED}" type="slidenum">
              <a:rPr lang="zh-TW" altLang="en-US" smtClean="0"/>
              <a:t>7</a:t>
            </a:fld>
            <a:endParaRPr lang="zh-TW" altLang="en-US"/>
          </a:p>
        </p:txBody>
      </p:sp>
      <p:graphicFrame>
        <p:nvGraphicFramePr>
          <p:cNvPr id="6" name="表格 5">
            <a:extLst>
              <a:ext uri="{FF2B5EF4-FFF2-40B4-BE49-F238E27FC236}">
                <a16:creationId xmlns:a16="http://schemas.microsoft.com/office/drawing/2014/main" id="{82EC1E20-CDCD-A20F-96BD-73421B4837E8}"/>
              </a:ext>
            </a:extLst>
          </p:cNvPr>
          <p:cNvGraphicFramePr>
            <a:graphicFrameLocks noGrp="1"/>
          </p:cNvGraphicFramePr>
          <p:nvPr>
            <p:extLst>
              <p:ext uri="{D42A27DB-BD31-4B8C-83A1-F6EECF244321}">
                <p14:modId xmlns:p14="http://schemas.microsoft.com/office/powerpoint/2010/main" val="2353742339"/>
              </p:ext>
            </p:extLst>
          </p:nvPr>
        </p:nvGraphicFramePr>
        <p:xfrm>
          <a:off x="1169796" y="2289541"/>
          <a:ext cx="10048360" cy="370840"/>
        </p:xfrm>
        <a:graphic>
          <a:graphicData uri="http://schemas.openxmlformats.org/drawingml/2006/table">
            <a:tbl>
              <a:tblPr>
                <a:tableStyleId>{073A0DAA-6AF3-43AB-8588-CEC1D06C72B9}</a:tableStyleId>
              </a:tblPr>
              <a:tblGrid>
                <a:gridCol w="502418">
                  <a:extLst>
                    <a:ext uri="{9D8B030D-6E8A-4147-A177-3AD203B41FA5}">
                      <a16:colId xmlns:a16="http://schemas.microsoft.com/office/drawing/2014/main" val="1480451545"/>
                    </a:ext>
                  </a:extLst>
                </a:gridCol>
                <a:gridCol w="502418">
                  <a:extLst>
                    <a:ext uri="{9D8B030D-6E8A-4147-A177-3AD203B41FA5}">
                      <a16:colId xmlns:a16="http://schemas.microsoft.com/office/drawing/2014/main" val="3336375050"/>
                    </a:ext>
                  </a:extLst>
                </a:gridCol>
                <a:gridCol w="502418">
                  <a:extLst>
                    <a:ext uri="{9D8B030D-6E8A-4147-A177-3AD203B41FA5}">
                      <a16:colId xmlns:a16="http://schemas.microsoft.com/office/drawing/2014/main" val="3736495442"/>
                    </a:ext>
                  </a:extLst>
                </a:gridCol>
                <a:gridCol w="498229">
                  <a:extLst>
                    <a:ext uri="{9D8B030D-6E8A-4147-A177-3AD203B41FA5}">
                      <a16:colId xmlns:a16="http://schemas.microsoft.com/office/drawing/2014/main" val="139322733"/>
                    </a:ext>
                  </a:extLst>
                </a:gridCol>
                <a:gridCol w="506607">
                  <a:extLst>
                    <a:ext uri="{9D8B030D-6E8A-4147-A177-3AD203B41FA5}">
                      <a16:colId xmlns:a16="http://schemas.microsoft.com/office/drawing/2014/main" val="3029587812"/>
                    </a:ext>
                  </a:extLst>
                </a:gridCol>
                <a:gridCol w="502418">
                  <a:extLst>
                    <a:ext uri="{9D8B030D-6E8A-4147-A177-3AD203B41FA5}">
                      <a16:colId xmlns:a16="http://schemas.microsoft.com/office/drawing/2014/main" val="2457742601"/>
                    </a:ext>
                  </a:extLst>
                </a:gridCol>
                <a:gridCol w="502418">
                  <a:extLst>
                    <a:ext uri="{9D8B030D-6E8A-4147-A177-3AD203B41FA5}">
                      <a16:colId xmlns:a16="http://schemas.microsoft.com/office/drawing/2014/main" val="1048590456"/>
                    </a:ext>
                  </a:extLst>
                </a:gridCol>
                <a:gridCol w="502418">
                  <a:extLst>
                    <a:ext uri="{9D8B030D-6E8A-4147-A177-3AD203B41FA5}">
                      <a16:colId xmlns:a16="http://schemas.microsoft.com/office/drawing/2014/main" val="3958073413"/>
                    </a:ext>
                  </a:extLst>
                </a:gridCol>
                <a:gridCol w="502418">
                  <a:extLst>
                    <a:ext uri="{9D8B030D-6E8A-4147-A177-3AD203B41FA5}">
                      <a16:colId xmlns:a16="http://schemas.microsoft.com/office/drawing/2014/main" val="522543827"/>
                    </a:ext>
                  </a:extLst>
                </a:gridCol>
                <a:gridCol w="502418">
                  <a:extLst>
                    <a:ext uri="{9D8B030D-6E8A-4147-A177-3AD203B41FA5}">
                      <a16:colId xmlns:a16="http://schemas.microsoft.com/office/drawing/2014/main" val="1345011253"/>
                    </a:ext>
                  </a:extLst>
                </a:gridCol>
                <a:gridCol w="502418">
                  <a:extLst>
                    <a:ext uri="{9D8B030D-6E8A-4147-A177-3AD203B41FA5}">
                      <a16:colId xmlns:a16="http://schemas.microsoft.com/office/drawing/2014/main" val="3552377732"/>
                    </a:ext>
                  </a:extLst>
                </a:gridCol>
                <a:gridCol w="502418">
                  <a:extLst>
                    <a:ext uri="{9D8B030D-6E8A-4147-A177-3AD203B41FA5}">
                      <a16:colId xmlns:a16="http://schemas.microsoft.com/office/drawing/2014/main" val="175216877"/>
                    </a:ext>
                  </a:extLst>
                </a:gridCol>
                <a:gridCol w="502418">
                  <a:extLst>
                    <a:ext uri="{9D8B030D-6E8A-4147-A177-3AD203B41FA5}">
                      <a16:colId xmlns:a16="http://schemas.microsoft.com/office/drawing/2014/main" val="3963800724"/>
                    </a:ext>
                  </a:extLst>
                </a:gridCol>
                <a:gridCol w="502418">
                  <a:extLst>
                    <a:ext uri="{9D8B030D-6E8A-4147-A177-3AD203B41FA5}">
                      <a16:colId xmlns:a16="http://schemas.microsoft.com/office/drawing/2014/main" val="3538799390"/>
                    </a:ext>
                  </a:extLst>
                </a:gridCol>
                <a:gridCol w="502418">
                  <a:extLst>
                    <a:ext uri="{9D8B030D-6E8A-4147-A177-3AD203B41FA5}">
                      <a16:colId xmlns:a16="http://schemas.microsoft.com/office/drawing/2014/main" val="3364551068"/>
                    </a:ext>
                  </a:extLst>
                </a:gridCol>
                <a:gridCol w="502418">
                  <a:extLst>
                    <a:ext uri="{9D8B030D-6E8A-4147-A177-3AD203B41FA5}">
                      <a16:colId xmlns:a16="http://schemas.microsoft.com/office/drawing/2014/main" val="747934344"/>
                    </a:ext>
                  </a:extLst>
                </a:gridCol>
                <a:gridCol w="502418">
                  <a:extLst>
                    <a:ext uri="{9D8B030D-6E8A-4147-A177-3AD203B41FA5}">
                      <a16:colId xmlns:a16="http://schemas.microsoft.com/office/drawing/2014/main" val="2083325142"/>
                    </a:ext>
                  </a:extLst>
                </a:gridCol>
                <a:gridCol w="502418">
                  <a:extLst>
                    <a:ext uri="{9D8B030D-6E8A-4147-A177-3AD203B41FA5}">
                      <a16:colId xmlns:a16="http://schemas.microsoft.com/office/drawing/2014/main" val="3662583491"/>
                    </a:ext>
                  </a:extLst>
                </a:gridCol>
                <a:gridCol w="502418">
                  <a:extLst>
                    <a:ext uri="{9D8B030D-6E8A-4147-A177-3AD203B41FA5}">
                      <a16:colId xmlns:a16="http://schemas.microsoft.com/office/drawing/2014/main" val="4058520826"/>
                    </a:ext>
                  </a:extLst>
                </a:gridCol>
                <a:gridCol w="502418">
                  <a:extLst>
                    <a:ext uri="{9D8B030D-6E8A-4147-A177-3AD203B41FA5}">
                      <a16:colId xmlns:a16="http://schemas.microsoft.com/office/drawing/2014/main" val="1391629898"/>
                    </a:ext>
                  </a:extLst>
                </a:gridCol>
              </a:tblGrid>
              <a:tr h="370840">
                <a:tc>
                  <a:txBody>
                    <a:bodyPr/>
                    <a:lstStyle/>
                    <a:p>
                      <a:r>
                        <a:rPr lang="en-US" altLang="zh-TW" dirty="0"/>
                        <a:t>9</a:t>
                      </a:r>
                      <a:endParaRPr lang="zh-TW" altLang="en-US" dirty="0"/>
                    </a:p>
                  </a:txBody>
                  <a:tcPr/>
                </a:tc>
                <a:tc>
                  <a:txBody>
                    <a:bodyPr/>
                    <a:lstStyle/>
                    <a:p>
                      <a:r>
                        <a:rPr lang="en-US" altLang="zh-TW" dirty="0"/>
                        <a:t>7</a:t>
                      </a:r>
                      <a:endParaRPr lang="zh-TW" altLang="en-US" dirty="0"/>
                    </a:p>
                  </a:txBody>
                  <a:tcPr/>
                </a:tc>
                <a:tc>
                  <a:txBody>
                    <a:bodyPr/>
                    <a:lstStyle/>
                    <a:p>
                      <a:r>
                        <a:rPr lang="en-US" altLang="zh-TW" dirty="0"/>
                        <a:t>10</a:t>
                      </a:r>
                      <a:endParaRPr lang="zh-TW" altLang="en-US" dirty="0"/>
                    </a:p>
                  </a:txBody>
                  <a:tcPr/>
                </a:tc>
                <a:tc>
                  <a:txBody>
                    <a:bodyPr/>
                    <a:lstStyle/>
                    <a:p>
                      <a:r>
                        <a:rPr lang="en-US" altLang="zh-TW" dirty="0"/>
                        <a:t>5</a:t>
                      </a:r>
                      <a:endParaRPr lang="zh-TW" altLang="en-US" dirty="0"/>
                    </a:p>
                  </a:txBody>
                  <a:tcPr/>
                </a:tc>
                <a:tc>
                  <a:txBody>
                    <a:bodyPr/>
                    <a:lstStyle/>
                    <a:p>
                      <a:r>
                        <a:rPr lang="en-US" altLang="zh-TW" dirty="0"/>
                        <a:t>8</a:t>
                      </a:r>
                      <a:endParaRPr lang="zh-TW" altLang="en-US" dirty="0"/>
                    </a:p>
                  </a:txBody>
                  <a:tcPr/>
                </a:tc>
                <a:tc>
                  <a:txBody>
                    <a:bodyPr/>
                    <a:lstStyle/>
                    <a:p>
                      <a:r>
                        <a:rPr lang="en-US" altLang="zh-TW" dirty="0"/>
                        <a:t>3</a:t>
                      </a:r>
                      <a:endParaRPr lang="zh-TW" altLang="en-US" dirty="0"/>
                    </a:p>
                  </a:txBody>
                  <a:tcPr/>
                </a:tc>
                <a:tc>
                  <a:txBody>
                    <a:bodyPr/>
                    <a:lstStyle/>
                    <a:p>
                      <a:r>
                        <a:rPr lang="en-US" altLang="zh-TW" dirty="0"/>
                        <a:t>6</a:t>
                      </a:r>
                      <a:endParaRPr lang="zh-TW" altLang="en-US" dirty="0"/>
                    </a:p>
                  </a:txBody>
                  <a:tcPr/>
                </a:tc>
                <a:tc>
                  <a:txBody>
                    <a:bodyPr/>
                    <a:lstStyle/>
                    <a:p>
                      <a:r>
                        <a:rPr lang="en-US" altLang="zh-TW" dirty="0"/>
                        <a:t>1</a:t>
                      </a:r>
                      <a:endParaRPr lang="zh-TW" altLang="en-US" dirty="0"/>
                    </a:p>
                  </a:txBody>
                  <a:tcPr/>
                </a:tc>
                <a:tc>
                  <a:txBody>
                    <a:bodyPr/>
                    <a:lstStyle/>
                    <a:p>
                      <a:r>
                        <a:rPr lang="en-US" altLang="zh-TW" dirty="0"/>
                        <a:t>4</a:t>
                      </a:r>
                      <a:endParaRPr lang="zh-TW" altLang="en-US" dirty="0"/>
                    </a:p>
                  </a:txBody>
                  <a:tcPr/>
                </a:tc>
                <a:tc>
                  <a:txBody>
                    <a:bodyPr/>
                    <a:lstStyle/>
                    <a:p>
                      <a:r>
                        <a:rPr lang="en-US" altLang="zh-TW" dirty="0">
                          <a:solidFill>
                            <a:schemeClr val="tx1"/>
                          </a:solidFill>
                        </a:rPr>
                        <a:t>2</a:t>
                      </a:r>
                      <a:endParaRPr lang="zh-TW" altLang="en-US" dirty="0">
                        <a:solidFill>
                          <a:schemeClr val="tx1"/>
                        </a:solidFill>
                      </a:endParaRPr>
                    </a:p>
                  </a:txBody>
                  <a:tcPr/>
                </a:tc>
                <a:tc>
                  <a:txBody>
                    <a:bodyPr/>
                    <a:lstStyle/>
                    <a:p>
                      <a:r>
                        <a:rPr lang="en-US" altLang="zh-TW" dirty="0">
                          <a:solidFill>
                            <a:schemeClr val="tx1"/>
                          </a:solidFill>
                        </a:rPr>
                        <a:t>11</a:t>
                      </a:r>
                      <a:endParaRPr lang="zh-TW" altLang="en-US" dirty="0">
                        <a:solidFill>
                          <a:schemeClr val="tx1"/>
                        </a:solidFill>
                      </a:endParaRPr>
                    </a:p>
                  </a:txBody>
                  <a:tcPr/>
                </a:tc>
                <a:tc>
                  <a:txBody>
                    <a:bodyPr/>
                    <a:lstStyle/>
                    <a:p>
                      <a:r>
                        <a:rPr lang="en-US" altLang="zh-TW" dirty="0"/>
                        <a:t>17</a:t>
                      </a:r>
                      <a:endParaRPr lang="zh-TW" altLang="en-US" dirty="0"/>
                    </a:p>
                  </a:txBody>
                  <a:tcPr/>
                </a:tc>
                <a:tc>
                  <a:txBody>
                    <a:bodyPr/>
                    <a:lstStyle/>
                    <a:p>
                      <a:r>
                        <a:rPr lang="en-US" altLang="zh-TW" dirty="0"/>
                        <a:t>19</a:t>
                      </a:r>
                      <a:endParaRPr lang="zh-TW" altLang="en-US" dirty="0"/>
                    </a:p>
                  </a:txBody>
                  <a:tcPr/>
                </a:tc>
                <a:tc>
                  <a:txBody>
                    <a:bodyPr/>
                    <a:lstStyle/>
                    <a:p>
                      <a:r>
                        <a:rPr lang="en-US" altLang="zh-TW" dirty="0"/>
                        <a:t>15</a:t>
                      </a:r>
                      <a:endParaRPr lang="zh-TW" altLang="en-US" dirty="0"/>
                    </a:p>
                  </a:txBody>
                  <a:tcPr/>
                </a:tc>
                <a:tc>
                  <a:txBody>
                    <a:bodyPr/>
                    <a:lstStyle/>
                    <a:p>
                      <a:r>
                        <a:rPr lang="en-US" altLang="zh-TW" dirty="0"/>
                        <a:t>18</a:t>
                      </a:r>
                      <a:endParaRPr lang="zh-TW" altLang="en-US" dirty="0"/>
                    </a:p>
                  </a:txBody>
                  <a:tcPr/>
                </a:tc>
                <a:tc>
                  <a:txBody>
                    <a:bodyPr/>
                    <a:lstStyle/>
                    <a:p>
                      <a:r>
                        <a:rPr lang="en-US" altLang="zh-TW" dirty="0"/>
                        <a:t>13</a:t>
                      </a:r>
                      <a:endParaRPr lang="zh-TW" altLang="en-US" dirty="0"/>
                    </a:p>
                  </a:txBody>
                  <a:tcPr/>
                </a:tc>
                <a:tc>
                  <a:txBody>
                    <a:bodyPr/>
                    <a:lstStyle/>
                    <a:p>
                      <a:r>
                        <a:rPr lang="en-US" altLang="zh-TW" dirty="0"/>
                        <a:t>16</a:t>
                      </a:r>
                      <a:endParaRPr lang="zh-TW" altLang="en-US" dirty="0"/>
                    </a:p>
                  </a:txBody>
                  <a:tcPr/>
                </a:tc>
                <a:tc>
                  <a:txBody>
                    <a:bodyPr/>
                    <a:lstStyle/>
                    <a:p>
                      <a:r>
                        <a:rPr lang="en-US" altLang="zh-TW" dirty="0"/>
                        <a:t>12</a:t>
                      </a:r>
                      <a:endParaRPr lang="zh-TW" altLang="en-US" dirty="0"/>
                    </a:p>
                  </a:txBody>
                  <a:tcPr/>
                </a:tc>
                <a:tc>
                  <a:txBody>
                    <a:bodyPr/>
                    <a:lstStyle/>
                    <a:p>
                      <a:r>
                        <a:rPr lang="en-US" altLang="zh-TW" dirty="0"/>
                        <a:t>14</a:t>
                      </a:r>
                      <a:endParaRPr lang="zh-TW" altLang="en-US" dirty="0"/>
                    </a:p>
                  </a:txBody>
                  <a:tcPr/>
                </a:tc>
                <a:tc>
                  <a:txBody>
                    <a:bodyPr/>
                    <a:lstStyle/>
                    <a:p>
                      <a:r>
                        <a:rPr lang="en-US" altLang="zh-TW" dirty="0"/>
                        <a:t>20</a:t>
                      </a:r>
                      <a:endParaRPr lang="zh-TW" altLang="en-US" dirty="0"/>
                    </a:p>
                  </a:txBody>
                  <a:tcPr/>
                </a:tc>
                <a:extLst>
                  <a:ext uri="{0D108BD9-81ED-4DB2-BD59-A6C34878D82A}">
                    <a16:rowId xmlns:a16="http://schemas.microsoft.com/office/drawing/2014/main" val="971347868"/>
                  </a:ext>
                </a:extLst>
              </a:tr>
            </a:tbl>
          </a:graphicData>
        </a:graphic>
      </p:graphicFrame>
      <p:graphicFrame>
        <p:nvGraphicFramePr>
          <p:cNvPr id="8" name="表格 7">
            <a:extLst>
              <a:ext uri="{FF2B5EF4-FFF2-40B4-BE49-F238E27FC236}">
                <a16:creationId xmlns:a16="http://schemas.microsoft.com/office/drawing/2014/main" id="{C9378362-06DF-BA80-3BCF-0151ED10D7E1}"/>
              </a:ext>
            </a:extLst>
          </p:cNvPr>
          <p:cNvGraphicFramePr>
            <a:graphicFrameLocks noGrp="1"/>
          </p:cNvGraphicFramePr>
          <p:nvPr>
            <p:extLst>
              <p:ext uri="{D42A27DB-BD31-4B8C-83A1-F6EECF244321}">
                <p14:modId xmlns:p14="http://schemas.microsoft.com/office/powerpoint/2010/main" val="1308728305"/>
              </p:ext>
            </p:extLst>
          </p:nvPr>
        </p:nvGraphicFramePr>
        <p:xfrm>
          <a:off x="1169796" y="3247664"/>
          <a:ext cx="10048360" cy="370840"/>
        </p:xfrm>
        <a:graphic>
          <a:graphicData uri="http://schemas.openxmlformats.org/drawingml/2006/table">
            <a:tbl>
              <a:tblPr>
                <a:tableStyleId>{073A0DAA-6AF3-43AB-8588-CEC1D06C72B9}</a:tableStyleId>
              </a:tblPr>
              <a:tblGrid>
                <a:gridCol w="502418">
                  <a:extLst>
                    <a:ext uri="{9D8B030D-6E8A-4147-A177-3AD203B41FA5}">
                      <a16:colId xmlns:a16="http://schemas.microsoft.com/office/drawing/2014/main" val="1480451545"/>
                    </a:ext>
                  </a:extLst>
                </a:gridCol>
                <a:gridCol w="502418">
                  <a:extLst>
                    <a:ext uri="{9D8B030D-6E8A-4147-A177-3AD203B41FA5}">
                      <a16:colId xmlns:a16="http://schemas.microsoft.com/office/drawing/2014/main" val="3336375050"/>
                    </a:ext>
                  </a:extLst>
                </a:gridCol>
                <a:gridCol w="502418">
                  <a:extLst>
                    <a:ext uri="{9D8B030D-6E8A-4147-A177-3AD203B41FA5}">
                      <a16:colId xmlns:a16="http://schemas.microsoft.com/office/drawing/2014/main" val="3736495442"/>
                    </a:ext>
                  </a:extLst>
                </a:gridCol>
                <a:gridCol w="498229">
                  <a:extLst>
                    <a:ext uri="{9D8B030D-6E8A-4147-A177-3AD203B41FA5}">
                      <a16:colId xmlns:a16="http://schemas.microsoft.com/office/drawing/2014/main" val="139322733"/>
                    </a:ext>
                  </a:extLst>
                </a:gridCol>
                <a:gridCol w="506607">
                  <a:extLst>
                    <a:ext uri="{9D8B030D-6E8A-4147-A177-3AD203B41FA5}">
                      <a16:colId xmlns:a16="http://schemas.microsoft.com/office/drawing/2014/main" val="3029587812"/>
                    </a:ext>
                  </a:extLst>
                </a:gridCol>
                <a:gridCol w="502418">
                  <a:extLst>
                    <a:ext uri="{9D8B030D-6E8A-4147-A177-3AD203B41FA5}">
                      <a16:colId xmlns:a16="http://schemas.microsoft.com/office/drawing/2014/main" val="2457742601"/>
                    </a:ext>
                  </a:extLst>
                </a:gridCol>
                <a:gridCol w="502418">
                  <a:extLst>
                    <a:ext uri="{9D8B030D-6E8A-4147-A177-3AD203B41FA5}">
                      <a16:colId xmlns:a16="http://schemas.microsoft.com/office/drawing/2014/main" val="1048590456"/>
                    </a:ext>
                  </a:extLst>
                </a:gridCol>
                <a:gridCol w="502418">
                  <a:extLst>
                    <a:ext uri="{9D8B030D-6E8A-4147-A177-3AD203B41FA5}">
                      <a16:colId xmlns:a16="http://schemas.microsoft.com/office/drawing/2014/main" val="3958073413"/>
                    </a:ext>
                  </a:extLst>
                </a:gridCol>
                <a:gridCol w="502418">
                  <a:extLst>
                    <a:ext uri="{9D8B030D-6E8A-4147-A177-3AD203B41FA5}">
                      <a16:colId xmlns:a16="http://schemas.microsoft.com/office/drawing/2014/main" val="522543827"/>
                    </a:ext>
                  </a:extLst>
                </a:gridCol>
                <a:gridCol w="502418">
                  <a:extLst>
                    <a:ext uri="{9D8B030D-6E8A-4147-A177-3AD203B41FA5}">
                      <a16:colId xmlns:a16="http://schemas.microsoft.com/office/drawing/2014/main" val="1345011253"/>
                    </a:ext>
                  </a:extLst>
                </a:gridCol>
                <a:gridCol w="502418">
                  <a:extLst>
                    <a:ext uri="{9D8B030D-6E8A-4147-A177-3AD203B41FA5}">
                      <a16:colId xmlns:a16="http://schemas.microsoft.com/office/drawing/2014/main" val="3552377732"/>
                    </a:ext>
                  </a:extLst>
                </a:gridCol>
                <a:gridCol w="502418">
                  <a:extLst>
                    <a:ext uri="{9D8B030D-6E8A-4147-A177-3AD203B41FA5}">
                      <a16:colId xmlns:a16="http://schemas.microsoft.com/office/drawing/2014/main" val="175216877"/>
                    </a:ext>
                  </a:extLst>
                </a:gridCol>
                <a:gridCol w="502418">
                  <a:extLst>
                    <a:ext uri="{9D8B030D-6E8A-4147-A177-3AD203B41FA5}">
                      <a16:colId xmlns:a16="http://schemas.microsoft.com/office/drawing/2014/main" val="3963800724"/>
                    </a:ext>
                  </a:extLst>
                </a:gridCol>
                <a:gridCol w="502418">
                  <a:extLst>
                    <a:ext uri="{9D8B030D-6E8A-4147-A177-3AD203B41FA5}">
                      <a16:colId xmlns:a16="http://schemas.microsoft.com/office/drawing/2014/main" val="3538799390"/>
                    </a:ext>
                  </a:extLst>
                </a:gridCol>
                <a:gridCol w="502418">
                  <a:extLst>
                    <a:ext uri="{9D8B030D-6E8A-4147-A177-3AD203B41FA5}">
                      <a16:colId xmlns:a16="http://schemas.microsoft.com/office/drawing/2014/main" val="3364551068"/>
                    </a:ext>
                  </a:extLst>
                </a:gridCol>
                <a:gridCol w="502418">
                  <a:extLst>
                    <a:ext uri="{9D8B030D-6E8A-4147-A177-3AD203B41FA5}">
                      <a16:colId xmlns:a16="http://schemas.microsoft.com/office/drawing/2014/main" val="747934344"/>
                    </a:ext>
                  </a:extLst>
                </a:gridCol>
                <a:gridCol w="502418">
                  <a:extLst>
                    <a:ext uri="{9D8B030D-6E8A-4147-A177-3AD203B41FA5}">
                      <a16:colId xmlns:a16="http://schemas.microsoft.com/office/drawing/2014/main" val="2083325142"/>
                    </a:ext>
                  </a:extLst>
                </a:gridCol>
                <a:gridCol w="502418">
                  <a:extLst>
                    <a:ext uri="{9D8B030D-6E8A-4147-A177-3AD203B41FA5}">
                      <a16:colId xmlns:a16="http://schemas.microsoft.com/office/drawing/2014/main" val="3662583491"/>
                    </a:ext>
                  </a:extLst>
                </a:gridCol>
                <a:gridCol w="502418">
                  <a:extLst>
                    <a:ext uri="{9D8B030D-6E8A-4147-A177-3AD203B41FA5}">
                      <a16:colId xmlns:a16="http://schemas.microsoft.com/office/drawing/2014/main" val="4058520826"/>
                    </a:ext>
                  </a:extLst>
                </a:gridCol>
                <a:gridCol w="502418">
                  <a:extLst>
                    <a:ext uri="{9D8B030D-6E8A-4147-A177-3AD203B41FA5}">
                      <a16:colId xmlns:a16="http://schemas.microsoft.com/office/drawing/2014/main" val="1391629898"/>
                    </a:ext>
                  </a:extLst>
                </a:gridCol>
              </a:tblGrid>
              <a:tr h="370840">
                <a:tc>
                  <a:txBody>
                    <a:bodyPr/>
                    <a:lstStyle/>
                    <a:p>
                      <a:r>
                        <a:rPr lang="en-US" altLang="zh-TW" dirty="0"/>
                        <a:t>7</a:t>
                      </a:r>
                      <a:endParaRPr lang="zh-TW" altLang="en-US" dirty="0"/>
                    </a:p>
                  </a:txBody>
                  <a:tcPr/>
                </a:tc>
                <a:tc>
                  <a:txBody>
                    <a:bodyPr/>
                    <a:lstStyle/>
                    <a:p>
                      <a:r>
                        <a:rPr lang="en-US" altLang="zh-TW" dirty="0"/>
                        <a:t>5</a:t>
                      </a:r>
                      <a:endParaRPr lang="zh-TW" altLang="en-US" dirty="0"/>
                    </a:p>
                  </a:txBody>
                  <a:tcPr/>
                </a:tc>
                <a:tc>
                  <a:txBody>
                    <a:bodyPr/>
                    <a:lstStyle/>
                    <a:p>
                      <a:r>
                        <a:rPr lang="en-US" altLang="zh-TW" dirty="0"/>
                        <a:t>9</a:t>
                      </a:r>
                      <a:endParaRPr lang="zh-TW" altLang="en-US" dirty="0"/>
                    </a:p>
                  </a:txBody>
                  <a:tcPr/>
                </a:tc>
                <a:tc>
                  <a:txBody>
                    <a:bodyPr/>
                    <a:lstStyle/>
                    <a:p>
                      <a:r>
                        <a:rPr lang="en-US" altLang="zh-TW" dirty="0"/>
                        <a:t>3</a:t>
                      </a:r>
                      <a:endParaRPr lang="zh-TW" altLang="en-US" dirty="0"/>
                    </a:p>
                  </a:txBody>
                  <a:tcPr/>
                </a:tc>
                <a:tc>
                  <a:txBody>
                    <a:bodyPr/>
                    <a:lstStyle/>
                    <a:p>
                      <a:r>
                        <a:rPr lang="en-US" altLang="zh-TW" dirty="0"/>
                        <a:t>10</a:t>
                      </a:r>
                      <a:endParaRPr lang="zh-TW" altLang="en-US" dirty="0"/>
                    </a:p>
                  </a:txBody>
                  <a:tcPr/>
                </a:tc>
                <a:tc>
                  <a:txBody>
                    <a:bodyPr/>
                    <a:lstStyle/>
                    <a:p>
                      <a:r>
                        <a:rPr lang="en-US" altLang="zh-TW" dirty="0"/>
                        <a:t>1</a:t>
                      </a:r>
                      <a:endParaRPr lang="zh-TW" altLang="en-US" dirty="0"/>
                    </a:p>
                  </a:txBody>
                  <a:tcPr/>
                </a:tc>
                <a:tc>
                  <a:txBody>
                    <a:bodyPr/>
                    <a:lstStyle/>
                    <a:p>
                      <a:r>
                        <a:rPr lang="en-US" altLang="zh-TW" dirty="0"/>
                        <a:t>8</a:t>
                      </a:r>
                      <a:endParaRPr lang="zh-TW" altLang="en-US" dirty="0"/>
                    </a:p>
                  </a:txBody>
                  <a:tcPr/>
                </a:tc>
                <a:tc>
                  <a:txBody>
                    <a:bodyPr/>
                    <a:lstStyle/>
                    <a:p>
                      <a:r>
                        <a:rPr lang="en-US" altLang="zh-TW" dirty="0"/>
                        <a:t>2</a:t>
                      </a:r>
                      <a:endParaRPr lang="zh-TW" altLang="en-US" dirty="0"/>
                    </a:p>
                  </a:txBody>
                  <a:tcPr/>
                </a:tc>
                <a:tc>
                  <a:txBody>
                    <a:bodyPr/>
                    <a:lstStyle/>
                    <a:p>
                      <a:r>
                        <a:rPr lang="en-US" altLang="zh-TW" dirty="0"/>
                        <a:t>6</a:t>
                      </a:r>
                      <a:endParaRPr lang="zh-TW" altLang="en-US" dirty="0"/>
                    </a:p>
                  </a:txBody>
                  <a:tcPr/>
                </a:tc>
                <a:tc>
                  <a:txBody>
                    <a:bodyPr/>
                    <a:lstStyle/>
                    <a:p>
                      <a:r>
                        <a:rPr lang="en-US" altLang="zh-TW" dirty="0">
                          <a:solidFill>
                            <a:schemeClr val="tx1"/>
                          </a:solidFill>
                        </a:rPr>
                        <a:t>4</a:t>
                      </a:r>
                      <a:endParaRPr lang="zh-TW" altLang="en-US" dirty="0">
                        <a:solidFill>
                          <a:schemeClr val="tx1"/>
                        </a:solidFill>
                      </a:endParaRPr>
                    </a:p>
                  </a:txBody>
                  <a:tcPr/>
                </a:tc>
                <a:tc>
                  <a:txBody>
                    <a:bodyPr/>
                    <a:lstStyle/>
                    <a:p>
                      <a:r>
                        <a:rPr lang="en-US" altLang="zh-TW" dirty="0">
                          <a:solidFill>
                            <a:schemeClr val="tx1"/>
                          </a:solidFill>
                        </a:rPr>
                        <a:t>11</a:t>
                      </a:r>
                      <a:endParaRPr lang="zh-TW" altLang="en-US" dirty="0">
                        <a:solidFill>
                          <a:schemeClr val="tx1"/>
                        </a:solidFill>
                      </a:endParaRPr>
                    </a:p>
                  </a:txBody>
                  <a:tcPr/>
                </a:tc>
                <a:tc>
                  <a:txBody>
                    <a:bodyPr/>
                    <a:lstStyle/>
                    <a:p>
                      <a:r>
                        <a:rPr lang="en-US" altLang="zh-TW" dirty="0"/>
                        <a:t>15</a:t>
                      </a:r>
                      <a:endParaRPr lang="zh-TW" altLang="en-US" dirty="0"/>
                    </a:p>
                  </a:txBody>
                  <a:tcPr/>
                </a:tc>
                <a:tc>
                  <a:txBody>
                    <a:bodyPr/>
                    <a:lstStyle/>
                    <a:p>
                      <a:r>
                        <a:rPr lang="en-US" altLang="zh-TW" dirty="0"/>
                        <a:t>17</a:t>
                      </a:r>
                      <a:endParaRPr lang="zh-TW" altLang="en-US" dirty="0"/>
                    </a:p>
                  </a:txBody>
                  <a:tcPr/>
                </a:tc>
                <a:tc>
                  <a:txBody>
                    <a:bodyPr/>
                    <a:lstStyle/>
                    <a:p>
                      <a:r>
                        <a:rPr lang="en-US" altLang="zh-TW" dirty="0"/>
                        <a:t>13</a:t>
                      </a:r>
                      <a:endParaRPr lang="zh-TW" altLang="en-US" dirty="0"/>
                    </a:p>
                  </a:txBody>
                  <a:tcPr/>
                </a:tc>
                <a:tc>
                  <a:txBody>
                    <a:bodyPr/>
                    <a:lstStyle/>
                    <a:p>
                      <a:r>
                        <a:rPr lang="en-US" altLang="zh-TW" dirty="0"/>
                        <a:t>19</a:t>
                      </a:r>
                      <a:endParaRPr lang="zh-TW" altLang="en-US" dirty="0"/>
                    </a:p>
                  </a:txBody>
                  <a:tcPr/>
                </a:tc>
                <a:tc>
                  <a:txBody>
                    <a:bodyPr/>
                    <a:lstStyle/>
                    <a:p>
                      <a:r>
                        <a:rPr lang="en-US" altLang="zh-TW" dirty="0"/>
                        <a:t>12</a:t>
                      </a:r>
                      <a:endParaRPr lang="zh-TW" altLang="en-US" dirty="0"/>
                    </a:p>
                  </a:txBody>
                  <a:tcPr/>
                </a:tc>
                <a:tc>
                  <a:txBody>
                    <a:bodyPr/>
                    <a:lstStyle/>
                    <a:p>
                      <a:r>
                        <a:rPr lang="en-US" altLang="zh-TW" dirty="0"/>
                        <a:t>18</a:t>
                      </a:r>
                      <a:endParaRPr lang="zh-TW" altLang="en-US" dirty="0"/>
                    </a:p>
                  </a:txBody>
                  <a:tcPr/>
                </a:tc>
                <a:tc>
                  <a:txBody>
                    <a:bodyPr/>
                    <a:lstStyle/>
                    <a:p>
                      <a:r>
                        <a:rPr lang="en-US" altLang="zh-TW" dirty="0"/>
                        <a:t>14</a:t>
                      </a:r>
                      <a:endParaRPr lang="zh-TW" altLang="en-US" dirty="0"/>
                    </a:p>
                  </a:txBody>
                  <a:tcPr/>
                </a:tc>
                <a:tc>
                  <a:txBody>
                    <a:bodyPr/>
                    <a:lstStyle/>
                    <a:p>
                      <a:r>
                        <a:rPr lang="en-US" altLang="zh-TW" dirty="0"/>
                        <a:t>16</a:t>
                      </a:r>
                      <a:endParaRPr lang="zh-TW" altLang="en-US" dirty="0"/>
                    </a:p>
                  </a:txBody>
                  <a:tcPr/>
                </a:tc>
                <a:tc>
                  <a:txBody>
                    <a:bodyPr/>
                    <a:lstStyle/>
                    <a:p>
                      <a:r>
                        <a:rPr lang="en-US" altLang="zh-TW" dirty="0"/>
                        <a:t>20</a:t>
                      </a:r>
                      <a:endParaRPr lang="zh-TW" altLang="en-US" dirty="0"/>
                    </a:p>
                  </a:txBody>
                  <a:tcPr/>
                </a:tc>
                <a:extLst>
                  <a:ext uri="{0D108BD9-81ED-4DB2-BD59-A6C34878D82A}">
                    <a16:rowId xmlns:a16="http://schemas.microsoft.com/office/drawing/2014/main" val="971347868"/>
                  </a:ext>
                </a:extLst>
              </a:tr>
            </a:tbl>
          </a:graphicData>
        </a:graphic>
      </p:graphicFrame>
      <p:graphicFrame>
        <p:nvGraphicFramePr>
          <p:cNvPr id="9" name="表格 8">
            <a:extLst>
              <a:ext uri="{FF2B5EF4-FFF2-40B4-BE49-F238E27FC236}">
                <a16:creationId xmlns:a16="http://schemas.microsoft.com/office/drawing/2014/main" id="{F8678318-70B2-3B5F-967C-B828F8595C28}"/>
              </a:ext>
            </a:extLst>
          </p:cNvPr>
          <p:cNvGraphicFramePr>
            <a:graphicFrameLocks noGrp="1"/>
          </p:cNvGraphicFramePr>
          <p:nvPr>
            <p:extLst>
              <p:ext uri="{D42A27DB-BD31-4B8C-83A1-F6EECF244321}">
                <p14:modId xmlns:p14="http://schemas.microsoft.com/office/powerpoint/2010/main" val="3572306735"/>
              </p:ext>
            </p:extLst>
          </p:nvPr>
        </p:nvGraphicFramePr>
        <p:xfrm>
          <a:off x="1169796" y="4205788"/>
          <a:ext cx="10048360" cy="370840"/>
        </p:xfrm>
        <a:graphic>
          <a:graphicData uri="http://schemas.openxmlformats.org/drawingml/2006/table">
            <a:tbl>
              <a:tblPr>
                <a:tableStyleId>{073A0DAA-6AF3-43AB-8588-CEC1D06C72B9}</a:tableStyleId>
              </a:tblPr>
              <a:tblGrid>
                <a:gridCol w="502418">
                  <a:extLst>
                    <a:ext uri="{9D8B030D-6E8A-4147-A177-3AD203B41FA5}">
                      <a16:colId xmlns:a16="http://schemas.microsoft.com/office/drawing/2014/main" val="1480451545"/>
                    </a:ext>
                  </a:extLst>
                </a:gridCol>
                <a:gridCol w="502418">
                  <a:extLst>
                    <a:ext uri="{9D8B030D-6E8A-4147-A177-3AD203B41FA5}">
                      <a16:colId xmlns:a16="http://schemas.microsoft.com/office/drawing/2014/main" val="3336375050"/>
                    </a:ext>
                  </a:extLst>
                </a:gridCol>
                <a:gridCol w="502418">
                  <a:extLst>
                    <a:ext uri="{9D8B030D-6E8A-4147-A177-3AD203B41FA5}">
                      <a16:colId xmlns:a16="http://schemas.microsoft.com/office/drawing/2014/main" val="3736495442"/>
                    </a:ext>
                  </a:extLst>
                </a:gridCol>
                <a:gridCol w="498229">
                  <a:extLst>
                    <a:ext uri="{9D8B030D-6E8A-4147-A177-3AD203B41FA5}">
                      <a16:colId xmlns:a16="http://schemas.microsoft.com/office/drawing/2014/main" val="139322733"/>
                    </a:ext>
                  </a:extLst>
                </a:gridCol>
                <a:gridCol w="506607">
                  <a:extLst>
                    <a:ext uri="{9D8B030D-6E8A-4147-A177-3AD203B41FA5}">
                      <a16:colId xmlns:a16="http://schemas.microsoft.com/office/drawing/2014/main" val="3029587812"/>
                    </a:ext>
                  </a:extLst>
                </a:gridCol>
                <a:gridCol w="502418">
                  <a:extLst>
                    <a:ext uri="{9D8B030D-6E8A-4147-A177-3AD203B41FA5}">
                      <a16:colId xmlns:a16="http://schemas.microsoft.com/office/drawing/2014/main" val="2457742601"/>
                    </a:ext>
                  </a:extLst>
                </a:gridCol>
                <a:gridCol w="502418">
                  <a:extLst>
                    <a:ext uri="{9D8B030D-6E8A-4147-A177-3AD203B41FA5}">
                      <a16:colId xmlns:a16="http://schemas.microsoft.com/office/drawing/2014/main" val="1048590456"/>
                    </a:ext>
                  </a:extLst>
                </a:gridCol>
                <a:gridCol w="502418">
                  <a:extLst>
                    <a:ext uri="{9D8B030D-6E8A-4147-A177-3AD203B41FA5}">
                      <a16:colId xmlns:a16="http://schemas.microsoft.com/office/drawing/2014/main" val="3958073413"/>
                    </a:ext>
                  </a:extLst>
                </a:gridCol>
                <a:gridCol w="502418">
                  <a:extLst>
                    <a:ext uri="{9D8B030D-6E8A-4147-A177-3AD203B41FA5}">
                      <a16:colId xmlns:a16="http://schemas.microsoft.com/office/drawing/2014/main" val="522543827"/>
                    </a:ext>
                  </a:extLst>
                </a:gridCol>
                <a:gridCol w="502418">
                  <a:extLst>
                    <a:ext uri="{9D8B030D-6E8A-4147-A177-3AD203B41FA5}">
                      <a16:colId xmlns:a16="http://schemas.microsoft.com/office/drawing/2014/main" val="1345011253"/>
                    </a:ext>
                  </a:extLst>
                </a:gridCol>
                <a:gridCol w="502418">
                  <a:extLst>
                    <a:ext uri="{9D8B030D-6E8A-4147-A177-3AD203B41FA5}">
                      <a16:colId xmlns:a16="http://schemas.microsoft.com/office/drawing/2014/main" val="3552377732"/>
                    </a:ext>
                  </a:extLst>
                </a:gridCol>
                <a:gridCol w="502418">
                  <a:extLst>
                    <a:ext uri="{9D8B030D-6E8A-4147-A177-3AD203B41FA5}">
                      <a16:colId xmlns:a16="http://schemas.microsoft.com/office/drawing/2014/main" val="175216877"/>
                    </a:ext>
                  </a:extLst>
                </a:gridCol>
                <a:gridCol w="502418">
                  <a:extLst>
                    <a:ext uri="{9D8B030D-6E8A-4147-A177-3AD203B41FA5}">
                      <a16:colId xmlns:a16="http://schemas.microsoft.com/office/drawing/2014/main" val="3963800724"/>
                    </a:ext>
                  </a:extLst>
                </a:gridCol>
                <a:gridCol w="502418">
                  <a:extLst>
                    <a:ext uri="{9D8B030D-6E8A-4147-A177-3AD203B41FA5}">
                      <a16:colId xmlns:a16="http://schemas.microsoft.com/office/drawing/2014/main" val="3538799390"/>
                    </a:ext>
                  </a:extLst>
                </a:gridCol>
                <a:gridCol w="502418">
                  <a:extLst>
                    <a:ext uri="{9D8B030D-6E8A-4147-A177-3AD203B41FA5}">
                      <a16:colId xmlns:a16="http://schemas.microsoft.com/office/drawing/2014/main" val="3364551068"/>
                    </a:ext>
                  </a:extLst>
                </a:gridCol>
                <a:gridCol w="502418">
                  <a:extLst>
                    <a:ext uri="{9D8B030D-6E8A-4147-A177-3AD203B41FA5}">
                      <a16:colId xmlns:a16="http://schemas.microsoft.com/office/drawing/2014/main" val="747934344"/>
                    </a:ext>
                  </a:extLst>
                </a:gridCol>
                <a:gridCol w="502418">
                  <a:extLst>
                    <a:ext uri="{9D8B030D-6E8A-4147-A177-3AD203B41FA5}">
                      <a16:colId xmlns:a16="http://schemas.microsoft.com/office/drawing/2014/main" val="2083325142"/>
                    </a:ext>
                  </a:extLst>
                </a:gridCol>
                <a:gridCol w="502418">
                  <a:extLst>
                    <a:ext uri="{9D8B030D-6E8A-4147-A177-3AD203B41FA5}">
                      <a16:colId xmlns:a16="http://schemas.microsoft.com/office/drawing/2014/main" val="3662583491"/>
                    </a:ext>
                  </a:extLst>
                </a:gridCol>
                <a:gridCol w="502418">
                  <a:extLst>
                    <a:ext uri="{9D8B030D-6E8A-4147-A177-3AD203B41FA5}">
                      <a16:colId xmlns:a16="http://schemas.microsoft.com/office/drawing/2014/main" val="4058520826"/>
                    </a:ext>
                  </a:extLst>
                </a:gridCol>
                <a:gridCol w="502418">
                  <a:extLst>
                    <a:ext uri="{9D8B030D-6E8A-4147-A177-3AD203B41FA5}">
                      <a16:colId xmlns:a16="http://schemas.microsoft.com/office/drawing/2014/main" val="1391629898"/>
                    </a:ext>
                  </a:extLst>
                </a:gridCol>
              </a:tblGrid>
              <a:tr h="370840">
                <a:tc>
                  <a:txBody>
                    <a:bodyPr/>
                    <a:lstStyle/>
                    <a:p>
                      <a:r>
                        <a:rPr lang="en-US" altLang="zh-TW" dirty="0"/>
                        <a:t>5</a:t>
                      </a:r>
                      <a:endParaRPr lang="zh-TW" altLang="en-US" dirty="0"/>
                    </a:p>
                  </a:txBody>
                  <a:tcPr/>
                </a:tc>
                <a:tc>
                  <a:txBody>
                    <a:bodyPr/>
                    <a:lstStyle/>
                    <a:p>
                      <a:r>
                        <a:rPr lang="en-US" altLang="zh-TW" dirty="0"/>
                        <a:t>3</a:t>
                      </a:r>
                      <a:endParaRPr lang="zh-TW" altLang="en-US" dirty="0"/>
                    </a:p>
                  </a:txBody>
                  <a:tcPr/>
                </a:tc>
                <a:tc>
                  <a:txBody>
                    <a:bodyPr/>
                    <a:lstStyle/>
                    <a:p>
                      <a:r>
                        <a:rPr lang="en-US" altLang="zh-TW" dirty="0"/>
                        <a:t>7</a:t>
                      </a:r>
                      <a:endParaRPr lang="zh-TW" altLang="en-US" dirty="0"/>
                    </a:p>
                  </a:txBody>
                  <a:tcPr/>
                </a:tc>
                <a:tc>
                  <a:txBody>
                    <a:bodyPr/>
                    <a:lstStyle/>
                    <a:p>
                      <a:r>
                        <a:rPr lang="en-US" altLang="zh-TW" dirty="0"/>
                        <a:t>1</a:t>
                      </a:r>
                      <a:endParaRPr lang="zh-TW" altLang="en-US" dirty="0"/>
                    </a:p>
                  </a:txBody>
                  <a:tcPr/>
                </a:tc>
                <a:tc>
                  <a:txBody>
                    <a:bodyPr/>
                    <a:lstStyle/>
                    <a:p>
                      <a:r>
                        <a:rPr lang="en-US" altLang="zh-TW" dirty="0"/>
                        <a:t>9</a:t>
                      </a:r>
                      <a:endParaRPr lang="zh-TW" altLang="en-US" dirty="0"/>
                    </a:p>
                  </a:txBody>
                  <a:tcPr/>
                </a:tc>
                <a:tc>
                  <a:txBody>
                    <a:bodyPr/>
                    <a:lstStyle/>
                    <a:p>
                      <a:r>
                        <a:rPr lang="en-US" altLang="zh-TW" dirty="0"/>
                        <a:t>2</a:t>
                      </a:r>
                      <a:endParaRPr lang="zh-TW" altLang="en-US" dirty="0"/>
                    </a:p>
                  </a:txBody>
                  <a:tcPr/>
                </a:tc>
                <a:tc>
                  <a:txBody>
                    <a:bodyPr/>
                    <a:lstStyle/>
                    <a:p>
                      <a:r>
                        <a:rPr lang="en-US" altLang="zh-TW" dirty="0"/>
                        <a:t>10</a:t>
                      </a:r>
                      <a:endParaRPr lang="zh-TW" altLang="en-US" dirty="0"/>
                    </a:p>
                  </a:txBody>
                  <a:tcPr/>
                </a:tc>
                <a:tc>
                  <a:txBody>
                    <a:bodyPr/>
                    <a:lstStyle/>
                    <a:p>
                      <a:r>
                        <a:rPr lang="en-US" altLang="zh-TW" dirty="0"/>
                        <a:t>4</a:t>
                      </a:r>
                      <a:endParaRPr lang="zh-TW" altLang="en-US" dirty="0"/>
                    </a:p>
                  </a:txBody>
                  <a:tcPr/>
                </a:tc>
                <a:tc>
                  <a:txBody>
                    <a:bodyPr/>
                    <a:lstStyle/>
                    <a:p>
                      <a:r>
                        <a:rPr lang="en-US" altLang="zh-TW" dirty="0"/>
                        <a:t>8</a:t>
                      </a:r>
                      <a:endParaRPr lang="zh-TW" altLang="en-US" dirty="0"/>
                    </a:p>
                  </a:txBody>
                  <a:tcPr/>
                </a:tc>
                <a:tc>
                  <a:txBody>
                    <a:bodyPr/>
                    <a:lstStyle/>
                    <a:p>
                      <a:r>
                        <a:rPr lang="en-US" altLang="zh-TW" dirty="0">
                          <a:solidFill>
                            <a:schemeClr val="tx1"/>
                          </a:solidFill>
                        </a:rPr>
                        <a:t>6</a:t>
                      </a:r>
                      <a:endParaRPr lang="zh-TW" altLang="en-US" dirty="0">
                        <a:solidFill>
                          <a:schemeClr val="tx1"/>
                        </a:solidFill>
                      </a:endParaRPr>
                    </a:p>
                  </a:txBody>
                  <a:tcPr/>
                </a:tc>
                <a:tc>
                  <a:txBody>
                    <a:bodyPr/>
                    <a:lstStyle/>
                    <a:p>
                      <a:r>
                        <a:rPr lang="en-US" altLang="zh-TW" dirty="0">
                          <a:solidFill>
                            <a:schemeClr val="tx1"/>
                          </a:solidFill>
                        </a:rPr>
                        <a:t>11</a:t>
                      </a:r>
                      <a:endParaRPr lang="zh-TW" altLang="en-US" dirty="0">
                        <a:solidFill>
                          <a:schemeClr val="tx1"/>
                        </a:solidFill>
                      </a:endParaRPr>
                    </a:p>
                  </a:txBody>
                  <a:tcPr/>
                </a:tc>
                <a:tc>
                  <a:txBody>
                    <a:bodyPr/>
                    <a:lstStyle/>
                    <a:p>
                      <a:r>
                        <a:rPr lang="en-US" altLang="zh-TW" dirty="0"/>
                        <a:t>13</a:t>
                      </a:r>
                      <a:endParaRPr lang="zh-TW" altLang="en-US" dirty="0"/>
                    </a:p>
                  </a:txBody>
                  <a:tcPr/>
                </a:tc>
                <a:tc>
                  <a:txBody>
                    <a:bodyPr/>
                    <a:lstStyle/>
                    <a:p>
                      <a:r>
                        <a:rPr lang="en-US" altLang="zh-TW" dirty="0"/>
                        <a:t>15</a:t>
                      </a:r>
                      <a:endParaRPr lang="zh-TW" altLang="en-US" dirty="0"/>
                    </a:p>
                  </a:txBody>
                  <a:tcPr/>
                </a:tc>
                <a:tc>
                  <a:txBody>
                    <a:bodyPr/>
                    <a:lstStyle/>
                    <a:p>
                      <a:r>
                        <a:rPr lang="en-US" altLang="zh-TW" dirty="0"/>
                        <a:t>12</a:t>
                      </a:r>
                      <a:endParaRPr lang="zh-TW" altLang="en-US" dirty="0"/>
                    </a:p>
                  </a:txBody>
                  <a:tcPr/>
                </a:tc>
                <a:tc>
                  <a:txBody>
                    <a:bodyPr/>
                    <a:lstStyle/>
                    <a:p>
                      <a:r>
                        <a:rPr lang="en-US" altLang="zh-TW" dirty="0"/>
                        <a:t>17</a:t>
                      </a:r>
                      <a:endParaRPr lang="zh-TW" altLang="en-US" dirty="0"/>
                    </a:p>
                  </a:txBody>
                  <a:tcPr/>
                </a:tc>
                <a:tc>
                  <a:txBody>
                    <a:bodyPr/>
                    <a:lstStyle/>
                    <a:p>
                      <a:r>
                        <a:rPr lang="en-US" altLang="zh-TW" dirty="0"/>
                        <a:t>14</a:t>
                      </a:r>
                      <a:endParaRPr lang="zh-TW" altLang="en-US" dirty="0"/>
                    </a:p>
                  </a:txBody>
                  <a:tcPr/>
                </a:tc>
                <a:tc>
                  <a:txBody>
                    <a:bodyPr/>
                    <a:lstStyle/>
                    <a:p>
                      <a:r>
                        <a:rPr lang="en-US" altLang="zh-TW" dirty="0"/>
                        <a:t>19</a:t>
                      </a:r>
                      <a:endParaRPr lang="zh-TW" altLang="en-US" dirty="0"/>
                    </a:p>
                  </a:txBody>
                  <a:tcPr/>
                </a:tc>
                <a:tc>
                  <a:txBody>
                    <a:bodyPr/>
                    <a:lstStyle/>
                    <a:p>
                      <a:r>
                        <a:rPr lang="en-US" altLang="zh-TW" dirty="0"/>
                        <a:t>16</a:t>
                      </a:r>
                      <a:endParaRPr lang="zh-TW" altLang="en-US" dirty="0"/>
                    </a:p>
                  </a:txBody>
                  <a:tcPr/>
                </a:tc>
                <a:tc>
                  <a:txBody>
                    <a:bodyPr/>
                    <a:lstStyle/>
                    <a:p>
                      <a:r>
                        <a:rPr lang="en-US" altLang="zh-TW" dirty="0"/>
                        <a:t>18</a:t>
                      </a:r>
                      <a:endParaRPr lang="zh-TW" altLang="en-US" dirty="0"/>
                    </a:p>
                  </a:txBody>
                  <a:tcPr/>
                </a:tc>
                <a:tc>
                  <a:txBody>
                    <a:bodyPr/>
                    <a:lstStyle/>
                    <a:p>
                      <a:r>
                        <a:rPr lang="en-US" altLang="zh-TW" dirty="0"/>
                        <a:t>20</a:t>
                      </a:r>
                      <a:endParaRPr lang="zh-TW" altLang="en-US" dirty="0"/>
                    </a:p>
                  </a:txBody>
                  <a:tcPr/>
                </a:tc>
                <a:extLst>
                  <a:ext uri="{0D108BD9-81ED-4DB2-BD59-A6C34878D82A}">
                    <a16:rowId xmlns:a16="http://schemas.microsoft.com/office/drawing/2014/main" val="971347868"/>
                  </a:ext>
                </a:extLst>
              </a:tr>
            </a:tbl>
          </a:graphicData>
        </a:graphic>
      </p:graphicFrame>
      <p:graphicFrame>
        <p:nvGraphicFramePr>
          <p:cNvPr id="10" name="表格 9">
            <a:extLst>
              <a:ext uri="{FF2B5EF4-FFF2-40B4-BE49-F238E27FC236}">
                <a16:creationId xmlns:a16="http://schemas.microsoft.com/office/drawing/2014/main" id="{FF0803D3-4129-7063-48FE-7DE6AB0E6A56}"/>
              </a:ext>
            </a:extLst>
          </p:cNvPr>
          <p:cNvGraphicFramePr>
            <a:graphicFrameLocks noGrp="1"/>
          </p:cNvGraphicFramePr>
          <p:nvPr>
            <p:extLst>
              <p:ext uri="{D42A27DB-BD31-4B8C-83A1-F6EECF244321}">
                <p14:modId xmlns:p14="http://schemas.microsoft.com/office/powerpoint/2010/main" val="3817341929"/>
              </p:ext>
            </p:extLst>
          </p:nvPr>
        </p:nvGraphicFramePr>
        <p:xfrm>
          <a:off x="1169796" y="5163911"/>
          <a:ext cx="10048360" cy="370840"/>
        </p:xfrm>
        <a:graphic>
          <a:graphicData uri="http://schemas.openxmlformats.org/drawingml/2006/table">
            <a:tbl>
              <a:tblPr>
                <a:tableStyleId>{073A0DAA-6AF3-43AB-8588-CEC1D06C72B9}</a:tableStyleId>
              </a:tblPr>
              <a:tblGrid>
                <a:gridCol w="502418">
                  <a:extLst>
                    <a:ext uri="{9D8B030D-6E8A-4147-A177-3AD203B41FA5}">
                      <a16:colId xmlns:a16="http://schemas.microsoft.com/office/drawing/2014/main" val="1480451545"/>
                    </a:ext>
                  </a:extLst>
                </a:gridCol>
                <a:gridCol w="502418">
                  <a:extLst>
                    <a:ext uri="{9D8B030D-6E8A-4147-A177-3AD203B41FA5}">
                      <a16:colId xmlns:a16="http://schemas.microsoft.com/office/drawing/2014/main" val="3336375050"/>
                    </a:ext>
                  </a:extLst>
                </a:gridCol>
                <a:gridCol w="502418">
                  <a:extLst>
                    <a:ext uri="{9D8B030D-6E8A-4147-A177-3AD203B41FA5}">
                      <a16:colId xmlns:a16="http://schemas.microsoft.com/office/drawing/2014/main" val="3736495442"/>
                    </a:ext>
                  </a:extLst>
                </a:gridCol>
                <a:gridCol w="498229">
                  <a:extLst>
                    <a:ext uri="{9D8B030D-6E8A-4147-A177-3AD203B41FA5}">
                      <a16:colId xmlns:a16="http://schemas.microsoft.com/office/drawing/2014/main" val="139322733"/>
                    </a:ext>
                  </a:extLst>
                </a:gridCol>
                <a:gridCol w="506607">
                  <a:extLst>
                    <a:ext uri="{9D8B030D-6E8A-4147-A177-3AD203B41FA5}">
                      <a16:colId xmlns:a16="http://schemas.microsoft.com/office/drawing/2014/main" val="3029587812"/>
                    </a:ext>
                  </a:extLst>
                </a:gridCol>
                <a:gridCol w="502418">
                  <a:extLst>
                    <a:ext uri="{9D8B030D-6E8A-4147-A177-3AD203B41FA5}">
                      <a16:colId xmlns:a16="http://schemas.microsoft.com/office/drawing/2014/main" val="2457742601"/>
                    </a:ext>
                  </a:extLst>
                </a:gridCol>
                <a:gridCol w="502418">
                  <a:extLst>
                    <a:ext uri="{9D8B030D-6E8A-4147-A177-3AD203B41FA5}">
                      <a16:colId xmlns:a16="http://schemas.microsoft.com/office/drawing/2014/main" val="1048590456"/>
                    </a:ext>
                  </a:extLst>
                </a:gridCol>
                <a:gridCol w="502418">
                  <a:extLst>
                    <a:ext uri="{9D8B030D-6E8A-4147-A177-3AD203B41FA5}">
                      <a16:colId xmlns:a16="http://schemas.microsoft.com/office/drawing/2014/main" val="3958073413"/>
                    </a:ext>
                  </a:extLst>
                </a:gridCol>
                <a:gridCol w="502418">
                  <a:extLst>
                    <a:ext uri="{9D8B030D-6E8A-4147-A177-3AD203B41FA5}">
                      <a16:colId xmlns:a16="http://schemas.microsoft.com/office/drawing/2014/main" val="522543827"/>
                    </a:ext>
                  </a:extLst>
                </a:gridCol>
                <a:gridCol w="502418">
                  <a:extLst>
                    <a:ext uri="{9D8B030D-6E8A-4147-A177-3AD203B41FA5}">
                      <a16:colId xmlns:a16="http://schemas.microsoft.com/office/drawing/2014/main" val="1345011253"/>
                    </a:ext>
                  </a:extLst>
                </a:gridCol>
                <a:gridCol w="502418">
                  <a:extLst>
                    <a:ext uri="{9D8B030D-6E8A-4147-A177-3AD203B41FA5}">
                      <a16:colId xmlns:a16="http://schemas.microsoft.com/office/drawing/2014/main" val="3552377732"/>
                    </a:ext>
                  </a:extLst>
                </a:gridCol>
                <a:gridCol w="502418">
                  <a:extLst>
                    <a:ext uri="{9D8B030D-6E8A-4147-A177-3AD203B41FA5}">
                      <a16:colId xmlns:a16="http://schemas.microsoft.com/office/drawing/2014/main" val="175216877"/>
                    </a:ext>
                  </a:extLst>
                </a:gridCol>
                <a:gridCol w="502418">
                  <a:extLst>
                    <a:ext uri="{9D8B030D-6E8A-4147-A177-3AD203B41FA5}">
                      <a16:colId xmlns:a16="http://schemas.microsoft.com/office/drawing/2014/main" val="3963800724"/>
                    </a:ext>
                  </a:extLst>
                </a:gridCol>
                <a:gridCol w="502418">
                  <a:extLst>
                    <a:ext uri="{9D8B030D-6E8A-4147-A177-3AD203B41FA5}">
                      <a16:colId xmlns:a16="http://schemas.microsoft.com/office/drawing/2014/main" val="3538799390"/>
                    </a:ext>
                  </a:extLst>
                </a:gridCol>
                <a:gridCol w="502418">
                  <a:extLst>
                    <a:ext uri="{9D8B030D-6E8A-4147-A177-3AD203B41FA5}">
                      <a16:colId xmlns:a16="http://schemas.microsoft.com/office/drawing/2014/main" val="3364551068"/>
                    </a:ext>
                  </a:extLst>
                </a:gridCol>
                <a:gridCol w="502418">
                  <a:extLst>
                    <a:ext uri="{9D8B030D-6E8A-4147-A177-3AD203B41FA5}">
                      <a16:colId xmlns:a16="http://schemas.microsoft.com/office/drawing/2014/main" val="747934344"/>
                    </a:ext>
                  </a:extLst>
                </a:gridCol>
                <a:gridCol w="502418">
                  <a:extLst>
                    <a:ext uri="{9D8B030D-6E8A-4147-A177-3AD203B41FA5}">
                      <a16:colId xmlns:a16="http://schemas.microsoft.com/office/drawing/2014/main" val="2083325142"/>
                    </a:ext>
                  </a:extLst>
                </a:gridCol>
                <a:gridCol w="502418">
                  <a:extLst>
                    <a:ext uri="{9D8B030D-6E8A-4147-A177-3AD203B41FA5}">
                      <a16:colId xmlns:a16="http://schemas.microsoft.com/office/drawing/2014/main" val="3662583491"/>
                    </a:ext>
                  </a:extLst>
                </a:gridCol>
                <a:gridCol w="502418">
                  <a:extLst>
                    <a:ext uri="{9D8B030D-6E8A-4147-A177-3AD203B41FA5}">
                      <a16:colId xmlns:a16="http://schemas.microsoft.com/office/drawing/2014/main" val="4058520826"/>
                    </a:ext>
                  </a:extLst>
                </a:gridCol>
                <a:gridCol w="502418">
                  <a:extLst>
                    <a:ext uri="{9D8B030D-6E8A-4147-A177-3AD203B41FA5}">
                      <a16:colId xmlns:a16="http://schemas.microsoft.com/office/drawing/2014/main" val="1391629898"/>
                    </a:ext>
                  </a:extLst>
                </a:gridCol>
              </a:tblGrid>
              <a:tr h="370840">
                <a:tc>
                  <a:txBody>
                    <a:bodyPr/>
                    <a:lstStyle/>
                    <a:p>
                      <a:r>
                        <a:rPr lang="en-US" altLang="zh-TW" dirty="0"/>
                        <a:t>3</a:t>
                      </a:r>
                      <a:endParaRPr lang="zh-TW" altLang="en-US" dirty="0"/>
                    </a:p>
                  </a:txBody>
                  <a:tcPr/>
                </a:tc>
                <a:tc>
                  <a:txBody>
                    <a:bodyPr/>
                    <a:lstStyle/>
                    <a:p>
                      <a:r>
                        <a:rPr lang="en-US" altLang="zh-TW" dirty="0"/>
                        <a:t>1</a:t>
                      </a:r>
                      <a:endParaRPr lang="zh-TW" altLang="en-US" dirty="0"/>
                    </a:p>
                  </a:txBody>
                  <a:tcPr/>
                </a:tc>
                <a:tc>
                  <a:txBody>
                    <a:bodyPr/>
                    <a:lstStyle/>
                    <a:p>
                      <a:r>
                        <a:rPr lang="en-US" altLang="zh-TW" dirty="0"/>
                        <a:t>5</a:t>
                      </a:r>
                      <a:endParaRPr lang="zh-TW" altLang="en-US" dirty="0"/>
                    </a:p>
                  </a:txBody>
                  <a:tcPr/>
                </a:tc>
                <a:tc>
                  <a:txBody>
                    <a:bodyPr/>
                    <a:lstStyle/>
                    <a:p>
                      <a:r>
                        <a:rPr lang="en-US" altLang="zh-TW" dirty="0"/>
                        <a:t>2</a:t>
                      </a:r>
                      <a:endParaRPr lang="zh-TW" altLang="en-US" dirty="0"/>
                    </a:p>
                  </a:txBody>
                  <a:tcPr/>
                </a:tc>
                <a:tc>
                  <a:txBody>
                    <a:bodyPr/>
                    <a:lstStyle/>
                    <a:p>
                      <a:r>
                        <a:rPr lang="en-US" altLang="zh-TW" dirty="0"/>
                        <a:t>7</a:t>
                      </a:r>
                      <a:endParaRPr lang="zh-TW" altLang="en-US" dirty="0"/>
                    </a:p>
                  </a:txBody>
                  <a:tcPr/>
                </a:tc>
                <a:tc>
                  <a:txBody>
                    <a:bodyPr/>
                    <a:lstStyle/>
                    <a:p>
                      <a:r>
                        <a:rPr lang="en-US" altLang="zh-TW" dirty="0"/>
                        <a:t>4</a:t>
                      </a:r>
                      <a:endParaRPr lang="zh-TW" altLang="en-US" dirty="0"/>
                    </a:p>
                  </a:txBody>
                  <a:tcPr/>
                </a:tc>
                <a:tc>
                  <a:txBody>
                    <a:bodyPr/>
                    <a:lstStyle/>
                    <a:p>
                      <a:r>
                        <a:rPr lang="en-US" altLang="zh-TW" dirty="0"/>
                        <a:t>9</a:t>
                      </a:r>
                      <a:endParaRPr lang="zh-TW" altLang="en-US" dirty="0"/>
                    </a:p>
                  </a:txBody>
                  <a:tcPr/>
                </a:tc>
                <a:tc>
                  <a:txBody>
                    <a:bodyPr/>
                    <a:lstStyle/>
                    <a:p>
                      <a:r>
                        <a:rPr lang="en-US" altLang="zh-TW" dirty="0"/>
                        <a:t>6</a:t>
                      </a:r>
                      <a:endParaRPr lang="zh-TW" altLang="en-US" dirty="0"/>
                    </a:p>
                  </a:txBody>
                  <a:tcPr/>
                </a:tc>
                <a:tc>
                  <a:txBody>
                    <a:bodyPr/>
                    <a:lstStyle/>
                    <a:p>
                      <a:r>
                        <a:rPr lang="en-US" altLang="zh-TW" dirty="0"/>
                        <a:t>10</a:t>
                      </a:r>
                      <a:endParaRPr lang="zh-TW" altLang="en-US" dirty="0"/>
                    </a:p>
                  </a:txBody>
                  <a:tcPr/>
                </a:tc>
                <a:tc>
                  <a:txBody>
                    <a:bodyPr/>
                    <a:lstStyle/>
                    <a:p>
                      <a:r>
                        <a:rPr lang="en-US" altLang="zh-TW" dirty="0">
                          <a:solidFill>
                            <a:schemeClr val="tx1"/>
                          </a:solidFill>
                        </a:rPr>
                        <a:t>8</a:t>
                      </a:r>
                      <a:endParaRPr lang="zh-TW" altLang="en-US" dirty="0">
                        <a:solidFill>
                          <a:schemeClr val="tx1"/>
                        </a:solidFill>
                      </a:endParaRPr>
                    </a:p>
                  </a:txBody>
                  <a:tcPr/>
                </a:tc>
                <a:tc>
                  <a:txBody>
                    <a:bodyPr/>
                    <a:lstStyle/>
                    <a:p>
                      <a:r>
                        <a:rPr lang="en-US" altLang="zh-TW" dirty="0">
                          <a:solidFill>
                            <a:schemeClr val="tx1"/>
                          </a:solidFill>
                        </a:rPr>
                        <a:t>11</a:t>
                      </a:r>
                      <a:endParaRPr lang="zh-TW" altLang="en-US" dirty="0">
                        <a:solidFill>
                          <a:schemeClr val="tx1"/>
                        </a:solidFill>
                      </a:endParaRPr>
                    </a:p>
                  </a:txBody>
                  <a:tcPr/>
                </a:tc>
                <a:tc>
                  <a:txBody>
                    <a:bodyPr/>
                    <a:lstStyle/>
                    <a:p>
                      <a:r>
                        <a:rPr lang="en-US" altLang="zh-TW" dirty="0"/>
                        <a:t>12</a:t>
                      </a:r>
                      <a:endParaRPr lang="zh-TW" altLang="en-US" dirty="0"/>
                    </a:p>
                  </a:txBody>
                  <a:tcPr/>
                </a:tc>
                <a:tc>
                  <a:txBody>
                    <a:bodyPr/>
                    <a:lstStyle/>
                    <a:p>
                      <a:r>
                        <a:rPr lang="en-US" altLang="zh-TW" dirty="0"/>
                        <a:t>13</a:t>
                      </a:r>
                      <a:endParaRPr lang="zh-TW" altLang="en-US" dirty="0"/>
                    </a:p>
                  </a:txBody>
                  <a:tcPr/>
                </a:tc>
                <a:tc>
                  <a:txBody>
                    <a:bodyPr/>
                    <a:lstStyle/>
                    <a:p>
                      <a:r>
                        <a:rPr lang="en-US" altLang="zh-TW" dirty="0"/>
                        <a:t>14</a:t>
                      </a:r>
                      <a:endParaRPr lang="zh-TW" altLang="en-US" dirty="0"/>
                    </a:p>
                  </a:txBody>
                  <a:tcPr/>
                </a:tc>
                <a:tc>
                  <a:txBody>
                    <a:bodyPr/>
                    <a:lstStyle/>
                    <a:p>
                      <a:r>
                        <a:rPr lang="en-US" altLang="zh-TW" dirty="0"/>
                        <a:t>15</a:t>
                      </a:r>
                      <a:endParaRPr lang="zh-TW" altLang="en-US" dirty="0"/>
                    </a:p>
                  </a:txBody>
                  <a:tcPr/>
                </a:tc>
                <a:tc>
                  <a:txBody>
                    <a:bodyPr/>
                    <a:lstStyle/>
                    <a:p>
                      <a:r>
                        <a:rPr lang="en-US" altLang="zh-TW" dirty="0"/>
                        <a:t>16</a:t>
                      </a:r>
                      <a:endParaRPr lang="zh-TW" altLang="en-US" dirty="0"/>
                    </a:p>
                  </a:txBody>
                  <a:tcPr/>
                </a:tc>
                <a:tc>
                  <a:txBody>
                    <a:bodyPr/>
                    <a:lstStyle/>
                    <a:p>
                      <a:r>
                        <a:rPr lang="en-US" altLang="zh-TW" dirty="0"/>
                        <a:t>17</a:t>
                      </a:r>
                      <a:endParaRPr lang="zh-TW" altLang="en-US" dirty="0"/>
                    </a:p>
                  </a:txBody>
                  <a:tcPr/>
                </a:tc>
                <a:tc>
                  <a:txBody>
                    <a:bodyPr/>
                    <a:lstStyle/>
                    <a:p>
                      <a:r>
                        <a:rPr lang="en-US" altLang="zh-TW" dirty="0"/>
                        <a:t>18</a:t>
                      </a:r>
                      <a:endParaRPr lang="zh-TW" altLang="en-US" dirty="0"/>
                    </a:p>
                  </a:txBody>
                  <a:tcPr/>
                </a:tc>
                <a:tc>
                  <a:txBody>
                    <a:bodyPr/>
                    <a:lstStyle/>
                    <a:p>
                      <a:r>
                        <a:rPr lang="en-US" altLang="zh-TW" dirty="0"/>
                        <a:t>19</a:t>
                      </a:r>
                      <a:endParaRPr lang="zh-TW" altLang="en-US" dirty="0"/>
                    </a:p>
                  </a:txBody>
                  <a:tcPr/>
                </a:tc>
                <a:tc>
                  <a:txBody>
                    <a:bodyPr/>
                    <a:lstStyle/>
                    <a:p>
                      <a:r>
                        <a:rPr lang="en-US" altLang="zh-TW" dirty="0"/>
                        <a:t>20</a:t>
                      </a:r>
                      <a:endParaRPr lang="zh-TW" altLang="en-US" dirty="0"/>
                    </a:p>
                  </a:txBody>
                  <a:tcPr/>
                </a:tc>
                <a:extLst>
                  <a:ext uri="{0D108BD9-81ED-4DB2-BD59-A6C34878D82A}">
                    <a16:rowId xmlns:a16="http://schemas.microsoft.com/office/drawing/2014/main" val="971347868"/>
                  </a:ext>
                </a:extLst>
              </a:tr>
            </a:tbl>
          </a:graphicData>
        </a:graphic>
      </p:graphicFrame>
      <p:graphicFrame>
        <p:nvGraphicFramePr>
          <p:cNvPr id="11" name="表格 10">
            <a:extLst>
              <a:ext uri="{FF2B5EF4-FFF2-40B4-BE49-F238E27FC236}">
                <a16:creationId xmlns:a16="http://schemas.microsoft.com/office/drawing/2014/main" id="{434BF4A6-E8B6-9E45-47F2-AD7B5C79A7E5}"/>
              </a:ext>
            </a:extLst>
          </p:cNvPr>
          <p:cNvGraphicFramePr>
            <a:graphicFrameLocks noGrp="1"/>
          </p:cNvGraphicFramePr>
          <p:nvPr>
            <p:extLst>
              <p:ext uri="{D42A27DB-BD31-4B8C-83A1-F6EECF244321}">
                <p14:modId xmlns:p14="http://schemas.microsoft.com/office/powerpoint/2010/main" val="3981711632"/>
              </p:ext>
            </p:extLst>
          </p:nvPr>
        </p:nvGraphicFramePr>
        <p:xfrm>
          <a:off x="1169796" y="6122035"/>
          <a:ext cx="10048360" cy="370840"/>
        </p:xfrm>
        <a:graphic>
          <a:graphicData uri="http://schemas.openxmlformats.org/drawingml/2006/table">
            <a:tbl>
              <a:tblPr>
                <a:tableStyleId>{073A0DAA-6AF3-43AB-8588-CEC1D06C72B9}</a:tableStyleId>
              </a:tblPr>
              <a:tblGrid>
                <a:gridCol w="502418">
                  <a:extLst>
                    <a:ext uri="{9D8B030D-6E8A-4147-A177-3AD203B41FA5}">
                      <a16:colId xmlns:a16="http://schemas.microsoft.com/office/drawing/2014/main" val="1480451545"/>
                    </a:ext>
                  </a:extLst>
                </a:gridCol>
                <a:gridCol w="502418">
                  <a:extLst>
                    <a:ext uri="{9D8B030D-6E8A-4147-A177-3AD203B41FA5}">
                      <a16:colId xmlns:a16="http://schemas.microsoft.com/office/drawing/2014/main" val="3336375050"/>
                    </a:ext>
                  </a:extLst>
                </a:gridCol>
                <a:gridCol w="502418">
                  <a:extLst>
                    <a:ext uri="{9D8B030D-6E8A-4147-A177-3AD203B41FA5}">
                      <a16:colId xmlns:a16="http://schemas.microsoft.com/office/drawing/2014/main" val="3736495442"/>
                    </a:ext>
                  </a:extLst>
                </a:gridCol>
                <a:gridCol w="498229">
                  <a:extLst>
                    <a:ext uri="{9D8B030D-6E8A-4147-A177-3AD203B41FA5}">
                      <a16:colId xmlns:a16="http://schemas.microsoft.com/office/drawing/2014/main" val="139322733"/>
                    </a:ext>
                  </a:extLst>
                </a:gridCol>
                <a:gridCol w="506607">
                  <a:extLst>
                    <a:ext uri="{9D8B030D-6E8A-4147-A177-3AD203B41FA5}">
                      <a16:colId xmlns:a16="http://schemas.microsoft.com/office/drawing/2014/main" val="3029587812"/>
                    </a:ext>
                  </a:extLst>
                </a:gridCol>
                <a:gridCol w="502418">
                  <a:extLst>
                    <a:ext uri="{9D8B030D-6E8A-4147-A177-3AD203B41FA5}">
                      <a16:colId xmlns:a16="http://schemas.microsoft.com/office/drawing/2014/main" val="2457742601"/>
                    </a:ext>
                  </a:extLst>
                </a:gridCol>
                <a:gridCol w="502418">
                  <a:extLst>
                    <a:ext uri="{9D8B030D-6E8A-4147-A177-3AD203B41FA5}">
                      <a16:colId xmlns:a16="http://schemas.microsoft.com/office/drawing/2014/main" val="1048590456"/>
                    </a:ext>
                  </a:extLst>
                </a:gridCol>
                <a:gridCol w="502418">
                  <a:extLst>
                    <a:ext uri="{9D8B030D-6E8A-4147-A177-3AD203B41FA5}">
                      <a16:colId xmlns:a16="http://schemas.microsoft.com/office/drawing/2014/main" val="3958073413"/>
                    </a:ext>
                  </a:extLst>
                </a:gridCol>
                <a:gridCol w="502418">
                  <a:extLst>
                    <a:ext uri="{9D8B030D-6E8A-4147-A177-3AD203B41FA5}">
                      <a16:colId xmlns:a16="http://schemas.microsoft.com/office/drawing/2014/main" val="522543827"/>
                    </a:ext>
                  </a:extLst>
                </a:gridCol>
                <a:gridCol w="502418">
                  <a:extLst>
                    <a:ext uri="{9D8B030D-6E8A-4147-A177-3AD203B41FA5}">
                      <a16:colId xmlns:a16="http://schemas.microsoft.com/office/drawing/2014/main" val="1345011253"/>
                    </a:ext>
                  </a:extLst>
                </a:gridCol>
                <a:gridCol w="502418">
                  <a:extLst>
                    <a:ext uri="{9D8B030D-6E8A-4147-A177-3AD203B41FA5}">
                      <a16:colId xmlns:a16="http://schemas.microsoft.com/office/drawing/2014/main" val="3552377732"/>
                    </a:ext>
                  </a:extLst>
                </a:gridCol>
                <a:gridCol w="502418">
                  <a:extLst>
                    <a:ext uri="{9D8B030D-6E8A-4147-A177-3AD203B41FA5}">
                      <a16:colId xmlns:a16="http://schemas.microsoft.com/office/drawing/2014/main" val="175216877"/>
                    </a:ext>
                  </a:extLst>
                </a:gridCol>
                <a:gridCol w="502418">
                  <a:extLst>
                    <a:ext uri="{9D8B030D-6E8A-4147-A177-3AD203B41FA5}">
                      <a16:colId xmlns:a16="http://schemas.microsoft.com/office/drawing/2014/main" val="3963800724"/>
                    </a:ext>
                  </a:extLst>
                </a:gridCol>
                <a:gridCol w="502418">
                  <a:extLst>
                    <a:ext uri="{9D8B030D-6E8A-4147-A177-3AD203B41FA5}">
                      <a16:colId xmlns:a16="http://schemas.microsoft.com/office/drawing/2014/main" val="3538799390"/>
                    </a:ext>
                  </a:extLst>
                </a:gridCol>
                <a:gridCol w="502418">
                  <a:extLst>
                    <a:ext uri="{9D8B030D-6E8A-4147-A177-3AD203B41FA5}">
                      <a16:colId xmlns:a16="http://schemas.microsoft.com/office/drawing/2014/main" val="3364551068"/>
                    </a:ext>
                  </a:extLst>
                </a:gridCol>
                <a:gridCol w="502418">
                  <a:extLst>
                    <a:ext uri="{9D8B030D-6E8A-4147-A177-3AD203B41FA5}">
                      <a16:colId xmlns:a16="http://schemas.microsoft.com/office/drawing/2014/main" val="747934344"/>
                    </a:ext>
                  </a:extLst>
                </a:gridCol>
                <a:gridCol w="502418">
                  <a:extLst>
                    <a:ext uri="{9D8B030D-6E8A-4147-A177-3AD203B41FA5}">
                      <a16:colId xmlns:a16="http://schemas.microsoft.com/office/drawing/2014/main" val="2083325142"/>
                    </a:ext>
                  </a:extLst>
                </a:gridCol>
                <a:gridCol w="502418">
                  <a:extLst>
                    <a:ext uri="{9D8B030D-6E8A-4147-A177-3AD203B41FA5}">
                      <a16:colId xmlns:a16="http://schemas.microsoft.com/office/drawing/2014/main" val="3662583491"/>
                    </a:ext>
                  </a:extLst>
                </a:gridCol>
                <a:gridCol w="502418">
                  <a:extLst>
                    <a:ext uri="{9D8B030D-6E8A-4147-A177-3AD203B41FA5}">
                      <a16:colId xmlns:a16="http://schemas.microsoft.com/office/drawing/2014/main" val="4058520826"/>
                    </a:ext>
                  </a:extLst>
                </a:gridCol>
                <a:gridCol w="502418">
                  <a:extLst>
                    <a:ext uri="{9D8B030D-6E8A-4147-A177-3AD203B41FA5}">
                      <a16:colId xmlns:a16="http://schemas.microsoft.com/office/drawing/2014/main" val="1391629898"/>
                    </a:ext>
                  </a:extLst>
                </a:gridCol>
              </a:tblGrid>
              <a:tr h="370840">
                <a:tc>
                  <a:txBody>
                    <a:bodyPr/>
                    <a:lstStyle/>
                    <a:p>
                      <a:r>
                        <a:rPr lang="en-US" altLang="zh-TW" dirty="0"/>
                        <a:t>1</a:t>
                      </a:r>
                      <a:endParaRPr lang="zh-TW" altLang="en-US" dirty="0"/>
                    </a:p>
                  </a:txBody>
                  <a:tcPr>
                    <a:solidFill>
                      <a:schemeClr val="accent2"/>
                    </a:solidFill>
                  </a:tcPr>
                </a:tc>
                <a:tc>
                  <a:txBody>
                    <a:bodyPr/>
                    <a:lstStyle/>
                    <a:p>
                      <a:r>
                        <a:rPr lang="en-US" altLang="zh-TW" dirty="0"/>
                        <a:t>2</a:t>
                      </a:r>
                      <a:endParaRPr lang="zh-TW" altLang="en-US" dirty="0"/>
                    </a:p>
                  </a:txBody>
                  <a:tcPr>
                    <a:solidFill>
                      <a:schemeClr val="accent2"/>
                    </a:solidFill>
                  </a:tcPr>
                </a:tc>
                <a:tc>
                  <a:txBody>
                    <a:bodyPr/>
                    <a:lstStyle/>
                    <a:p>
                      <a:r>
                        <a:rPr lang="en-US" altLang="zh-TW" dirty="0"/>
                        <a:t>3</a:t>
                      </a:r>
                      <a:endParaRPr lang="zh-TW" altLang="en-US" dirty="0"/>
                    </a:p>
                  </a:txBody>
                  <a:tcPr>
                    <a:solidFill>
                      <a:schemeClr val="accent2"/>
                    </a:solidFill>
                  </a:tcPr>
                </a:tc>
                <a:tc>
                  <a:txBody>
                    <a:bodyPr/>
                    <a:lstStyle/>
                    <a:p>
                      <a:r>
                        <a:rPr lang="en-US" altLang="zh-TW" dirty="0"/>
                        <a:t>4</a:t>
                      </a:r>
                      <a:endParaRPr lang="zh-TW" altLang="en-US" dirty="0"/>
                    </a:p>
                  </a:txBody>
                  <a:tcPr>
                    <a:solidFill>
                      <a:schemeClr val="accent2"/>
                    </a:solidFill>
                  </a:tcPr>
                </a:tc>
                <a:tc>
                  <a:txBody>
                    <a:bodyPr/>
                    <a:lstStyle/>
                    <a:p>
                      <a:r>
                        <a:rPr lang="en-US" altLang="zh-TW" dirty="0"/>
                        <a:t>5</a:t>
                      </a:r>
                      <a:endParaRPr lang="zh-TW" altLang="en-US" dirty="0"/>
                    </a:p>
                  </a:txBody>
                  <a:tcPr>
                    <a:solidFill>
                      <a:schemeClr val="accent2"/>
                    </a:solidFill>
                  </a:tcPr>
                </a:tc>
                <a:tc>
                  <a:txBody>
                    <a:bodyPr/>
                    <a:lstStyle/>
                    <a:p>
                      <a:r>
                        <a:rPr lang="en-US" altLang="zh-TW" dirty="0"/>
                        <a:t>6</a:t>
                      </a:r>
                      <a:endParaRPr lang="zh-TW" altLang="en-US" dirty="0"/>
                    </a:p>
                  </a:txBody>
                  <a:tcPr>
                    <a:solidFill>
                      <a:schemeClr val="accent2"/>
                    </a:solidFill>
                  </a:tcPr>
                </a:tc>
                <a:tc>
                  <a:txBody>
                    <a:bodyPr/>
                    <a:lstStyle/>
                    <a:p>
                      <a:r>
                        <a:rPr lang="en-US" altLang="zh-TW" dirty="0"/>
                        <a:t>7</a:t>
                      </a:r>
                      <a:endParaRPr lang="zh-TW" altLang="en-US" dirty="0"/>
                    </a:p>
                  </a:txBody>
                  <a:tcPr>
                    <a:solidFill>
                      <a:schemeClr val="accent2"/>
                    </a:solidFill>
                  </a:tcPr>
                </a:tc>
                <a:tc>
                  <a:txBody>
                    <a:bodyPr/>
                    <a:lstStyle/>
                    <a:p>
                      <a:r>
                        <a:rPr lang="en-US" altLang="zh-TW" dirty="0"/>
                        <a:t>8</a:t>
                      </a:r>
                      <a:endParaRPr lang="zh-TW" altLang="en-US" dirty="0"/>
                    </a:p>
                  </a:txBody>
                  <a:tcPr>
                    <a:solidFill>
                      <a:schemeClr val="accent2"/>
                    </a:solidFill>
                  </a:tcPr>
                </a:tc>
                <a:tc>
                  <a:txBody>
                    <a:bodyPr/>
                    <a:lstStyle/>
                    <a:p>
                      <a:r>
                        <a:rPr lang="en-US" altLang="zh-TW" dirty="0"/>
                        <a:t>9</a:t>
                      </a:r>
                      <a:endParaRPr lang="zh-TW" altLang="en-US" dirty="0"/>
                    </a:p>
                  </a:txBody>
                  <a:tcPr>
                    <a:solidFill>
                      <a:schemeClr val="accent2"/>
                    </a:solidFill>
                  </a:tcPr>
                </a:tc>
                <a:tc>
                  <a:txBody>
                    <a:bodyPr/>
                    <a:lstStyle/>
                    <a:p>
                      <a:r>
                        <a:rPr lang="en-US" altLang="zh-TW" dirty="0">
                          <a:solidFill>
                            <a:schemeClr val="tx1"/>
                          </a:solidFill>
                        </a:rPr>
                        <a:t>10</a:t>
                      </a:r>
                      <a:endParaRPr lang="zh-TW" altLang="en-US" dirty="0">
                        <a:solidFill>
                          <a:schemeClr val="tx1"/>
                        </a:solidFill>
                      </a:endParaRPr>
                    </a:p>
                  </a:txBody>
                  <a:tcPr>
                    <a:solidFill>
                      <a:schemeClr val="accent2"/>
                    </a:solidFill>
                  </a:tcPr>
                </a:tc>
                <a:tc>
                  <a:txBody>
                    <a:bodyPr/>
                    <a:lstStyle/>
                    <a:p>
                      <a:r>
                        <a:rPr lang="en-US" altLang="zh-TW" dirty="0">
                          <a:solidFill>
                            <a:schemeClr val="tx1"/>
                          </a:solidFill>
                        </a:rPr>
                        <a:t>11</a:t>
                      </a:r>
                      <a:endParaRPr lang="zh-TW" altLang="en-US" dirty="0">
                        <a:solidFill>
                          <a:schemeClr val="tx1"/>
                        </a:solidFill>
                      </a:endParaRPr>
                    </a:p>
                  </a:txBody>
                  <a:tcPr>
                    <a:solidFill>
                      <a:schemeClr val="accent2"/>
                    </a:solidFill>
                  </a:tcPr>
                </a:tc>
                <a:tc>
                  <a:txBody>
                    <a:bodyPr/>
                    <a:lstStyle/>
                    <a:p>
                      <a:r>
                        <a:rPr lang="en-US" altLang="zh-TW" dirty="0"/>
                        <a:t>12</a:t>
                      </a:r>
                      <a:endParaRPr lang="zh-TW" altLang="en-US" dirty="0"/>
                    </a:p>
                  </a:txBody>
                  <a:tcPr>
                    <a:solidFill>
                      <a:schemeClr val="accent2"/>
                    </a:solidFill>
                  </a:tcPr>
                </a:tc>
                <a:tc>
                  <a:txBody>
                    <a:bodyPr/>
                    <a:lstStyle/>
                    <a:p>
                      <a:r>
                        <a:rPr lang="en-US" altLang="zh-TW" dirty="0"/>
                        <a:t>13</a:t>
                      </a:r>
                      <a:endParaRPr lang="zh-TW" altLang="en-US" dirty="0"/>
                    </a:p>
                  </a:txBody>
                  <a:tcPr>
                    <a:solidFill>
                      <a:schemeClr val="accent2"/>
                    </a:solidFill>
                  </a:tcPr>
                </a:tc>
                <a:tc>
                  <a:txBody>
                    <a:bodyPr/>
                    <a:lstStyle/>
                    <a:p>
                      <a:r>
                        <a:rPr lang="en-US" altLang="zh-TW" dirty="0"/>
                        <a:t>14</a:t>
                      </a:r>
                      <a:endParaRPr lang="zh-TW" altLang="en-US" dirty="0"/>
                    </a:p>
                  </a:txBody>
                  <a:tcPr>
                    <a:solidFill>
                      <a:schemeClr val="accent2"/>
                    </a:solidFill>
                  </a:tcPr>
                </a:tc>
                <a:tc>
                  <a:txBody>
                    <a:bodyPr/>
                    <a:lstStyle/>
                    <a:p>
                      <a:r>
                        <a:rPr lang="en-US" altLang="zh-TW" dirty="0"/>
                        <a:t>15</a:t>
                      </a:r>
                      <a:endParaRPr lang="zh-TW" altLang="en-US" dirty="0"/>
                    </a:p>
                  </a:txBody>
                  <a:tcPr>
                    <a:solidFill>
                      <a:schemeClr val="accent2"/>
                    </a:solidFill>
                  </a:tcPr>
                </a:tc>
                <a:tc>
                  <a:txBody>
                    <a:bodyPr/>
                    <a:lstStyle/>
                    <a:p>
                      <a:r>
                        <a:rPr lang="en-US" altLang="zh-TW" dirty="0"/>
                        <a:t>16</a:t>
                      </a:r>
                      <a:endParaRPr lang="zh-TW" altLang="en-US" dirty="0"/>
                    </a:p>
                  </a:txBody>
                  <a:tcPr>
                    <a:solidFill>
                      <a:schemeClr val="accent2"/>
                    </a:solidFill>
                  </a:tcPr>
                </a:tc>
                <a:tc>
                  <a:txBody>
                    <a:bodyPr/>
                    <a:lstStyle/>
                    <a:p>
                      <a:r>
                        <a:rPr lang="en-US" altLang="zh-TW" dirty="0"/>
                        <a:t>17</a:t>
                      </a:r>
                      <a:endParaRPr lang="zh-TW" altLang="en-US" dirty="0"/>
                    </a:p>
                  </a:txBody>
                  <a:tcPr>
                    <a:solidFill>
                      <a:schemeClr val="accent2"/>
                    </a:solidFill>
                  </a:tcPr>
                </a:tc>
                <a:tc>
                  <a:txBody>
                    <a:bodyPr/>
                    <a:lstStyle/>
                    <a:p>
                      <a:r>
                        <a:rPr lang="en-US" altLang="zh-TW" dirty="0"/>
                        <a:t>18</a:t>
                      </a:r>
                      <a:endParaRPr lang="zh-TW" altLang="en-US" dirty="0"/>
                    </a:p>
                  </a:txBody>
                  <a:tcPr>
                    <a:solidFill>
                      <a:schemeClr val="accent2"/>
                    </a:solidFill>
                  </a:tcPr>
                </a:tc>
                <a:tc>
                  <a:txBody>
                    <a:bodyPr/>
                    <a:lstStyle/>
                    <a:p>
                      <a:r>
                        <a:rPr lang="en-US" altLang="zh-TW" dirty="0"/>
                        <a:t>19</a:t>
                      </a:r>
                      <a:endParaRPr lang="zh-TW" altLang="en-US" dirty="0"/>
                    </a:p>
                  </a:txBody>
                  <a:tcPr>
                    <a:solidFill>
                      <a:schemeClr val="accent2"/>
                    </a:solidFill>
                  </a:tcPr>
                </a:tc>
                <a:tc>
                  <a:txBody>
                    <a:bodyPr/>
                    <a:lstStyle/>
                    <a:p>
                      <a:r>
                        <a:rPr lang="en-US" altLang="zh-TW" dirty="0"/>
                        <a:t>20</a:t>
                      </a:r>
                      <a:endParaRPr lang="zh-TW" altLang="en-US" dirty="0"/>
                    </a:p>
                  </a:txBody>
                  <a:tcPr>
                    <a:solidFill>
                      <a:schemeClr val="accent2"/>
                    </a:solidFill>
                  </a:tcPr>
                </a:tc>
                <a:extLst>
                  <a:ext uri="{0D108BD9-81ED-4DB2-BD59-A6C34878D82A}">
                    <a16:rowId xmlns:a16="http://schemas.microsoft.com/office/drawing/2014/main" val="971347868"/>
                  </a:ext>
                </a:extLst>
              </a:tr>
            </a:tbl>
          </a:graphicData>
        </a:graphic>
      </p:graphicFrame>
    </p:spTree>
    <p:extLst>
      <p:ext uri="{BB962C8B-B14F-4D97-AF65-F5344CB8AC3E}">
        <p14:creationId xmlns:p14="http://schemas.microsoft.com/office/powerpoint/2010/main" val="710940728"/>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1284AF7-D15B-7C5A-E27D-4899B42F28A2}"/>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Result</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97132B38-49A0-52DE-A55E-B6732429DA5C}"/>
              </a:ext>
            </a:extLst>
          </p:cNvPr>
          <p:cNvSpPr>
            <a:spLocks noGrp="1"/>
          </p:cNvSpPr>
          <p:nvPr>
            <p:ph idx="1"/>
          </p:nvPr>
        </p:nvSpPr>
        <p:spPr/>
        <p:txBody>
          <a:bodyPr/>
          <a:lstStyle/>
          <a:p>
            <a:r>
              <a:rPr lang="en-US" altLang="zh-TW" dirty="0">
                <a:latin typeface="Times New Roman" panose="02020603050405020304" pitchFamily="18" charset="0"/>
                <a:cs typeface="Times New Roman" panose="02020603050405020304" pitchFamily="18" charset="0"/>
              </a:rPr>
              <a:t>Time complexity</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a:t>
            </a:r>
            <a:r>
              <a:rPr lang="zh-TW" altLang="en-US" dirty="0">
                <a:latin typeface="Times New Roman" panose="02020603050405020304" pitchFamily="18" charset="0"/>
                <a:cs typeface="Times New Roman" panose="02020603050405020304" pitchFamily="18" charset="0"/>
              </a:rPr>
              <a:t> </a:t>
            </a:r>
            <a:endParaRPr lang="en-US" altLang="zh-TW" dirty="0">
              <a:latin typeface="Times New Roman" panose="02020603050405020304" pitchFamily="18" charset="0"/>
              <a:cs typeface="Times New Roman" panose="02020603050405020304" pitchFamily="18" charset="0"/>
            </a:endParaRPr>
          </a:p>
          <a:p>
            <a:pPr lvl="1"/>
            <a:r>
              <a:rPr lang="en-US" altLang="zh-TW" dirty="0">
                <a:latin typeface="Times New Roman" panose="02020603050405020304" pitchFamily="18" charset="0"/>
                <a:cs typeface="Times New Roman" panose="02020603050405020304" pitchFamily="18" charset="0"/>
              </a:rPr>
              <a:t>Best case : </a:t>
            </a:r>
            <a:r>
              <a:rPr lang="en-US" altLang="zh-TW" i="1" dirty="0">
                <a:latin typeface="Times New Roman" panose="02020603050405020304" pitchFamily="18" charset="0"/>
                <a:cs typeface="Times New Roman" panose="02020603050405020304" pitchFamily="18" charset="0"/>
              </a:rPr>
              <a:t>O</a:t>
            </a:r>
            <a:r>
              <a:rPr lang="en-US" altLang="zh-TW" dirty="0">
                <a:latin typeface="Times New Roman" panose="02020603050405020304" pitchFamily="18" charset="0"/>
                <a:cs typeface="Times New Roman" panose="02020603050405020304" pitchFamily="18" charset="0"/>
              </a:rPr>
              <a:t>(</a:t>
            </a:r>
            <a:r>
              <a:rPr lang="en-US" altLang="zh-TW" i="1" dirty="0">
                <a:latin typeface="Times New Roman" panose="02020603050405020304" pitchFamily="18" charset="0"/>
                <a:cs typeface="Times New Roman" panose="02020603050405020304" pitchFamily="18" charset="0"/>
              </a:rPr>
              <a:t>n</a:t>
            </a:r>
            <a:r>
              <a:rPr lang="en-US" altLang="zh-TW" dirty="0">
                <a:latin typeface="Times New Roman" panose="02020603050405020304" pitchFamily="18" charset="0"/>
                <a:cs typeface="Times New Roman" panose="02020603050405020304" pitchFamily="18" charset="0"/>
              </a:rPr>
              <a:t>)</a:t>
            </a:r>
          </a:p>
          <a:p>
            <a:pPr lvl="1"/>
            <a:r>
              <a:rPr lang="en-US" altLang="zh-TW" dirty="0">
                <a:latin typeface="Times New Roman" panose="02020603050405020304" pitchFamily="18" charset="0"/>
                <a:cs typeface="Times New Roman" panose="02020603050405020304" pitchFamily="18" charset="0"/>
              </a:rPr>
              <a:t>Worst case : from </a:t>
            </a:r>
            <a:r>
              <a:rPr lang="en-US" altLang="zh-TW" i="1" dirty="0">
                <a:latin typeface="Times New Roman" panose="02020603050405020304" pitchFamily="18" charset="0"/>
                <a:cs typeface="Times New Roman" panose="02020603050405020304" pitchFamily="18" charset="0"/>
              </a:rPr>
              <a:t>O</a:t>
            </a:r>
            <a:r>
              <a:rPr lang="en-US" altLang="zh-TW" dirty="0">
                <a:latin typeface="Times New Roman" panose="02020603050405020304" pitchFamily="18" charset="0"/>
                <a:cs typeface="Times New Roman" panose="02020603050405020304" pitchFamily="18" charset="0"/>
              </a:rPr>
              <a:t>(</a:t>
            </a:r>
            <a:r>
              <a:rPr lang="en-US" altLang="zh-TW" i="1" dirty="0" err="1">
                <a:latin typeface="Times New Roman" panose="02020603050405020304" pitchFamily="18" charset="0"/>
                <a:cs typeface="Times New Roman" panose="02020603050405020304" pitchFamily="18" charset="0"/>
              </a:rPr>
              <a:t>nlogn</a:t>
            </a:r>
            <a:r>
              <a:rPr lang="en-US" altLang="zh-TW" dirty="0">
                <a:latin typeface="Times New Roman" panose="02020603050405020304" pitchFamily="18" charset="0"/>
                <a:cs typeface="Times New Roman" panose="02020603050405020304" pitchFamily="18" charset="0"/>
              </a:rPr>
              <a:t>) to O(</a:t>
            </a:r>
            <a:r>
              <a:rPr lang="en-US" altLang="zh-TW" i="1" dirty="0">
                <a:latin typeface="Times New Roman" panose="02020603050405020304" pitchFamily="18" charset="0"/>
                <a:cs typeface="Times New Roman" panose="02020603050405020304" pitchFamily="18" charset="0"/>
              </a:rPr>
              <a:t>n</a:t>
            </a:r>
            <a:r>
              <a:rPr lang="en-US" altLang="zh-TW" baseline="30000" dirty="0">
                <a:latin typeface="Times New Roman" panose="02020603050405020304" pitchFamily="18" charset="0"/>
                <a:cs typeface="Times New Roman" panose="02020603050405020304" pitchFamily="18" charset="0"/>
              </a:rPr>
              <a:t>2</a:t>
            </a:r>
            <a:r>
              <a:rPr lang="en-US" altLang="zh-TW" dirty="0">
                <a:latin typeface="Times New Roman" panose="02020603050405020304" pitchFamily="18" charset="0"/>
                <a:cs typeface="Times New Roman" panose="02020603050405020304" pitchFamily="18" charset="0"/>
              </a:rPr>
              <a:t>)</a:t>
            </a:r>
          </a:p>
          <a:p>
            <a:pPr lvl="1"/>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Compare to quick sort</a:t>
            </a:r>
          </a:p>
          <a:p>
            <a:pPr lvl="1"/>
            <a:r>
              <a:rPr lang="en-US" altLang="zh-TW" dirty="0">
                <a:latin typeface="Times New Roman" panose="02020603050405020304" pitchFamily="18" charset="0"/>
                <a:cs typeface="Times New Roman" panose="02020603050405020304" pitchFamily="18" charset="0"/>
              </a:rPr>
              <a:t>Best case </a:t>
            </a:r>
          </a:p>
          <a:p>
            <a:pPr lvl="2"/>
            <a:r>
              <a:rPr lang="en-US" altLang="zh-TW" dirty="0">
                <a:latin typeface="Times New Roman" panose="02020603050405020304" pitchFamily="18" charset="0"/>
                <a:cs typeface="Times New Roman" panose="02020603050405020304" pitchFamily="18" charset="0"/>
              </a:rPr>
              <a:t>Quick sort : </a:t>
            </a:r>
            <a:r>
              <a:rPr lang="en-US" altLang="zh-TW" i="1" dirty="0">
                <a:latin typeface="Times New Roman" panose="02020603050405020304" pitchFamily="18" charset="0"/>
                <a:cs typeface="Times New Roman" panose="02020603050405020304" pitchFamily="18" charset="0"/>
              </a:rPr>
              <a:t>O</a:t>
            </a:r>
            <a:r>
              <a:rPr lang="en-US" altLang="zh-TW" dirty="0">
                <a:latin typeface="Times New Roman" panose="02020603050405020304" pitchFamily="18" charset="0"/>
                <a:cs typeface="Times New Roman" panose="02020603050405020304" pitchFamily="18" charset="0"/>
              </a:rPr>
              <a:t>(</a:t>
            </a:r>
            <a:r>
              <a:rPr lang="en-US" altLang="zh-TW" i="1" dirty="0" err="1">
                <a:latin typeface="Times New Roman" panose="02020603050405020304" pitchFamily="18" charset="0"/>
                <a:cs typeface="Times New Roman" panose="02020603050405020304" pitchFamily="18" charset="0"/>
              </a:rPr>
              <a:t>nlogn</a:t>
            </a:r>
            <a:r>
              <a:rPr lang="en-US" altLang="zh-TW" dirty="0">
                <a:latin typeface="Times New Roman" panose="02020603050405020304" pitchFamily="18" charset="0"/>
                <a:cs typeface="Times New Roman" panose="02020603050405020304" pitchFamily="18" charset="0"/>
              </a:rPr>
              <a:t>)</a:t>
            </a:r>
          </a:p>
          <a:p>
            <a:pPr lvl="2"/>
            <a:r>
              <a:rPr lang="en-US" altLang="zh-TW" dirty="0">
                <a:latin typeface="Times New Roman" panose="02020603050405020304" pitchFamily="18" charset="0"/>
                <a:cs typeface="Times New Roman" panose="02020603050405020304" pitchFamily="18" charset="0"/>
              </a:rPr>
              <a:t>Couple sort: </a:t>
            </a:r>
            <a:r>
              <a:rPr lang="en-US" altLang="zh-TW" i="1" dirty="0">
                <a:latin typeface="Times New Roman" panose="02020603050405020304" pitchFamily="18" charset="0"/>
                <a:cs typeface="Times New Roman" panose="02020603050405020304" pitchFamily="18" charset="0"/>
              </a:rPr>
              <a:t>O</a:t>
            </a:r>
            <a:r>
              <a:rPr lang="en-US" altLang="zh-TW" dirty="0">
                <a:latin typeface="Times New Roman" panose="02020603050405020304" pitchFamily="18" charset="0"/>
                <a:cs typeface="Times New Roman" panose="02020603050405020304" pitchFamily="18" charset="0"/>
              </a:rPr>
              <a:t>(n)</a:t>
            </a:r>
          </a:p>
          <a:p>
            <a:pPr lvl="1"/>
            <a:r>
              <a:rPr lang="en-US" altLang="zh-TW" dirty="0">
                <a:latin typeface="Times New Roman" panose="02020603050405020304" pitchFamily="18" charset="0"/>
                <a:cs typeface="Times New Roman" panose="02020603050405020304" pitchFamily="18" charset="0"/>
              </a:rPr>
              <a:t>Worst case</a:t>
            </a:r>
          </a:p>
          <a:p>
            <a:pPr lvl="2"/>
            <a:r>
              <a:rPr lang="en-US" altLang="zh-TW" dirty="0">
                <a:latin typeface="Times New Roman" panose="02020603050405020304" pitchFamily="18" charset="0"/>
                <a:cs typeface="Times New Roman" panose="02020603050405020304" pitchFamily="18" charset="0"/>
              </a:rPr>
              <a:t>Quick sort : </a:t>
            </a:r>
            <a:r>
              <a:rPr lang="en-US" altLang="zh-TW" i="1" dirty="0">
                <a:latin typeface="Times New Roman" panose="02020603050405020304" pitchFamily="18" charset="0"/>
                <a:cs typeface="Times New Roman" panose="02020603050405020304" pitchFamily="18" charset="0"/>
              </a:rPr>
              <a:t>O</a:t>
            </a:r>
            <a:r>
              <a:rPr lang="en-US" altLang="zh-TW" dirty="0">
                <a:latin typeface="Times New Roman" panose="02020603050405020304" pitchFamily="18" charset="0"/>
                <a:cs typeface="Times New Roman" panose="02020603050405020304" pitchFamily="18" charset="0"/>
              </a:rPr>
              <a:t>(</a:t>
            </a:r>
            <a:r>
              <a:rPr lang="en-US" altLang="zh-TW" i="1" dirty="0">
                <a:latin typeface="Times New Roman" panose="02020603050405020304" pitchFamily="18" charset="0"/>
                <a:cs typeface="Times New Roman" panose="02020603050405020304" pitchFamily="18" charset="0"/>
              </a:rPr>
              <a:t>n</a:t>
            </a:r>
            <a:r>
              <a:rPr lang="en-US" altLang="zh-TW" i="1" baseline="30000" dirty="0">
                <a:latin typeface="Times New Roman" panose="02020603050405020304" pitchFamily="18" charset="0"/>
                <a:cs typeface="Times New Roman" panose="02020603050405020304" pitchFamily="18" charset="0"/>
              </a:rPr>
              <a:t>2</a:t>
            </a:r>
            <a:r>
              <a:rPr lang="en-US" altLang="zh-TW" dirty="0">
                <a:latin typeface="Times New Roman" panose="02020603050405020304" pitchFamily="18" charset="0"/>
                <a:cs typeface="Times New Roman" panose="02020603050405020304" pitchFamily="18" charset="0"/>
              </a:rPr>
              <a:t>)</a:t>
            </a:r>
          </a:p>
          <a:p>
            <a:pPr lvl="2"/>
            <a:r>
              <a:rPr lang="en-US" altLang="zh-TW" dirty="0">
                <a:latin typeface="Times New Roman" panose="02020603050405020304" pitchFamily="18" charset="0"/>
                <a:cs typeface="Times New Roman" panose="02020603050405020304" pitchFamily="18" charset="0"/>
              </a:rPr>
              <a:t>Couple sort: from </a:t>
            </a:r>
            <a:r>
              <a:rPr lang="en-US" altLang="zh-TW" i="1" dirty="0">
                <a:latin typeface="Times New Roman" panose="02020603050405020304" pitchFamily="18" charset="0"/>
                <a:cs typeface="Times New Roman" panose="02020603050405020304" pitchFamily="18" charset="0"/>
              </a:rPr>
              <a:t>O</a:t>
            </a:r>
            <a:r>
              <a:rPr lang="en-US" altLang="zh-TW" dirty="0">
                <a:latin typeface="Times New Roman" panose="02020603050405020304" pitchFamily="18" charset="0"/>
                <a:cs typeface="Times New Roman" panose="02020603050405020304" pitchFamily="18" charset="0"/>
              </a:rPr>
              <a:t>(</a:t>
            </a:r>
            <a:r>
              <a:rPr lang="en-US" altLang="zh-TW" i="1" dirty="0" err="1">
                <a:latin typeface="Times New Roman" panose="02020603050405020304" pitchFamily="18" charset="0"/>
                <a:cs typeface="Times New Roman" panose="02020603050405020304" pitchFamily="18" charset="0"/>
              </a:rPr>
              <a:t>nlogn</a:t>
            </a:r>
            <a:r>
              <a:rPr lang="en-US" altLang="zh-TW" dirty="0">
                <a:latin typeface="Times New Roman" panose="02020603050405020304" pitchFamily="18" charset="0"/>
                <a:cs typeface="Times New Roman" panose="02020603050405020304" pitchFamily="18" charset="0"/>
              </a:rPr>
              <a:t>) to O(</a:t>
            </a:r>
            <a:r>
              <a:rPr lang="en-US" altLang="zh-TW" i="1" dirty="0">
                <a:latin typeface="Times New Roman" panose="02020603050405020304" pitchFamily="18" charset="0"/>
                <a:cs typeface="Times New Roman" panose="02020603050405020304" pitchFamily="18" charset="0"/>
              </a:rPr>
              <a:t>n</a:t>
            </a:r>
            <a:r>
              <a:rPr lang="en-US" altLang="zh-TW" baseline="30000" dirty="0">
                <a:latin typeface="Times New Roman" panose="02020603050405020304" pitchFamily="18" charset="0"/>
                <a:cs typeface="Times New Roman" panose="02020603050405020304" pitchFamily="18" charset="0"/>
              </a:rPr>
              <a:t>2</a:t>
            </a:r>
            <a:r>
              <a:rPr lang="en-US" altLang="zh-TW" dirty="0">
                <a:latin typeface="Times New Roman" panose="02020603050405020304" pitchFamily="18" charset="0"/>
                <a:cs typeface="Times New Roman" panose="02020603050405020304" pitchFamily="18" charset="0"/>
              </a:rPr>
              <a:t>)</a:t>
            </a:r>
          </a:p>
        </p:txBody>
      </p:sp>
      <p:sp>
        <p:nvSpPr>
          <p:cNvPr id="4" name="投影片編號版面配置區 3">
            <a:extLst>
              <a:ext uri="{FF2B5EF4-FFF2-40B4-BE49-F238E27FC236}">
                <a16:creationId xmlns:a16="http://schemas.microsoft.com/office/drawing/2014/main" id="{338B20A2-00B7-203F-442B-B6CF7C14E9EF}"/>
              </a:ext>
            </a:extLst>
          </p:cNvPr>
          <p:cNvSpPr>
            <a:spLocks noGrp="1"/>
          </p:cNvSpPr>
          <p:nvPr>
            <p:ph type="sldNum" sz="quarter" idx="12"/>
          </p:nvPr>
        </p:nvSpPr>
        <p:spPr/>
        <p:txBody>
          <a:bodyPr/>
          <a:lstStyle/>
          <a:p>
            <a:fld id="{C497B8E6-CB28-4350-9E62-3F3C29E41FED}" type="slidenum">
              <a:rPr lang="zh-TW" altLang="en-US" smtClean="0"/>
              <a:t>8</a:t>
            </a:fld>
            <a:endParaRPr lang="zh-TW" altLang="en-US" dirty="0"/>
          </a:p>
        </p:txBody>
      </p:sp>
      <p:pic>
        <p:nvPicPr>
          <p:cNvPr id="6" name="圖片 5">
            <a:extLst>
              <a:ext uri="{FF2B5EF4-FFF2-40B4-BE49-F238E27FC236}">
                <a16:creationId xmlns:a16="http://schemas.microsoft.com/office/drawing/2014/main" id="{2AABDC2D-350E-A7FA-7110-3EDE8DD357E6}"/>
              </a:ext>
            </a:extLst>
          </p:cNvPr>
          <p:cNvPicPr>
            <a:picLocks noChangeAspect="1"/>
          </p:cNvPicPr>
          <p:nvPr/>
        </p:nvPicPr>
        <p:blipFill>
          <a:blip r:embed="rId2"/>
          <a:stretch>
            <a:fillRect/>
          </a:stretch>
        </p:blipFill>
        <p:spPr>
          <a:xfrm>
            <a:off x="6096000" y="3067051"/>
            <a:ext cx="5967882" cy="3109912"/>
          </a:xfrm>
          <a:prstGeom prst="rect">
            <a:avLst/>
          </a:prstGeom>
        </p:spPr>
      </p:pic>
    </p:spTree>
    <p:extLst>
      <p:ext uri="{BB962C8B-B14F-4D97-AF65-F5344CB8AC3E}">
        <p14:creationId xmlns:p14="http://schemas.microsoft.com/office/powerpoint/2010/main" val="3335632748"/>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BC3CFB5-4311-C607-BCF5-6B5AB1DCFBD2}"/>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Result</a:t>
            </a:r>
            <a:endParaRPr lang="zh-TW" altLang="en-US" dirty="0"/>
          </a:p>
        </p:txBody>
      </p:sp>
      <p:sp>
        <p:nvSpPr>
          <p:cNvPr id="3" name="內容版面配置區 2">
            <a:extLst>
              <a:ext uri="{FF2B5EF4-FFF2-40B4-BE49-F238E27FC236}">
                <a16:creationId xmlns:a16="http://schemas.microsoft.com/office/drawing/2014/main" id="{B97AD20D-AAB5-35B7-C83A-82FC424B773F}"/>
              </a:ext>
            </a:extLst>
          </p:cNvPr>
          <p:cNvSpPr>
            <a:spLocks noGrp="1"/>
          </p:cNvSpPr>
          <p:nvPr>
            <p:ph idx="1"/>
          </p:nvPr>
        </p:nvSpPr>
        <p:spPr/>
        <p:txBody>
          <a:bodyPr/>
          <a:lstStyle/>
          <a:p>
            <a:pPr marL="0" indent="0">
              <a:buNone/>
            </a:pPr>
            <a:r>
              <a:rPr lang="en-US" altLang="zh-TW" dirty="0"/>
              <a:t> </a:t>
            </a:r>
            <a:endParaRPr lang="zh-TW" altLang="en-US" dirty="0"/>
          </a:p>
        </p:txBody>
      </p:sp>
      <p:sp>
        <p:nvSpPr>
          <p:cNvPr id="4" name="投影片編號版面配置區 3">
            <a:extLst>
              <a:ext uri="{FF2B5EF4-FFF2-40B4-BE49-F238E27FC236}">
                <a16:creationId xmlns:a16="http://schemas.microsoft.com/office/drawing/2014/main" id="{291EAF81-207B-A1B6-EB83-CBDC17E817BB}"/>
              </a:ext>
            </a:extLst>
          </p:cNvPr>
          <p:cNvSpPr>
            <a:spLocks noGrp="1"/>
          </p:cNvSpPr>
          <p:nvPr>
            <p:ph type="sldNum" sz="quarter" idx="12"/>
          </p:nvPr>
        </p:nvSpPr>
        <p:spPr/>
        <p:txBody>
          <a:bodyPr/>
          <a:lstStyle/>
          <a:p>
            <a:fld id="{C497B8E6-CB28-4350-9E62-3F3C29E41FED}" type="slidenum">
              <a:rPr lang="zh-TW" altLang="en-US" smtClean="0"/>
              <a:t>9</a:t>
            </a:fld>
            <a:endParaRPr lang="zh-TW" altLang="en-US"/>
          </a:p>
        </p:txBody>
      </p:sp>
      <p:pic>
        <p:nvPicPr>
          <p:cNvPr id="6" name="圖片 5">
            <a:extLst>
              <a:ext uri="{FF2B5EF4-FFF2-40B4-BE49-F238E27FC236}">
                <a16:creationId xmlns:a16="http://schemas.microsoft.com/office/drawing/2014/main" id="{4A609225-69AE-3C2E-06DA-D6001952AF60}"/>
              </a:ext>
            </a:extLst>
          </p:cNvPr>
          <p:cNvPicPr>
            <a:picLocks noChangeAspect="1"/>
          </p:cNvPicPr>
          <p:nvPr/>
        </p:nvPicPr>
        <p:blipFill>
          <a:blip r:embed="rId2"/>
          <a:stretch>
            <a:fillRect/>
          </a:stretch>
        </p:blipFill>
        <p:spPr>
          <a:xfrm>
            <a:off x="351692" y="2148423"/>
            <a:ext cx="5744308" cy="3705742"/>
          </a:xfrm>
          <a:prstGeom prst="rect">
            <a:avLst/>
          </a:prstGeom>
        </p:spPr>
      </p:pic>
      <p:pic>
        <p:nvPicPr>
          <p:cNvPr id="7" name="圖片 6">
            <a:extLst>
              <a:ext uri="{FF2B5EF4-FFF2-40B4-BE49-F238E27FC236}">
                <a16:creationId xmlns:a16="http://schemas.microsoft.com/office/drawing/2014/main" id="{915FE0CD-7FA8-60D6-0AC8-B728AB682A67}"/>
              </a:ext>
            </a:extLst>
          </p:cNvPr>
          <p:cNvPicPr>
            <a:picLocks noChangeAspect="1"/>
          </p:cNvPicPr>
          <p:nvPr/>
        </p:nvPicPr>
        <p:blipFill>
          <a:blip r:embed="rId3"/>
          <a:stretch>
            <a:fillRect/>
          </a:stretch>
        </p:blipFill>
        <p:spPr>
          <a:xfrm>
            <a:off x="6096000" y="2446338"/>
            <a:ext cx="5967882" cy="3109912"/>
          </a:xfrm>
          <a:prstGeom prst="rect">
            <a:avLst/>
          </a:prstGeom>
        </p:spPr>
      </p:pic>
      <p:sp>
        <p:nvSpPr>
          <p:cNvPr id="8" name="矩形: 圓角 7">
            <a:extLst>
              <a:ext uri="{FF2B5EF4-FFF2-40B4-BE49-F238E27FC236}">
                <a16:creationId xmlns:a16="http://schemas.microsoft.com/office/drawing/2014/main" id="{4CBD6530-7842-9EC3-AFD4-A4CB67B6D242}"/>
              </a:ext>
            </a:extLst>
          </p:cNvPr>
          <p:cNvSpPr/>
          <p:nvPr/>
        </p:nvSpPr>
        <p:spPr>
          <a:xfrm>
            <a:off x="572756" y="3429000"/>
            <a:ext cx="2376000" cy="339132"/>
          </a:xfrm>
          <a:prstGeom prst="roundRect">
            <a:avLst/>
          </a:prstGeom>
          <a:noFill/>
          <a:ln w="476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1" name="矩形: 圓角 10">
            <a:extLst>
              <a:ext uri="{FF2B5EF4-FFF2-40B4-BE49-F238E27FC236}">
                <a16:creationId xmlns:a16="http://schemas.microsoft.com/office/drawing/2014/main" id="{64B3616E-CA4F-51CA-061F-8EC434A39001}"/>
              </a:ext>
            </a:extLst>
          </p:cNvPr>
          <p:cNvSpPr/>
          <p:nvPr/>
        </p:nvSpPr>
        <p:spPr>
          <a:xfrm>
            <a:off x="3410578" y="5311891"/>
            <a:ext cx="2376000" cy="339132"/>
          </a:xfrm>
          <a:prstGeom prst="roundRect">
            <a:avLst/>
          </a:prstGeom>
          <a:noFill/>
          <a:ln w="476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2" name="矩形: 圓角 11">
            <a:extLst>
              <a:ext uri="{FF2B5EF4-FFF2-40B4-BE49-F238E27FC236}">
                <a16:creationId xmlns:a16="http://schemas.microsoft.com/office/drawing/2014/main" id="{9A0C9F2C-BC17-DF36-78B8-19F3E7CE0B42}"/>
              </a:ext>
            </a:extLst>
          </p:cNvPr>
          <p:cNvSpPr/>
          <p:nvPr/>
        </p:nvSpPr>
        <p:spPr>
          <a:xfrm>
            <a:off x="572756" y="4472016"/>
            <a:ext cx="2376000" cy="339132"/>
          </a:xfrm>
          <a:prstGeom prst="roundRect">
            <a:avLst/>
          </a:prstGeom>
          <a:noFill/>
          <a:ln w="476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Tree>
    <p:extLst>
      <p:ext uri="{BB962C8B-B14F-4D97-AF65-F5344CB8AC3E}">
        <p14:creationId xmlns:p14="http://schemas.microsoft.com/office/powerpoint/2010/main" val="2459095619"/>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901A9-EC42-0349-C42C-1EF1F72BF040}"/>
              </a:ext>
            </a:extLst>
          </p:cNvPr>
          <p:cNvSpPr>
            <a:spLocks noGrp="1"/>
          </p:cNvSpPr>
          <p:nvPr>
            <p:ph type="ctrTitle"/>
          </p:nvPr>
        </p:nvSpPr>
        <p:spPr>
          <a:xfrm>
            <a:off x="1223962" y="1122363"/>
            <a:ext cx="9744075" cy="2387600"/>
          </a:xfrm>
        </p:spPr>
        <p:txBody>
          <a:bodyPr vert="horz" lIns="91440" tIns="45720" rIns="91440" bIns="45720" rtlCol="0" anchor="ctr">
            <a:noAutofit/>
          </a:bodyPr>
          <a:lstStyle/>
          <a:p>
            <a:r>
              <a:rPr lang="en-US" altLang="zh-TW" sz="4400" dirty="0" err="1">
                <a:latin typeface="Times New Roman"/>
                <a:ea typeface="新細明體"/>
                <a:cs typeface="Times New Roman"/>
              </a:rPr>
              <a:t>CutShort</a:t>
            </a:r>
            <a:r>
              <a:rPr lang="en-US" altLang="zh-TW" sz="4400" dirty="0">
                <a:latin typeface="Times New Roman"/>
                <a:ea typeface="新細明體"/>
                <a:cs typeface="Times New Roman"/>
              </a:rPr>
              <a:t>: A Hybrid Sorting Technique</a:t>
            </a:r>
            <a:endParaRPr lang="zh-TW" sz="4400" dirty="0">
              <a:ea typeface="新細明體"/>
              <a:cs typeface="Calibri Light"/>
            </a:endParaRPr>
          </a:p>
        </p:txBody>
      </p:sp>
      <p:sp>
        <p:nvSpPr>
          <p:cNvPr id="3" name="Subtitle 2">
            <a:extLst>
              <a:ext uri="{FF2B5EF4-FFF2-40B4-BE49-F238E27FC236}">
                <a16:creationId xmlns:a16="http://schemas.microsoft.com/office/drawing/2014/main" id="{54DBE6CB-9CF8-48E7-B831-C6B10B6C080F}"/>
              </a:ext>
            </a:extLst>
          </p:cNvPr>
          <p:cNvSpPr>
            <a:spLocks noGrp="1"/>
          </p:cNvSpPr>
          <p:nvPr>
            <p:ph type="subTitle" idx="1"/>
          </p:nvPr>
        </p:nvSpPr>
        <p:spPr>
          <a:xfrm>
            <a:off x="1396767" y="3845319"/>
            <a:ext cx="9398466" cy="1655762"/>
          </a:xfrm>
        </p:spPr>
        <p:txBody>
          <a:bodyPr vert="horz" lIns="91440" tIns="45720" rIns="91440" bIns="45720" rtlCol="0" anchor="t">
            <a:normAutofit/>
          </a:bodyPr>
          <a:lstStyle/>
          <a:p>
            <a:r>
              <a:rPr lang="en-US" altLang="zh-TW" dirty="0">
                <a:latin typeface="Times New Roman" panose="02020603050405020304" pitchFamily="18" charset="0"/>
                <a:cs typeface="Times New Roman" panose="02020603050405020304" pitchFamily="18" charset="0"/>
              </a:rPr>
              <a:t>A. Garg, S. </a:t>
            </a:r>
            <a:r>
              <a:rPr lang="en-US" altLang="zh-TW" dirty="0" err="1">
                <a:latin typeface="Times New Roman" panose="02020603050405020304" pitchFamily="18" charset="0"/>
                <a:cs typeface="Times New Roman" panose="02020603050405020304" pitchFamily="18" charset="0"/>
              </a:rPr>
              <a:t>Goswami</a:t>
            </a:r>
            <a:r>
              <a:rPr lang="en-US" altLang="zh-TW" dirty="0">
                <a:latin typeface="Times New Roman" panose="02020603050405020304" pitchFamily="18" charset="0"/>
                <a:cs typeface="Times New Roman" panose="02020603050405020304" pitchFamily="18" charset="0"/>
              </a:rPr>
              <a:t> and V. Garg</a:t>
            </a:r>
            <a:endParaRPr lang="en-US" dirty="0">
              <a:latin typeface="Times New Roman"/>
              <a:ea typeface="+mn-lt"/>
              <a:cs typeface="+mn-lt"/>
            </a:endParaRPr>
          </a:p>
          <a:p>
            <a:r>
              <a:rPr lang="en-US" altLang="zh-TW" sz="2000" dirty="0">
                <a:latin typeface="Times New Roman" panose="02020603050405020304" pitchFamily="18" charset="0"/>
                <a:cs typeface="Times New Roman" panose="02020603050405020304" pitchFamily="18" charset="0"/>
              </a:rPr>
              <a:t>2016 International Conference on Computing, Communication and Automation (ICCCA), Greater Noida, India, 2016, pp. 139-142, </a:t>
            </a:r>
            <a:r>
              <a:rPr lang="en-US" altLang="zh-TW" sz="2000" dirty="0" err="1">
                <a:latin typeface="Times New Roman" panose="02020603050405020304" pitchFamily="18" charset="0"/>
                <a:cs typeface="Times New Roman" panose="02020603050405020304" pitchFamily="18" charset="0"/>
              </a:rPr>
              <a:t>doi</a:t>
            </a:r>
            <a:r>
              <a:rPr lang="en-US" altLang="zh-TW" sz="2000" dirty="0">
                <a:latin typeface="Times New Roman" panose="02020603050405020304" pitchFamily="18" charset="0"/>
                <a:cs typeface="Times New Roman" panose="02020603050405020304" pitchFamily="18" charset="0"/>
              </a:rPr>
              <a:t>: 10.1109/CCAA.2016.7813705.</a:t>
            </a:r>
            <a:endParaRPr lang="fr-FR" altLang="zh-TW" sz="2500" dirty="0">
              <a:latin typeface="Times New Roman" panose="02020603050405020304" pitchFamily="18" charset="0"/>
              <a:ea typeface="新細明體"/>
              <a:cs typeface="Times New Roman" panose="02020603050405020304" pitchFamily="18" charset="0"/>
            </a:endParaRPr>
          </a:p>
        </p:txBody>
      </p:sp>
      <p:sp>
        <p:nvSpPr>
          <p:cNvPr id="4" name="副標題 2">
            <a:extLst>
              <a:ext uri="{FF2B5EF4-FFF2-40B4-BE49-F238E27FC236}">
                <a16:creationId xmlns:a16="http://schemas.microsoft.com/office/drawing/2014/main" id="{272805CA-C188-EA0E-0232-5E39FC11B582}"/>
              </a:ext>
            </a:extLst>
          </p:cNvPr>
          <p:cNvSpPr txBox="1">
            <a:spLocks/>
          </p:cNvSpPr>
          <p:nvPr/>
        </p:nvSpPr>
        <p:spPr>
          <a:xfrm>
            <a:off x="8322197" y="6012805"/>
            <a:ext cx="3584053" cy="660717"/>
          </a:xfrm>
          <a:prstGeom prst="rect">
            <a:avLst/>
          </a:prstGeom>
        </p:spPr>
        <p:txBody>
          <a:bodyPr vert="horz" lIns="91440" tIns="45720" rIns="91440" bIns="45720" rtlCol="0" anchor="t">
            <a:normAutofit fontScale="850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en" altLang="zh-TW" sz="2400" b="0" i="0" u="none" strike="noStrike" kern="1200" cap="none" spc="0" normalizeH="0" baseline="0" noProof="0" dirty="0">
                <a:ln>
                  <a:noFill/>
                </a:ln>
                <a:solidFill>
                  <a:prstClr val="black"/>
                </a:solidFill>
                <a:effectLst/>
                <a:uLnTx/>
                <a:uFillTx/>
                <a:latin typeface="Times New Roman"/>
                <a:ea typeface="新細明體"/>
                <a:cs typeface="Times New Roman"/>
              </a:rPr>
              <a:t>Presenter: Shih-Hong Lee</a:t>
            </a: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en" altLang="zh-TW" sz="2400" b="0" i="0" u="none" strike="noStrike" kern="1200" cap="none" spc="0" normalizeH="0" baseline="0" noProof="0" dirty="0">
                <a:ln>
                  <a:noFill/>
                </a:ln>
                <a:solidFill>
                  <a:prstClr val="black"/>
                </a:solidFill>
                <a:effectLst/>
                <a:uLnTx/>
                <a:uFillTx/>
                <a:latin typeface="Times New Roman"/>
                <a:ea typeface="新細明體"/>
                <a:cs typeface="Times New Roman"/>
              </a:rPr>
              <a:t>Date: </a:t>
            </a:r>
            <a:r>
              <a:rPr kumimoji="1" lang="en-US" altLang="zh-TW" sz="2400" b="0" i="0" u="none" strike="noStrike" kern="1200" cap="none" spc="0" normalizeH="0" baseline="0" noProof="0" dirty="0">
                <a:ln>
                  <a:noFill/>
                </a:ln>
                <a:solidFill>
                  <a:prstClr val="black"/>
                </a:solidFill>
                <a:effectLst/>
                <a:uLnTx/>
                <a:uFillTx/>
                <a:latin typeface="Times New Roman"/>
                <a:ea typeface="新細明體"/>
                <a:cs typeface="Times New Roman"/>
              </a:rPr>
              <a:t>May</a:t>
            </a:r>
            <a:r>
              <a:rPr kumimoji="1" lang="en" altLang="zh-TW" sz="2400" b="0" i="0" u="none" strike="noStrike" kern="1200" cap="none" spc="0" normalizeH="0" baseline="0" noProof="0" dirty="0">
                <a:ln>
                  <a:noFill/>
                </a:ln>
                <a:solidFill>
                  <a:prstClr val="black"/>
                </a:solidFill>
                <a:effectLst/>
                <a:uLnTx/>
                <a:uFillTx/>
                <a:latin typeface="Times New Roman"/>
                <a:ea typeface="新細明體"/>
                <a:cs typeface="Times New Roman"/>
              </a:rPr>
              <a:t> </a:t>
            </a:r>
            <a:r>
              <a:rPr kumimoji="1" lang="en-US" altLang="zh-TW" sz="2400" b="0" i="0" u="none" strike="noStrike" kern="1200" cap="none" spc="0" normalizeH="0" baseline="0" noProof="0" dirty="0">
                <a:ln>
                  <a:noFill/>
                </a:ln>
                <a:solidFill>
                  <a:prstClr val="black"/>
                </a:solidFill>
                <a:effectLst/>
                <a:uLnTx/>
                <a:uFillTx/>
                <a:latin typeface="Times New Roman"/>
                <a:ea typeface="新細明體"/>
                <a:cs typeface="Times New Roman"/>
              </a:rPr>
              <a:t>29</a:t>
            </a:r>
            <a:r>
              <a:rPr kumimoji="1" lang="en" altLang="zh-TW" sz="2400" b="0" i="0" u="none" strike="noStrike" kern="1200" cap="none" spc="0" normalizeH="0" baseline="0" noProof="0" dirty="0">
                <a:ln>
                  <a:noFill/>
                </a:ln>
                <a:solidFill>
                  <a:prstClr val="black"/>
                </a:solidFill>
                <a:effectLst/>
                <a:uLnTx/>
                <a:uFillTx/>
                <a:latin typeface="Times New Roman"/>
                <a:ea typeface="新細明體"/>
                <a:cs typeface="Times New Roman"/>
              </a:rPr>
              <a:t>, 2024</a:t>
            </a:r>
            <a:endParaRPr kumimoji="0" lang="en" altLang="zh-TW" sz="2400" b="0" i="0" u="none" strike="noStrike" kern="1200" cap="none" spc="0" normalizeH="0" baseline="0" noProof="0" dirty="0">
              <a:ln>
                <a:noFill/>
              </a:ln>
              <a:solidFill>
                <a:prstClr val="black"/>
              </a:solidFill>
              <a:effectLst/>
              <a:uLnTx/>
              <a:uFillTx/>
              <a:latin typeface="Times New Roman"/>
              <a:ea typeface="新細明體"/>
              <a:cs typeface="Times New Roman"/>
            </a:endParaRPr>
          </a:p>
        </p:txBody>
      </p:sp>
      <p:sp>
        <p:nvSpPr>
          <p:cNvPr id="5" name="Slide Number Placeholder 4">
            <a:extLst>
              <a:ext uri="{FF2B5EF4-FFF2-40B4-BE49-F238E27FC236}">
                <a16:creationId xmlns:a16="http://schemas.microsoft.com/office/drawing/2014/main" id="{A0AAB76B-0FAF-9711-6F27-1F8F6638EBF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FE2C478-69CB-4CE2-A453-7F649089E273}" type="slidenum">
              <a:rPr kumimoji="0" lang="zh-TW" altLang="en-US" sz="1200" b="0" i="0" u="none" strike="noStrike" kern="1200" cap="none" spc="0" normalizeH="0" baseline="0" noProof="0" smtClean="0">
                <a:ln>
                  <a:noFill/>
                </a:ln>
                <a:solidFill>
                  <a:prstClr val="black">
                    <a:tint val="75000"/>
                  </a:prstClr>
                </a:solidFill>
                <a:effectLst/>
                <a:uLnTx/>
                <a:uFillTx/>
                <a:latin typeface="Calibri" panose="020F0502020204030204"/>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zh-TW" altLang="en-US" sz="1200" b="0" i="0" u="none" strike="noStrike" kern="1200" cap="none" spc="0" normalizeH="0" baseline="0" noProof="0" dirty="0">
              <a:ln>
                <a:noFill/>
              </a:ln>
              <a:solidFill>
                <a:prstClr val="black">
                  <a:tint val="75000"/>
                </a:prstClr>
              </a:solidFill>
              <a:effectLst/>
              <a:uLnTx/>
              <a:uFillTx/>
              <a:latin typeface="Calibri" panose="020F0502020204030204"/>
              <a:ea typeface="新細明體" panose="02020500000000000000" pitchFamily="18" charset="-120"/>
              <a:cs typeface="+mn-cs"/>
            </a:endParaRPr>
          </a:p>
        </p:txBody>
      </p:sp>
    </p:spTree>
    <p:extLst>
      <p:ext uri="{BB962C8B-B14F-4D97-AF65-F5344CB8AC3E}">
        <p14:creationId xmlns:p14="http://schemas.microsoft.com/office/powerpoint/2010/main" val="523082494"/>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A3735-885C-D762-2A7C-7760F6C51119}"/>
              </a:ext>
            </a:extLst>
          </p:cNvPr>
          <p:cNvSpPr>
            <a:spLocks noGrp="1"/>
          </p:cNvSpPr>
          <p:nvPr>
            <p:ph type="title"/>
          </p:nvPr>
        </p:nvSpPr>
        <p:spPr>
          <a:xfrm>
            <a:off x="838200" y="406866"/>
            <a:ext cx="10515600" cy="1325563"/>
          </a:xfrm>
        </p:spPr>
        <p:txBody>
          <a:bodyPr>
            <a:normAutofit/>
          </a:bodyPr>
          <a:lstStyle/>
          <a:p>
            <a:r>
              <a:rPr kumimoji="1" lang="en-US" altLang="zh-TW" sz="4000" b="1" dirty="0">
                <a:latin typeface="Times New Roman" panose="02020603050405020304" pitchFamily="18" charset="0"/>
                <a:cs typeface="Times New Roman" panose="02020603050405020304" pitchFamily="18" charset="0"/>
              </a:rPr>
              <a:t>Abstract(1/2)</a:t>
            </a:r>
            <a:endParaRPr kumimoji="1" lang="zh-TW" altLang="en-US"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E60A558-83F5-DC4B-E8C9-3EB0801F3EAE}"/>
              </a:ext>
            </a:extLst>
          </p:cNvPr>
          <p:cNvSpPr>
            <a:spLocks noGrp="1"/>
          </p:cNvSpPr>
          <p:nvPr>
            <p:ph idx="1"/>
          </p:nvPr>
        </p:nvSpPr>
        <p:spPr>
          <a:xfrm>
            <a:off x="838200" y="1602298"/>
            <a:ext cx="10797330" cy="4697834"/>
          </a:xfrm>
        </p:spPr>
        <p:txBody>
          <a:bodyPr vert="horz" lIns="91440" tIns="45720" rIns="91440" bIns="45720" rtlCol="0" anchor="t">
            <a:noAutofit/>
          </a:bodyPr>
          <a:lstStyle/>
          <a:p>
            <a:pPr marL="0" indent="0">
              <a:lnSpc>
                <a:spcPct val="110000"/>
              </a:lnSpc>
              <a:buNone/>
            </a:pPr>
            <a:r>
              <a:rPr lang="en-US" altLang="zh-TW" sz="2400" dirty="0">
                <a:latin typeface="Times New Roman" panose="02020603050405020304" pitchFamily="18" charset="0"/>
                <a:ea typeface="+mj-ea"/>
                <a:cs typeface="Times New Roman" panose="02020603050405020304" pitchFamily="18" charset="0"/>
              </a:rPr>
              <a:t>There are many sorting techniques which were developed over the hundreds of years and also optimized to reduce the complexity for worst and average cases. This paper</a:t>
            </a:r>
            <a:r>
              <a:rPr lang="zh-TW" altLang="en-US" sz="2400" dirty="0">
                <a:latin typeface="Times New Roman" panose="02020603050405020304" pitchFamily="18" charset="0"/>
                <a:ea typeface="+mj-ea"/>
                <a:cs typeface="Times New Roman" panose="02020603050405020304" pitchFamily="18" charset="0"/>
              </a:rPr>
              <a:t> </a:t>
            </a:r>
            <a:r>
              <a:rPr lang="en-US" altLang="zh-TW" sz="2400" dirty="0">
                <a:latin typeface="Times New Roman" panose="02020603050405020304" pitchFamily="18" charset="0"/>
                <a:ea typeface="+mj-ea"/>
                <a:cs typeface="Times New Roman" panose="02020603050405020304" pitchFamily="18" charset="0"/>
              </a:rPr>
              <a:t>presents a </a:t>
            </a:r>
            <a:r>
              <a:rPr lang="en-US" altLang="zh-TW" sz="2400" dirty="0" err="1">
                <a:latin typeface="Times New Roman" panose="02020603050405020304" pitchFamily="18" charset="0"/>
                <a:ea typeface="+mj-ea"/>
                <a:cs typeface="Times New Roman" panose="02020603050405020304" pitchFamily="18" charset="0"/>
              </a:rPr>
              <a:t>technique,that</a:t>
            </a:r>
            <a:r>
              <a:rPr lang="en-US" altLang="zh-TW" sz="2400" dirty="0">
                <a:latin typeface="Times New Roman" panose="02020603050405020304" pitchFamily="18" charset="0"/>
                <a:ea typeface="+mj-ea"/>
                <a:cs typeface="Times New Roman" panose="02020603050405020304" pitchFamily="18" charset="0"/>
              </a:rPr>
              <a:t> can be used to optimize the sorting algorithms, named </a:t>
            </a:r>
            <a:r>
              <a:rPr lang="en-US" altLang="zh-TW" sz="2400" dirty="0" err="1">
                <a:latin typeface="Times New Roman" panose="02020603050405020304" pitchFamily="18" charset="0"/>
                <a:ea typeface="+mj-ea"/>
                <a:cs typeface="Times New Roman" panose="02020603050405020304" pitchFamily="18" charset="0"/>
              </a:rPr>
              <a:t>CutShort</a:t>
            </a:r>
            <a:r>
              <a:rPr lang="en-US" altLang="zh-TW" sz="2400" dirty="0">
                <a:latin typeface="Times New Roman" panose="02020603050405020304" pitchFamily="18" charset="0"/>
                <a:ea typeface="+mj-ea"/>
                <a:cs typeface="Times New Roman" panose="02020603050405020304" pitchFamily="18" charset="0"/>
              </a:rPr>
              <a:t>. The name ‘</a:t>
            </a:r>
            <a:r>
              <a:rPr lang="en-US" altLang="zh-TW" sz="2400" dirty="0" err="1">
                <a:latin typeface="Times New Roman" panose="02020603050405020304" pitchFamily="18" charset="0"/>
                <a:ea typeface="+mj-ea"/>
                <a:cs typeface="Times New Roman" panose="02020603050405020304" pitchFamily="18" charset="0"/>
              </a:rPr>
              <a:t>CutShort</a:t>
            </a:r>
            <a:r>
              <a:rPr lang="en-US" altLang="zh-TW" sz="2400" dirty="0">
                <a:latin typeface="Times New Roman" panose="02020603050405020304" pitchFamily="18" charset="0"/>
                <a:ea typeface="+mj-ea"/>
                <a:cs typeface="Times New Roman" panose="02020603050405020304" pitchFamily="18" charset="0"/>
              </a:rPr>
              <a:t>’ signifies cutting of original array into shorter pieces. In this technique, the input array is divided into several subarray of shorter lengths based on bit-count, somewhat similar to the Bucket sort concept. Here each sub-arrays contains those elements which can be represented by same number of bits. We have tested this proposed technique</a:t>
            </a:r>
            <a:r>
              <a:rPr lang="zh-TW" altLang="en-US" sz="2400" dirty="0">
                <a:latin typeface="Times New Roman" panose="02020603050405020304" pitchFamily="18" charset="0"/>
                <a:ea typeface="+mj-ea"/>
                <a:cs typeface="Times New Roman" panose="02020603050405020304" pitchFamily="18" charset="0"/>
              </a:rPr>
              <a:t> </a:t>
            </a:r>
            <a:r>
              <a:rPr lang="en-US" altLang="zh-TW" sz="2400" dirty="0">
                <a:latin typeface="Times New Roman" panose="02020603050405020304" pitchFamily="18" charset="0"/>
                <a:ea typeface="+mj-ea"/>
                <a:cs typeface="Times New Roman" panose="02020603050405020304" pitchFamily="18" charset="0"/>
              </a:rPr>
              <a:t>on random samples of large input array and the results are very satisfactory.</a:t>
            </a:r>
          </a:p>
        </p:txBody>
      </p:sp>
      <p:sp>
        <p:nvSpPr>
          <p:cNvPr id="4" name="Slide Number Placeholder 3">
            <a:extLst>
              <a:ext uri="{FF2B5EF4-FFF2-40B4-BE49-F238E27FC236}">
                <a16:creationId xmlns:a16="http://schemas.microsoft.com/office/drawing/2014/main" id="{7955E3F4-879A-1E75-AEA8-8BFC5FE9B187}"/>
              </a:ext>
            </a:extLst>
          </p:cNvPr>
          <p:cNvSpPr>
            <a:spLocks noGrp="1"/>
          </p:cNvSpPr>
          <p:nvPr>
            <p:ph type="sldNum" sz="quarter" idx="12"/>
          </p:nvPr>
        </p:nvSpPr>
        <p:spPr/>
        <p:txBody>
          <a:bodyPr/>
          <a:lstStyle/>
          <a:p>
            <a:fld id="{7FE2C478-69CB-4CE2-A453-7F649089E273}" type="slidenum">
              <a:rPr lang="zh-TW" altLang="en-US" smtClean="0"/>
              <a:t>11</a:t>
            </a:fld>
            <a:endParaRPr lang="zh-TW" altLang="en-US" dirty="0"/>
          </a:p>
        </p:txBody>
      </p:sp>
    </p:spTree>
    <p:extLst>
      <p:ext uri="{BB962C8B-B14F-4D97-AF65-F5344CB8AC3E}">
        <p14:creationId xmlns:p14="http://schemas.microsoft.com/office/powerpoint/2010/main" val="1641769863"/>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A3735-885C-D762-2A7C-7760F6C51119}"/>
              </a:ext>
            </a:extLst>
          </p:cNvPr>
          <p:cNvSpPr>
            <a:spLocks noGrp="1"/>
          </p:cNvSpPr>
          <p:nvPr>
            <p:ph type="title"/>
          </p:nvPr>
        </p:nvSpPr>
        <p:spPr>
          <a:xfrm>
            <a:off x="838200" y="406866"/>
            <a:ext cx="10515600" cy="1325563"/>
          </a:xfrm>
        </p:spPr>
        <p:txBody>
          <a:bodyPr>
            <a:normAutofit/>
          </a:bodyPr>
          <a:lstStyle/>
          <a:p>
            <a:r>
              <a:rPr kumimoji="1" lang="en-US" altLang="zh-TW" sz="4000" b="1" dirty="0">
                <a:latin typeface="Times New Roman" panose="02020603050405020304" pitchFamily="18" charset="0"/>
                <a:cs typeface="Times New Roman" panose="02020603050405020304" pitchFamily="18" charset="0"/>
              </a:rPr>
              <a:t>Abstract(2/2)</a:t>
            </a:r>
            <a:endParaRPr kumimoji="1" lang="zh-TW" altLang="en-US"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E60A558-83F5-DC4B-E8C9-3EB0801F3EAE}"/>
              </a:ext>
            </a:extLst>
          </p:cNvPr>
          <p:cNvSpPr>
            <a:spLocks noGrp="1"/>
          </p:cNvSpPr>
          <p:nvPr>
            <p:ph idx="1"/>
          </p:nvPr>
        </p:nvSpPr>
        <p:spPr>
          <a:xfrm>
            <a:off x="838200" y="1602298"/>
            <a:ext cx="10797330" cy="4697834"/>
          </a:xfrm>
        </p:spPr>
        <p:txBody>
          <a:bodyPr vert="horz" lIns="91440" tIns="45720" rIns="91440" bIns="45720" rtlCol="0" anchor="t">
            <a:noAutofit/>
          </a:bodyPr>
          <a:lstStyle/>
          <a:p>
            <a:pPr marL="0" indent="0">
              <a:lnSpc>
                <a:spcPct val="110000"/>
              </a:lnSpc>
              <a:buNone/>
            </a:pPr>
            <a:r>
              <a:rPr lang="en-US" altLang="zh-TW" sz="2400" dirty="0">
                <a:latin typeface="Times New Roman" panose="02020603050405020304" pitchFamily="18" charset="0"/>
                <a:ea typeface="+mj-ea"/>
                <a:cs typeface="Times New Roman" panose="02020603050405020304" pitchFamily="18" charset="0"/>
              </a:rPr>
              <a:t>This technique reduces the complexity of worst and average case by a significant factor depending on the number of sub-arrays formed. This</a:t>
            </a:r>
            <a:r>
              <a:rPr lang="zh-TW" altLang="en-US" sz="2400" dirty="0">
                <a:latin typeface="Times New Roman" panose="02020603050405020304" pitchFamily="18" charset="0"/>
                <a:ea typeface="+mj-ea"/>
                <a:cs typeface="Times New Roman" panose="02020603050405020304" pitchFamily="18" charset="0"/>
              </a:rPr>
              <a:t> </a:t>
            </a:r>
            <a:r>
              <a:rPr lang="en-US" altLang="zh-TW" sz="2400" dirty="0">
                <a:latin typeface="Times New Roman" panose="02020603050405020304" pitchFamily="18" charset="0"/>
                <a:ea typeface="+mj-ea"/>
                <a:cs typeface="Times New Roman" panose="02020603050405020304" pitchFamily="18" charset="0"/>
              </a:rPr>
              <a:t>method can be used as a preprocessing technique and can be more beneficial if implemented in the processor as a subroutine.</a:t>
            </a:r>
            <a:r>
              <a:rPr lang="zh-TW" altLang="en-US" sz="2400" dirty="0">
                <a:latin typeface="Times New Roman" panose="02020603050405020304" pitchFamily="18" charset="0"/>
                <a:ea typeface="+mj-ea"/>
                <a:cs typeface="Times New Roman" panose="02020603050405020304" pitchFamily="18" charset="0"/>
              </a:rPr>
              <a:t> </a:t>
            </a:r>
            <a:r>
              <a:rPr lang="en-US" altLang="zh-TW" sz="2400" dirty="0">
                <a:latin typeface="Times New Roman" panose="02020603050405020304" pitchFamily="18" charset="0"/>
                <a:ea typeface="+mj-ea"/>
                <a:cs typeface="Times New Roman" panose="02020603050405020304" pitchFamily="18" charset="0"/>
              </a:rPr>
              <a:t>It can be used to optimize the runtime of various sorting algorithms.</a:t>
            </a:r>
          </a:p>
        </p:txBody>
      </p:sp>
      <p:sp>
        <p:nvSpPr>
          <p:cNvPr id="4" name="Slide Number Placeholder 3">
            <a:extLst>
              <a:ext uri="{FF2B5EF4-FFF2-40B4-BE49-F238E27FC236}">
                <a16:creationId xmlns:a16="http://schemas.microsoft.com/office/drawing/2014/main" id="{7955E3F4-879A-1E75-AEA8-8BFC5FE9B187}"/>
              </a:ext>
            </a:extLst>
          </p:cNvPr>
          <p:cNvSpPr>
            <a:spLocks noGrp="1"/>
          </p:cNvSpPr>
          <p:nvPr>
            <p:ph type="sldNum" sz="quarter" idx="12"/>
          </p:nvPr>
        </p:nvSpPr>
        <p:spPr/>
        <p:txBody>
          <a:bodyPr/>
          <a:lstStyle/>
          <a:p>
            <a:fld id="{7FE2C478-69CB-4CE2-A453-7F649089E273}" type="slidenum">
              <a:rPr lang="zh-TW" altLang="en-US" smtClean="0"/>
              <a:t>12</a:t>
            </a:fld>
            <a:endParaRPr lang="zh-TW" altLang="en-US" dirty="0"/>
          </a:p>
        </p:txBody>
      </p:sp>
    </p:spTree>
    <p:extLst>
      <p:ext uri="{BB962C8B-B14F-4D97-AF65-F5344CB8AC3E}">
        <p14:creationId xmlns:p14="http://schemas.microsoft.com/office/powerpoint/2010/main" val="2982280111"/>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Bucket sort(1/5)</a:t>
            </a:r>
            <a:endParaRPr lang="zh-TW" altLang="en-US" dirty="0"/>
          </a:p>
        </p:txBody>
      </p:sp>
      <p:sp>
        <p:nvSpPr>
          <p:cNvPr id="4" name="投影片編號版面配置區 3"/>
          <p:cNvSpPr>
            <a:spLocks noGrp="1"/>
          </p:cNvSpPr>
          <p:nvPr>
            <p:ph type="sldNum" sz="quarter" idx="12"/>
          </p:nvPr>
        </p:nvSpPr>
        <p:spPr/>
        <p:txBody>
          <a:bodyPr/>
          <a:lstStyle/>
          <a:p>
            <a:fld id="{C497B8E6-CB28-4350-9E62-3F3C29E41FED}" type="slidenum">
              <a:rPr lang="zh-TW" altLang="en-US" smtClean="0"/>
              <a:t>13</a:t>
            </a:fld>
            <a:endParaRPr lang="zh-TW" altLang="en-US"/>
          </a:p>
        </p:txBody>
      </p:sp>
      <p:pic>
        <p:nvPicPr>
          <p:cNvPr id="5" name="Picture 4" descr="Lightbox"/>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3500" y="1825625"/>
            <a:ext cx="9525000" cy="4762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1887943"/>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Bucket sort(2/5)</a:t>
            </a:r>
            <a:endParaRPr lang="zh-TW" altLang="en-US" dirty="0"/>
          </a:p>
        </p:txBody>
      </p:sp>
      <p:sp>
        <p:nvSpPr>
          <p:cNvPr id="4" name="投影片編號版面配置區 3"/>
          <p:cNvSpPr>
            <a:spLocks noGrp="1"/>
          </p:cNvSpPr>
          <p:nvPr>
            <p:ph type="sldNum" sz="quarter" idx="12"/>
          </p:nvPr>
        </p:nvSpPr>
        <p:spPr/>
        <p:txBody>
          <a:bodyPr/>
          <a:lstStyle/>
          <a:p>
            <a:fld id="{C497B8E6-CB28-4350-9E62-3F3C29E41FED}" type="slidenum">
              <a:rPr lang="zh-TW" altLang="en-US" smtClean="0"/>
              <a:t>14</a:t>
            </a:fld>
            <a:endParaRPr lang="zh-TW" altLang="en-US"/>
          </a:p>
        </p:txBody>
      </p:sp>
      <p:pic>
        <p:nvPicPr>
          <p:cNvPr id="5" name="Picture 2" descr="Lightbox"/>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3500" y="1825625"/>
            <a:ext cx="9525000" cy="4762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45615163"/>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Bucket sort(3/5)</a:t>
            </a:r>
            <a:endParaRPr lang="zh-TW" altLang="en-US" dirty="0"/>
          </a:p>
        </p:txBody>
      </p:sp>
      <p:sp>
        <p:nvSpPr>
          <p:cNvPr id="4" name="投影片編號版面配置區 3"/>
          <p:cNvSpPr>
            <a:spLocks noGrp="1"/>
          </p:cNvSpPr>
          <p:nvPr>
            <p:ph type="sldNum" sz="quarter" idx="12"/>
          </p:nvPr>
        </p:nvSpPr>
        <p:spPr/>
        <p:txBody>
          <a:bodyPr/>
          <a:lstStyle/>
          <a:p>
            <a:fld id="{C497B8E6-CB28-4350-9E62-3F3C29E41FED}" type="slidenum">
              <a:rPr lang="zh-TW" altLang="en-US" smtClean="0"/>
              <a:t>15</a:t>
            </a:fld>
            <a:endParaRPr lang="zh-TW" altLang="en-US"/>
          </a:p>
        </p:txBody>
      </p:sp>
      <p:pic>
        <p:nvPicPr>
          <p:cNvPr id="5" name="Picture 4" descr="Lightbox"/>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3500" y="1825625"/>
            <a:ext cx="9525000" cy="4762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27060855"/>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Bucket sort(4/5)</a:t>
            </a:r>
            <a:endParaRPr lang="zh-TW" altLang="en-US" dirty="0"/>
          </a:p>
        </p:txBody>
      </p:sp>
      <p:sp>
        <p:nvSpPr>
          <p:cNvPr id="4" name="投影片編號版面配置區 3"/>
          <p:cNvSpPr>
            <a:spLocks noGrp="1"/>
          </p:cNvSpPr>
          <p:nvPr>
            <p:ph type="sldNum" sz="quarter" idx="12"/>
          </p:nvPr>
        </p:nvSpPr>
        <p:spPr/>
        <p:txBody>
          <a:bodyPr/>
          <a:lstStyle/>
          <a:p>
            <a:fld id="{C497B8E6-CB28-4350-9E62-3F3C29E41FED}" type="slidenum">
              <a:rPr lang="zh-TW" altLang="en-US" smtClean="0"/>
              <a:t>16</a:t>
            </a:fld>
            <a:endParaRPr lang="zh-TW" altLang="en-US"/>
          </a:p>
        </p:txBody>
      </p:sp>
      <p:pic>
        <p:nvPicPr>
          <p:cNvPr id="5" name="Picture 2" descr="Lightbox"/>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3500" y="1825625"/>
            <a:ext cx="9525000" cy="4762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52664933"/>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Bucket sort(5/5)</a:t>
            </a:r>
            <a:endParaRPr lang="zh-TW" altLang="en-US" dirty="0"/>
          </a:p>
        </p:txBody>
      </p:sp>
      <p:sp>
        <p:nvSpPr>
          <p:cNvPr id="4" name="投影片編號版面配置區 3"/>
          <p:cNvSpPr>
            <a:spLocks noGrp="1"/>
          </p:cNvSpPr>
          <p:nvPr>
            <p:ph type="sldNum" sz="quarter" idx="12"/>
          </p:nvPr>
        </p:nvSpPr>
        <p:spPr/>
        <p:txBody>
          <a:bodyPr/>
          <a:lstStyle/>
          <a:p>
            <a:fld id="{C497B8E6-CB28-4350-9E62-3F3C29E41FED}" type="slidenum">
              <a:rPr lang="zh-TW" altLang="en-US" smtClean="0"/>
              <a:t>17</a:t>
            </a:fld>
            <a:endParaRPr lang="zh-TW" altLang="en-US"/>
          </a:p>
        </p:txBody>
      </p:sp>
      <p:pic>
        <p:nvPicPr>
          <p:cNvPr id="5122" name="Picture 2" descr="Lightbox"/>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3500" y="1825625"/>
            <a:ext cx="9525000" cy="4762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96288222"/>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Counting sort</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C497B8E6-CB28-4350-9E62-3F3C29E41FED}" type="slidenum">
              <a:rPr lang="zh-TW" altLang="en-US" smtClean="0"/>
              <a:t>18</a:t>
            </a:fld>
            <a:endParaRPr lang="zh-TW" altLang="en-US"/>
          </a:p>
        </p:txBody>
      </p:sp>
      <p:pic>
        <p:nvPicPr>
          <p:cNvPr id="10248" name="Picture 8" descr="Lightbox"/>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27187" y="1825625"/>
            <a:ext cx="8737626"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99231635"/>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Counting sort</a:t>
            </a:r>
            <a:endParaRPr lang="zh-TW" altLang="en-US" dirty="0"/>
          </a:p>
        </p:txBody>
      </p:sp>
      <p:sp>
        <p:nvSpPr>
          <p:cNvPr id="4" name="投影片編號版面配置區 3"/>
          <p:cNvSpPr>
            <a:spLocks noGrp="1"/>
          </p:cNvSpPr>
          <p:nvPr>
            <p:ph type="sldNum" sz="quarter" idx="12"/>
          </p:nvPr>
        </p:nvSpPr>
        <p:spPr/>
        <p:txBody>
          <a:bodyPr/>
          <a:lstStyle/>
          <a:p>
            <a:fld id="{C497B8E6-CB28-4350-9E62-3F3C29E41FED}" type="slidenum">
              <a:rPr lang="zh-TW" altLang="en-US" smtClean="0"/>
              <a:t>19</a:t>
            </a:fld>
            <a:endParaRPr lang="zh-TW" altLang="en-US"/>
          </a:p>
        </p:txBody>
      </p:sp>
      <p:pic>
        <p:nvPicPr>
          <p:cNvPr id="12290" name="Picture 2" descr="Lightbox"/>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18396" y="1825625"/>
            <a:ext cx="8755207" cy="4351338"/>
          </a:xfrm>
          <a:prstGeom prst="rect">
            <a:avLst/>
          </a:prstGeom>
          <a:noFill/>
          <a:extLst>
            <a:ext uri="{909E8E84-426E-40DD-AFC4-6F175D3DCCD1}">
              <a14:hiddenFill xmlns:a14="http://schemas.microsoft.com/office/drawing/2010/main">
                <a:solidFill>
                  <a:srgbClr val="FFFFFF"/>
                </a:solidFill>
              </a14:hiddenFill>
            </a:ext>
          </a:extLst>
        </p:spPr>
      </p:pic>
      <p:pic>
        <p:nvPicPr>
          <p:cNvPr id="5" name="圖片 4"/>
          <p:cNvPicPr>
            <a:picLocks noChangeAspect="1"/>
          </p:cNvPicPr>
          <p:nvPr/>
        </p:nvPicPr>
        <p:blipFill>
          <a:blip r:embed="rId3"/>
          <a:stretch>
            <a:fillRect/>
          </a:stretch>
        </p:blipFill>
        <p:spPr>
          <a:xfrm>
            <a:off x="3942900" y="1825625"/>
            <a:ext cx="6439799" cy="1295581"/>
          </a:xfrm>
          <a:prstGeom prst="rect">
            <a:avLst/>
          </a:prstGeom>
        </p:spPr>
      </p:pic>
    </p:spTree>
    <p:extLst>
      <p:ext uri="{BB962C8B-B14F-4D97-AF65-F5344CB8AC3E}">
        <p14:creationId xmlns:p14="http://schemas.microsoft.com/office/powerpoint/2010/main" val="683273450"/>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Counting sort</a:t>
            </a:r>
            <a:endParaRPr lang="zh-TW" altLang="en-US" dirty="0"/>
          </a:p>
        </p:txBody>
      </p:sp>
      <p:sp>
        <p:nvSpPr>
          <p:cNvPr id="4" name="投影片編號版面配置區 3"/>
          <p:cNvSpPr>
            <a:spLocks noGrp="1"/>
          </p:cNvSpPr>
          <p:nvPr>
            <p:ph type="sldNum" sz="quarter" idx="12"/>
          </p:nvPr>
        </p:nvSpPr>
        <p:spPr/>
        <p:txBody>
          <a:bodyPr/>
          <a:lstStyle/>
          <a:p>
            <a:fld id="{C497B8E6-CB28-4350-9E62-3F3C29E41FED}" type="slidenum">
              <a:rPr lang="zh-TW" altLang="en-US" smtClean="0"/>
              <a:t>20</a:t>
            </a:fld>
            <a:endParaRPr lang="zh-TW" altLang="en-US"/>
          </a:p>
        </p:txBody>
      </p:sp>
      <p:pic>
        <p:nvPicPr>
          <p:cNvPr id="13314" name="Picture 2" descr="Lightbox"/>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35942" y="1825625"/>
            <a:ext cx="8720116" cy="4351338"/>
          </a:xfrm>
          <a:prstGeom prst="rect">
            <a:avLst/>
          </a:prstGeom>
          <a:noFill/>
          <a:extLst>
            <a:ext uri="{909E8E84-426E-40DD-AFC4-6F175D3DCCD1}">
              <a14:hiddenFill xmlns:a14="http://schemas.microsoft.com/office/drawing/2010/main">
                <a:solidFill>
                  <a:srgbClr val="FFFFFF"/>
                </a:solidFill>
              </a14:hiddenFill>
            </a:ext>
          </a:extLst>
        </p:spPr>
      </p:pic>
      <p:pic>
        <p:nvPicPr>
          <p:cNvPr id="5" name="圖片 4"/>
          <p:cNvPicPr>
            <a:picLocks noChangeAspect="1"/>
          </p:cNvPicPr>
          <p:nvPr/>
        </p:nvPicPr>
        <p:blipFill>
          <a:blip r:embed="rId3"/>
          <a:stretch>
            <a:fillRect/>
          </a:stretch>
        </p:blipFill>
        <p:spPr>
          <a:xfrm>
            <a:off x="3663785" y="1870075"/>
            <a:ext cx="6792273" cy="1514686"/>
          </a:xfrm>
          <a:prstGeom prst="rect">
            <a:avLst/>
          </a:prstGeom>
        </p:spPr>
      </p:pic>
      <p:sp>
        <p:nvSpPr>
          <p:cNvPr id="6" name="橢圓 5"/>
          <p:cNvSpPr/>
          <p:nvPr/>
        </p:nvSpPr>
        <p:spPr>
          <a:xfrm>
            <a:off x="6736080" y="2367280"/>
            <a:ext cx="721360" cy="721360"/>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橢圓 7"/>
          <p:cNvSpPr/>
          <p:nvPr/>
        </p:nvSpPr>
        <p:spPr>
          <a:xfrm>
            <a:off x="7335520" y="2392415"/>
            <a:ext cx="721360" cy="721360"/>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9" name="直線單箭頭接點 8"/>
          <p:cNvCxnSpPr>
            <a:cxnSpLocks/>
          </p:cNvCxnSpPr>
          <p:nvPr/>
        </p:nvCxnSpPr>
        <p:spPr>
          <a:xfrm flipH="1">
            <a:off x="6883121" y="3084776"/>
            <a:ext cx="452399" cy="65945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31784201"/>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Counting sort</a:t>
            </a:r>
            <a:endParaRPr lang="zh-TW" altLang="en-US" dirty="0"/>
          </a:p>
        </p:txBody>
      </p:sp>
      <p:sp>
        <p:nvSpPr>
          <p:cNvPr id="4" name="投影片編號版面配置區 3"/>
          <p:cNvSpPr>
            <a:spLocks noGrp="1"/>
          </p:cNvSpPr>
          <p:nvPr>
            <p:ph type="sldNum" sz="quarter" idx="12"/>
          </p:nvPr>
        </p:nvSpPr>
        <p:spPr/>
        <p:txBody>
          <a:bodyPr/>
          <a:lstStyle/>
          <a:p>
            <a:fld id="{C497B8E6-CB28-4350-9E62-3F3C29E41FED}" type="slidenum">
              <a:rPr lang="zh-TW" altLang="en-US" smtClean="0"/>
              <a:t>21</a:t>
            </a:fld>
            <a:endParaRPr lang="zh-TW" altLang="en-US"/>
          </a:p>
        </p:txBody>
      </p:sp>
      <p:pic>
        <p:nvPicPr>
          <p:cNvPr id="14338" name="Picture 2" descr="Lightbox"/>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27187" y="1825625"/>
            <a:ext cx="8737626"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20444552"/>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Counting sort</a:t>
            </a:r>
            <a:endParaRPr lang="zh-TW" altLang="en-US" dirty="0"/>
          </a:p>
        </p:txBody>
      </p:sp>
      <p:sp>
        <p:nvSpPr>
          <p:cNvPr id="4" name="投影片編號版面配置區 3"/>
          <p:cNvSpPr>
            <a:spLocks noGrp="1"/>
          </p:cNvSpPr>
          <p:nvPr>
            <p:ph type="sldNum" sz="quarter" idx="12"/>
          </p:nvPr>
        </p:nvSpPr>
        <p:spPr/>
        <p:txBody>
          <a:bodyPr/>
          <a:lstStyle/>
          <a:p>
            <a:fld id="{C497B8E6-CB28-4350-9E62-3F3C29E41FED}" type="slidenum">
              <a:rPr lang="zh-TW" altLang="en-US" smtClean="0"/>
              <a:t>22</a:t>
            </a:fld>
            <a:endParaRPr lang="zh-TW" altLang="en-US"/>
          </a:p>
        </p:txBody>
      </p:sp>
      <p:pic>
        <p:nvPicPr>
          <p:cNvPr id="15362" name="Picture 2" descr="Lightbox"/>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35942" y="1825625"/>
            <a:ext cx="8720116"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18428185"/>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Counting sort</a:t>
            </a:r>
            <a:endParaRPr lang="zh-TW" altLang="en-US" dirty="0"/>
          </a:p>
        </p:txBody>
      </p:sp>
      <p:sp>
        <p:nvSpPr>
          <p:cNvPr id="4" name="投影片編號版面配置區 3"/>
          <p:cNvSpPr>
            <a:spLocks noGrp="1"/>
          </p:cNvSpPr>
          <p:nvPr>
            <p:ph type="sldNum" sz="quarter" idx="12"/>
          </p:nvPr>
        </p:nvSpPr>
        <p:spPr/>
        <p:txBody>
          <a:bodyPr/>
          <a:lstStyle/>
          <a:p>
            <a:fld id="{C497B8E6-CB28-4350-9E62-3F3C29E41FED}" type="slidenum">
              <a:rPr lang="zh-TW" altLang="en-US" smtClean="0"/>
              <a:t>23</a:t>
            </a:fld>
            <a:endParaRPr lang="zh-TW" altLang="en-US"/>
          </a:p>
        </p:txBody>
      </p:sp>
      <p:pic>
        <p:nvPicPr>
          <p:cNvPr id="16386" name="Picture 2" descr="Lightbox"/>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27187" y="1825625"/>
            <a:ext cx="8737626"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37623718"/>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Counting sort</a:t>
            </a:r>
            <a:endParaRPr lang="zh-TW" altLang="en-US" dirty="0"/>
          </a:p>
        </p:txBody>
      </p:sp>
      <p:sp>
        <p:nvSpPr>
          <p:cNvPr id="4" name="投影片編號版面配置區 3"/>
          <p:cNvSpPr>
            <a:spLocks noGrp="1"/>
          </p:cNvSpPr>
          <p:nvPr>
            <p:ph type="sldNum" sz="quarter" idx="12"/>
          </p:nvPr>
        </p:nvSpPr>
        <p:spPr/>
        <p:txBody>
          <a:bodyPr/>
          <a:lstStyle/>
          <a:p>
            <a:fld id="{C497B8E6-CB28-4350-9E62-3F3C29E41FED}" type="slidenum">
              <a:rPr lang="zh-TW" altLang="en-US" smtClean="0"/>
              <a:t>24</a:t>
            </a:fld>
            <a:endParaRPr lang="zh-TW" altLang="en-US"/>
          </a:p>
        </p:txBody>
      </p:sp>
      <p:pic>
        <p:nvPicPr>
          <p:cNvPr id="17410" name="Picture 2" descr="Lightbox"/>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27187" y="1825625"/>
            <a:ext cx="8737626"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2019759"/>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Counting sort</a:t>
            </a:r>
            <a:endParaRPr lang="zh-TW" altLang="en-US" dirty="0"/>
          </a:p>
        </p:txBody>
      </p:sp>
      <p:sp>
        <p:nvSpPr>
          <p:cNvPr id="4" name="投影片編號版面配置區 3"/>
          <p:cNvSpPr>
            <a:spLocks noGrp="1"/>
          </p:cNvSpPr>
          <p:nvPr>
            <p:ph type="sldNum" sz="quarter" idx="12"/>
          </p:nvPr>
        </p:nvSpPr>
        <p:spPr/>
        <p:txBody>
          <a:bodyPr/>
          <a:lstStyle/>
          <a:p>
            <a:fld id="{C497B8E6-CB28-4350-9E62-3F3C29E41FED}" type="slidenum">
              <a:rPr lang="zh-TW" altLang="en-US" smtClean="0"/>
              <a:t>25</a:t>
            </a:fld>
            <a:endParaRPr lang="zh-TW" altLang="en-US"/>
          </a:p>
        </p:txBody>
      </p:sp>
      <p:pic>
        <p:nvPicPr>
          <p:cNvPr id="18434" name="Picture 2" descr="Lightbox"/>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44662" y="1825625"/>
            <a:ext cx="8702676"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631002"/>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Counting sort</a:t>
            </a:r>
            <a:endParaRPr lang="zh-TW" altLang="en-US" dirty="0"/>
          </a:p>
        </p:txBody>
      </p:sp>
      <p:sp>
        <p:nvSpPr>
          <p:cNvPr id="4" name="投影片編號版面配置區 3"/>
          <p:cNvSpPr>
            <a:spLocks noGrp="1"/>
          </p:cNvSpPr>
          <p:nvPr>
            <p:ph type="sldNum" sz="quarter" idx="12"/>
          </p:nvPr>
        </p:nvSpPr>
        <p:spPr/>
        <p:txBody>
          <a:bodyPr/>
          <a:lstStyle/>
          <a:p>
            <a:fld id="{C497B8E6-CB28-4350-9E62-3F3C29E41FED}" type="slidenum">
              <a:rPr lang="zh-TW" altLang="en-US" smtClean="0"/>
              <a:t>26</a:t>
            </a:fld>
            <a:endParaRPr lang="zh-TW" altLang="en-US"/>
          </a:p>
        </p:txBody>
      </p:sp>
      <p:pic>
        <p:nvPicPr>
          <p:cNvPr id="19458" name="Picture 2" descr="Lightbox"/>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35942" y="1825625"/>
            <a:ext cx="8720116"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16816940"/>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Counting sort</a:t>
            </a:r>
            <a:endParaRPr lang="zh-TW" altLang="en-US" dirty="0"/>
          </a:p>
        </p:txBody>
      </p:sp>
      <p:sp>
        <p:nvSpPr>
          <p:cNvPr id="4" name="投影片編號版面配置區 3"/>
          <p:cNvSpPr>
            <a:spLocks noGrp="1"/>
          </p:cNvSpPr>
          <p:nvPr>
            <p:ph type="sldNum" sz="quarter" idx="12"/>
          </p:nvPr>
        </p:nvSpPr>
        <p:spPr/>
        <p:txBody>
          <a:bodyPr/>
          <a:lstStyle/>
          <a:p>
            <a:fld id="{C497B8E6-CB28-4350-9E62-3F3C29E41FED}" type="slidenum">
              <a:rPr lang="zh-TW" altLang="en-US" smtClean="0"/>
              <a:t>27</a:t>
            </a:fld>
            <a:endParaRPr lang="zh-TW" altLang="en-US"/>
          </a:p>
        </p:txBody>
      </p:sp>
      <p:pic>
        <p:nvPicPr>
          <p:cNvPr id="20482" name="Picture 2" descr="Lightbox"/>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35942" y="1825625"/>
            <a:ext cx="8720116"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50074992"/>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Counting sort</a:t>
            </a:r>
            <a:endParaRPr lang="zh-TW" altLang="en-US" dirty="0"/>
          </a:p>
        </p:txBody>
      </p:sp>
      <p:sp>
        <p:nvSpPr>
          <p:cNvPr id="4" name="投影片編號版面配置區 3"/>
          <p:cNvSpPr>
            <a:spLocks noGrp="1"/>
          </p:cNvSpPr>
          <p:nvPr>
            <p:ph type="sldNum" sz="quarter" idx="12"/>
          </p:nvPr>
        </p:nvSpPr>
        <p:spPr/>
        <p:txBody>
          <a:bodyPr/>
          <a:lstStyle/>
          <a:p>
            <a:fld id="{C497B8E6-CB28-4350-9E62-3F3C29E41FED}" type="slidenum">
              <a:rPr lang="zh-TW" altLang="en-US" smtClean="0"/>
              <a:t>28</a:t>
            </a:fld>
            <a:endParaRPr lang="zh-TW" altLang="en-US"/>
          </a:p>
        </p:txBody>
      </p:sp>
      <p:pic>
        <p:nvPicPr>
          <p:cNvPr id="21506" name="Picture 2" descr="Lightbox"/>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27187" y="1825625"/>
            <a:ext cx="8737626"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0714871"/>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err="1">
                <a:latin typeface="Times New Roman" panose="02020603050405020304" pitchFamily="18" charset="0"/>
                <a:cs typeface="Times New Roman" panose="02020603050405020304" pitchFamily="18" charset="0"/>
              </a:rPr>
              <a:t>Cutshort</a:t>
            </a:r>
            <a:r>
              <a:rPr lang="en-US" altLang="zh-TW" dirty="0">
                <a:latin typeface="Times New Roman" panose="02020603050405020304" pitchFamily="18" charset="0"/>
                <a:cs typeface="Times New Roman" panose="02020603050405020304" pitchFamily="18" charset="0"/>
              </a:rPr>
              <a:t> algorithm</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p:txBody>
          <a:bodyPr/>
          <a:lstStyle/>
          <a:p>
            <a:pPr marL="514350" indent="-514350">
              <a:buFont typeface="+mj-lt"/>
              <a:buAutoNum type="arabicPeriod"/>
            </a:pPr>
            <a:r>
              <a:rPr lang="en-US" altLang="zh-TW" dirty="0">
                <a:latin typeface="Times New Roman" panose="02020603050405020304" pitchFamily="18" charset="0"/>
                <a:cs typeface="Times New Roman" panose="02020603050405020304" pitchFamily="18" charset="0"/>
              </a:rPr>
              <a:t>Basis step</a:t>
            </a:r>
          </a:p>
          <a:p>
            <a:pPr marL="514350" indent="-514350">
              <a:buFont typeface="+mj-lt"/>
              <a:buAutoNum type="arabicPeriod"/>
            </a:pPr>
            <a:r>
              <a:rPr lang="en-US" altLang="zh-TW" dirty="0">
                <a:latin typeface="Times New Roman" panose="02020603050405020304" pitchFamily="18" charset="0"/>
                <a:cs typeface="Times New Roman" panose="02020603050405020304" pitchFamily="18" charset="0"/>
              </a:rPr>
              <a:t>Range definition step</a:t>
            </a:r>
          </a:p>
          <a:p>
            <a:pPr marL="514350" indent="-514350">
              <a:buFont typeface="+mj-lt"/>
              <a:buAutoNum type="arabicPeriod"/>
            </a:pPr>
            <a:r>
              <a:rPr lang="en-US" altLang="zh-TW" dirty="0">
                <a:latin typeface="Times New Roman" panose="02020603050405020304" pitchFamily="18" charset="0"/>
                <a:cs typeface="Times New Roman" panose="02020603050405020304" pitchFamily="18" charset="0"/>
              </a:rPr>
              <a:t>Repositioning step</a:t>
            </a:r>
          </a:p>
          <a:p>
            <a:pPr marL="514350" indent="-514350">
              <a:buFont typeface="+mj-lt"/>
              <a:buAutoNum type="arabicPeriod"/>
            </a:pPr>
            <a:r>
              <a:rPr lang="en-US" altLang="zh-TW" dirty="0">
                <a:latin typeface="Times New Roman" panose="02020603050405020304" pitchFamily="18" charset="0"/>
                <a:cs typeface="Times New Roman" panose="02020603050405020304" pitchFamily="18" charset="0"/>
              </a:rPr>
              <a:t>Sub-array sorting step</a:t>
            </a:r>
          </a:p>
        </p:txBody>
      </p:sp>
      <p:sp>
        <p:nvSpPr>
          <p:cNvPr id="4" name="投影片編號版面配置區 3"/>
          <p:cNvSpPr>
            <a:spLocks noGrp="1"/>
          </p:cNvSpPr>
          <p:nvPr>
            <p:ph type="sldNum" sz="quarter" idx="12"/>
          </p:nvPr>
        </p:nvSpPr>
        <p:spPr/>
        <p:txBody>
          <a:bodyPr/>
          <a:lstStyle/>
          <a:p>
            <a:fld id="{C497B8E6-CB28-4350-9E62-3F3C29E41FED}" type="slidenum">
              <a:rPr lang="zh-TW" altLang="en-US" smtClean="0"/>
              <a:t>29</a:t>
            </a:fld>
            <a:endParaRPr lang="zh-TW" altLang="en-US"/>
          </a:p>
        </p:txBody>
      </p:sp>
    </p:spTree>
    <p:extLst>
      <p:ext uri="{BB962C8B-B14F-4D97-AF65-F5344CB8AC3E}">
        <p14:creationId xmlns:p14="http://schemas.microsoft.com/office/powerpoint/2010/main" val="3945872821"/>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Bit count</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C497B8E6-CB28-4350-9E62-3F3C29E41FED}" type="slidenum">
              <a:rPr lang="zh-TW" altLang="en-US" smtClean="0"/>
              <a:t>30</a:t>
            </a:fld>
            <a:endParaRPr lang="zh-TW" altLang="en-US"/>
          </a:p>
        </p:txBody>
      </p:sp>
      <p:pic>
        <p:nvPicPr>
          <p:cNvPr id="5" name="圖片 4"/>
          <p:cNvPicPr>
            <a:picLocks noChangeAspect="1"/>
          </p:cNvPicPr>
          <p:nvPr/>
        </p:nvPicPr>
        <p:blipFill>
          <a:blip r:embed="rId2"/>
          <a:stretch>
            <a:fillRect/>
          </a:stretch>
        </p:blipFill>
        <p:spPr>
          <a:xfrm>
            <a:off x="2037305" y="2219198"/>
            <a:ext cx="8117391" cy="3338322"/>
          </a:xfrm>
          <a:prstGeom prst="rect">
            <a:avLst/>
          </a:prstGeom>
        </p:spPr>
      </p:pic>
    </p:spTree>
    <p:extLst>
      <p:ext uri="{BB962C8B-B14F-4D97-AF65-F5344CB8AC3E}">
        <p14:creationId xmlns:p14="http://schemas.microsoft.com/office/powerpoint/2010/main" val="2329133861"/>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Basis step</a:t>
            </a:r>
            <a:endParaRPr lang="zh-TW" altLang="en-US" dirty="0"/>
          </a:p>
        </p:txBody>
      </p:sp>
      <p:sp>
        <p:nvSpPr>
          <p:cNvPr id="3" name="內容版面配置區 2"/>
          <p:cNvSpPr>
            <a:spLocks noGrp="1"/>
          </p:cNvSpPr>
          <p:nvPr>
            <p:ph idx="1"/>
          </p:nvPr>
        </p:nvSpPr>
        <p:spPr/>
        <p:txBody>
          <a:bodyPr/>
          <a:lstStyle/>
          <a:p>
            <a:r>
              <a:rPr lang="en-US" altLang="zh-TW" dirty="0" err="1"/>
              <a:t>Bitband</a:t>
            </a:r>
            <a:r>
              <a:rPr lang="en-US" altLang="zh-TW" dirty="0"/>
              <a:t> array size = 32/64</a:t>
            </a:r>
          </a:p>
          <a:p>
            <a:pPr marL="0" indent="0" algn="ctr">
              <a:buNone/>
            </a:pPr>
            <a:r>
              <a:rPr lang="en-US" altLang="zh-TW" dirty="0"/>
              <a:t>Input</a:t>
            </a:r>
          </a:p>
          <a:p>
            <a:pPr marL="0" indent="0" algn="ctr">
              <a:buNone/>
            </a:pPr>
            <a:endParaRPr lang="en-US" altLang="zh-TW" dirty="0"/>
          </a:p>
          <a:p>
            <a:pPr marL="0" indent="0" algn="ctr">
              <a:buNone/>
            </a:pPr>
            <a:endParaRPr lang="en-US" altLang="zh-TW" dirty="0"/>
          </a:p>
          <a:p>
            <a:pPr marL="0" indent="0" algn="ctr">
              <a:buNone/>
            </a:pPr>
            <a:r>
              <a:rPr lang="en-US" altLang="zh-TW" dirty="0" err="1"/>
              <a:t>Bitband</a:t>
            </a:r>
            <a:r>
              <a:rPr lang="en-US" altLang="zh-TW" dirty="0"/>
              <a:t> array</a:t>
            </a:r>
          </a:p>
          <a:p>
            <a:pPr marL="0" indent="0">
              <a:buNone/>
            </a:pPr>
            <a:r>
              <a:rPr lang="en-US" altLang="zh-TW" dirty="0"/>
              <a:t>1 bit = {1}, 2bit = {2,3}, 3bit = {4,5,7}, 4bit = {10,13,15,15}, 5bit = {16,17,19,20}, 6bits = {46,49,53}</a:t>
            </a:r>
            <a:endParaRPr lang="zh-TW" altLang="en-US" dirty="0"/>
          </a:p>
        </p:txBody>
      </p:sp>
      <p:sp>
        <p:nvSpPr>
          <p:cNvPr id="4" name="投影片編號版面配置區 3"/>
          <p:cNvSpPr>
            <a:spLocks noGrp="1"/>
          </p:cNvSpPr>
          <p:nvPr>
            <p:ph type="sldNum" sz="quarter" idx="12"/>
          </p:nvPr>
        </p:nvSpPr>
        <p:spPr/>
        <p:txBody>
          <a:bodyPr/>
          <a:lstStyle/>
          <a:p>
            <a:fld id="{C497B8E6-CB28-4350-9E62-3F3C29E41FED}" type="slidenum">
              <a:rPr lang="zh-TW" altLang="en-US" smtClean="0"/>
              <a:t>31</a:t>
            </a:fld>
            <a:endParaRPr lang="zh-TW" altLang="en-US"/>
          </a:p>
        </p:txBody>
      </p:sp>
      <p:graphicFrame>
        <p:nvGraphicFramePr>
          <p:cNvPr id="6" name="表格 5"/>
          <p:cNvGraphicFramePr>
            <a:graphicFrameLocks noGrp="1"/>
          </p:cNvGraphicFramePr>
          <p:nvPr>
            <p:extLst>
              <p:ext uri="{D42A27DB-BD31-4B8C-83A1-F6EECF244321}">
                <p14:modId xmlns:p14="http://schemas.microsoft.com/office/powerpoint/2010/main" val="694850597"/>
              </p:ext>
            </p:extLst>
          </p:nvPr>
        </p:nvGraphicFramePr>
        <p:xfrm>
          <a:off x="1539240" y="2863426"/>
          <a:ext cx="9113520" cy="741680"/>
        </p:xfrm>
        <a:graphic>
          <a:graphicData uri="http://schemas.openxmlformats.org/drawingml/2006/table">
            <a:tbl>
              <a:tblPr>
                <a:tableStyleId>{073A0DAA-6AF3-43AB-8588-CEC1D06C72B9}</a:tableStyleId>
              </a:tblPr>
              <a:tblGrid>
                <a:gridCol w="455676">
                  <a:extLst>
                    <a:ext uri="{9D8B030D-6E8A-4147-A177-3AD203B41FA5}">
                      <a16:colId xmlns:a16="http://schemas.microsoft.com/office/drawing/2014/main" val="4051507761"/>
                    </a:ext>
                  </a:extLst>
                </a:gridCol>
                <a:gridCol w="455676">
                  <a:extLst>
                    <a:ext uri="{9D8B030D-6E8A-4147-A177-3AD203B41FA5}">
                      <a16:colId xmlns:a16="http://schemas.microsoft.com/office/drawing/2014/main" val="2972139511"/>
                    </a:ext>
                  </a:extLst>
                </a:gridCol>
                <a:gridCol w="455676">
                  <a:extLst>
                    <a:ext uri="{9D8B030D-6E8A-4147-A177-3AD203B41FA5}">
                      <a16:colId xmlns:a16="http://schemas.microsoft.com/office/drawing/2014/main" val="2875737650"/>
                    </a:ext>
                  </a:extLst>
                </a:gridCol>
                <a:gridCol w="455676">
                  <a:extLst>
                    <a:ext uri="{9D8B030D-6E8A-4147-A177-3AD203B41FA5}">
                      <a16:colId xmlns:a16="http://schemas.microsoft.com/office/drawing/2014/main" val="2677827691"/>
                    </a:ext>
                  </a:extLst>
                </a:gridCol>
                <a:gridCol w="455676">
                  <a:extLst>
                    <a:ext uri="{9D8B030D-6E8A-4147-A177-3AD203B41FA5}">
                      <a16:colId xmlns:a16="http://schemas.microsoft.com/office/drawing/2014/main" val="2441000429"/>
                    </a:ext>
                  </a:extLst>
                </a:gridCol>
                <a:gridCol w="455676">
                  <a:extLst>
                    <a:ext uri="{9D8B030D-6E8A-4147-A177-3AD203B41FA5}">
                      <a16:colId xmlns:a16="http://schemas.microsoft.com/office/drawing/2014/main" val="1229051241"/>
                    </a:ext>
                  </a:extLst>
                </a:gridCol>
                <a:gridCol w="455676">
                  <a:extLst>
                    <a:ext uri="{9D8B030D-6E8A-4147-A177-3AD203B41FA5}">
                      <a16:colId xmlns:a16="http://schemas.microsoft.com/office/drawing/2014/main" val="1827395689"/>
                    </a:ext>
                  </a:extLst>
                </a:gridCol>
                <a:gridCol w="455676">
                  <a:extLst>
                    <a:ext uri="{9D8B030D-6E8A-4147-A177-3AD203B41FA5}">
                      <a16:colId xmlns:a16="http://schemas.microsoft.com/office/drawing/2014/main" val="1220040406"/>
                    </a:ext>
                  </a:extLst>
                </a:gridCol>
                <a:gridCol w="455676">
                  <a:extLst>
                    <a:ext uri="{9D8B030D-6E8A-4147-A177-3AD203B41FA5}">
                      <a16:colId xmlns:a16="http://schemas.microsoft.com/office/drawing/2014/main" val="4267595762"/>
                    </a:ext>
                  </a:extLst>
                </a:gridCol>
                <a:gridCol w="455676">
                  <a:extLst>
                    <a:ext uri="{9D8B030D-6E8A-4147-A177-3AD203B41FA5}">
                      <a16:colId xmlns:a16="http://schemas.microsoft.com/office/drawing/2014/main" val="1039504818"/>
                    </a:ext>
                  </a:extLst>
                </a:gridCol>
                <a:gridCol w="455676">
                  <a:extLst>
                    <a:ext uri="{9D8B030D-6E8A-4147-A177-3AD203B41FA5}">
                      <a16:colId xmlns:a16="http://schemas.microsoft.com/office/drawing/2014/main" val="3328107497"/>
                    </a:ext>
                  </a:extLst>
                </a:gridCol>
                <a:gridCol w="455676">
                  <a:extLst>
                    <a:ext uri="{9D8B030D-6E8A-4147-A177-3AD203B41FA5}">
                      <a16:colId xmlns:a16="http://schemas.microsoft.com/office/drawing/2014/main" val="4076855284"/>
                    </a:ext>
                  </a:extLst>
                </a:gridCol>
                <a:gridCol w="455676">
                  <a:extLst>
                    <a:ext uri="{9D8B030D-6E8A-4147-A177-3AD203B41FA5}">
                      <a16:colId xmlns:a16="http://schemas.microsoft.com/office/drawing/2014/main" val="1854445924"/>
                    </a:ext>
                  </a:extLst>
                </a:gridCol>
                <a:gridCol w="455676">
                  <a:extLst>
                    <a:ext uri="{9D8B030D-6E8A-4147-A177-3AD203B41FA5}">
                      <a16:colId xmlns:a16="http://schemas.microsoft.com/office/drawing/2014/main" val="1575012594"/>
                    </a:ext>
                  </a:extLst>
                </a:gridCol>
                <a:gridCol w="455676">
                  <a:extLst>
                    <a:ext uri="{9D8B030D-6E8A-4147-A177-3AD203B41FA5}">
                      <a16:colId xmlns:a16="http://schemas.microsoft.com/office/drawing/2014/main" val="389045705"/>
                    </a:ext>
                  </a:extLst>
                </a:gridCol>
                <a:gridCol w="455676">
                  <a:extLst>
                    <a:ext uri="{9D8B030D-6E8A-4147-A177-3AD203B41FA5}">
                      <a16:colId xmlns:a16="http://schemas.microsoft.com/office/drawing/2014/main" val="3254408253"/>
                    </a:ext>
                  </a:extLst>
                </a:gridCol>
                <a:gridCol w="455676">
                  <a:extLst>
                    <a:ext uri="{9D8B030D-6E8A-4147-A177-3AD203B41FA5}">
                      <a16:colId xmlns:a16="http://schemas.microsoft.com/office/drawing/2014/main" val="1639466125"/>
                    </a:ext>
                  </a:extLst>
                </a:gridCol>
                <a:gridCol w="455676">
                  <a:extLst>
                    <a:ext uri="{9D8B030D-6E8A-4147-A177-3AD203B41FA5}">
                      <a16:colId xmlns:a16="http://schemas.microsoft.com/office/drawing/2014/main" val="3570555910"/>
                    </a:ext>
                  </a:extLst>
                </a:gridCol>
                <a:gridCol w="455676">
                  <a:extLst>
                    <a:ext uri="{9D8B030D-6E8A-4147-A177-3AD203B41FA5}">
                      <a16:colId xmlns:a16="http://schemas.microsoft.com/office/drawing/2014/main" val="472093811"/>
                    </a:ext>
                  </a:extLst>
                </a:gridCol>
                <a:gridCol w="455676">
                  <a:extLst>
                    <a:ext uri="{9D8B030D-6E8A-4147-A177-3AD203B41FA5}">
                      <a16:colId xmlns:a16="http://schemas.microsoft.com/office/drawing/2014/main" val="367352948"/>
                    </a:ext>
                  </a:extLst>
                </a:gridCol>
              </a:tblGrid>
              <a:tr h="370840">
                <a:tc>
                  <a:txBody>
                    <a:bodyPr/>
                    <a:lstStyle/>
                    <a:p>
                      <a:pPr algn="ctr"/>
                      <a:r>
                        <a:rPr lang="en-US" altLang="zh-TW" dirty="0"/>
                        <a:t>0</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5</a:t>
                      </a:r>
                      <a:endParaRPr lang="zh-TW" altLang="en-US" dirty="0"/>
                    </a:p>
                  </a:txBody>
                  <a:tcPr/>
                </a:tc>
                <a:tc>
                  <a:txBody>
                    <a:bodyPr/>
                    <a:lstStyle/>
                    <a:p>
                      <a:pPr algn="ctr"/>
                      <a:r>
                        <a:rPr lang="en-US" altLang="zh-TW" dirty="0"/>
                        <a:t>6</a:t>
                      </a:r>
                      <a:endParaRPr lang="zh-TW" altLang="en-US" dirty="0"/>
                    </a:p>
                  </a:txBody>
                  <a:tcPr/>
                </a:tc>
                <a:tc>
                  <a:txBody>
                    <a:bodyPr/>
                    <a:lstStyle/>
                    <a:p>
                      <a:pPr algn="ctr"/>
                      <a:r>
                        <a:rPr lang="en-US" altLang="zh-TW" dirty="0"/>
                        <a:t>7</a:t>
                      </a:r>
                      <a:endParaRPr lang="zh-TW" altLang="en-US" dirty="0"/>
                    </a:p>
                  </a:txBody>
                  <a:tcPr/>
                </a:tc>
                <a:tc>
                  <a:txBody>
                    <a:bodyPr/>
                    <a:lstStyle/>
                    <a:p>
                      <a:pPr algn="ctr"/>
                      <a:r>
                        <a:rPr lang="en-US" altLang="zh-TW" dirty="0"/>
                        <a:t>8</a:t>
                      </a:r>
                      <a:endParaRPr lang="zh-TW" altLang="en-US" dirty="0"/>
                    </a:p>
                  </a:txBody>
                  <a:tcPr/>
                </a:tc>
                <a:tc>
                  <a:txBody>
                    <a:bodyPr/>
                    <a:lstStyle/>
                    <a:p>
                      <a:pPr algn="ctr"/>
                      <a:r>
                        <a:rPr lang="en-US" altLang="zh-TW" dirty="0"/>
                        <a:t>9</a:t>
                      </a:r>
                      <a:endParaRPr lang="zh-TW" altLang="en-US" dirty="0"/>
                    </a:p>
                  </a:txBody>
                  <a:tcPr/>
                </a:tc>
                <a:tc>
                  <a:txBody>
                    <a:bodyPr/>
                    <a:lstStyle/>
                    <a:p>
                      <a:pPr algn="ctr"/>
                      <a:r>
                        <a:rPr lang="en-US" altLang="zh-TW" dirty="0"/>
                        <a:t>10</a:t>
                      </a:r>
                      <a:endParaRPr lang="zh-TW" altLang="en-US" dirty="0"/>
                    </a:p>
                  </a:txBody>
                  <a:tcPr/>
                </a:tc>
                <a:tc>
                  <a:txBody>
                    <a:bodyPr/>
                    <a:lstStyle/>
                    <a:p>
                      <a:pPr algn="ctr"/>
                      <a:r>
                        <a:rPr lang="en-US" altLang="zh-TW" dirty="0"/>
                        <a:t>11</a:t>
                      </a:r>
                      <a:endParaRPr lang="zh-TW" altLang="en-US" dirty="0"/>
                    </a:p>
                  </a:txBody>
                  <a:tcPr/>
                </a:tc>
                <a:tc>
                  <a:txBody>
                    <a:bodyPr/>
                    <a:lstStyle/>
                    <a:p>
                      <a:pPr algn="ctr"/>
                      <a:r>
                        <a:rPr lang="en-US" altLang="zh-TW" dirty="0"/>
                        <a:t>12</a:t>
                      </a:r>
                      <a:endParaRPr lang="zh-TW" altLang="en-US" dirty="0"/>
                    </a:p>
                  </a:txBody>
                  <a:tcPr/>
                </a:tc>
                <a:tc>
                  <a:txBody>
                    <a:bodyPr/>
                    <a:lstStyle/>
                    <a:p>
                      <a:pPr algn="ctr"/>
                      <a:r>
                        <a:rPr lang="en-US" altLang="zh-TW" dirty="0"/>
                        <a:t>13</a:t>
                      </a:r>
                      <a:endParaRPr lang="zh-TW" altLang="en-US" dirty="0"/>
                    </a:p>
                  </a:txBody>
                  <a:tcPr/>
                </a:tc>
                <a:tc>
                  <a:txBody>
                    <a:bodyPr/>
                    <a:lstStyle/>
                    <a:p>
                      <a:pPr algn="ctr"/>
                      <a:r>
                        <a:rPr lang="en-US" altLang="zh-TW" dirty="0"/>
                        <a:t>14</a:t>
                      </a:r>
                      <a:endParaRPr lang="zh-TW" altLang="en-US" dirty="0"/>
                    </a:p>
                  </a:txBody>
                  <a:tcPr/>
                </a:tc>
                <a:tc>
                  <a:txBody>
                    <a:bodyPr/>
                    <a:lstStyle/>
                    <a:p>
                      <a:pPr algn="ctr"/>
                      <a:r>
                        <a:rPr lang="en-US" altLang="zh-TW" dirty="0"/>
                        <a:t>15</a:t>
                      </a:r>
                      <a:endParaRPr lang="zh-TW" altLang="en-US" dirty="0"/>
                    </a:p>
                  </a:txBody>
                  <a:tcPr/>
                </a:tc>
                <a:tc>
                  <a:txBody>
                    <a:bodyPr/>
                    <a:lstStyle/>
                    <a:p>
                      <a:pPr algn="ctr"/>
                      <a:r>
                        <a:rPr lang="en-US" altLang="zh-TW" dirty="0"/>
                        <a:t>16</a:t>
                      </a:r>
                      <a:endParaRPr lang="zh-TW" altLang="en-US" dirty="0"/>
                    </a:p>
                  </a:txBody>
                  <a:tcPr/>
                </a:tc>
                <a:tc>
                  <a:txBody>
                    <a:bodyPr/>
                    <a:lstStyle/>
                    <a:p>
                      <a:pPr algn="ctr"/>
                      <a:r>
                        <a:rPr lang="en-US" altLang="zh-TW" dirty="0"/>
                        <a:t>17</a:t>
                      </a:r>
                      <a:endParaRPr lang="zh-TW" altLang="en-US" dirty="0"/>
                    </a:p>
                  </a:txBody>
                  <a:tcPr/>
                </a:tc>
                <a:tc>
                  <a:txBody>
                    <a:bodyPr/>
                    <a:lstStyle/>
                    <a:p>
                      <a:pPr algn="ctr"/>
                      <a:r>
                        <a:rPr lang="en-US" altLang="zh-TW" dirty="0"/>
                        <a:t>18</a:t>
                      </a:r>
                      <a:endParaRPr lang="zh-TW" altLang="en-US" dirty="0"/>
                    </a:p>
                  </a:txBody>
                  <a:tcPr/>
                </a:tc>
                <a:tc>
                  <a:txBody>
                    <a:bodyPr/>
                    <a:lstStyle/>
                    <a:p>
                      <a:pPr algn="ctr"/>
                      <a:r>
                        <a:rPr lang="en-US" altLang="zh-TW" dirty="0"/>
                        <a:t>19</a:t>
                      </a:r>
                      <a:endParaRPr lang="zh-TW" altLang="en-US" dirty="0"/>
                    </a:p>
                  </a:txBody>
                  <a:tcPr/>
                </a:tc>
                <a:extLst>
                  <a:ext uri="{0D108BD9-81ED-4DB2-BD59-A6C34878D82A}">
                    <a16:rowId xmlns:a16="http://schemas.microsoft.com/office/drawing/2014/main" val="379876605"/>
                  </a:ext>
                </a:extLst>
              </a:tr>
              <a:tr h="370840">
                <a:tc>
                  <a:txBody>
                    <a:bodyPr/>
                    <a:lstStyle/>
                    <a:p>
                      <a:pPr algn="ctr"/>
                      <a:r>
                        <a:rPr lang="en-US" altLang="zh-TW" dirty="0"/>
                        <a:t>15</a:t>
                      </a:r>
                      <a:endParaRPr lang="zh-TW" altLang="en-US" dirty="0"/>
                    </a:p>
                  </a:txBody>
                  <a:tcPr/>
                </a:tc>
                <a:tc>
                  <a:txBody>
                    <a:bodyPr/>
                    <a:lstStyle/>
                    <a:p>
                      <a:pPr algn="ctr"/>
                      <a:r>
                        <a:rPr lang="en-US" altLang="zh-TW" dirty="0"/>
                        <a:t>10</a:t>
                      </a:r>
                      <a:endParaRPr lang="zh-TW" altLang="en-US" dirty="0"/>
                    </a:p>
                  </a:txBody>
                  <a:tcPr/>
                </a:tc>
                <a:tc>
                  <a:txBody>
                    <a:bodyPr/>
                    <a:lstStyle/>
                    <a:p>
                      <a:pPr algn="ctr"/>
                      <a:r>
                        <a:rPr lang="en-US" altLang="zh-TW" dirty="0"/>
                        <a:t>19</a:t>
                      </a:r>
                      <a:endParaRPr lang="zh-TW" altLang="en-US" dirty="0"/>
                    </a:p>
                  </a:txBody>
                  <a:tcPr/>
                </a:tc>
                <a:tc>
                  <a:txBody>
                    <a:bodyPr/>
                    <a:lstStyle/>
                    <a:p>
                      <a:pPr algn="ctr"/>
                      <a:r>
                        <a:rPr lang="en-US" altLang="zh-TW" dirty="0"/>
                        <a:t>49</a:t>
                      </a:r>
                      <a:endParaRPr lang="zh-TW" altLang="en-US" dirty="0"/>
                    </a:p>
                  </a:txBody>
                  <a:tcPr/>
                </a:tc>
                <a:tc>
                  <a:txBody>
                    <a:bodyPr/>
                    <a:lstStyle/>
                    <a:p>
                      <a:pPr algn="ctr"/>
                      <a:r>
                        <a:rPr lang="en-US" altLang="zh-TW" dirty="0"/>
                        <a:t>13</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7</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10</a:t>
                      </a:r>
                      <a:endParaRPr lang="zh-TW" altLang="en-US" dirty="0"/>
                    </a:p>
                  </a:txBody>
                  <a:tcPr/>
                </a:tc>
                <a:tc>
                  <a:txBody>
                    <a:bodyPr/>
                    <a:lstStyle/>
                    <a:p>
                      <a:pPr algn="ctr"/>
                      <a:r>
                        <a:rPr lang="en-US" altLang="zh-TW" dirty="0"/>
                        <a:t>20</a:t>
                      </a:r>
                      <a:endParaRPr lang="zh-TW" altLang="en-US" dirty="0"/>
                    </a:p>
                  </a:txBody>
                  <a:tcPr/>
                </a:tc>
                <a:tc>
                  <a:txBody>
                    <a:bodyPr/>
                    <a:lstStyle/>
                    <a:p>
                      <a:pPr algn="ctr"/>
                      <a:r>
                        <a:rPr lang="en-US" altLang="zh-TW" dirty="0"/>
                        <a:t>17</a:t>
                      </a:r>
                      <a:endParaRPr lang="zh-TW" altLang="en-US" dirty="0"/>
                    </a:p>
                  </a:txBody>
                  <a:tcPr/>
                </a:tc>
                <a:tc>
                  <a:txBody>
                    <a:bodyPr/>
                    <a:lstStyle/>
                    <a:p>
                      <a:pPr algn="ctr"/>
                      <a:r>
                        <a:rPr lang="en-US" altLang="zh-TW" dirty="0"/>
                        <a:t>15</a:t>
                      </a:r>
                      <a:endParaRPr lang="zh-TW" altLang="en-US" dirty="0"/>
                    </a:p>
                  </a:txBody>
                  <a:tcPr/>
                </a:tc>
                <a:tc>
                  <a:txBody>
                    <a:bodyPr/>
                    <a:lstStyle/>
                    <a:p>
                      <a:pPr algn="ctr"/>
                      <a:r>
                        <a:rPr lang="en-US" altLang="zh-TW" dirty="0"/>
                        <a:t>46</a:t>
                      </a:r>
                      <a:endParaRPr lang="zh-TW" altLang="en-US" dirty="0"/>
                    </a:p>
                  </a:txBody>
                  <a:tcPr/>
                </a:tc>
                <a:tc>
                  <a:txBody>
                    <a:bodyPr/>
                    <a:lstStyle/>
                    <a:p>
                      <a:pPr algn="ctr"/>
                      <a:r>
                        <a:rPr lang="en-US" altLang="zh-TW" dirty="0"/>
                        <a:t>16</a:t>
                      </a:r>
                      <a:endParaRPr lang="zh-TW" altLang="en-US" dirty="0"/>
                    </a:p>
                  </a:txBody>
                  <a:tcPr/>
                </a:tc>
                <a:tc>
                  <a:txBody>
                    <a:bodyPr/>
                    <a:lstStyle/>
                    <a:p>
                      <a:pPr algn="ctr"/>
                      <a:r>
                        <a:rPr lang="en-US" altLang="zh-TW" dirty="0"/>
                        <a:t>53</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5</a:t>
                      </a:r>
                      <a:endParaRPr lang="zh-TW" altLang="en-US" dirty="0"/>
                    </a:p>
                  </a:txBody>
                  <a:tcPr/>
                </a:tc>
                <a:tc>
                  <a:txBody>
                    <a:bodyPr/>
                    <a:lstStyle/>
                    <a:p>
                      <a:pPr algn="ctr"/>
                      <a:r>
                        <a:rPr lang="en-US" altLang="zh-TW" dirty="0"/>
                        <a:t>9</a:t>
                      </a:r>
                      <a:endParaRPr lang="zh-TW" altLang="en-US" dirty="0"/>
                    </a:p>
                  </a:txBody>
                  <a:tcPr/>
                </a:tc>
                <a:extLst>
                  <a:ext uri="{0D108BD9-81ED-4DB2-BD59-A6C34878D82A}">
                    <a16:rowId xmlns:a16="http://schemas.microsoft.com/office/drawing/2014/main" val="1774951801"/>
                  </a:ext>
                </a:extLst>
              </a:tr>
            </a:tbl>
          </a:graphicData>
        </a:graphic>
      </p:graphicFrame>
      <p:graphicFrame>
        <p:nvGraphicFramePr>
          <p:cNvPr id="7" name="表格 6"/>
          <p:cNvGraphicFramePr>
            <a:graphicFrameLocks noGrp="1"/>
          </p:cNvGraphicFramePr>
          <p:nvPr>
            <p:extLst>
              <p:ext uri="{D42A27DB-BD31-4B8C-83A1-F6EECF244321}">
                <p14:modId xmlns:p14="http://schemas.microsoft.com/office/powerpoint/2010/main" val="4117581636"/>
              </p:ext>
            </p:extLst>
          </p:nvPr>
        </p:nvGraphicFramePr>
        <p:xfrm>
          <a:off x="2032000" y="5710397"/>
          <a:ext cx="8128000" cy="741680"/>
        </p:xfrm>
        <a:graphic>
          <a:graphicData uri="http://schemas.openxmlformats.org/drawingml/2006/table">
            <a:tbl>
              <a:tblPr>
                <a:tableStyleId>{5C22544A-7EE6-4342-B048-85BDC9FD1C3A}</a:tableStyleId>
              </a:tblPr>
              <a:tblGrid>
                <a:gridCol w="1016000">
                  <a:extLst>
                    <a:ext uri="{9D8B030D-6E8A-4147-A177-3AD203B41FA5}">
                      <a16:colId xmlns:a16="http://schemas.microsoft.com/office/drawing/2014/main" val="232325015"/>
                    </a:ext>
                  </a:extLst>
                </a:gridCol>
                <a:gridCol w="1016000">
                  <a:extLst>
                    <a:ext uri="{9D8B030D-6E8A-4147-A177-3AD203B41FA5}">
                      <a16:colId xmlns:a16="http://schemas.microsoft.com/office/drawing/2014/main" val="809820525"/>
                    </a:ext>
                  </a:extLst>
                </a:gridCol>
                <a:gridCol w="1016000">
                  <a:extLst>
                    <a:ext uri="{9D8B030D-6E8A-4147-A177-3AD203B41FA5}">
                      <a16:colId xmlns:a16="http://schemas.microsoft.com/office/drawing/2014/main" val="3216279575"/>
                    </a:ext>
                  </a:extLst>
                </a:gridCol>
                <a:gridCol w="1016000">
                  <a:extLst>
                    <a:ext uri="{9D8B030D-6E8A-4147-A177-3AD203B41FA5}">
                      <a16:colId xmlns:a16="http://schemas.microsoft.com/office/drawing/2014/main" val="668291663"/>
                    </a:ext>
                  </a:extLst>
                </a:gridCol>
                <a:gridCol w="1016000">
                  <a:extLst>
                    <a:ext uri="{9D8B030D-6E8A-4147-A177-3AD203B41FA5}">
                      <a16:colId xmlns:a16="http://schemas.microsoft.com/office/drawing/2014/main" val="4109121243"/>
                    </a:ext>
                  </a:extLst>
                </a:gridCol>
                <a:gridCol w="1016000">
                  <a:extLst>
                    <a:ext uri="{9D8B030D-6E8A-4147-A177-3AD203B41FA5}">
                      <a16:colId xmlns:a16="http://schemas.microsoft.com/office/drawing/2014/main" val="2213655556"/>
                    </a:ext>
                  </a:extLst>
                </a:gridCol>
                <a:gridCol w="1016000">
                  <a:extLst>
                    <a:ext uri="{9D8B030D-6E8A-4147-A177-3AD203B41FA5}">
                      <a16:colId xmlns:a16="http://schemas.microsoft.com/office/drawing/2014/main" val="1831011624"/>
                    </a:ext>
                  </a:extLst>
                </a:gridCol>
                <a:gridCol w="1016000">
                  <a:extLst>
                    <a:ext uri="{9D8B030D-6E8A-4147-A177-3AD203B41FA5}">
                      <a16:colId xmlns:a16="http://schemas.microsoft.com/office/drawing/2014/main" val="1673615481"/>
                    </a:ext>
                  </a:extLst>
                </a:gridCol>
              </a:tblGrid>
              <a:tr h="370840">
                <a:tc>
                  <a:txBody>
                    <a:bodyPr/>
                    <a:lstStyle/>
                    <a:p>
                      <a:pPr algn="ctr"/>
                      <a:r>
                        <a:rPr lang="en-US" altLang="zh-TW" dirty="0"/>
                        <a:t>0</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5</a:t>
                      </a:r>
                      <a:endParaRPr lang="zh-TW" altLang="en-US" dirty="0"/>
                    </a:p>
                  </a:txBody>
                  <a:tcPr/>
                </a:tc>
                <a:tc>
                  <a:txBody>
                    <a:bodyPr/>
                    <a:lstStyle/>
                    <a:p>
                      <a:pPr algn="ctr"/>
                      <a:r>
                        <a:rPr lang="en-US" altLang="zh-TW" dirty="0"/>
                        <a:t>6</a:t>
                      </a:r>
                      <a:endParaRPr lang="zh-TW" altLang="en-US" dirty="0"/>
                    </a:p>
                  </a:txBody>
                  <a:tcPr/>
                </a:tc>
                <a:tc>
                  <a:txBody>
                    <a:bodyPr/>
                    <a:lstStyle/>
                    <a:p>
                      <a:pPr algn="ctr"/>
                      <a:r>
                        <a:rPr lang="en-US" altLang="zh-TW" dirty="0"/>
                        <a:t>7-31</a:t>
                      </a:r>
                      <a:endParaRPr lang="zh-TW" altLang="en-US" dirty="0"/>
                    </a:p>
                  </a:txBody>
                  <a:tcPr/>
                </a:tc>
                <a:extLst>
                  <a:ext uri="{0D108BD9-81ED-4DB2-BD59-A6C34878D82A}">
                    <a16:rowId xmlns:a16="http://schemas.microsoft.com/office/drawing/2014/main" val="1181902020"/>
                  </a:ext>
                </a:extLst>
              </a:tr>
              <a:tr h="370840">
                <a:tc>
                  <a:txBody>
                    <a:bodyPr/>
                    <a:lstStyle/>
                    <a:p>
                      <a:pPr algn="ctr"/>
                      <a:r>
                        <a:rPr lang="en-US" altLang="zh-TW" dirty="0"/>
                        <a:t>1</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6</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0</a:t>
                      </a:r>
                      <a:endParaRPr lang="zh-TW" altLang="en-US" dirty="0"/>
                    </a:p>
                  </a:txBody>
                  <a:tcPr/>
                </a:tc>
                <a:extLst>
                  <a:ext uri="{0D108BD9-81ED-4DB2-BD59-A6C34878D82A}">
                    <a16:rowId xmlns:a16="http://schemas.microsoft.com/office/drawing/2014/main" val="3746804522"/>
                  </a:ext>
                </a:extLst>
              </a:tr>
            </a:tbl>
          </a:graphicData>
        </a:graphic>
      </p:graphicFrame>
    </p:spTree>
    <p:extLst>
      <p:ext uri="{BB962C8B-B14F-4D97-AF65-F5344CB8AC3E}">
        <p14:creationId xmlns:p14="http://schemas.microsoft.com/office/powerpoint/2010/main" val="3947472548"/>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Range definition step</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C497B8E6-CB28-4350-9E62-3F3C29E41FED}" type="slidenum">
              <a:rPr lang="zh-TW" altLang="en-US" smtClean="0"/>
              <a:t>32</a:t>
            </a:fld>
            <a:endParaRPr lang="zh-TW" altLang="en-US"/>
          </a:p>
        </p:txBody>
      </p:sp>
      <p:graphicFrame>
        <p:nvGraphicFramePr>
          <p:cNvPr id="5" name="表格 4"/>
          <p:cNvGraphicFramePr>
            <a:graphicFrameLocks noGrp="1"/>
          </p:cNvGraphicFramePr>
          <p:nvPr>
            <p:extLst>
              <p:ext uri="{D42A27DB-BD31-4B8C-83A1-F6EECF244321}">
                <p14:modId xmlns:p14="http://schemas.microsoft.com/office/powerpoint/2010/main" val="1533777618"/>
              </p:ext>
            </p:extLst>
          </p:nvPr>
        </p:nvGraphicFramePr>
        <p:xfrm>
          <a:off x="1854200" y="1856661"/>
          <a:ext cx="8128000" cy="741680"/>
        </p:xfrm>
        <a:graphic>
          <a:graphicData uri="http://schemas.openxmlformats.org/drawingml/2006/table">
            <a:tbl>
              <a:tblPr>
                <a:tableStyleId>{5C22544A-7EE6-4342-B048-85BDC9FD1C3A}</a:tableStyleId>
              </a:tblPr>
              <a:tblGrid>
                <a:gridCol w="1016000">
                  <a:extLst>
                    <a:ext uri="{9D8B030D-6E8A-4147-A177-3AD203B41FA5}">
                      <a16:colId xmlns:a16="http://schemas.microsoft.com/office/drawing/2014/main" val="232325015"/>
                    </a:ext>
                  </a:extLst>
                </a:gridCol>
                <a:gridCol w="1016000">
                  <a:extLst>
                    <a:ext uri="{9D8B030D-6E8A-4147-A177-3AD203B41FA5}">
                      <a16:colId xmlns:a16="http://schemas.microsoft.com/office/drawing/2014/main" val="809820525"/>
                    </a:ext>
                  </a:extLst>
                </a:gridCol>
                <a:gridCol w="1016000">
                  <a:extLst>
                    <a:ext uri="{9D8B030D-6E8A-4147-A177-3AD203B41FA5}">
                      <a16:colId xmlns:a16="http://schemas.microsoft.com/office/drawing/2014/main" val="3216279575"/>
                    </a:ext>
                  </a:extLst>
                </a:gridCol>
                <a:gridCol w="1016000">
                  <a:extLst>
                    <a:ext uri="{9D8B030D-6E8A-4147-A177-3AD203B41FA5}">
                      <a16:colId xmlns:a16="http://schemas.microsoft.com/office/drawing/2014/main" val="668291663"/>
                    </a:ext>
                  </a:extLst>
                </a:gridCol>
                <a:gridCol w="1016000">
                  <a:extLst>
                    <a:ext uri="{9D8B030D-6E8A-4147-A177-3AD203B41FA5}">
                      <a16:colId xmlns:a16="http://schemas.microsoft.com/office/drawing/2014/main" val="4109121243"/>
                    </a:ext>
                  </a:extLst>
                </a:gridCol>
                <a:gridCol w="1016000">
                  <a:extLst>
                    <a:ext uri="{9D8B030D-6E8A-4147-A177-3AD203B41FA5}">
                      <a16:colId xmlns:a16="http://schemas.microsoft.com/office/drawing/2014/main" val="2213655556"/>
                    </a:ext>
                  </a:extLst>
                </a:gridCol>
                <a:gridCol w="1016000">
                  <a:extLst>
                    <a:ext uri="{9D8B030D-6E8A-4147-A177-3AD203B41FA5}">
                      <a16:colId xmlns:a16="http://schemas.microsoft.com/office/drawing/2014/main" val="1831011624"/>
                    </a:ext>
                  </a:extLst>
                </a:gridCol>
                <a:gridCol w="1016000">
                  <a:extLst>
                    <a:ext uri="{9D8B030D-6E8A-4147-A177-3AD203B41FA5}">
                      <a16:colId xmlns:a16="http://schemas.microsoft.com/office/drawing/2014/main" val="1673615481"/>
                    </a:ext>
                  </a:extLst>
                </a:gridCol>
              </a:tblGrid>
              <a:tr h="370840">
                <a:tc>
                  <a:txBody>
                    <a:bodyPr/>
                    <a:lstStyle/>
                    <a:p>
                      <a:pPr algn="ctr"/>
                      <a:r>
                        <a:rPr lang="en-US" altLang="zh-TW" dirty="0"/>
                        <a:t>0</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5</a:t>
                      </a:r>
                      <a:endParaRPr lang="zh-TW" altLang="en-US" dirty="0"/>
                    </a:p>
                  </a:txBody>
                  <a:tcPr/>
                </a:tc>
                <a:tc>
                  <a:txBody>
                    <a:bodyPr/>
                    <a:lstStyle/>
                    <a:p>
                      <a:pPr algn="ctr"/>
                      <a:r>
                        <a:rPr lang="en-US" altLang="zh-TW" dirty="0"/>
                        <a:t>6</a:t>
                      </a:r>
                      <a:endParaRPr lang="zh-TW" altLang="en-US" dirty="0"/>
                    </a:p>
                  </a:txBody>
                  <a:tcPr/>
                </a:tc>
                <a:tc>
                  <a:txBody>
                    <a:bodyPr/>
                    <a:lstStyle/>
                    <a:p>
                      <a:pPr algn="ctr"/>
                      <a:r>
                        <a:rPr lang="en-US" altLang="zh-TW" dirty="0"/>
                        <a:t>7-31</a:t>
                      </a:r>
                      <a:endParaRPr lang="zh-TW" altLang="en-US" dirty="0"/>
                    </a:p>
                  </a:txBody>
                  <a:tcPr/>
                </a:tc>
                <a:extLst>
                  <a:ext uri="{0D108BD9-81ED-4DB2-BD59-A6C34878D82A}">
                    <a16:rowId xmlns:a16="http://schemas.microsoft.com/office/drawing/2014/main" val="1181902020"/>
                  </a:ext>
                </a:extLst>
              </a:tr>
              <a:tr h="370840">
                <a:tc>
                  <a:txBody>
                    <a:bodyPr/>
                    <a:lstStyle/>
                    <a:p>
                      <a:pPr algn="ctr"/>
                      <a:r>
                        <a:rPr lang="en-US" altLang="zh-TW" dirty="0"/>
                        <a:t>1</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6</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0</a:t>
                      </a:r>
                      <a:endParaRPr lang="zh-TW" altLang="en-US" dirty="0"/>
                    </a:p>
                  </a:txBody>
                  <a:tcPr/>
                </a:tc>
                <a:extLst>
                  <a:ext uri="{0D108BD9-81ED-4DB2-BD59-A6C34878D82A}">
                    <a16:rowId xmlns:a16="http://schemas.microsoft.com/office/drawing/2014/main" val="3746804522"/>
                  </a:ext>
                </a:extLst>
              </a:tr>
            </a:tbl>
          </a:graphicData>
        </a:graphic>
      </p:graphicFrame>
      <p:graphicFrame>
        <p:nvGraphicFramePr>
          <p:cNvPr id="6" name="表格 5"/>
          <p:cNvGraphicFramePr>
            <a:graphicFrameLocks noGrp="1"/>
          </p:cNvGraphicFramePr>
          <p:nvPr>
            <p:extLst>
              <p:ext uri="{D42A27DB-BD31-4B8C-83A1-F6EECF244321}">
                <p14:modId xmlns:p14="http://schemas.microsoft.com/office/powerpoint/2010/main" val="382498262"/>
              </p:ext>
            </p:extLst>
          </p:nvPr>
        </p:nvGraphicFramePr>
        <p:xfrm>
          <a:off x="1854200" y="3151982"/>
          <a:ext cx="8128000" cy="741680"/>
        </p:xfrm>
        <a:graphic>
          <a:graphicData uri="http://schemas.openxmlformats.org/drawingml/2006/table">
            <a:tbl>
              <a:tblPr>
                <a:tableStyleId>{5C22544A-7EE6-4342-B048-85BDC9FD1C3A}</a:tableStyleId>
              </a:tblPr>
              <a:tblGrid>
                <a:gridCol w="1016000">
                  <a:extLst>
                    <a:ext uri="{9D8B030D-6E8A-4147-A177-3AD203B41FA5}">
                      <a16:colId xmlns:a16="http://schemas.microsoft.com/office/drawing/2014/main" val="232325015"/>
                    </a:ext>
                  </a:extLst>
                </a:gridCol>
                <a:gridCol w="1016000">
                  <a:extLst>
                    <a:ext uri="{9D8B030D-6E8A-4147-A177-3AD203B41FA5}">
                      <a16:colId xmlns:a16="http://schemas.microsoft.com/office/drawing/2014/main" val="809820525"/>
                    </a:ext>
                  </a:extLst>
                </a:gridCol>
                <a:gridCol w="1016000">
                  <a:extLst>
                    <a:ext uri="{9D8B030D-6E8A-4147-A177-3AD203B41FA5}">
                      <a16:colId xmlns:a16="http://schemas.microsoft.com/office/drawing/2014/main" val="3216279575"/>
                    </a:ext>
                  </a:extLst>
                </a:gridCol>
                <a:gridCol w="1016000">
                  <a:extLst>
                    <a:ext uri="{9D8B030D-6E8A-4147-A177-3AD203B41FA5}">
                      <a16:colId xmlns:a16="http://schemas.microsoft.com/office/drawing/2014/main" val="668291663"/>
                    </a:ext>
                  </a:extLst>
                </a:gridCol>
                <a:gridCol w="1016000">
                  <a:extLst>
                    <a:ext uri="{9D8B030D-6E8A-4147-A177-3AD203B41FA5}">
                      <a16:colId xmlns:a16="http://schemas.microsoft.com/office/drawing/2014/main" val="4109121243"/>
                    </a:ext>
                  </a:extLst>
                </a:gridCol>
                <a:gridCol w="1016000">
                  <a:extLst>
                    <a:ext uri="{9D8B030D-6E8A-4147-A177-3AD203B41FA5}">
                      <a16:colId xmlns:a16="http://schemas.microsoft.com/office/drawing/2014/main" val="2213655556"/>
                    </a:ext>
                  </a:extLst>
                </a:gridCol>
                <a:gridCol w="1016000">
                  <a:extLst>
                    <a:ext uri="{9D8B030D-6E8A-4147-A177-3AD203B41FA5}">
                      <a16:colId xmlns:a16="http://schemas.microsoft.com/office/drawing/2014/main" val="1831011624"/>
                    </a:ext>
                  </a:extLst>
                </a:gridCol>
                <a:gridCol w="1016000">
                  <a:extLst>
                    <a:ext uri="{9D8B030D-6E8A-4147-A177-3AD203B41FA5}">
                      <a16:colId xmlns:a16="http://schemas.microsoft.com/office/drawing/2014/main" val="1673615481"/>
                    </a:ext>
                  </a:extLst>
                </a:gridCol>
              </a:tblGrid>
              <a:tr h="370840">
                <a:tc>
                  <a:txBody>
                    <a:bodyPr/>
                    <a:lstStyle/>
                    <a:p>
                      <a:pPr algn="ctr"/>
                      <a:r>
                        <a:rPr lang="en-US" altLang="zh-TW" dirty="0"/>
                        <a:t>0</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5</a:t>
                      </a:r>
                      <a:endParaRPr lang="zh-TW" altLang="en-US" dirty="0"/>
                    </a:p>
                  </a:txBody>
                  <a:tcPr/>
                </a:tc>
                <a:tc>
                  <a:txBody>
                    <a:bodyPr/>
                    <a:lstStyle/>
                    <a:p>
                      <a:pPr algn="ctr"/>
                      <a:r>
                        <a:rPr lang="en-US" altLang="zh-TW" dirty="0"/>
                        <a:t>6</a:t>
                      </a:r>
                      <a:endParaRPr lang="zh-TW" altLang="en-US" dirty="0"/>
                    </a:p>
                  </a:txBody>
                  <a:tcPr/>
                </a:tc>
                <a:tc>
                  <a:txBody>
                    <a:bodyPr/>
                    <a:lstStyle/>
                    <a:p>
                      <a:pPr algn="ctr"/>
                      <a:r>
                        <a:rPr lang="en-US" altLang="zh-TW" dirty="0"/>
                        <a:t>7-31</a:t>
                      </a:r>
                      <a:endParaRPr lang="zh-TW" altLang="en-US" dirty="0"/>
                    </a:p>
                  </a:txBody>
                  <a:tcPr/>
                </a:tc>
                <a:extLst>
                  <a:ext uri="{0D108BD9-81ED-4DB2-BD59-A6C34878D82A}">
                    <a16:rowId xmlns:a16="http://schemas.microsoft.com/office/drawing/2014/main" val="1181902020"/>
                  </a:ext>
                </a:extLst>
              </a:tr>
              <a:tr h="370840">
                <a:tc>
                  <a:txBody>
                    <a:bodyPr/>
                    <a:lstStyle/>
                    <a:p>
                      <a:pPr algn="ctr"/>
                      <a:r>
                        <a:rPr lang="en-US" altLang="zh-TW" dirty="0"/>
                        <a:t>1</a:t>
                      </a:r>
                      <a:endParaRPr lang="zh-TW" altLang="en-US" dirty="0"/>
                    </a:p>
                  </a:txBody>
                  <a:tcPr/>
                </a:tc>
                <a:tc>
                  <a:txBody>
                    <a:bodyPr/>
                    <a:lstStyle/>
                    <a:p>
                      <a:pPr algn="ctr"/>
                      <a:r>
                        <a:rPr lang="en-US" altLang="zh-TW" dirty="0">
                          <a:solidFill>
                            <a:srgbClr val="FF0000"/>
                          </a:solidFill>
                        </a:rPr>
                        <a:t>2</a:t>
                      </a:r>
                      <a:endParaRPr lang="zh-TW" altLang="en-US" dirty="0">
                        <a:solidFill>
                          <a:srgbClr val="FF0000"/>
                        </a:solidFill>
                      </a:endParaRPr>
                    </a:p>
                  </a:txBody>
                  <a:tcPr/>
                </a:tc>
                <a:tc>
                  <a:txBody>
                    <a:bodyPr/>
                    <a:lstStyle/>
                    <a:p>
                      <a:pPr algn="ctr"/>
                      <a:r>
                        <a:rPr lang="en-US" altLang="zh-TW" dirty="0"/>
                        <a:t>2</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6</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0</a:t>
                      </a:r>
                      <a:endParaRPr lang="zh-TW" altLang="en-US" dirty="0"/>
                    </a:p>
                  </a:txBody>
                  <a:tcPr/>
                </a:tc>
                <a:extLst>
                  <a:ext uri="{0D108BD9-81ED-4DB2-BD59-A6C34878D82A}">
                    <a16:rowId xmlns:a16="http://schemas.microsoft.com/office/drawing/2014/main" val="3746804522"/>
                  </a:ext>
                </a:extLst>
              </a:tr>
            </a:tbl>
          </a:graphicData>
        </a:graphic>
      </p:graphicFrame>
      <p:graphicFrame>
        <p:nvGraphicFramePr>
          <p:cNvPr id="7" name="表格 6"/>
          <p:cNvGraphicFramePr>
            <a:graphicFrameLocks noGrp="1"/>
          </p:cNvGraphicFramePr>
          <p:nvPr>
            <p:extLst>
              <p:ext uri="{D42A27DB-BD31-4B8C-83A1-F6EECF244321}">
                <p14:modId xmlns:p14="http://schemas.microsoft.com/office/powerpoint/2010/main" val="3718070923"/>
              </p:ext>
            </p:extLst>
          </p:nvPr>
        </p:nvGraphicFramePr>
        <p:xfrm>
          <a:off x="1854200" y="4447303"/>
          <a:ext cx="8128000" cy="741680"/>
        </p:xfrm>
        <a:graphic>
          <a:graphicData uri="http://schemas.openxmlformats.org/drawingml/2006/table">
            <a:tbl>
              <a:tblPr>
                <a:tableStyleId>{5C22544A-7EE6-4342-B048-85BDC9FD1C3A}</a:tableStyleId>
              </a:tblPr>
              <a:tblGrid>
                <a:gridCol w="1016000">
                  <a:extLst>
                    <a:ext uri="{9D8B030D-6E8A-4147-A177-3AD203B41FA5}">
                      <a16:colId xmlns:a16="http://schemas.microsoft.com/office/drawing/2014/main" val="232325015"/>
                    </a:ext>
                  </a:extLst>
                </a:gridCol>
                <a:gridCol w="1016000">
                  <a:extLst>
                    <a:ext uri="{9D8B030D-6E8A-4147-A177-3AD203B41FA5}">
                      <a16:colId xmlns:a16="http://schemas.microsoft.com/office/drawing/2014/main" val="809820525"/>
                    </a:ext>
                  </a:extLst>
                </a:gridCol>
                <a:gridCol w="1016000">
                  <a:extLst>
                    <a:ext uri="{9D8B030D-6E8A-4147-A177-3AD203B41FA5}">
                      <a16:colId xmlns:a16="http://schemas.microsoft.com/office/drawing/2014/main" val="3216279575"/>
                    </a:ext>
                  </a:extLst>
                </a:gridCol>
                <a:gridCol w="1016000">
                  <a:extLst>
                    <a:ext uri="{9D8B030D-6E8A-4147-A177-3AD203B41FA5}">
                      <a16:colId xmlns:a16="http://schemas.microsoft.com/office/drawing/2014/main" val="668291663"/>
                    </a:ext>
                  </a:extLst>
                </a:gridCol>
                <a:gridCol w="1016000">
                  <a:extLst>
                    <a:ext uri="{9D8B030D-6E8A-4147-A177-3AD203B41FA5}">
                      <a16:colId xmlns:a16="http://schemas.microsoft.com/office/drawing/2014/main" val="4109121243"/>
                    </a:ext>
                  </a:extLst>
                </a:gridCol>
                <a:gridCol w="1016000">
                  <a:extLst>
                    <a:ext uri="{9D8B030D-6E8A-4147-A177-3AD203B41FA5}">
                      <a16:colId xmlns:a16="http://schemas.microsoft.com/office/drawing/2014/main" val="2213655556"/>
                    </a:ext>
                  </a:extLst>
                </a:gridCol>
                <a:gridCol w="1016000">
                  <a:extLst>
                    <a:ext uri="{9D8B030D-6E8A-4147-A177-3AD203B41FA5}">
                      <a16:colId xmlns:a16="http://schemas.microsoft.com/office/drawing/2014/main" val="1831011624"/>
                    </a:ext>
                  </a:extLst>
                </a:gridCol>
                <a:gridCol w="1016000">
                  <a:extLst>
                    <a:ext uri="{9D8B030D-6E8A-4147-A177-3AD203B41FA5}">
                      <a16:colId xmlns:a16="http://schemas.microsoft.com/office/drawing/2014/main" val="1673615481"/>
                    </a:ext>
                  </a:extLst>
                </a:gridCol>
              </a:tblGrid>
              <a:tr h="370840">
                <a:tc>
                  <a:txBody>
                    <a:bodyPr/>
                    <a:lstStyle/>
                    <a:p>
                      <a:pPr algn="ctr"/>
                      <a:r>
                        <a:rPr lang="en-US" altLang="zh-TW" dirty="0"/>
                        <a:t>0</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5</a:t>
                      </a:r>
                      <a:endParaRPr lang="zh-TW" altLang="en-US" dirty="0"/>
                    </a:p>
                  </a:txBody>
                  <a:tcPr/>
                </a:tc>
                <a:tc>
                  <a:txBody>
                    <a:bodyPr/>
                    <a:lstStyle/>
                    <a:p>
                      <a:pPr algn="ctr"/>
                      <a:r>
                        <a:rPr lang="en-US" altLang="zh-TW" dirty="0"/>
                        <a:t>6</a:t>
                      </a:r>
                      <a:endParaRPr lang="zh-TW" altLang="en-US" dirty="0"/>
                    </a:p>
                  </a:txBody>
                  <a:tcPr/>
                </a:tc>
                <a:tc>
                  <a:txBody>
                    <a:bodyPr/>
                    <a:lstStyle/>
                    <a:p>
                      <a:pPr algn="ctr"/>
                      <a:r>
                        <a:rPr lang="en-US" altLang="zh-TW" dirty="0"/>
                        <a:t>7-31</a:t>
                      </a:r>
                      <a:endParaRPr lang="zh-TW" altLang="en-US" dirty="0"/>
                    </a:p>
                  </a:txBody>
                  <a:tcPr/>
                </a:tc>
                <a:extLst>
                  <a:ext uri="{0D108BD9-81ED-4DB2-BD59-A6C34878D82A}">
                    <a16:rowId xmlns:a16="http://schemas.microsoft.com/office/drawing/2014/main" val="1181902020"/>
                  </a:ext>
                </a:extLst>
              </a:tr>
              <a:tr h="370840">
                <a:tc>
                  <a:txBody>
                    <a:bodyPr/>
                    <a:lstStyle/>
                    <a:p>
                      <a:pPr algn="ctr"/>
                      <a:r>
                        <a:rPr lang="en-US" altLang="zh-TW" dirty="0"/>
                        <a:t>1</a:t>
                      </a:r>
                      <a:endParaRPr lang="zh-TW" altLang="en-US" dirty="0"/>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rgbClr val="FF0000"/>
                          </a:solidFill>
                        </a:rPr>
                        <a:t>4</a:t>
                      </a:r>
                      <a:endParaRPr lang="zh-TW" altLang="en-US" dirty="0">
                        <a:solidFill>
                          <a:srgbClr val="FF0000"/>
                        </a:solidFill>
                      </a:endParaRPr>
                    </a:p>
                  </a:txBody>
                  <a:tcPr/>
                </a:tc>
                <a:tc>
                  <a:txBody>
                    <a:bodyPr/>
                    <a:lstStyle/>
                    <a:p>
                      <a:pPr algn="ctr"/>
                      <a:r>
                        <a:rPr lang="en-US" altLang="zh-TW" dirty="0"/>
                        <a:t>3</a:t>
                      </a:r>
                      <a:endParaRPr lang="zh-TW" altLang="en-US" dirty="0"/>
                    </a:p>
                  </a:txBody>
                  <a:tcPr/>
                </a:tc>
                <a:tc>
                  <a:txBody>
                    <a:bodyPr/>
                    <a:lstStyle/>
                    <a:p>
                      <a:pPr algn="ctr"/>
                      <a:r>
                        <a:rPr lang="en-US" altLang="zh-TW" dirty="0"/>
                        <a:t>6</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0</a:t>
                      </a:r>
                      <a:endParaRPr lang="zh-TW" altLang="en-US" dirty="0"/>
                    </a:p>
                  </a:txBody>
                  <a:tcPr/>
                </a:tc>
                <a:extLst>
                  <a:ext uri="{0D108BD9-81ED-4DB2-BD59-A6C34878D82A}">
                    <a16:rowId xmlns:a16="http://schemas.microsoft.com/office/drawing/2014/main" val="3746804522"/>
                  </a:ext>
                </a:extLst>
              </a:tr>
            </a:tbl>
          </a:graphicData>
        </a:graphic>
      </p:graphicFrame>
      <p:graphicFrame>
        <p:nvGraphicFramePr>
          <p:cNvPr id="9" name="表格 8"/>
          <p:cNvGraphicFramePr>
            <a:graphicFrameLocks noGrp="1"/>
          </p:cNvGraphicFramePr>
          <p:nvPr>
            <p:extLst>
              <p:ext uri="{D42A27DB-BD31-4B8C-83A1-F6EECF244321}">
                <p14:modId xmlns:p14="http://schemas.microsoft.com/office/powerpoint/2010/main" val="1976918890"/>
              </p:ext>
            </p:extLst>
          </p:nvPr>
        </p:nvGraphicFramePr>
        <p:xfrm>
          <a:off x="1854200" y="5742623"/>
          <a:ext cx="8128000" cy="741680"/>
        </p:xfrm>
        <a:graphic>
          <a:graphicData uri="http://schemas.openxmlformats.org/drawingml/2006/table">
            <a:tbl>
              <a:tblPr>
                <a:tableStyleId>{5C22544A-7EE6-4342-B048-85BDC9FD1C3A}</a:tableStyleId>
              </a:tblPr>
              <a:tblGrid>
                <a:gridCol w="1016000">
                  <a:extLst>
                    <a:ext uri="{9D8B030D-6E8A-4147-A177-3AD203B41FA5}">
                      <a16:colId xmlns:a16="http://schemas.microsoft.com/office/drawing/2014/main" val="232325015"/>
                    </a:ext>
                  </a:extLst>
                </a:gridCol>
                <a:gridCol w="1016000">
                  <a:extLst>
                    <a:ext uri="{9D8B030D-6E8A-4147-A177-3AD203B41FA5}">
                      <a16:colId xmlns:a16="http://schemas.microsoft.com/office/drawing/2014/main" val="809820525"/>
                    </a:ext>
                  </a:extLst>
                </a:gridCol>
                <a:gridCol w="1016000">
                  <a:extLst>
                    <a:ext uri="{9D8B030D-6E8A-4147-A177-3AD203B41FA5}">
                      <a16:colId xmlns:a16="http://schemas.microsoft.com/office/drawing/2014/main" val="3216279575"/>
                    </a:ext>
                  </a:extLst>
                </a:gridCol>
                <a:gridCol w="1016000">
                  <a:extLst>
                    <a:ext uri="{9D8B030D-6E8A-4147-A177-3AD203B41FA5}">
                      <a16:colId xmlns:a16="http://schemas.microsoft.com/office/drawing/2014/main" val="668291663"/>
                    </a:ext>
                  </a:extLst>
                </a:gridCol>
                <a:gridCol w="1016000">
                  <a:extLst>
                    <a:ext uri="{9D8B030D-6E8A-4147-A177-3AD203B41FA5}">
                      <a16:colId xmlns:a16="http://schemas.microsoft.com/office/drawing/2014/main" val="4109121243"/>
                    </a:ext>
                  </a:extLst>
                </a:gridCol>
                <a:gridCol w="1016000">
                  <a:extLst>
                    <a:ext uri="{9D8B030D-6E8A-4147-A177-3AD203B41FA5}">
                      <a16:colId xmlns:a16="http://schemas.microsoft.com/office/drawing/2014/main" val="2213655556"/>
                    </a:ext>
                  </a:extLst>
                </a:gridCol>
                <a:gridCol w="1016000">
                  <a:extLst>
                    <a:ext uri="{9D8B030D-6E8A-4147-A177-3AD203B41FA5}">
                      <a16:colId xmlns:a16="http://schemas.microsoft.com/office/drawing/2014/main" val="1831011624"/>
                    </a:ext>
                  </a:extLst>
                </a:gridCol>
                <a:gridCol w="1016000">
                  <a:extLst>
                    <a:ext uri="{9D8B030D-6E8A-4147-A177-3AD203B41FA5}">
                      <a16:colId xmlns:a16="http://schemas.microsoft.com/office/drawing/2014/main" val="1673615481"/>
                    </a:ext>
                  </a:extLst>
                </a:gridCol>
              </a:tblGrid>
              <a:tr h="370840">
                <a:tc>
                  <a:txBody>
                    <a:bodyPr/>
                    <a:lstStyle/>
                    <a:p>
                      <a:pPr algn="ctr"/>
                      <a:r>
                        <a:rPr lang="en-US" altLang="zh-TW" dirty="0"/>
                        <a:t>0</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5</a:t>
                      </a:r>
                      <a:endParaRPr lang="zh-TW" altLang="en-US" dirty="0"/>
                    </a:p>
                  </a:txBody>
                  <a:tcPr/>
                </a:tc>
                <a:tc>
                  <a:txBody>
                    <a:bodyPr/>
                    <a:lstStyle/>
                    <a:p>
                      <a:pPr algn="ctr"/>
                      <a:r>
                        <a:rPr lang="en-US" altLang="zh-TW" dirty="0"/>
                        <a:t>6</a:t>
                      </a:r>
                      <a:endParaRPr lang="zh-TW" altLang="en-US" dirty="0"/>
                    </a:p>
                  </a:txBody>
                  <a:tcPr/>
                </a:tc>
                <a:tc>
                  <a:txBody>
                    <a:bodyPr/>
                    <a:lstStyle/>
                    <a:p>
                      <a:pPr algn="ctr"/>
                      <a:r>
                        <a:rPr lang="en-US" altLang="zh-TW" dirty="0"/>
                        <a:t>7-31</a:t>
                      </a:r>
                      <a:endParaRPr lang="zh-TW" altLang="en-US" dirty="0"/>
                    </a:p>
                  </a:txBody>
                  <a:tcPr/>
                </a:tc>
                <a:extLst>
                  <a:ext uri="{0D108BD9-81ED-4DB2-BD59-A6C34878D82A}">
                    <a16:rowId xmlns:a16="http://schemas.microsoft.com/office/drawing/2014/main" val="1181902020"/>
                  </a:ext>
                </a:extLst>
              </a:tr>
              <a:tr h="370840">
                <a:tc>
                  <a:txBody>
                    <a:bodyPr/>
                    <a:lstStyle/>
                    <a:p>
                      <a:pPr algn="ctr"/>
                      <a:r>
                        <a:rPr lang="en-US" altLang="zh-TW" dirty="0"/>
                        <a:t>1</a:t>
                      </a:r>
                      <a:endParaRPr lang="zh-TW" altLang="en-US" dirty="0"/>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t>4</a:t>
                      </a:r>
                      <a:endParaRPr lang="zh-TW" altLang="en-US" dirty="0"/>
                    </a:p>
                  </a:txBody>
                  <a:tcPr/>
                </a:tc>
                <a:tc>
                  <a:txBody>
                    <a:bodyPr/>
                    <a:lstStyle/>
                    <a:p>
                      <a:pPr algn="ctr"/>
                      <a:r>
                        <a:rPr lang="en-US" altLang="zh-TW" dirty="0"/>
                        <a:t>7</a:t>
                      </a:r>
                      <a:endParaRPr lang="zh-TW" altLang="en-US" dirty="0"/>
                    </a:p>
                  </a:txBody>
                  <a:tcPr/>
                </a:tc>
                <a:tc>
                  <a:txBody>
                    <a:bodyPr/>
                    <a:lstStyle/>
                    <a:p>
                      <a:pPr algn="ctr"/>
                      <a:r>
                        <a:rPr lang="en-US" altLang="zh-TW" dirty="0"/>
                        <a:t>13</a:t>
                      </a:r>
                      <a:endParaRPr lang="zh-TW" altLang="en-US" dirty="0"/>
                    </a:p>
                  </a:txBody>
                  <a:tcPr/>
                </a:tc>
                <a:tc>
                  <a:txBody>
                    <a:bodyPr/>
                    <a:lstStyle/>
                    <a:p>
                      <a:pPr algn="ctr"/>
                      <a:r>
                        <a:rPr lang="en-US" altLang="zh-TW" dirty="0"/>
                        <a:t>17</a:t>
                      </a:r>
                      <a:endParaRPr lang="zh-TW" altLang="en-US" dirty="0"/>
                    </a:p>
                  </a:txBody>
                  <a:tcPr/>
                </a:tc>
                <a:tc>
                  <a:txBody>
                    <a:bodyPr/>
                    <a:lstStyle/>
                    <a:p>
                      <a:pPr algn="ctr"/>
                      <a:r>
                        <a:rPr lang="en-US" altLang="zh-TW" dirty="0"/>
                        <a:t>20</a:t>
                      </a:r>
                      <a:endParaRPr lang="zh-TW" altLang="en-US" dirty="0"/>
                    </a:p>
                  </a:txBody>
                  <a:tcPr/>
                </a:tc>
                <a:tc>
                  <a:txBody>
                    <a:bodyPr/>
                    <a:lstStyle/>
                    <a:p>
                      <a:pPr algn="ctr"/>
                      <a:r>
                        <a:rPr lang="en-US" altLang="zh-TW" dirty="0"/>
                        <a:t>20</a:t>
                      </a:r>
                      <a:endParaRPr lang="zh-TW" altLang="en-US" dirty="0"/>
                    </a:p>
                  </a:txBody>
                  <a:tcPr/>
                </a:tc>
                <a:extLst>
                  <a:ext uri="{0D108BD9-81ED-4DB2-BD59-A6C34878D82A}">
                    <a16:rowId xmlns:a16="http://schemas.microsoft.com/office/drawing/2014/main" val="3746804522"/>
                  </a:ext>
                </a:extLst>
              </a:tr>
            </a:tbl>
          </a:graphicData>
        </a:graphic>
      </p:graphicFrame>
      <p:sp>
        <p:nvSpPr>
          <p:cNvPr id="10" name="文字方塊 9"/>
          <p:cNvSpPr txBox="1"/>
          <p:nvPr/>
        </p:nvSpPr>
        <p:spPr>
          <a:xfrm>
            <a:off x="4836160" y="1303020"/>
            <a:ext cx="1981200" cy="400110"/>
          </a:xfrm>
          <a:prstGeom prst="rect">
            <a:avLst/>
          </a:prstGeom>
          <a:noFill/>
        </p:spPr>
        <p:txBody>
          <a:bodyPr wrap="square" rtlCol="0">
            <a:spAutoFit/>
          </a:bodyPr>
          <a:lstStyle/>
          <a:p>
            <a:pPr algn="ctr"/>
            <a:r>
              <a:rPr lang="en-US" altLang="zh-TW" sz="2000" dirty="0">
                <a:latin typeface="Times New Roman" panose="02020603050405020304" pitchFamily="18" charset="0"/>
                <a:cs typeface="Times New Roman" panose="02020603050405020304" pitchFamily="18" charset="0"/>
              </a:rPr>
              <a:t>Basis</a:t>
            </a:r>
            <a:endParaRPr lang="zh-TW" altLang="en-US" sz="2000" dirty="0">
              <a:latin typeface="Times New Roman" panose="02020603050405020304" pitchFamily="18" charset="0"/>
              <a:cs typeface="Times New Roman" panose="02020603050405020304" pitchFamily="18" charset="0"/>
            </a:endParaRPr>
          </a:p>
        </p:txBody>
      </p:sp>
      <p:sp>
        <p:nvSpPr>
          <p:cNvPr id="11" name="文字方塊 10"/>
          <p:cNvSpPr txBox="1"/>
          <p:nvPr/>
        </p:nvSpPr>
        <p:spPr>
          <a:xfrm>
            <a:off x="4836160" y="2764314"/>
            <a:ext cx="1981200" cy="400110"/>
          </a:xfrm>
          <a:prstGeom prst="rect">
            <a:avLst/>
          </a:prstGeom>
          <a:noFill/>
        </p:spPr>
        <p:txBody>
          <a:bodyPr wrap="square" rtlCol="0">
            <a:spAutoFit/>
          </a:bodyPr>
          <a:lstStyle/>
          <a:p>
            <a:pPr algn="ctr"/>
            <a:r>
              <a:rPr lang="en-US" altLang="zh-TW" sz="2000" dirty="0">
                <a:latin typeface="Times New Roman" panose="02020603050405020304" pitchFamily="18" charset="0"/>
                <a:cs typeface="Times New Roman" panose="02020603050405020304" pitchFamily="18" charset="0"/>
              </a:rPr>
              <a:t>K = 1</a:t>
            </a:r>
            <a:endParaRPr lang="zh-TW" altLang="en-US" sz="2000" dirty="0">
              <a:latin typeface="Times New Roman" panose="02020603050405020304" pitchFamily="18" charset="0"/>
              <a:cs typeface="Times New Roman" panose="02020603050405020304" pitchFamily="18" charset="0"/>
            </a:endParaRPr>
          </a:p>
        </p:txBody>
      </p:sp>
      <p:sp>
        <p:nvSpPr>
          <p:cNvPr id="12" name="文字方塊 11"/>
          <p:cNvSpPr txBox="1"/>
          <p:nvPr/>
        </p:nvSpPr>
        <p:spPr>
          <a:xfrm>
            <a:off x="4836160" y="4010076"/>
            <a:ext cx="1981200" cy="400110"/>
          </a:xfrm>
          <a:prstGeom prst="rect">
            <a:avLst/>
          </a:prstGeom>
          <a:noFill/>
        </p:spPr>
        <p:txBody>
          <a:bodyPr wrap="square" rtlCol="0">
            <a:spAutoFit/>
          </a:bodyPr>
          <a:lstStyle/>
          <a:p>
            <a:pPr algn="ctr"/>
            <a:r>
              <a:rPr lang="en-US" altLang="zh-TW" sz="2000" dirty="0">
                <a:latin typeface="Times New Roman" panose="02020603050405020304" pitchFamily="18" charset="0"/>
                <a:cs typeface="Times New Roman" panose="02020603050405020304" pitchFamily="18" charset="0"/>
              </a:rPr>
              <a:t>K = 2</a:t>
            </a:r>
            <a:endParaRPr lang="zh-TW" altLang="en-US" sz="2000" dirty="0">
              <a:latin typeface="Times New Roman" panose="02020603050405020304" pitchFamily="18" charset="0"/>
              <a:cs typeface="Times New Roman" panose="02020603050405020304" pitchFamily="18" charset="0"/>
            </a:endParaRPr>
          </a:p>
        </p:txBody>
      </p:sp>
      <p:sp>
        <p:nvSpPr>
          <p:cNvPr id="13" name="文字方塊 12"/>
          <p:cNvSpPr txBox="1"/>
          <p:nvPr/>
        </p:nvSpPr>
        <p:spPr>
          <a:xfrm>
            <a:off x="4836160" y="5305396"/>
            <a:ext cx="1981200" cy="400110"/>
          </a:xfrm>
          <a:prstGeom prst="rect">
            <a:avLst/>
          </a:prstGeom>
          <a:noFill/>
        </p:spPr>
        <p:txBody>
          <a:bodyPr wrap="square" rtlCol="0">
            <a:spAutoFit/>
          </a:bodyPr>
          <a:lstStyle/>
          <a:p>
            <a:pPr algn="ctr"/>
            <a:r>
              <a:rPr lang="en-US" altLang="zh-TW" sz="2000" dirty="0">
                <a:latin typeface="Times New Roman" panose="02020603050405020304" pitchFamily="18" charset="0"/>
                <a:cs typeface="Times New Roman" panose="02020603050405020304" pitchFamily="18" charset="0"/>
              </a:rPr>
              <a:t>K = 32</a:t>
            </a:r>
            <a:endParaRPr lang="zh-TW" alt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45542566"/>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Repositioning step</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C497B8E6-CB28-4350-9E62-3F3C29E41FED}" type="slidenum">
              <a:rPr lang="zh-TW" altLang="en-US" smtClean="0"/>
              <a:t>33</a:t>
            </a:fld>
            <a:endParaRPr lang="zh-TW" altLang="en-US"/>
          </a:p>
        </p:txBody>
      </p:sp>
      <p:graphicFrame>
        <p:nvGraphicFramePr>
          <p:cNvPr id="5" name="表格 4"/>
          <p:cNvGraphicFramePr>
            <a:graphicFrameLocks noGrp="1"/>
          </p:cNvGraphicFramePr>
          <p:nvPr>
            <p:extLst>
              <p:ext uri="{D42A27DB-BD31-4B8C-83A1-F6EECF244321}">
                <p14:modId xmlns:p14="http://schemas.microsoft.com/office/powerpoint/2010/main" val="1725927013"/>
              </p:ext>
            </p:extLst>
          </p:nvPr>
        </p:nvGraphicFramePr>
        <p:xfrm>
          <a:off x="2037080" y="3968353"/>
          <a:ext cx="8128000" cy="741680"/>
        </p:xfrm>
        <a:graphic>
          <a:graphicData uri="http://schemas.openxmlformats.org/drawingml/2006/table">
            <a:tbl>
              <a:tblPr>
                <a:tableStyleId>{5C22544A-7EE6-4342-B048-85BDC9FD1C3A}</a:tableStyleId>
              </a:tblPr>
              <a:tblGrid>
                <a:gridCol w="1016000">
                  <a:extLst>
                    <a:ext uri="{9D8B030D-6E8A-4147-A177-3AD203B41FA5}">
                      <a16:colId xmlns:a16="http://schemas.microsoft.com/office/drawing/2014/main" val="232325015"/>
                    </a:ext>
                  </a:extLst>
                </a:gridCol>
                <a:gridCol w="1016000">
                  <a:extLst>
                    <a:ext uri="{9D8B030D-6E8A-4147-A177-3AD203B41FA5}">
                      <a16:colId xmlns:a16="http://schemas.microsoft.com/office/drawing/2014/main" val="809820525"/>
                    </a:ext>
                  </a:extLst>
                </a:gridCol>
                <a:gridCol w="1016000">
                  <a:extLst>
                    <a:ext uri="{9D8B030D-6E8A-4147-A177-3AD203B41FA5}">
                      <a16:colId xmlns:a16="http://schemas.microsoft.com/office/drawing/2014/main" val="3216279575"/>
                    </a:ext>
                  </a:extLst>
                </a:gridCol>
                <a:gridCol w="1016000">
                  <a:extLst>
                    <a:ext uri="{9D8B030D-6E8A-4147-A177-3AD203B41FA5}">
                      <a16:colId xmlns:a16="http://schemas.microsoft.com/office/drawing/2014/main" val="668291663"/>
                    </a:ext>
                  </a:extLst>
                </a:gridCol>
                <a:gridCol w="1016000">
                  <a:extLst>
                    <a:ext uri="{9D8B030D-6E8A-4147-A177-3AD203B41FA5}">
                      <a16:colId xmlns:a16="http://schemas.microsoft.com/office/drawing/2014/main" val="4109121243"/>
                    </a:ext>
                  </a:extLst>
                </a:gridCol>
                <a:gridCol w="1016000">
                  <a:extLst>
                    <a:ext uri="{9D8B030D-6E8A-4147-A177-3AD203B41FA5}">
                      <a16:colId xmlns:a16="http://schemas.microsoft.com/office/drawing/2014/main" val="2213655556"/>
                    </a:ext>
                  </a:extLst>
                </a:gridCol>
                <a:gridCol w="1016000">
                  <a:extLst>
                    <a:ext uri="{9D8B030D-6E8A-4147-A177-3AD203B41FA5}">
                      <a16:colId xmlns:a16="http://schemas.microsoft.com/office/drawing/2014/main" val="1831011624"/>
                    </a:ext>
                  </a:extLst>
                </a:gridCol>
                <a:gridCol w="1016000">
                  <a:extLst>
                    <a:ext uri="{9D8B030D-6E8A-4147-A177-3AD203B41FA5}">
                      <a16:colId xmlns:a16="http://schemas.microsoft.com/office/drawing/2014/main" val="1673615481"/>
                    </a:ext>
                  </a:extLst>
                </a:gridCol>
              </a:tblGrid>
              <a:tr h="370840">
                <a:tc>
                  <a:txBody>
                    <a:bodyPr/>
                    <a:lstStyle/>
                    <a:p>
                      <a:pPr algn="ctr"/>
                      <a:r>
                        <a:rPr lang="en-US" altLang="zh-TW" dirty="0"/>
                        <a:t>0</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5</a:t>
                      </a:r>
                      <a:endParaRPr lang="zh-TW" altLang="en-US" dirty="0"/>
                    </a:p>
                  </a:txBody>
                  <a:tcPr/>
                </a:tc>
                <a:tc>
                  <a:txBody>
                    <a:bodyPr/>
                    <a:lstStyle/>
                    <a:p>
                      <a:pPr algn="ctr"/>
                      <a:r>
                        <a:rPr lang="en-US" altLang="zh-TW" dirty="0"/>
                        <a:t>6</a:t>
                      </a:r>
                      <a:endParaRPr lang="zh-TW" altLang="en-US" dirty="0"/>
                    </a:p>
                  </a:txBody>
                  <a:tcPr/>
                </a:tc>
                <a:tc>
                  <a:txBody>
                    <a:bodyPr/>
                    <a:lstStyle/>
                    <a:p>
                      <a:pPr algn="ctr"/>
                      <a:r>
                        <a:rPr lang="en-US" altLang="zh-TW" dirty="0"/>
                        <a:t>7-31</a:t>
                      </a:r>
                      <a:endParaRPr lang="zh-TW" altLang="en-US" dirty="0"/>
                    </a:p>
                  </a:txBody>
                  <a:tcPr/>
                </a:tc>
                <a:extLst>
                  <a:ext uri="{0D108BD9-81ED-4DB2-BD59-A6C34878D82A}">
                    <a16:rowId xmlns:a16="http://schemas.microsoft.com/office/drawing/2014/main" val="1181902020"/>
                  </a:ext>
                </a:extLst>
              </a:tr>
              <a:tr h="370840">
                <a:tc>
                  <a:txBody>
                    <a:bodyPr/>
                    <a:lstStyle/>
                    <a:p>
                      <a:pPr algn="ctr"/>
                      <a:r>
                        <a:rPr lang="en-US" altLang="zh-TW" dirty="0"/>
                        <a:t>1</a:t>
                      </a:r>
                      <a:endParaRPr lang="zh-TW" altLang="en-US" dirty="0"/>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t>4</a:t>
                      </a:r>
                      <a:endParaRPr lang="zh-TW" altLang="en-US" dirty="0"/>
                    </a:p>
                  </a:txBody>
                  <a:tcPr/>
                </a:tc>
                <a:tc>
                  <a:txBody>
                    <a:bodyPr/>
                    <a:lstStyle/>
                    <a:p>
                      <a:pPr algn="ctr"/>
                      <a:r>
                        <a:rPr lang="en-US" altLang="zh-TW" strike="sngStrike" dirty="0">
                          <a:solidFill>
                            <a:srgbClr val="C00000"/>
                          </a:solidFill>
                        </a:rPr>
                        <a:t>7</a:t>
                      </a:r>
                      <a:r>
                        <a:rPr lang="en-US" altLang="zh-TW" dirty="0">
                          <a:solidFill>
                            <a:srgbClr val="C00000"/>
                          </a:solidFill>
                        </a:rPr>
                        <a:t> -&gt; 8</a:t>
                      </a:r>
                      <a:endParaRPr lang="zh-TW" altLang="en-US" dirty="0">
                        <a:solidFill>
                          <a:srgbClr val="C00000"/>
                        </a:solidFill>
                      </a:endParaRPr>
                    </a:p>
                  </a:txBody>
                  <a:tcPr/>
                </a:tc>
                <a:tc>
                  <a:txBody>
                    <a:bodyPr/>
                    <a:lstStyle/>
                    <a:p>
                      <a:pPr algn="ctr"/>
                      <a:r>
                        <a:rPr lang="en-US" altLang="zh-TW" dirty="0"/>
                        <a:t>13</a:t>
                      </a:r>
                      <a:endParaRPr lang="zh-TW" altLang="en-US" dirty="0"/>
                    </a:p>
                  </a:txBody>
                  <a:tcPr/>
                </a:tc>
                <a:tc>
                  <a:txBody>
                    <a:bodyPr/>
                    <a:lstStyle/>
                    <a:p>
                      <a:pPr algn="ctr"/>
                      <a:r>
                        <a:rPr lang="en-US" altLang="zh-TW" dirty="0"/>
                        <a:t>17</a:t>
                      </a:r>
                      <a:endParaRPr lang="zh-TW" altLang="en-US" dirty="0"/>
                    </a:p>
                  </a:txBody>
                  <a:tcPr/>
                </a:tc>
                <a:tc>
                  <a:txBody>
                    <a:bodyPr/>
                    <a:lstStyle/>
                    <a:p>
                      <a:pPr algn="ctr"/>
                      <a:r>
                        <a:rPr lang="en-US" altLang="zh-TW" dirty="0"/>
                        <a:t>20</a:t>
                      </a:r>
                      <a:endParaRPr lang="zh-TW" altLang="en-US" dirty="0"/>
                    </a:p>
                  </a:txBody>
                  <a:tcPr/>
                </a:tc>
                <a:tc>
                  <a:txBody>
                    <a:bodyPr/>
                    <a:lstStyle/>
                    <a:p>
                      <a:pPr algn="ctr"/>
                      <a:r>
                        <a:rPr lang="en-US" altLang="zh-TW" dirty="0"/>
                        <a:t>20</a:t>
                      </a:r>
                      <a:endParaRPr lang="zh-TW" altLang="en-US" dirty="0"/>
                    </a:p>
                  </a:txBody>
                  <a:tcPr/>
                </a:tc>
                <a:extLst>
                  <a:ext uri="{0D108BD9-81ED-4DB2-BD59-A6C34878D82A}">
                    <a16:rowId xmlns:a16="http://schemas.microsoft.com/office/drawing/2014/main" val="3746804522"/>
                  </a:ext>
                </a:extLst>
              </a:tr>
            </a:tbl>
          </a:graphicData>
        </a:graphic>
      </p:graphicFrame>
      <p:sp>
        <p:nvSpPr>
          <p:cNvPr id="6" name="文字方塊 5"/>
          <p:cNvSpPr txBox="1"/>
          <p:nvPr/>
        </p:nvSpPr>
        <p:spPr>
          <a:xfrm>
            <a:off x="5039360" y="3305730"/>
            <a:ext cx="1798320" cy="461665"/>
          </a:xfrm>
          <a:prstGeom prst="rect">
            <a:avLst/>
          </a:prstGeom>
          <a:noFill/>
        </p:spPr>
        <p:txBody>
          <a:bodyPr wrap="square" rtlCol="0">
            <a:spAutoFit/>
          </a:bodyPr>
          <a:lstStyle/>
          <a:p>
            <a:pPr algn="ctr"/>
            <a:r>
              <a:rPr lang="en-US" altLang="zh-TW" sz="2400" dirty="0" err="1">
                <a:latin typeface="Times New Roman" panose="02020603050405020304" pitchFamily="18" charset="0"/>
                <a:cs typeface="Times New Roman" panose="02020603050405020304" pitchFamily="18" charset="0"/>
              </a:rPr>
              <a:t>Bitband</a:t>
            </a:r>
            <a:r>
              <a:rPr lang="en-US" altLang="zh-TW" sz="2400" dirty="0">
                <a:latin typeface="Times New Roman" panose="02020603050405020304" pitchFamily="18" charset="0"/>
                <a:cs typeface="Times New Roman" panose="02020603050405020304" pitchFamily="18" charset="0"/>
              </a:rPr>
              <a:t> </a:t>
            </a:r>
            <a:endParaRPr lang="zh-TW" altLang="en-US" sz="2400" dirty="0">
              <a:latin typeface="Times New Roman" panose="02020603050405020304" pitchFamily="18" charset="0"/>
              <a:cs typeface="Times New Roman" panose="02020603050405020304" pitchFamily="18" charset="0"/>
            </a:endParaRPr>
          </a:p>
        </p:txBody>
      </p:sp>
      <p:graphicFrame>
        <p:nvGraphicFramePr>
          <p:cNvPr id="7" name="表格 6"/>
          <p:cNvGraphicFramePr>
            <a:graphicFrameLocks noGrp="1"/>
          </p:cNvGraphicFramePr>
          <p:nvPr>
            <p:extLst>
              <p:ext uri="{D42A27DB-BD31-4B8C-83A1-F6EECF244321}">
                <p14:modId xmlns:p14="http://schemas.microsoft.com/office/powerpoint/2010/main" val="3025266275"/>
              </p:ext>
            </p:extLst>
          </p:nvPr>
        </p:nvGraphicFramePr>
        <p:xfrm>
          <a:off x="1539240" y="1829911"/>
          <a:ext cx="9113520" cy="741680"/>
        </p:xfrm>
        <a:graphic>
          <a:graphicData uri="http://schemas.openxmlformats.org/drawingml/2006/table">
            <a:tbl>
              <a:tblPr>
                <a:tableStyleId>{073A0DAA-6AF3-43AB-8588-CEC1D06C72B9}</a:tableStyleId>
              </a:tblPr>
              <a:tblGrid>
                <a:gridCol w="455676">
                  <a:extLst>
                    <a:ext uri="{9D8B030D-6E8A-4147-A177-3AD203B41FA5}">
                      <a16:colId xmlns:a16="http://schemas.microsoft.com/office/drawing/2014/main" val="4051507761"/>
                    </a:ext>
                  </a:extLst>
                </a:gridCol>
                <a:gridCol w="455676">
                  <a:extLst>
                    <a:ext uri="{9D8B030D-6E8A-4147-A177-3AD203B41FA5}">
                      <a16:colId xmlns:a16="http://schemas.microsoft.com/office/drawing/2014/main" val="2972139511"/>
                    </a:ext>
                  </a:extLst>
                </a:gridCol>
                <a:gridCol w="455676">
                  <a:extLst>
                    <a:ext uri="{9D8B030D-6E8A-4147-A177-3AD203B41FA5}">
                      <a16:colId xmlns:a16="http://schemas.microsoft.com/office/drawing/2014/main" val="2875737650"/>
                    </a:ext>
                  </a:extLst>
                </a:gridCol>
                <a:gridCol w="455676">
                  <a:extLst>
                    <a:ext uri="{9D8B030D-6E8A-4147-A177-3AD203B41FA5}">
                      <a16:colId xmlns:a16="http://schemas.microsoft.com/office/drawing/2014/main" val="2677827691"/>
                    </a:ext>
                  </a:extLst>
                </a:gridCol>
                <a:gridCol w="455676">
                  <a:extLst>
                    <a:ext uri="{9D8B030D-6E8A-4147-A177-3AD203B41FA5}">
                      <a16:colId xmlns:a16="http://schemas.microsoft.com/office/drawing/2014/main" val="2441000429"/>
                    </a:ext>
                  </a:extLst>
                </a:gridCol>
                <a:gridCol w="455676">
                  <a:extLst>
                    <a:ext uri="{9D8B030D-6E8A-4147-A177-3AD203B41FA5}">
                      <a16:colId xmlns:a16="http://schemas.microsoft.com/office/drawing/2014/main" val="1229051241"/>
                    </a:ext>
                  </a:extLst>
                </a:gridCol>
                <a:gridCol w="455676">
                  <a:extLst>
                    <a:ext uri="{9D8B030D-6E8A-4147-A177-3AD203B41FA5}">
                      <a16:colId xmlns:a16="http://schemas.microsoft.com/office/drawing/2014/main" val="1827395689"/>
                    </a:ext>
                  </a:extLst>
                </a:gridCol>
                <a:gridCol w="455676">
                  <a:extLst>
                    <a:ext uri="{9D8B030D-6E8A-4147-A177-3AD203B41FA5}">
                      <a16:colId xmlns:a16="http://schemas.microsoft.com/office/drawing/2014/main" val="1220040406"/>
                    </a:ext>
                  </a:extLst>
                </a:gridCol>
                <a:gridCol w="455676">
                  <a:extLst>
                    <a:ext uri="{9D8B030D-6E8A-4147-A177-3AD203B41FA5}">
                      <a16:colId xmlns:a16="http://schemas.microsoft.com/office/drawing/2014/main" val="4267595762"/>
                    </a:ext>
                  </a:extLst>
                </a:gridCol>
                <a:gridCol w="455676">
                  <a:extLst>
                    <a:ext uri="{9D8B030D-6E8A-4147-A177-3AD203B41FA5}">
                      <a16:colId xmlns:a16="http://schemas.microsoft.com/office/drawing/2014/main" val="1039504818"/>
                    </a:ext>
                  </a:extLst>
                </a:gridCol>
                <a:gridCol w="455676">
                  <a:extLst>
                    <a:ext uri="{9D8B030D-6E8A-4147-A177-3AD203B41FA5}">
                      <a16:colId xmlns:a16="http://schemas.microsoft.com/office/drawing/2014/main" val="3328107497"/>
                    </a:ext>
                  </a:extLst>
                </a:gridCol>
                <a:gridCol w="455676">
                  <a:extLst>
                    <a:ext uri="{9D8B030D-6E8A-4147-A177-3AD203B41FA5}">
                      <a16:colId xmlns:a16="http://schemas.microsoft.com/office/drawing/2014/main" val="4076855284"/>
                    </a:ext>
                  </a:extLst>
                </a:gridCol>
                <a:gridCol w="455676">
                  <a:extLst>
                    <a:ext uri="{9D8B030D-6E8A-4147-A177-3AD203B41FA5}">
                      <a16:colId xmlns:a16="http://schemas.microsoft.com/office/drawing/2014/main" val="1854445924"/>
                    </a:ext>
                  </a:extLst>
                </a:gridCol>
                <a:gridCol w="455676">
                  <a:extLst>
                    <a:ext uri="{9D8B030D-6E8A-4147-A177-3AD203B41FA5}">
                      <a16:colId xmlns:a16="http://schemas.microsoft.com/office/drawing/2014/main" val="1575012594"/>
                    </a:ext>
                  </a:extLst>
                </a:gridCol>
                <a:gridCol w="455676">
                  <a:extLst>
                    <a:ext uri="{9D8B030D-6E8A-4147-A177-3AD203B41FA5}">
                      <a16:colId xmlns:a16="http://schemas.microsoft.com/office/drawing/2014/main" val="389045705"/>
                    </a:ext>
                  </a:extLst>
                </a:gridCol>
                <a:gridCol w="455676">
                  <a:extLst>
                    <a:ext uri="{9D8B030D-6E8A-4147-A177-3AD203B41FA5}">
                      <a16:colId xmlns:a16="http://schemas.microsoft.com/office/drawing/2014/main" val="3254408253"/>
                    </a:ext>
                  </a:extLst>
                </a:gridCol>
                <a:gridCol w="455676">
                  <a:extLst>
                    <a:ext uri="{9D8B030D-6E8A-4147-A177-3AD203B41FA5}">
                      <a16:colId xmlns:a16="http://schemas.microsoft.com/office/drawing/2014/main" val="1639466125"/>
                    </a:ext>
                  </a:extLst>
                </a:gridCol>
                <a:gridCol w="455676">
                  <a:extLst>
                    <a:ext uri="{9D8B030D-6E8A-4147-A177-3AD203B41FA5}">
                      <a16:colId xmlns:a16="http://schemas.microsoft.com/office/drawing/2014/main" val="3570555910"/>
                    </a:ext>
                  </a:extLst>
                </a:gridCol>
                <a:gridCol w="455676">
                  <a:extLst>
                    <a:ext uri="{9D8B030D-6E8A-4147-A177-3AD203B41FA5}">
                      <a16:colId xmlns:a16="http://schemas.microsoft.com/office/drawing/2014/main" val="472093811"/>
                    </a:ext>
                  </a:extLst>
                </a:gridCol>
                <a:gridCol w="455676">
                  <a:extLst>
                    <a:ext uri="{9D8B030D-6E8A-4147-A177-3AD203B41FA5}">
                      <a16:colId xmlns:a16="http://schemas.microsoft.com/office/drawing/2014/main" val="367352948"/>
                    </a:ext>
                  </a:extLst>
                </a:gridCol>
              </a:tblGrid>
              <a:tr h="370840">
                <a:tc>
                  <a:txBody>
                    <a:bodyPr/>
                    <a:lstStyle/>
                    <a:p>
                      <a:pPr algn="ctr"/>
                      <a:r>
                        <a:rPr lang="en-US" altLang="zh-TW" dirty="0"/>
                        <a:t>0</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5</a:t>
                      </a:r>
                      <a:endParaRPr lang="zh-TW" altLang="en-US" dirty="0"/>
                    </a:p>
                  </a:txBody>
                  <a:tcPr/>
                </a:tc>
                <a:tc>
                  <a:txBody>
                    <a:bodyPr/>
                    <a:lstStyle/>
                    <a:p>
                      <a:pPr algn="ctr"/>
                      <a:r>
                        <a:rPr lang="en-US" altLang="zh-TW" dirty="0"/>
                        <a:t>6</a:t>
                      </a:r>
                      <a:endParaRPr lang="zh-TW" altLang="en-US" dirty="0"/>
                    </a:p>
                  </a:txBody>
                  <a:tcPr/>
                </a:tc>
                <a:tc>
                  <a:txBody>
                    <a:bodyPr/>
                    <a:lstStyle/>
                    <a:p>
                      <a:pPr algn="ctr"/>
                      <a:r>
                        <a:rPr lang="en-US" altLang="zh-TW" dirty="0"/>
                        <a:t>7</a:t>
                      </a:r>
                      <a:endParaRPr lang="zh-TW" altLang="en-US" dirty="0"/>
                    </a:p>
                  </a:txBody>
                  <a:tcPr/>
                </a:tc>
                <a:tc>
                  <a:txBody>
                    <a:bodyPr/>
                    <a:lstStyle/>
                    <a:p>
                      <a:pPr algn="ctr"/>
                      <a:r>
                        <a:rPr lang="en-US" altLang="zh-TW" dirty="0"/>
                        <a:t>8</a:t>
                      </a:r>
                      <a:endParaRPr lang="zh-TW" altLang="en-US" dirty="0"/>
                    </a:p>
                  </a:txBody>
                  <a:tcPr/>
                </a:tc>
                <a:tc>
                  <a:txBody>
                    <a:bodyPr/>
                    <a:lstStyle/>
                    <a:p>
                      <a:pPr algn="ctr"/>
                      <a:r>
                        <a:rPr lang="en-US" altLang="zh-TW" dirty="0"/>
                        <a:t>9</a:t>
                      </a:r>
                      <a:endParaRPr lang="zh-TW" altLang="en-US" dirty="0"/>
                    </a:p>
                  </a:txBody>
                  <a:tcPr/>
                </a:tc>
                <a:tc>
                  <a:txBody>
                    <a:bodyPr/>
                    <a:lstStyle/>
                    <a:p>
                      <a:pPr algn="ctr"/>
                      <a:r>
                        <a:rPr lang="en-US" altLang="zh-TW" dirty="0"/>
                        <a:t>10</a:t>
                      </a:r>
                      <a:endParaRPr lang="zh-TW" altLang="en-US" dirty="0"/>
                    </a:p>
                  </a:txBody>
                  <a:tcPr/>
                </a:tc>
                <a:tc>
                  <a:txBody>
                    <a:bodyPr/>
                    <a:lstStyle/>
                    <a:p>
                      <a:pPr algn="ctr"/>
                      <a:r>
                        <a:rPr lang="en-US" altLang="zh-TW" dirty="0"/>
                        <a:t>11</a:t>
                      </a:r>
                      <a:endParaRPr lang="zh-TW" altLang="en-US" dirty="0"/>
                    </a:p>
                  </a:txBody>
                  <a:tcPr/>
                </a:tc>
                <a:tc>
                  <a:txBody>
                    <a:bodyPr/>
                    <a:lstStyle/>
                    <a:p>
                      <a:pPr algn="ctr"/>
                      <a:r>
                        <a:rPr lang="en-US" altLang="zh-TW" dirty="0"/>
                        <a:t>12</a:t>
                      </a:r>
                      <a:endParaRPr lang="zh-TW" altLang="en-US" dirty="0"/>
                    </a:p>
                  </a:txBody>
                  <a:tcPr/>
                </a:tc>
                <a:tc>
                  <a:txBody>
                    <a:bodyPr/>
                    <a:lstStyle/>
                    <a:p>
                      <a:pPr algn="ctr"/>
                      <a:r>
                        <a:rPr lang="en-US" altLang="zh-TW" dirty="0"/>
                        <a:t>13</a:t>
                      </a:r>
                      <a:endParaRPr lang="zh-TW" altLang="en-US" dirty="0"/>
                    </a:p>
                  </a:txBody>
                  <a:tcPr/>
                </a:tc>
                <a:tc>
                  <a:txBody>
                    <a:bodyPr/>
                    <a:lstStyle/>
                    <a:p>
                      <a:pPr algn="ctr"/>
                      <a:r>
                        <a:rPr lang="en-US" altLang="zh-TW" dirty="0"/>
                        <a:t>14</a:t>
                      </a:r>
                      <a:endParaRPr lang="zh-TW" altLang="en-US" dirty="0"/>
                    </a:p>
                  </a:txBody>
                  <a:tcPr/>
                </a:tc>
                <a:tc>
                  <a:txBody>
                    <a:bodyPr/>
                    <a:lstStyle/>
                    <a:p>
                      <a:pPr algn="ctr"/>
                      <a:r>
                        <a:rPr lang="en-US" altLang="zh-TW" dirty="0"/>
                        <a:t>15</a:t>
                      </a:r>
                      <a:endParaRPr lang="zh-TW" altLang="en-US" dirty="0"/>
                    </a:p>
                  </a:txBody>
                  <a:tcPr/>
                </a:tc>
                <a:tc>
                  <a:txBody>
                    <a:bodyPr/>
                    <a:lstStyle/>
                    <a:p>
                      <a:pPr algn="ctr"/>
                      <a:r>
                        <a:rPr lang="en-US" altLang="zh-TW" dirty="0"/>
                        <a:t>16</a:t>
                      </a:r>
                      <a:endParaRPr lang="zh-TW" altLang="en-US" dirty="0"/>
                    </a:p>
                  </a:txBody>
                  <a:tcPr/>
                </a:tc>
                <a:tc>
                  <a:txBody>
                    <a:bodyPr/>
                    <a:lstStyle/>
                    <a:p>
                      <a:pPr algn="ctr"/>
                      <a:r>
                        <a:rPr lang="en-US" altLang="zh-TW" dirty="0"/>
                        <a:t>17</a:t>
                      </a:r>
                      <a:endParaRPr lang="zh-TW" altLang="en-US" dirty="0"/>
                    </a:p>
                  </a:txBody>
                  <a:tcPr/>
                </a:tc>
                <a:tc>
                  <a:txBody>
                    <a:bodyPr/>
                    <a:lstStyle/>
                    <a:p>
                      <a:pPr algn="ctr"/>
                      <a:r>
                        <a:rPr lang="en-US" altLang="zh-TW" dirty="0"/>
                        <a:t>18</a:t>
                      </a:r>
                      <a:endParaRPr lang="zh-TW" altLang="en-US" dirty="0"/>
                    </a:p>
                  </a:txBody>
                  <a:tcPr/>
                </a:tc>
                <a:tc>
                  <a:txBody>
                    <a:bodyPr/>
                    <a:lstStyle/>
                    <a:p>
                      <a:pPr algn="ctr"/>
                      <a:r>
                        <a:rPr lang="en-US" altLang="zh-TW" dirty="0"/>
                        <a:t>19</a:t>
                      </a:r>
                      <a:endParaRPr lang="zh-TW" altLang="en-US" dirty="0"/>
                    </a:p>
                  </a:txBody>
                  <a:tcPr/>
                </a:tc>
                <a:extLst>
                  <a:ext uri="{0D108BD9-81ED-4DB2-BD59-A6C34878D82A}">
                    <a16:rowId xmlns:a16="http://schemas.microsoft.com/office/drawing/2014/main" val="379876605"/>
                  </a:ext>
                </a:extLst>
              </a:tr>
              <a:tr h="370840">
                <a:tc>
                  <a:txBody>
                    <a:bodyPr/>
                    <a:lstStyle/>
                    <a:p>
                      <a:pPr algn="ctr"/>
                      <a:r>
                        <a:rPr lang="en-US" altLang="zh-TW" dirty="0">
                          <a:solidFill>
                            <a:srgbClr val="C00000"/>
                          </a:solidFill>
                        </a:rPr>
                        <a:t>15</a:t>
                      </a:r>
                      <a:endParaRPr lang="zh-TW" altLang="en-US" dirty="0">
                        <a:solidFill>
                          <a:srgbClr val="C00000"/>
                        </a:solidFill>
                      </a:endParaRPr>
                    </a:p>
                  </a:txBody>
                  <a:tcPr/>
                </a:tc>
                <a:tc>
                  <a:txBody>
                    <a:bodyPr/>
                    <a:lstStyle/>
                    <a:p>
                      <a:pPr algn="ctr"/>
                      <a:r>
                        <a:rPr lang="en-US" altLang="zh-TW" dirty="0"/>
                        <a:t>10</a:t>
                      </a:r>
                      <a:endParaRPr lang="zh-TW" altLang="en-US" dirty="0"/>
                    </a:p>
                  </a:txBody>
                  <a:tcPr/>
                </a:tc>
                <a:tc>
                  <a:txBody>
                    <a:bodyPr/>
                    <a:lstStyle/>
                    <a:p>
                      <a:pPr algn="ctr"/>
                      <a:r>
                        <a:rPr lang="en-US" altLang="zh-TW" dirty="0"/>
                        <a:t>19</a:t>
                      </a:r>
                      <a:endParaRPr lang="zh-TW" altLang="en-US" dirty="0"/>
                    </a:p>
                  </a:txBody>
                  <a:tcPr/>
                </a:tc>
                <a:tc>
                  <a:txBody>
                    <a:bodyPr/>
                    <a:lstStyle/>
                    <a:p>
                      <a:pPr algn="ctr"/>
                      <a:r>
                        <a:rPr lang="en-US" altLang="zh-TW" dirty="0"/>
                        <a:t>49</a:t>
                      </a:r>
                      <a:endParaRPr lang="zh-TW" altLang="en-US" dirty="0"/>
                    </a:p>
                  </a:txBody>
                  <a:tcPr/>
                </a:tc>
                <a:tc>
                  <a:txBody>
                    <a:bodyPr/>
                    <a:lstStyle/>
                    <a:p>
                      <a:pPr algn="ctr"/>
                      <a:r>
                        <a:rPr lang="en-US" altLang="zh-TW" dirty="0"/>
                        <a:t>13</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7</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10</a:t>
                      </a:r>
                      <a:endParaRPr lang="zh-TW" altLang="en-US" dirty="0"/>
                    </a:p>
                  </a:txBody>
                  <a:tcPr/>
                </a:tc>
                <a:tc>
                  <a:txBody>
                    <a:bodyPr/>
                    <a:lstStyle/>
                    <a:p>
                      <a:pPr algn="ctr"/>
                      <a:r>
                        <a:rPr lang="en-US" altLang="zh-TW" dirty="0"/>
                        <a:t>20</a:t>
                      </a:r>
                      <a:endParaRPr lang="zh-TW" altLang="en-US" dirty="0"/>
                    </a:p>
                  </a:txBody>
                  <a:tcPr/>
                </a:tc>
                <a:tc>
                  <a:txBody>
                    <a:bodyPr/>
                    <a:lstStyle/>
                    <a:p>
                      <a:pPr algn="ctr"/>
                      <a:r>
                        <a:rPr lang="en-US" altLang="zh-TW" dirty="0"/>
                        <a:t>17</a:t>
                      </a:r>
                      <a:endParaRPr lang="zh-TW" altLang="en-US" dirty="0"/>
                    </a:p>
                  </a:txBody>
                  <a:tcPr/>
                </a:tc>
                <a:tc>
                  <a:txBody>
                    <a:bodyPr/>
                    <a:lstStyle/>
                    <a:p>
                      <a:pPr algn="ctr"/>
                      <a:r>
                        <a:rPr lang="en-US" altLang="zh-TW" dirty="0"/>
                        <a:t>15</a:t>
                      </a:r>
                      <a:endParaRPr lang="zh-TW" altLang="en-US" dirty="0"/>
                    </a:p>
                  </a:txBody>
                  <a:tcPr/>
                </a:tc>
                <a:tc>
                  <a:txBody>
                    <a:bodyPr/>
                    <a:lstStyle/>
                    <a:p>
                      <a:pPr algn="ctr"/>
                      <a:r>
                        <a:rPr lang="en-US" altLang="zh-TW" dirty="0"/>
                        <a:t>46</a:t>
                      </a:r>
                      <a:endParaRPr lang="zh-TW" altLang="en-US" dirty="0"/>
                    </a:p>
                  </a:txBody>
                  <a:tcPr/>
                </a:tc>
                <a:tc>
                  <a:txBody>
                    <a:bodyPr/>
                    <a:lstStyle/>
                    <a:p>
                      <a:pPr algn="ctr"/>
                      <a:r>
                        <a:rPr lang="en-US" altLang="zh-TW" dirty="0"/>
                        <a:t>16</a:t>
                      </a:r>
                      <a:endParaRPr lang="zh-TW" altLang="en-US" dirty="0"/>
                    </a:p>
                  </a:txBody>
                  <a:tcPr/>
                </a:tc>
                <a:tc>
                  <a:txBody>
                    <a:bodyPr/>
                    <a:lstStyle/>
                    <a:p>
                      <a:pPr algn="ctr"/>
                      <a:r>
                        <a:rPr lang="en-US" altLang="zh-TW" dirty="0"/>
                        <a:t>53</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5</a:t>
                      </a:r>
                      <a:endParaRPr lang="zh-TW" altLang="en-US" dirty="0"/>
                    </a:p>
                  </a:txBody>
                  <a:tcPr/>
                </a:tc>
                <a:tc>
                  <a:txBody>
                    <a:bodyPr/>
                    <a:lstStyle/>
                    <a:p>
                      <a:pPr algn="ctr"/>
                      <a:r>
                        <a:rPr lang="en-US" altLang="zh-TW" dirty="0"/>
                        <a:t>9</a:t>
                      </a:r>
                      <a:endParaRPr lang="zh-TW" altLang="en-US" dirty="0"/>
                    </a:p>
                  </a:txBody>
                  <a:tcPr/>
                </a:tc>
                <a:extLst>
                  <a:ext uri="{0D108BD9-81ED-4DB2-BD59-A6C34878D82A}">
                    <a16:rowId xmlns:a16="http://schemas.microsoft.com/office/drawing/2014/main" val="1774951801"/>
                  </a:ext>
                </a:extLst>
              </a:tr>
            </a:tbl>
          </a:graphicData>
        </a:graphic>
      </p:graphicFrame>
      <p:sp>
        <p:nvSpPr>
          <p:cNvPr id="8" name="文字方塊 7"/>
          <p:cNvSpPr txBox="1"/>
          <p:nvPr/>
        </p:nvSpPr>
        <p:spPr>
          <a:xfrm>
            <a:off x="5039360" y="1368246"/>
            <a:ext cx="1798320" cy="461665"/>
          </a:xfrm>
          <a:prstGeom prst="rect">
            <a:avLst/>
          </a:prstGeom>
          <a:noFill/>
        </p:spPr>
        <p:txBody>
          <a:bodyPr wrap="square" rtlCol="0">
            <a:spAutoFit/>
          </a:bodyPr>
          <a:lstStyle/>
          <a:p>
            <a:pPr algn="ctr"/>
            <a:r>
              <a:rPr lang="en-US" altLang="zh-TW" sz="2400" dirty="0">
                <a:latin typeface="Times New Roman" panose="02020603050405020304" pitchFamily="18" charset="0"/>
                <a:cs typeface="Times New Roman" panose="02020603050405020304" pitchFamily="18" charset="0"/>
              </a:rPr>
              <a:t>Input</a:t>
            </a:r>
            <a:endParaRPr lang="zh-TW" altLang="en-US" sz="2400" dirty="0">
              <a:latin typeface="Times New Roman" panose="02020603050405020304" pitchFamily="18" charset="0"/>
              <a:cs typeface="Times New Roman" panose="02020603050405020304" pitchFamily="18" charset="0"/>
            </a:endParaRPr>
          </a:p>
        </p:txBody>
      </p:sp>
      <p:graphicFrame>
        <p:nvGraphicFramePr>
          <p:cNvPr id="9" name="表格 8"/>
          <p:cNvGraphicFramePr>
            <a:graphicFrameLocks noGrp="1"/>
          </p:cNvGraphicFramePr>
          <p:nvPr>
            <p:extLst>
              <p:ext uri="{D42A27DB-BD31-4B8C-83A1-F6EECF244321}">
                <p14:modId xmlns:p14="http://schemas.microsoft.com/office/powerpoint/2010/main" val="1634882529"/>
              </p:ext>
            </p:extLst>
          </p:nvPr>
        </p:nvGraphicFramePr>
        <p:xfrm>
          <a:off x="1539240" y="5461139"/>
          <a:ext cx="9113520" cy="741680"/>
        </p:xfrm>
        <a:graphic>
          <a:graphicData uri="http://schemas.openxmlformats.org/drawingml/2006/table">
            <a:tbl>
              <a:tblPr>
                <a:tableStyleId>{073A0DAA-6AF3-43AB-8588-CEC1D06C72B9}</a:tableStyleId>
              </a:tblPr>
              <a:tblGrid>
                <a:gridCol w="455676">
                  <a:extLst>
                    <a:ext uri="{9D8B030D-6E8A-4147-A177-3AD203B41FA5}">
                      <a16:colId xmlns:a16="http://schemas.microsoft.com/office/drawing/2014/main" val="4051507761"/>
                    </a:ext>
                  </a:extLst>
                </a:gridCol>
                <a:gridCol w="455676">
                  <a:extLst>
                    <a:ext uri="{9D8B030D-6E8A-4147-A177-3AD203B41FA5}">
                      <a16:colId xmlns:a16="http://schemas.microsoft.com/office/drawing/2014/main" val="2972139511"/>
                    </a:ext>
                  </a:extLst>
                </a:gridCol>
                <a:gridCol w="455676">
                  <a:extLst>
                    <a:ext uri="{9D8B030D-6E8A-4147-A177-3AD203B41FA5}">
                      <a16:colId xmlns:a16="http://schemas.microsoft.com/office/drawing/2014/main" val="2875737650"/>
                    </a:ext>
                  </a:extLst>
                </a:gridCol>
                <a:gridCol w="455676">
                  <a:extLst>
                    <a:ext uri="{9D8B030D-6E8A-4147-A177-3AD203B41FA5}">
                      <a16:colId xmlns:a16="http://schemas.microsoft.com/office/drawing/2014/main" val="2677827691"/>
                    </a:ext>
                  </a:extLst>
                </a:gridCol>
                <a:gridCol w="455676">
                  <a:extLst>
                    <a:ext uri="{9D8B030D-6E8A-4147-A177-3AD203B41FA5}">
                      <a16:colId xmlns:a16="http://schemas.microsoft.com/office/drawing/2014/main" val="2441000429"/>
                    </a:ext>
                  </a:extLst>
                </a:gridCol>
                <a:gridCol w="455676">
                  <a:extLst>
                    <a:ext uri="{9D8B030D-6E8A-4147-A177-3AD203B41FA5}">
                      <a16:colId xmlns:a16="http://schemas.microsoft.com/office/drawing/2014/main" val="1229051241"/>
                    </a:ext>
                  </a:extLst>
                </a:gridCol>
                <a:gridCol w="455676">
                  <a:extLst>
                    <a:ext uri="{9D8B030D-6E8A-4147-A177-3AD203B41FA5}">
                      <a16:colId xmlns:a16="http://schemas.microsoft.com/office/drawing/2014/main" val="1827395689"/>
                    </a:ext>
                  </a:extLst>
                </a:gridCol>
                <a:gridCol w="455676">
                  <a:extLst>
                    <a:ext uri="{9D8B030D-6E8A-4147-A177-3AD203B41FA5}">
                      <a16:colId xmlns:a16="http://schemas.microsoft.com/office/drawing/2014/main" val="1220040406"/>
                    </a:ext>
                  </a:extLst>
                </a:gridCol>
                <a:gridCol w="455676">
                  <a:extLst>
                    <a:ext uri="{9D8B030D-6E8A-4147-A177-3AD203B41FA5}">
                      <a16:colId xmlns:a16="http://schemas.microsoft.com/office/drawing/2014/main" val="4267595762"/>
                    </a:ext>
                  </a:extLst>
                </a:gridCol>
                <a:gridCol w="455676">
                  <a:extLst>
                    <a:ext uri="{9D8B030D-6E8A-4147-A177-3AD203B41FA5}">
                      <a16:colId xmlns:a16="http://schemas.microsoft.com/office/drawing/2014/main" val="1039504818"/>
                    </a:ext>
                  </a:extLst>
                </a:gridCol>
                <a:gridCol w="455676">
                  <a:extLst>
                    <a:ext uri="{9D8B030D-6E8A-4147-A177-3AD203B41FA5}">
                      <a16:colId xmlns:a16="http://schemas.microsoft.com/office/drawing/2014/main" val="3328107497"/>
                    </a:ext>
                  </a:extLst>
                </a:gridCol>
                <a:gridCol w="455676">
                  <a:extLst>
                    <a:ext uri="{9D8B030D-6E8A-4147-A177-3AD203B41FA5}">
                      <a16:colId xmlns:a16="http://schemas.microsoft.com/office/drawing/2014/main" val="4076855284"/>
                    </a:ext>
                  </a:extLst>
                </a:gridCol>
                <a:gridCol w="455676">
                  <a:extLst>
                    <a:ext uri="{9D8B030D-6E8A-4147-A177-3AD203B41FA5}">
                      <a16:colId xmlns:a16="http://schemas.microsoft.com/office/drawing/2014/main" val="1854445924"/>
                    </a:ext>
                  </a:extLst>
                </a:gridCol>
                <a:gridCol w="455676">
                  <a:extLst>
                    <a:ext uri="{9D8B030D-6E8A-4147-A177-3AD203B41FA5}">
                      <a16:colId xmlns:a16="http://schemas.microsoft.com/office/drawing/2014/main" val="1575012594"/>
                    </a:ext>
                  </a:extLst>
                </a:gridCol>
                <a:gridCol w="455676">
                  <a:extLst>
                    <a:ext uri="{9D8B030D-6E8A-4147-A177-3AD203B41FA5}">
                      <a16:colId xmlns:a16="http://schemas.microsoft.com/office/drawing/2014/main" val="389045705"/>
                    </a:ext>
                  </a:extLst>
                </a:gridCol>
                <a:gridCol w="455676">
                  <a:extLst>
                    <a:ext uri="{9D8B030D-6E8A-4147-A177-3AD203B41FA5}">
                      <a16:colId xmlns:a16="http://schemas.microsoft.com/office/drawing/2014/main" val="3254408253"/>
                    </a:ext>
                  </a:extLst>
                </a:gridCol>
                <a:gridCol w="455676">
                  <a:extLst>
                    <a:ext uri="{9D8B030D-6E8A-4147-A177-3AD203B41FA5}">
                      <a16:colId xmlns:a16="http://schemas.microsoft.com/office/drawing/2014/main" val="1639466125"/>
                    </a:ext>
                  </a:extLst>
                </a:gridCol>
                <a:gridCol w="455676">
                  <a:extLst>
                    <a:ext uri="{9D8B030D-6E8A-4147-A177-3AD203B41FA5}">
                      <a16:colId xmlns:a16="http://schemas.microsoft.com/office/drawing/2014/main" val="3570555910"/>
                    </a:ext>
                  </a:extLst>
                </a:gridCol>
                <a:gridCol w="455676">
                  <a:extLst>
                    <a:ext uri="{9D8B030D-6E8A-4147-A177-3AD203B41FA5}">
                      <a16:colId xmlns:a16="http://schemas.microsoft.com/office/drawing/2014/main" val="472093811"/>
                    </a:ext>
                  </a:extLst>
                </a:gridCol>
                <a:gridCol w="455676">
                  <a:extLst>
                    <a:ext uri="{9D8B030D-6E8A-4147-A177-3AD203B41FA5}">
                      <a16:colId xmlns:a16="http://schemas.microsoft.com/office/drawing/2014/main" val="367352948"/>
                    </a:ext>
                  </a:extLst>
                </a:gridCol>
              </a:tblGrid>
              <a:tr h="370840">
                <a:tc>
                  <a:txBody>
                    <a:bodyPr/>
                    <a:lstStyle/>
                    <a:p>
                      <a:pPr algn="ctr"/>
                      <a:r>
                        <a:rPr lang="en-US" altLang="zh-TW" dirty="0"/>
                        <a:t>0</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5</a:t>
                      </a:r>
                      <a:endParaRPr lang="zh-TW" altLang="en-US" dirty="0"/>
                    </a:p>
                  </a:txBody>
                  <a:tcPr/>
                </a:tc>
                <a:tc>
                  <a:txBody>
                    <a:bodyPr/>
                    <a:lstStyle/>
                    <a:p>
                      <a:pPr algn="ctr"/>
                      <a:r>
                        <a:rPr lang="en-US" altLang="zh-TW" dirty="0"/>
                        <a:t>6</a:t>
                      </a:r>
                      <a:endParaRPr lang="zh-TW" altLang="en-US" dirty="0"/>
                    </a:p>
                  </a:txBody>
                  <a:tcPr/>
                </a:tc>
                <a:tc>
                  <a:txBody>
                    <a:bodyPr/>
                    <a:lstStyle/>
                    <a:p>
                      <a:pPr algn="ctr"/>
                      <a:r>
                        <a:rPr lang="en-US" altLang="zh-TW" dirty="0"/>
                        <a:t>7</a:t>
                      </a:r>
                      <a:endParaRPr lang="zh-TW" altLang="en-US" dirty="0"/>
                    </a:p>
                  </a:txBody>
                  <a:tcPr/>
                </a:tc>
                <a:tc>
                  <a:txBody>
                    <a:bodyPr/>
                    <a:lstStyle/>
                    <a:p>
                      <a:pPr algn="ctr"/>
                      <a:r>
                        <a:rPr lang="en-US" altLang="zh-TW" dirty="0"/>
                        <a:t>8</a:t>
                      </a:r>
                      <a:endParaRPr lang="zh-TW" altLang="en-US" dirty="0"/>
                    </a:p>
                  </a:txBody>
                  <a:tcPr/>
                </a:tc>
                <a:tc>
                  <a:txBody>
                    <a:bodyPr/>
                    <a:lstStyle/>
                    <a:p>
                      <a:pPr algn="ctr"/>
                      <a:r>
                        <a:rPr lang="en-US" altLang="zh-TW" dirty="0"/>
                        <a:t>9</a:t>
                      </a:r>
                      <a:endParaRPr lang="zh-TW" altLang="en-US" dirty="0"/>
                    </a:p>
                  </a:txBody>
                  <a:tcPr/>
                </a:tc>
                <a:tc>
                  <a:txBody>
                    <a:bodyPr/>
                    <a:lstStyle/>
                    <a:p>
                      <a:pPr algn="ctr"/>
                      <a:r>
                        <a:rPr lang="en-US" altLang="zh-TW" dirty="0"/>
                        <a:t>10</a:t>
                      </a:r>
                      <a:endParaRPr lang="zh-TW" altLang="en-US" dirty="0"/>
                    </a:p>
                  </a:txBody>
                  <a:tcPr/>
                </a:tc>
                <a:tc>
                  <a:txBody>
                    <a:bodyPr/>
                    <a:lstStyle/>
                    <a:p>
                      <a:pPr algn="ctr"/>
                      <a:r>
                        <a:rPr lang="en-US" altLang="zh-TW" dirty="0"/>
                        <a:t>11</a:t>
                      </a:r>
                      <a:endParaRPr lang="zh-TW" altLang="en-US" dirty="0"/>
                    </a:p>
                  </a:txBody>
                  <a:tcPr/>
                </a:tc>
                <a:tc>
                  <a:txBody>
                    <a:bodyPr/>
                    <a:lstStyle/>
                    <a:p>
                      <a:pPr algn="ctr"/>
                      <a:r>
                        <a:rPr lang="en-US" altLang="zh-TW" dirty="0"/>
                        <a:t>12</a:t>
                      </a:r>
                      <a:endParaRPr lang="zh-TW" altLang="en-US" dirty="0"/>
                    </a:p>
                  </a:txBody>
                  <a:tcPr/>
                </a:tc>
                <a:tc>
                  <a:txBody>
                    <a:bodyPr/>
                    <a:lstStyle/>
                    <a:p>
                      <a:pPr algn="ctr"/>
                      <a:r>
                        <a:rPr lang="en-US" altLang="zh-TW" dirty="0"/>
                        <a:t>13</a:t>
                      </a:r>
                      <a:endParaRPr lang="zh-TW" altLang="en-US" dirty="0"/>
                    </a:p>
                  </a:txBody>
                  <a:tcPr/>
                </a:tc>
                <a:tc>
                  <a:txBody>
                    <a:bodyPr/>
                    <a:lstStyle/>
                    <a:p>
                      <a:pPr algn="ctr"/>
                      <a:r>
                        <a:rPr lang="en-US" altLang="zh-TW" dirty="0"/>
                        <a:t>14</a:t>
                      </a:r>
                      <a:endParaRPr lang="zh-TW" altLang="en-US" dirty="0"/>
                    </a:p>
                  </a:txBody>
                  <a:tcPr/>
                </a:tc>
                <a:tc>
                  <a:txBody>
                    <a:bodyPr/>
                    <a:lstStyle/>
                    <a:p>
                      <a:pPr algn="ctr"/>
                      <a:r>
                        <a:rPr lang="en-US" altLang="zh-TW" dirty="0"/>
                        <a:t>15</a:t>
                      </a:r>
                      <a:endParaRPr lang="zh-TW" altLang="en-US" dirty="0"/>
                    </a:p>
                  </a:txBody>
                  <a:tcPr/>
                </a:tc>
                <a:tc>
                  <a:txBody>
                    <a:bodyPr/>
                    <a:lstStyle/>
                    <a:p>
                      <a:pPr algn="ctr"/>
                      <a:r>
                        <a:rPr lang="en-US" altLang="zh-TW" dirty="0"/>
                        <a:t>16</a:t>
                      </a:r>
                      <a:endParaRPr lang="zh-TW" altLang="en-US" dirty="0"/>
                    </a:p>
                  </a:txBody>
                  <a:tcPr/>
                </a:tc>
                <a:tc>
                  <a:txBody>
                    <a:bodyPr/>
                    <a:lstStyle/>
                    <a:p>
                      <a:pPr algn="ctr"/>
                      <a:r>
                        <a:rPr lang="en-US" altLang="zh-TW" dirty="0"/>
                        <a:t>17</a:t>
                      </a:r>
                      <a:endParaRPr lang="zh-TW" altLang="en-US" dirty="0"/>
                    </a:p>
                  </a:txBody>
                  <a:tcPr/>
                </a:tc>
                <a:tc>
                  <a:txBody>
                    <a:bodyPr/>
                    <a:lstStyle/>
                    <a:p>
                      <a:pPr algn="ctr"/>
                      <a:r>
                        <a:rPr lang="en-US" altLang="zh-TW" dirty="0"/>
                        <a:t>18</a:t>
                      </a:r>
                      <a:endParaRPr lang="zh-TW" altLang="en-US" dirty="0"/>
                    </a:p>
                  </a:txBody>
                  <a:tcPr/>
                </a:tc>
                <a:tc>
                  <a:txBody>
                    <a:bodyPr/>
                    <a:lstStyle/>
                    <a:p>
                      <a:pPr algn="ctr"/>
                      <a:r>
                        <a:rPr lang="en-US" altLang="zh-TW" dirty="0"/>
                        <a:t>19</a:t>
                      </a:r>
                      <a:endParaRPr lang="zh-TW" altLang="en-US" dirty="0"/>
                    </a:p>
                  </a:txBody>
                  <a:tcPr/>
                </a:tc>
                <a:extLst>
                  <a:ext uri="{0D108BD9-81ED-4DB2-BD59-A6C34878D82A}">
                    <a16:rowId xmlns:a16="http://schemas.microsoft.com/office/drawing/2014/main" val="379876605"/>
                  </a:ext>
                </a:extLst>
              </a:tr>
              <a:tr h="370840">
                <a:tc>
                  <a:txBody>
                    <a:bodyPr/>
                    <a:lstStyle/>
                    <a:p>
                      <a:pPr algn="ctr"/>
                      <a:r>
                        <a:rPr lang="en-US" altLang="zh-TW" baseline="0" dirty="0">
                          <a:solidFill>
                            <a:srgbClr val="C00000"/>
                          </a:solidFill>
                        </a:rPr>
                        <a:t> </a:t>
                      </a:r>
                      <a:endParaRPr lang="zh-TW" altLang="en-US" dirty="0">
                        <a:solidFill>
                          <a:srgbClr val="C00000"/>
                        </a:solidFill>
                      </a:endParaRPr>
                    </a:p>
                  </a:txBody>
                  <a:tcPr/>
                </a:tc>
                <a:tc>
                  <a:txBody>
                    <a:bodyPr/>
                    <a:lstStyle/>
                    <a:p>
                      <a:pPr algn="ctr"/>
                      <a:r>
                        <a:rPr lang="en-US" altLang="zh-TW" dirty="0"/>
                        <a:t> </a:t>
                      </a:r>
                      <a:endParaRPr lang="zh-TW" altLang="en-US" dirty="0"/>
                    </a:p>
                  </a:txBody>
                  <a:tcPr/>
                </a:tc>
                <a:tc>
                  <a:txBody>
                    <a:bodyPr/>
                    <a:lstStyle/>
                    <a:p>
                      <a:pPr algn="ctr"/>
                      <a:r>
                        <a:rPr lang="en-US" altLang="zh-TW" dirty="0"/>
                        <a:t> </a:t>
                      </a:r>
                      <a:endParaRPr lang="zh-TW" altLang="en-US" dirty="0"/>
                    </a:p>
                  </a:txBody>
                  <a:tcPr/>
                </a:tc>
                <a:tc>
                  <a:txBody>
                    <a:bodyPr/>
                    <a:lstStyle/>
                    <a:p>
                      <a:pPr algn="ctr"/>
                      <a:r>
                        <a:rPr lang="en-US" altLang="zh-TW" dirty="0"/>
                        <a:t> </a:t>
                      </a:r>
                      <a:endParaRPr lang="zh-TW" altLang="en-US" dirty="0"/>
                    </a:p>
                  </a:txBody>
                  <a:tcPr/>
                </a:tc>
                <a:tc>
                  <a:txBody>
                    <a:bodyPr/>
                    <a:lstStyle/>
                    <a:p>
                      <a:pPr algn="ctr"/>
                      <a:r>
                        <a:rPr lang="en-US" altLang="zh-TW" dirty="0"/>
                        <a:t> </a:t>
                      </a:r>
                      <a:endParaRPr lang="zh-TW" altLang="en-US" dirty="0"/>
                    </a:p>
                  </a:txBody>
                  <a:tcPr/>
                </a:tc>
                <a:tc>
                  <a:txBody>
                    <a:bodyPr/>
                    <a:lstStyle/>
                    <a:p>
                      <a:pPr algn="ctr"/>
                      <a:r>
                        <a:rPr lang="en-US" altLang="zh-TW" dirty="0"/>
                        <a:t> </a:t>
                      </a:r>
                      <a:endParaRPr lang="zh-TW" altLang="en-US" dirty="0"/>
                    </a:p>
                  </a:txBody>
                  <a:tcPr/>
                </a:tc>
                <a:tc>
                  <a:txBody>
                    <a:bodyPr/>
                    <a:lstStyle/>
                    <a:p>
                      <a:pPr algn="ctr"/>
                      <a:r>
                        <a:rPr lang="en-US" altLang="zh-TW" dirty="0"/>
                        <a:t> </a:t>
                      </a:r>
                      <a:endParaRPr lang="zh-TW" altLang="en-US" dirty="0"/>
                    </a:p>
                  </a:txBody>
                  <a:tcPr/>
                </a:tc>
                <a:tc>
                  <a:txBody>
                    <a:bodyPr/>
                    <a:lstStyle/>
                    <a:p>
                      <a:pPr algn="ctr"/>
                      <a:r>
                        <a:rPr lang="en-US" altLang="zh-TW" dirty="0"/>
                        <a:t>15 </a:t>
                      </a:r>
                      <a:endParaRPr lang="zh-TW" altLang="en-US" dirty="0"/>
                    </a:p>
                  </a:txBody>
                  <a:tcPr/>
                </a:tc>
                <a:tc>
                  <a:txBody>
                    <a:bodyPr/>
                    <a:lstStyle/>
                    <a:p>
                      <a:pPr algn="ctr"/>
                      <a:r>
                        <a:rPr lang="en-US" altLang="zh-TW" dirty="0"/>
                        <a:t> </a:t>
                      </a:r>
                      <a:endParaRPr lang="zh-TW" altLang="en-US" dirty="0"/>
                    </a:p>
                  </a:txBody>
                  <a:tcPr/>
                </a:tc>
                <a:tc>
                  <a:txBody>
                    <a:bodyPr/>
                    <a:lstStyle/>
                    <a:p>
                      <a:pPr algn="ctr"/>
                      <a:r>
                        <a:rPr lang="en-US" altLang="zh-TW" dirty="0"/>
                        <a:t> </a:t>
                      </a:r>
                      <a:endParaRPr lang="zh-TW" altLang="en-US" dirty="0"/>
                    </a:p>
                  </a:txBody>
                  <a:tcPr/>
                </a:tc>
                <a:tc>
                  <a:txBody>
                    <a:bodyPr/>
                    <a:lstStyle/>
                    <a:p>
                      <a:pPr algn="ctr"/>
                      <a:r>
                        <a:rPr lang="en-US" altLang="zh-TW" dirty="0"/>
                        <a:t> </a:t>
                      </a:r>
                      <a:endParaRPr lang="zh-TW" altLang="en-US" dirty="0"/>
                    </a:p>
                  </a:txBody>
                  <a:tcPr/>
                </a:tc>
                <a:tc>
                  <a:txBody>
                    <a:bodyPr/>
                    <a:lstStyle/>
                    <a:p>
                      <a:pPr algn="ctr"/>
                      <a:r>
                        <a:rPr lang="en-US" altLang="zh-TW" dirty="0"/>
                        <a:t> </a:t>
                      </a:r>
                      <a:endParaRPr lang="zh-TW" altLang="en-US" dirty="0"/>
                    </a:p>
                  </a:txBody>
                  <a:tcPr/>
                </a:tc>
                <a:tc>
                  <a:txBody>
                    <a:bodyPr/>
                    <a:lstStyle/>
                    <a:p>
                      <a:pPr algn="ctr"/>
                      <a:r>
                        <a:rPr lang="en-US" altLang="zh-TW" dirty="0"/>
                        <a:t> </a:t>
                      </a:r>
                      <a:endParaRPr lang="zh-TW" altLang="en-US" dirty="0"/>
                    </a:p>
                  </a:txBody>
                  <a:tcPr/>
                </a:tc>
                <a:tc>
                  <a:txBody>
                    <a:bodyPr/>
                    <a:lstStyle/>
                    <a:p>
                      <a:pPr algn="ctr"/>
                      <a:r>
                        <a:rPr lang="en-US" altLang="zh-TW" dirty="0"/>
                        <a:t> </a:t>
                      </a:r>
                      <a:endParaRPr lang="zh-TW" altLang="en-US" dirty="0"/>
                    </a:p>
                  </a:txBody>
                  <a:tcPr/>
                </a:tc>
                <a:tc>
                  <a:txBody>
                    <a:bodyPr/>
                    <a:lstStyle/>
                    <a:p>
                      <a:pPr algn="ctr"/>
                      <a:endParaRPr lang="zh-TW" altLang="en-US" dirty="0"/>
                    </a:p>
                  </a:txBody>
                  <a:tcPr/>
                </a:tc>
                <a:tc>
                  <a:txBody>
                    <a:bodyPr/>
                    <a:lstStyle/>
                    <a:p>
                      <a:pPr algn="ctr"/>
                      <a:r>
                        <a:rPr lang="en-US" altLang="zh-TW" dirty="0"/>
                        <a:t> </a:t>
                      </a:r>
                      <a:endParaRPr lang="zh-TW" altLang="en-US" dirty="0"/>
                    </a:p>
                  </a:txBody>
                  <a:tcPr/>
                </a:tc>
                <a:tc>
                  <a:txBody>
                    <a:bodyPr/>
                    <a:lstStyle/>
                    <a:p>
                      <a:pPr algn="ctr"/>
                      <a:r>
                        <a:rPr lang="en-US" altLang="zh-TW" dirty="0"/>
                        <a:t> </a:t>
                      </a:r>
                      <a:endParaRPr lang="zh-TW" altLang="en-US" dirty="0"/>
                    </a:p>
                  </a:txBody>
                  <a:tcPr/>
                </a:tc>
                <a:tc>
                  <a:txBody>
                    <a:bodyPr/>
                    <a:lstStyle/>
                    <a:p>
                      <a:pPr algn="ctr"/>
                      <a:r>
                        <a:rPr lang="en-US" altLang="zh-TW" dirty="0"/>
                        <a:t>  </a:t>
                      </a:r>
                      <a:endParaRPr lang="zh-TW" altLang="en-US" dirty="0"/>
                    </a:p>
                  </a:txBody>
                  <a:tcPr/>
                </a:tc>
                <a:tc>
                  <a:txBody>
                    <a:bodyPr/>
                    <a:lstStyle/>
                    <a:p>
                      <a:pPr algn="ctr"/>
                      <a:endParaRPr lang="zh-TW" altLang="en-US" dirty="0"/>
                    </a:p>
                  </a:txBody>
                  <a:tcPr/>
                </a:tc>
                <a:tc>
                  <a:txBody>
                    <a:bodyPr/>
                    <a:lstStyle/>
                    <a:p>
                      <a:pPr algn="ctr"/>
                      <a:r>
                        <a:rPr lang="en-US" altLang="zh-TW" dirty="0"/>
                        <a:t> </a:t>
                      </a:r>
                      <a:endParaRPr lang="zh-TW" altLang="en-US" dirty="0"/>
                    </a:p>
                  </a:txBody>
                  <a:tcPr/>
                </a:tc>
                <a:extLst>
                  <a:ext uri="{0D108BD9-81ED-4DB2-BD59-A6C34878D82A}">
                    <a16:rowId xmlns:a16="http://schemas.microsoft.com/office/drawing/2014/main" val="1774951801"/>
                  </a:ext>
                </a:extLst>
              </a:tr>
            </a:tbl>
          </a:graphicData>
        </a:graphic>
      </p:graphicFrame>
      <p:sp>
        <p:nvSpPr>
          <p:cNvPr id="10" name="文字方塊 9"/>
          <p:cNvSpPr txBox="1"/>
          <p:nvPr/>
        </p:nvSpPr>
        <p:spPr>
          <a:xfrm>
            <a:off x="5039360" y="4999474"/>
            <a:ext cx="2042160" cy="461665"/>
          </a:xfrm>
          <a:prstGeom prst="rect">
            <a:avLst/>
          </a:prstGeom>
          <a:noFill/>
        </p:spPr>
        <p:txBody>
          <a:bodyPr wrap="square" rtlCol="0">
            <a:spAutoFit/>
          </a:bodyPr>
          <a:lstStyle/>
          <a:p>
            <a:pPr algn="ctr"/>
            <a:r>
              <a:rPr lang="en-US" altLang="zh-TW" sz="2400" dirty="0">
                <a:latin typeface="Times New Roman" panose="02020603050405020304" pitchFamily="18" charset="0"/>
                <a:cs typeface="Times New Roman" panose="02020603050405020304" pitchFamily="18" charset="0"/>
              </a:rPr>
              <a:t>Repositioning</a:t>
            </a:r>
            <a:endParaRPr lang="zh-TW" altLang="en-US" sz="2400" dirty="0">
              <a:latin typeface="Times New Roman" panose="02020603050405020304" pitchFamily="18" charset="0"/>
              <a:cs typeface="Times New Roman" panose="02020603050405020304" pitchFamily="18" charset="0"/>
            </a:endParaRPr>
          </a:p>
        </p:txBody>
      </p:sp>
      <p:sp>
        <p:nvSpPr>
          <p:cNvPr id="12" name="矩形 11"/>
          <p:cNvSpPr/>
          <p:nvPr/>
        </p:nvSpPr>
        <p:spPr>
          <a:xfrm>
            <a:off x="5071425" y="2890232"/>
            <a:ext cx="1734193" cy="461665"/>
          </a:xfrm>
          <a:prstGeom prst="rect">
            <a:avLst/>
          </a:prstGeom>
        </p:spPr>
        <p:txBody>
          <a:bodyPr wrap="none">
            <a:spAutoFit/>
          </a:bodyPr>
          <a:lstStyle/>
          <a:p>
            <a:pPr algn="ctr"/>
            <a:r>
              <a:rPr lang="en-US" altLang="zh-TW" sz="2400" dirty="0">
                <a:latin typeface="Times New Roman" panose="02020603050405020304" pitchFamily="18" charset="0"/>
                <a:cs typeface="Times New Roman" panose="02020603050405020304" pitchFamily="18" charset="0"/>
              </a:rPr>
              <a:t>15</a:t>
            </a:r>
            <a:r>
              <a:rPr lang="en-US" altLang="zh-TW" sz="2400" baseline="-25000" dirty="0">
                <a:latin typeface="Times New Roman" panose="02020603050405020304" pitchFamily="18" charset="0"/>
                <a:cs typeface="Times New Roman" panose="02020603050405020304" pitchFamily="18" charset="0"/>
              </a:rPr>
              <a:t>10 </a:t>
            </a:r>
            <a:r>
              <a:rPr lang="en-US" altLang="zh-TW" sz="2400" dirty="0">
                <a:latin typeface="Times New Roman" panose="02020603050405020304" pitchFamily="18" charset="0"/>
                <a:cs typeface="Times New Roman" panose="02020603050405020304" pitchFamily="18" charset="0"/>
              </a:rPr>
              <a:t>= 1111</a:t>
            </a:r>
            <a:r>
              <a:rPr lang="en-US" altLang="zh-TW" sz="2400" baseline="-25000" dirty="0">
                <a:latin typeface="Times New Roman" panose="02020603050405020304" pitchFamily="18" charset="0"/>
                <a:cs typeface="Times New Roman" panose="02020603050405020304" pitchFamily="18" charset="0"/>
              </a:rPr>
              <a:t>2 </a:t>
            </a:r>
            <a:endParaRPr lang="zh-TW" altLang="en-US" sz="2400" baseline="-25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62887293"/>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Repositioning step</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C497B8E6-CB28-4350-9E62-3F3C29E41FED}" type="slidenum">
              <a:rPr lang="zh-TW" altLang="en-US" smtClean="0"/>
              <a:t>34</a:t>
            </a:fld>
            <a:endParaRPr lang="zh-TW" altLang="en-US"/>
          </a:p>
        </p:txBody>
      </p:sp>
      <p:graphicFrame>
        <p:nvGraphicFramePr>
          <p:cNvPr id="5" name="表格 4"/>
          <p:cNvGraphicFramePr>
            <a:graphicFrameLocks noGrp="1"/>
          </p:cNvGraphicFramePr>
          <p:nvPr>
            <p:extLst>
              <p:ext uri="{D42A27DB-BD31-4B8C-83A1-F6EECF244321}">
                <p14:modId xmlns:p14="http://schemas.microsoft.com/office/powerpoint/2010/main" val="1826970590"/>
              </p:ext>
            </p:extLst>
          </p:nvPr>
        </p:nvGraphicFramePr>
        <p:xfrm>
          <a:off x="2037080" y="3968353"/>
          <a:ext cx="8128000" cy="741680"/>
        </p:xfrm>
        <a:graphic>
          <a:graphicData uri="http://schemas.openxmlformats.org/drawingml/2006/table">
            <a:tbl>
              <a:tblPr>
                <a:tableStyleId>{5C22544A-7EE6-4342-B048-85BDC9FD1C3A}</a:tableStyleId>
              </a:tblPr>
              <a:tblGrid>
                <a:gridCol w="1016000">
                  <a:extLst>
                    <a:ext uri="{9D8B030D-6E8A-4147-A177-3AD203B41FA5}">
                      <a16:colId xmlns:a16="http://schemas.microsoft.com/office/drawing/2014/main" val="232325015"/>
                    </a:ext>
                  </a:extLst>
                </a:gridCol>
                <a:gridCol w="1016000">
                  <a:extLst>
                    <a:ext uri="{9D8B030D-6E8A-4147-A177-3AD203B41FA5}">
                      <a16:colId xmlns:a16="http://schemas.microsoft.com/office/drawing/2014/main" val="809820525"/>
                    </a:ext>
                  </a:extLst>
                </a:gridCol>
                <a:gridCol w="1016000">
                  <a:extLst>
                    <a:ext uri="{9D8B030D-6E8A-4147-A177-3AD203B41FA5}">
                      <a16:colId xmlns:a16="http://schemas.microsoft.com/office/drawing/2014/main" val="3216279575"/>
                    </a:ext>
                  </a:extLst>
                </a:gridCol>
                <a:gridCol w="1016000">
                  <a:extLst>
                    <a:ext uri="{9D8B030D-6E8A-4147-A177-3AD203B41FA5}">
                      <a16:colId xmlns:a16="http://schemas.microsoft.com/office/drawing/2014/main" val="668291663"/>
                    </a:ext>
                  </a:extLst>
                </a:gridCol>
                <a:gridCol w="1016000">
                  <a:extLst>
                    <a:ext uri="{9D8B030D-6E8A-4147-A177-3AD203B41FA5}">
                      <a16:colId xmlns:a16="http://schemas.microsoft.com/office/drawing/2014/main" val="4109121243"/>
                    </a:ext>
                  </a:extLst>
                </a:gridCol>
                <a:gridCol w="1016000">
                  <a:extLst>
                    <a:ext uri="{9D8B030D-6E8A-4147-A177-3AD203B41FA5}">
                      <a16:colId xmlns:a16="http://schemas.microsoft.com/office/drawing/2014/main" val="2213655556"/>
                    </a:ext>
                  </a:extLst>
                </a:gridCol>
                <a:gridCol w="1016000">
                  <a:extLst>
                    <a:ext uri="{9D8B030D-6E8A-4147-A177-3AD203B41FA5}">
                      <a16:colId xmlns:a16="http://schemas.microsoft.com/office/drawing/2014/main" val="1831011624"/>
                    </a:ext>
                  </a:extLst>
                </a:gridCol>
                <a:gridCol w="1016000">
                  <a:extLst>
                    <a:ext uri="{9D8B030D-6E8A-4147-A177-3AD203B41FA5}">
                      <a16:colId xmlns:a16="http://schemas.microsoft.com/office/drawing/2014/main" val="1673615481"/>
                    </a:ext>
                  </a:extLst>
                </a:gridCol>
              </a:tblGrid>
              <a:tr h="370840">
                <a:tc>
                  <a:txBody>
                    <a:bodyPr/>
                    <a:lstStyle/>
                    <a:p>
                      <a:pPr algn="ctr"/>
                      <a:r>
                        <a:rPr lang="en-US" altLang="zh-TW" dirty="0"/>
                        <a:t>0</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5</a:t>
                      </a:r>
                      <a:endParaRPr lang="zh-TW" altLang="en-US" dirty="0"/>
                    </a:p>
                  </a:txBody>
                  <a:tcPr/>
                </a:tc>
                <a:tc>
                  <a:txBody>
                    <a:bodyPr/>
                    <a:lstStyle/>
                    <a:p>
                      <a:pPr algn="ctr"/>
                      <a:r>
                        <a:rPr lang="en-US" altLang="zh-TW" dirty="0"/>
                        <a:t>6</a:t>
                      </a:r>
                      <a:endParaRPr lang="zh-TW" altLang="en-US" dirty="0"/>
                    </a:p>
                  </a:txBody>
                  <a:tcPr/>
                </a:tc>
                <a:tc>
                  <a:txBody>
                    <a:bodyPr/>
                    <a:lstStyle/>
                    <a:p>
                      <a:pPr algn="ctr"/>
                      <a:r>
                        <a:rPr lang="en-US" altLang="zh-TW" dirty="0"/>
                        <a:t>7-31</a:t>
                      </a:r>
                      <a:endParaRPr lang="zh-TW" altLang="en-US" dirty="0"/>
                    </a:p>
                  </a:txBody>
                  <a:tcPr/>
                </a:tc>
                <a:extLst>
                  <a:ext uri="{0D108BD9-81ED-4DB2-BD59-A6C34878D82A}">
                    <a16:rowId xmlns:a16="http://schemas.microsoft.com/office/drawing/2014/main" val="1181902020"/>
                  </a:ext>
                </a:extLst>
              </a:tr>
              <a:tr h="370840">
                <a:tc>
                  <a:txBody>
                    <a:bodyPr/>
                    <a:lstStyle/>
                    <a:p>
                      <a:pPr algn="ctr"/>
                      <a:r>
                        <a:rPr lang="en-US" altLang="zh-TW" dirty="0"/>
                        <a:t>1</a:t>
                      </a:r>
                      <a:endParaRPr lang="zh-TW" altLang="en-US" dirty="0"/>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t>4</a:t>
                      </a:r>
                      <a:endParaRPr lang="zh-TW" altLang="en-US" dirty="0"/>
                    </a:p>
                  </a:txBody>
                  <a:tcPr/>
                </a:tc>
                <a:tc>
                  <a:txBody>
                    <a:bodyPr/>
                    <a:lstStyle/>
                    <a:p>
                      <a:pPr algn="ctr"/>
                      <a:r>
                        <a:rPr lang="en-US" altLang="zh-TW" strike="sngStrike" dirty="0">
                          <a:solidFill>
                            <a:srgbClr val="C00000"/>
                          </a:solidFill>
                        </a:rPr>
                        <a:t>8</a:t>
                      </a:r>
                      <a:r>
                        <a:rPr lang="en-US" altLang="zh-TW" dirty="0">
                          <a:solidFill>
                            <a:srgbClr val="C00000"/>
                          </a:solidFill>
                        </a:rPr>
                        <a:t> -&gt; 9</a:t>
                      </a:r>
                      <a:endParaRPr lang="zh-TW" altLang="en-US" dirty="0">
                        <a:solidFill>
                          <a:srgbClr val="C00000"/>
                        </a:solidFill>
                      </a:endParaRPr>
                    </a:p>
                  </a:txBody>
                  <a:tcPr/>
                </a:tc>
                <a:tc>
                  <a:txBody>
                    <a:bodyPr/>
                    <a:lstStyle/>
                    <a:p>
                      <a:pPr algn="ctr"/>
                      <a:r>
                        <a:rPr lang="en-US" altLang="zh-TW" dirty="0"/>
                        <a:t>13</a:t>
                      </a:r>
                      <a:endParaRPr lang="zh-TW" altLang="en-US" dirty="0"/>
                    </a:p>
                  </a:txBody>
                  <a:tcPr/>
                </a:tc>
                <a:tc>
                  <a:txBody>
                    <a:bodyPr/>
                    <a:lstStyle/>
                    <a:p>
                      <a:pPr algn="ctr"/>
                      <a:r>
                        <a:rPr lang="en-US" altLang="zh-TW" dirty="0"/>
                        <a:t>17</a:t>
                      </a:r>
                      <a:endParaRPr lang="zh-TW" altLang="en-US" dirty="0"/>
                    </a:p>
                  </a:txBody>
                  <a:tcPr/>
                </a:tc>
                <a:tc>
                  <a:txBody>
                    <a:bodyPr/>
                    <a:lstStyle/>
                    <a:p>
                      <a:pPr algn="ctr"/>
                      <a:r>
                        <a:rPr lang="en-US" altLang="zh-TW" dirty="0"/>
                        <a:t>20</a:t>
                      </a:r>
                      <a:endParaRPr lang="zh-TW" altLang="en-US" dirty="0"/>
                    </a:p>
                  </a:txBody>
                  <a:tcPr/>
                </a:tc>
                <a:tc>
                  <a:txBody>
                    <a:bodyPr/>
                    <a:lstStyle/>
                    <a:p>
                      <a:pPr algn="ctr"/>
                      <a:r>
                        <a:rPr lang="en-US" altLang="zh-TW" dirty="0"/>
                        <a:t>20</a:t>
                      </a:r>
                      <a:endParaRPr lang="zh-TW" altLang="en-US" dirty="0"/>
                    </a:p>
                  </a:txBody>
                  <a:tcPr/>
                </a:tc>
                <a:extLst>
                  <a:ext uri="{0D108BD9-81ED-4DB2-BD59-A6C34878D82A}">
                    <a16:rowId xmlns:a16="http://schemas.microsoft.com/office/drawing/2014/main" val="3746804522"/>
                  </a:ext>
                </a:extLst>
              </a:tr>
            </a:tbl>
          </a:graphicData>
        </a:graphic>
      </p:graphicFrame>
      <p:sp>
        <p:nvSpPr>
          <p:cNvPr id="6" name="文字方塊 5"/>
          <p:cNvSpPr txBox="1"/>
          <p:nvPr/>
        </p:nvSpPr>
        <p:spPr>
          <a:xfrm>
            <a:off x="5039360" y="3305730"/>
            <a:ext cx="1798320" cy="461665"/>
          </a:xfrm>
          <a:prstGeom prst="rect">
            <a:avLst/>
          </a:prstGeom>
          <a:noFill/>
        </p:spPr>
        <p:txBody>
          <a:bodyPr wrap="square" rtlCol="0">
            <a:spAutoFit/>
          </a:bodyPr>
          <a:lstStyle/>
          <a:p>
            <a:pPr algn="ctr"/>
            <a:r>
              <a:rPr lang="en-US" altLang="zh-TW" sz="2400" dirty="0" err="1">
                <a:latin typeface="Times New Roman" panose="02020603050405020304" pitchFamily="18" charset="0"/>
                <a:cs typeface="Times New Roman" panose="02020603050405020304" pitchFamily="18" charset="0"/>
              </a:rPr>
              <a:t>Bitband</a:t>
            </a:r>
            <a:r>
              <a:rPr lang="en-US" altLang="zh-TW" sz="2400" dirty="0">
                <a:latin typeface="Times New Roman" panose="02020603050405020304" pitchFamily="18" charset="0"/>
                <a:cs typeface="Times New Roman" panose="02020603050405020304" pitchFamily="18" charset="0"/>
              </a:rPr>
              <a:t> </a:t>
            </a:r>
            <a:endParaRPr lang="zh-TW" altLang="en-US" sz="2400" dirty="0">
              <a:latin typeface="Times New Roman" panose="02020603050405020304" pitchFamily="18" charset="0"/>
              <a:cs typeface="Times New Roman" panose="02020603050405020304" pitchFamily="18" charset="0"/>
            </a:endParaRPr>
          </a:p>
        </p:txBody>
      </p:sp>
      <p:graphicFrame>
        <p:nvGraphicFramePr>
          <p:cNvPr id="7" name="表格 6"/>
          <p:cNvGraphicFramePr>
            <a:graphicFrameLocks noGrp="1"/>
          </p:cNvGraphicFramePr>
          <p:nvPr>
            <p:extLst>
              <p:ext uri="{D42A27DB-BD31-4B8C-83A1-F6EECF244321}">
                <p14:modId xmlns:p14="http://schemas.microsoft.com/office/powerpoint/2010/main" val="3950951782"/>
              </p:ext>
            </p:extLst>
          </p:nvPr>
        </p:nvGraphicFramePr>
        <p:xfrm>
          <a:off x="1539240" y="1829911"/>
          <a:ext cx="9113520" cy="741680"/>
        </p:xfrm>
        <a:graphic>
          <a:graphicData uri="http://schemas.openxmlformats.org/drawingml/2006/table">
            <a:tbl>
              <a:tblPr>
                <a:tableStyleId>{073A0DAA-6AF3-43AB-8588-CEC1D06C72B9}</a:tableStyleId>
              </a:tblPr>
              <a:tblGrid>
                <a:gridCol w="455676">
                  <a:extLst>
                    <a:ext uri="{9D8B030D-6E8A-4147-A177-3AD203B41FA5}">
                      <a16:colId xmlns:a16="http://schemas.microsoft.com/office/drawing/2014/main" val="4051507761"/>
                    </a:ext>
                  </a:extLst>
                </a:gridCol>
                <a:gridCol w="455676">
                  <a:extLst>
                    <a:ext uri="{9D8B030D-6E8A-4147-A177-3AD203B41FA5}">
                      <a16:colId xmlns:a16="http://schemas.microsoft.com/office/drawing/2014/main" val="2972139511"/>
                    </a:ext>
                  </a:extLst>
                </a:gridCol>
                <a:gridCol w="455676">
                  <a:extLst>
                    <a:ext uri="{9D8B030D-6E8A-4147-A177-3AD203B41FA5}">
                      <a16:colId xmlns:a16="http://schemas.microsoft.com/office/drawing/2014/main" val="2875737650"/>
                    </a:ext>
                  </a:extLst>
                </a:gridCol>
                <a:gridCol w="455676">
                  <a:extLst>
                    <a:ext uri="{9D8B030D-6E8A-4147-A177-3AD203B41FA5}">
                      <a16:colId xmlns:a16="http://schemas.microsoft.com/office/drawing/2014/main" val="2677827691"/>
                    </a:ext>
                  </a:extLst>
                </a:gridCol>
                <a:gridCol w="455676">
                  <a:extLst>
                    <a:ext uri="{9D8B030D-6E8A-4147-A177-3AD203B41FA5}">
                      <a16:colId xmlns:a16="http://schemas.microsoft.com/office/drawing/2014/main" val="2441000429"/>
                    </a:ext>
                  </a:extLst>
                </a:gridCol>
                <a:gridCol w="455676">
                  <a:extLst>
                    <a:ext uri="{9D8B030D-6E8A-4147-A177-3AD203B41FA5}">
                      <a16:colId xmlns:a16="http://schemas.microsoft.com/office/drawing/2014/main" val="1229051241"/>
                    </a:ext>
                  </a:extLst>
                </a:gridCol>
                <a:gridCol w="455676">
                  <a:extLst>
                    <a:ext uri="{9D8B030D-6E8A-4147-A177-3AD203B41FA5}">
                      <a16:colId xmlns:a16="http://schemas.microsoft.com/office/drawing/2014/main" val="1827395689"/>
                    </a:ext>
                  </a:extLst>
                </a:gridCol>
                <a:gridCol w="455676">
                  <a:extLst>
                    <a:ext uri="{9D8B030D-6E8A-4147-A177-3AD203B41FA5}">
                      <a16:colId xmlns:a16="http://schemas.microsoft.com/office/drawing/2014/main" val="1220040406"/>
                    </a:ext>
                  </a:extLst>
                </a:gridCol>
                <a:gridCol w="455676">
                  <a:extLst>
                    <a:ext uri="{9D8B030D-6E8A-4147-A177-3AD203B41FA5}">
                      <a16:colId xmlns:a16="http://schemas.microsoft.com/office/drawing/2014/main" val="4267595762"/>
                    </a:ext>
                  </a:extLst>
                </a:gridCol>
                <a:gridCol w="455676">
                  <a:extLst>
                    <a:ext uri="{9D8B030D-6E8A-4147-A177-3AD203B41FA5}">
                      <a16:colId xmlns:a16="http://schemas.microsoft.com/office/drawing/2014/main" val="1039504818"/>
                    </a:ext>
                  </a:extLst>
                </a:gridCol>
                <a:gridCol w="455676">
                  <a:extLst>
                    <a:ext uri="{9D8B030D-6E8A-4147-A177-3AD203B41FA5}">
                      <a16:colId xmlns:a16="http://schemas.microsoft.com/office/drawing/2014/main" val="3328107497"/>
                    </a:ext>
                  </a:extLst>
                </a:gridCol>
                <a:gridCol w="455676">
                  <a:extLst>
                    <a:ext uri="{9D8B030D-6E8A-4147-A177-3AD203B41FA5}">
                      <a16:colId xmlns:a16="http://schemas.microsoft.com/office/drawing/2014/main" val="4076855284"/>
                    </a:ext>
                  </a:extLst>
                </a:gridCol>
                <a:gridCol w="455676">
                  <a:extLst>
                    <a:ext uri="{9D8B030D-6E8A-4147-A177-3AD203B41FA5}">
                      <a16:colId xmlns:a16="http://schemas.microsoft.com/office/drawing/2014/main" val="1854445924"/>
                    </a:ext>
                  </a:extLst>
                </a:gridCol>
                <a:gridCol w="455676">
                  <a:extLst>
                    <a:ext uri="{9D8B030D-6E8A-4147-A177-3AD203B41FA5}">
                      <a16:colId xmlns:a16="http://schemas.microsoft.com/office/drawing/2014/main" val="1575012594"/>
                    </a:ext>
                  </a:extLst>
                </a:gridCol>
                <a:gridCol w="455676">
                  <a:extLst>
                    <a:ext uri="{9D8B030D-6E8A-4147-A177-3AD203B41FA5}">
                      <a16:colId xmlns:a16="http://schemas.microsoft.com/office/drawing/2014/main" val="389045705"/>
                    </a:ext>
                  </a:extLst>
                </a:gridCol>
                <a:gridCol w="455676">
                  <a:extLst>
                    <a:ext uri="{9D8B030D-6E8A-4147-A177-3AD203B41FA5}">
                      <a16:colId xmlns:a16="http://schemas.microsoft.com/office/drawing/2014/main" val="3254408253"/>
                    </a:ext>
                  </a:extLst>
                </a:gridCol>
                <a:gridCol w="455676">
                  <a:extLst>
                    <a:ext uri="{9D8B030D-6E8A-4147-A177-3AD203B41FA5}">
                      <a16:colId xmlns:a16="http://schemas.microsoft.com/office/drawing/2014/main" val="1639466125"/>
                    </a:ext>
                  </a:extLst>
                </a:gridCol>
                <a:gridCol w="455676">
                  <a:extLst>
                    <a:ext uri="{9D8B030D-6E8A-4147-A177-3AD203B41FA5}">
                      <a16:colId xmlns:a16="http://schemas.microsoft.com/office/drawing/2014/main" val="3570555910"/>
                    </a:ext>
                  </a:extLst>
                </a:gridCol>
                <a:gridCol w="455676">
                  <a:extLst>
                    <a:ext uri="{9D8B030D-6E8A-4147-A177-3AD203B41FA5}">
                      <a16:colId xmlns:a16="http://schemas.microsoft.com/office/drawing/2014/main" val="472093811"/>
                    </a:ext>
                  </a:extLst>
                </a:gridCol>
                <a:gridCol w="455676">
                  <a:extLst>
                    <a:ext uri="{9D8B030D-6E8A-4147-A177-3AD203B41FA5}">
                      <a16:colId xmlns:a16="http://schemas.microsoft.com/office/drawing/2014/main" val="367352948"/>
                    </a:ext>
                  </a:extLst>
                </a:gridCol>
              </a:tblGrid>
              <a:tr h="370840">
                <a:tc>
                  <a:txBody>
                    <a:bodyPr/>
                    <a:lstStyle/>
                    <a:p>
                      <a:pPr algn="ctr"/>
                      <a:r>
                        <a:rPr lang="en-US" altLang="zh-TW" dirty="0"/>
                        <a:t>0</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5</a:t>
                      </a:r>
                      <a:endParaRPr lang="zh-TW" altLang="en-US" dirty="0"/>
                    </a:p>
                  </a:txBody>
                  <a:tcPr/>
                </a:tc>
                <a:tc>
                  <a:txBody>
                    <a:bodyPr/>
                    <a:lstStyle/>
                    <a:p>
                      <a:pPr algn="ctr"/>
                      <a:r>
                        <a:rPr lang="en-US" altLang="zh-TW" dirty="0"/>
                        <a:t>6</a:t>
                      </a:r>
                      <a:endParaRPr lang="zh-TW" altLang="en-US" dirty="0"/>
                    </a:p>
                  </a:txBody>
                  <a:tcPr/>
                </a:tc>
                <a:tc>
                  <a:txBody>
                    <a:bodyPr/>
                    <a:lstStyle/>
                    <a:p>
                      <a:pPr algn="ctr"/>
                      <a:r>
                        <a:rPr lang="en-US" altLang="zh-TW" dirty="0"/>
                        <a:t>7</a:t>
                      </a:r>
                      <a:endParaRPr lang="zh-TW" altLang="en-US" dirty="0"/>
                    </a:p>
                  </a:txBody>
                  <a:tcPr/>
                </a:tc>
                <a:tc>
                  <a:txBody>
                    <a:bodyPr/>
                    <a:lstStyle/>
                    <a:p>
                      <a:pPr algn="ctr"/>
                      <a:r>
                        <a:rPr lang="en-US" altLang="zh-TW" dirty="0"/>
                        <a:t>8</a:t>
                      </a:r>
                      <a:endParaRPr lang="zh-TW" altLang="en-US" dirty="0"/>
                    </a:p>
                  </a:txBody>
                  <a:tcPr/>
                </a:tc>
                <a:tc>
                  <a:txBody>
                    <a:bodyPr/>
                    <a:lstStyle/>
                    <a:p>
                      <a:pPr algn="ctr"/>
                      <a:r>
                        <a:rPr lang="en-US" altLang="zh-TW" dirty="0"/>
                        <a:t>9</a:t>
                      </a:r>
                      <a:endParaRPr lang="zh-TW" altLang="en-US" dirty="0"/>
                    </a:p>
                  </a:txBody>
                  <a:tcPr/>
                </a:tc>
                <a:tc>
                  <a:txBody>
                    <a:bodyPr/>
                    <a:lstStyle/>
                    <a:p>
                      <a:pPr algn="ctr"/>
                      <a:r>
                        <a:rPr lang="en-US" altLang="zh-TW" dirty="0"/>
                        <a:t>10</a:t>
                      </a:r>
                      <a:endParaRPr lang="zh-TW" altLang="en-US" dirty="0"/>
                    </a:p>
                  </a:txBody>
                  <a:tcPr/>
                </a:tc>
                <a:tc>
                  <a:txBody>
                    <a:bodyPr/>
                    <a:lstStyle/>
                    <a:p>
                      <a:pPr algn="ctr"/>
                      <a:r>
                        <a:rPr lang="en-US" altLang="zh-TW" dirty="0"/>
                        <a:t>11</a:t>
                      </a:r>
                      <a:endParaRPr lang="zh-TW" altLang="en-US" dirty="0"/>
                    </a:p>
                  </a:txBody>
                  <a:tcPr/>
                </a:tc>
                <a:tc>
                  <a:txBody>
                    <a:bodyPr/>
                    <a:lstStyle/>
                    <a:p>
                      <a:pPr algn="ctr"/>
                      <a:r>
                        <a:rPr lang="en-US" altLang="zh-TW" dirty="0"/>
                        <a:t>12</a:t>
                      </a:r>
                      <a:endParaRPr lang="zh-TW" altLang="en-US" dirty="0"/>
                    </a:p>
                  </a:txBody>
                  <a:tcPr/>
                </a:tc>
                <a:tc>
                  <a:txBody>
                    <a:bodyPr/>
                    <a:lstStyle/>
                    <a:p>
                      <a:pPr algn="ctr"/>
                      <a:r>
                        <a:rPr lang="en-US" altLang="zh-TW" dirty="0"/>
                        <a:t>13</a:t>
                      </a:r>
                      <a:endParaRPr lang="zh-TW" altLang="en-US" dirty="0"/>
                    </a:p>
                  </a:txBody>
                  <a:tcPr/>
                </a:tc>
                <a:tc>
                  <a:txBody>
                    <a:bodyPr/>
                    <a:lstStyle/>
                    <a:p>
                      <a:pPr algn="ctr"/>
                      <a:r>
                        <a:rPr lang="en-US" altLang="zh-TW" dirty="0"/>
                        <a:t>14</a:t>
                      </a:r>
                      <a:endParaRPr lang="zh-TW" altLang="en-US" dirty="0"/>
                    </a:p>
                  </a:txBody>
                  <a:tcPr/>
                </a:tc>
                <a:tc>
                  <a:txBody>
                    <a:bodyPr/>
                    <a:lstStyle/>
                    <a:p>
                      <a:pPr algn="ctr"/>
                      <a:r>
                        <a:rPr lang="en-US" altLang="zh-TW" dirty="0"/>
                        <a:t>15</a:t>
                      </a:r>
                      <a:endParaRPr lang="zh-TW" altLang="en-US" dirty="0"/>
                    </a:p>
                  </a:txBody>
                  <a:tcPr/>
                </a:tc>
                <a:tc>
                  <a:txBody>
                    <a:bodyPr/>
                    <a:lstStyle/>
                    <a:p>
                      <a:pPr algn="ctr"/>
                      <a:r>
                        <a:rPr lang="en-US" altLang="zh-TW" dirty="0"/>
                        <a:t>16</a:t>
                      </a:r>
                      <a:endParaRPr lang="zh-TW" altLang="en-US" dirty="0"/>
                    </a:p>
                  </a:txBody>
                  <a:tcPr/>
                </a:tc>
                <a:tc>
                  <a:txBody>
                    <a:bodyPr/>
                    <a:lstStyle/>
                    <a:p>
                      <a:pPr algn="ctr"/>
                      <a:r>
                        <a:rPr lang="en-US" altLang="zh-TW" dirty="0"/>
                        <a:t>17</a:t>
                      </a:r>
                      <a:endParaRPr lang="zh-TW" altLang="en-US" dirty="0"/>
                    </a:p>
                  </a:txBody>
                  <a:tcPr/>
                </a:tc>
                <a:tc>
                  <a:txBody>
                    <a:bodyPr/>
                    <a:lstStyle/>
                    <a:p>
                      <a:pPr algn="ctr"/>
                      <a:r>
                        <a:rPr lang="en-US" altLang="zh-TW" dirty="0"/>
                        <a:t>18</a:t>
                      </a:r>
                      <a:endParaRPr lang="zh-TW" altLang="en-US" dirty="0"/>
                    </a:p>
                  </a:txBody>
                  <a:tcPr/>
                </a:tc>
                <a:tc>
                  <a:txBody>
                    <a:bodyPr/>
                    <a:lstStyle/>
                    <a:p>
                      <a:pPr algn="ctr"/>
                      <a:r>
                        <a:rPr lang="en-US" altLang="zh-TW" dirty="0"/>
                        <a:t>19</a:t>
                      </a:r>
                      <a:endParaRPr lang="zh-TW" altLang="en-US" dirty="0"/>
                    </a:p>
                  </a:txBody>
                  <a:tcPr/>
                </a:tc>
                <a:extLst>
                  <a:ext uri="{0D108BD9-81ED-4DB2-BD59-A6C34878D82A}">
                    <a16:rowId xmlns:a16="http://schemas.microsoft.com/office/drawing/2014/main" val="379876605"/>
                  </a:ext>
                </a:extLst>
              </a:tr>
              <a:tr h="370840">
                <a:tc>
                  <a:txBody>
                    <a:bodyPr/>
                    <a:lstStyle/>
                    <a:p>
                      <a:pPr algn="ctr"/>
                      <a:r>
                        <a:rPr lang="en-US" altLang="zh-TW" dirty="0">
                          <a:solidFill>
                            <a:schemeClr val="tx1"/>
                          </a:solidFill>
                        </a:rPr>
                        <a:t>15</a:t>
                      </a:r>
                      <a:endParaRPr lang="zh-TW" altLang="en-US" dirty="0">
                        <a:solidFill>
                          <a:schemeClr val="tx1"/>
                        </a:solidFill>
                      </a:endParaRPr>
                    </a:p>
                  </a:txBody>
                  <a:tcPr/>
                </a:tc>
                <a:tc>
                  <a:txBody>
                    <a:bodyPr/>
                    <a:lstStyle/>
                    <a:p>
                      <a:pPr algn="ctr"/>
                      <a:r>
                        <a:rPr lang="en-US" altLang="zh-TW" dirty="0">
                          <a:solidFill>
                            <a:srgbClr val="FF0000"/>
                          </a:solidFill>
                        </a:rPr>
                        <a:t>10</a:t>
                      </a:r>
                      <a:endParaRPr lang="zh-TW" altLang="en-US" dirty="0">
                        <a:solidFill>
                          <a:srgbClr val="FF0000"/>
                        </a:solidFill>
                      </a:endParaRPr>
                    </a:p>
                  </a:txBody>
                  <a:tcPr/>
                </a:tc>
                <a:tc>
                  <a:txBody>
                    <a:bodyPr/>
                    <a:lstStyle/>
                    <a:p>
                      <a:pPr algn="ctr"/>
                      <a:r>
                        <a:rPr lang="en-US" altLang="zh-TW" dirty="0"/>
                        <a:t>19</a:t>
                      </a:r>
                      <a:endParaRPr lang="zh-TW" altLang="en-US" dirty="0"/>
                    </a:p>
                  </a:txBody>
                  <a:tcPr/>
                </a:tc>
                <a:tc>
                  <a:txBody>
                    <a:bodyPr/>
                    <a:lstStyle/>
                    <a:p>
                      <a:pPr algn="ctr"/>
                      <a:r>
                        <a:rPr lang="en-US" altLang="zh-TW" dirty="0"/>
                        <a:t>49</a:t>
                      </a:r>
                      <a:endParaRPr lang="zh-TW" altLang="en-US" dirty="0"/>
                    </a:p>
                  </a:txBody>
                  <a:tcPr/>
                </a:tc>
                <a:tc>
                  <a:txBody>
                    <a:bodyPr/>
                    <a:lstStyle/>
                    <a:p>
                      <a:pPr algn="ctr"/>
                      <a:r>
                        <a:rPr lang="en-US" altLang="zh-TW" dirty="0"/>
                        <a:t>13</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7</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10</a:t>
                      </a:r>
                      <a:endParaRPr lang="zh-TW" altLang="en-US" dirty="0"/>
                    </a:p>
                  </a:txBody>
                  <a:tcPr/>
                </a:tc>
                <a:tc>
                  <a:txBody>
                    <a:bodyPr/>
                    <a:lstStyle/>
                    <a:p>
                      <a:pPr algn="ctr"/>
                      <a:r>
                        <a:rPr lang="en-US" altLang="zh-TW" dirty="0"/>
                        <a:t>20</a:t>
                      </a:r>
                      <a:endParaRPr lang="zh-TW" altLang="en-US" dirty="0"/>
                    </a:p>
                  </a:txBody>
                  <a:tcPr/>
                </a:tc>
                <a:tc>
                  <a:txBody>
                    <a:bodyPr/>
                    <a:lstStyle/>
                    <a:p>
                      <a:pPr algn="ctr"/>
                      <a:r>
                        <a:rPr lang="en-US" altLang="zh-TW" dirty="0"/>
                        <a:t>17</a:t>
                      </a:r>
                      <a:endParaRPr lang="zh-TW" altLang="en-US" dirty="0"/>
                    </a:p>
                  </a:txBody>
                  <a:tcPr/>
                </a:tc>
                <a:tc>
                  <a:txBody>
                    <a:bodyPr/>
                    <a:lstStyle/>
                    <a:p>
                      <a:pPr algn="ctr"/>
                      <a:r>
                        <a:rPr lang="en-US" altLang="zh-TW" dirty="0"/>
                        <a:t>15</a:t>
                      </a:r>
                      <a:endParaRPr lang="zh-TW" altLang="en-US" dirty="0"/>
                    </a:p>
                  </a:txBody>
                  <a:tcPr/>
                </a:tc>
                <a:tc>
                  <a:txBody>
                    <a:bodyPr/>
                    <a:lstStyle/>
                    <a:p>
                      <a:pPr algn="ctr"/>
                      <a:r>
                        <a:rPr lang="en-US" altLang="zh-TW" dirty="0"/>
                        <a:t>46</a:t>
                      </a:r>
                      <a:endParaRPr lang="zh-TW" altLang="en-US" dirty="0"/>
                    </a:p>
                  </a:txBody>
                  <a:tcPr/>
                </a:tc>
                <a:tc>
                  <a:txBody>
                    <a:bodyPr/>
                    <a:lstStyle/>
                    <a:p>
                      <a:pPr algn="ctr"/>
                      <a:r>
                        <a:rPr lang="en-US" altLang="zh-TW" dirty="0"/>
                        <a:t>16</a:t>
                      </a:r>
                      <a:endParaRPr lang="zh-TW" altLang="en-US" dirty="0"/>
                    </a:p>
                  </a:txBody>
                  <a:tcPr/>
                </a:tc>
                <a:tc>
                  <a:txBody>
                    <a:bodyPr/>
                    <a:lstStyle/>
                    <a:p>
                      <a:pPr algn="ctr"/>
                      <a:r>
                        <a:rPr lang="en-US" altLang="zh-TW" dirty="0"/>
                        <a:t>53</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5</a:t>
                      </a:r>
                      <a:endParaRPr lang="zh-TW" altLang="en-US" dirty="0"/>
                    </a:p>
                  </a:txBody>
                  <a:tcPr/>
                </a:tc>
                <a:tc>
                  <a:txBody>
                    <a:bodyPr/>
                    <a:lstStyle/>
                    <a:p>
                      <a:pPr algn="ctr"/>
                      <a:r>
                        <a:rPr lang="en-US" altLang="zh-TW" dirty="0"/>
                        <a:t>9</a:t>
                      </a:r>
                      <a:endParaRPr lang="zh-TW" altLang="en-US" dirty="0"/>
                    </a:p>
                  </a:txBody>
                  <a:tcPr/>
                </a:tc>
                <a:extLst>
                  <a:ext uri="{0D108BD9-81ED-4DB2-BD59-A6C34878D82A}">
                    <a16:rowId xmlns:a16="http://schemas.microsoft.com/office/drawing/2014/main" val="1774951801"/>
                  </a:ext>
                </a:extLst>
              </a:tr>
            </a:tbl>
          </a:graphicData>
        </a:graphic>
      </p:graphicFrame>
      <p:sp>
        <p:nvSpPr>
          <p:cNvPr id="8" name="文字方塊 7"/>
          <p:cNvSpPr txBox="1"/>
          <p:nvPr/>
        </p:nvSpPr>
        <p:spPr>
          <a:xfrm>
            <a:off x="5039360" y="1368246"/>
            <a:ext cx="1798320" cy="461665"/>
          </a:xfrm>
          <a:prstGeom prst="rect">
            <a:avLst/>
          </a:prstGeom>
          <a:noFill/>
        </p:spPr>
        <p:txBody>
          <a:bodyPr wrap="square" rtlCol="0">
            <a:spAutoFit/>
          </a:bodyPr>
          <a:lstStyle/>
          <a:p>
            <a:pPr algn="ctr"/>
            <a:r>
              <a:rPr lang="en-US" altLang="zh-TW" sz="2400" dirty="0">
                <a:latin typeface="Times New Roman" panose="02020603050405020304" pitchFamily="18" charset="0"/>
                <a:cs typeface="Times New Roman" panose="02020603050405020304" pitchFamily="18" charset="0"/>
              </a:rPr>
              <a:t>Input</a:t>
            </a:r>
            <a:endParaRPr lang="zh-TW" altLang="en-US" sz="2400" dirty="0">
              <a:latin typeface="Times New Roman" panose="02020603050405020304" pitchFamily="18" charset="0"/>
              <a:cs typeface="Times New Roman" panose="02020603050405020304" pitchFamily="18" charset="0"/>
            </a:endParaRPr>
          </a:p>
        </p:txBody>
      </p:sp>
      <p:graphicFrame>
        <p:nvGraphicFramePr>
          <p:cNvPr id="9" name="表格 8"/>
          <p:cNvGraphicFramePr>
            <a:graphicFrameLocks noGrp="1"/>
          </p:cNvGraphicFramePr>
          <p:nvPr>
            <p:extLst>
              <p:ext uri="{D42A27DB-BD31-4B8C-83A1-F6EECF244321}">
                <p14:modId xmlns:p14="http://schemas.microsoft.com/office/powerpoint/2010/main" val="4171115555"/>
              </p:ext>
            </p:extLst>
          </p:nvPr>
        </p:nvGraphicFramePr>
        <p:xfrm>
          <a:off x="1539240" y="5461139"/>
          <a:ext cx="9113520" cy="741680"/>
        </p:xfrm>
        <a:graphic>
          <a:graphicData uri="http://schemas.openxmlformats.org/drawingml/2006/table">
            <a:tbl>
              <a:tblPr>
                <a:tableStyleId>{073A0DAA-6AF3-43AB-8588-CEC1D06C72B9}</a:tableStyleId>
              </a:tblPr>
              <a:tblGrid>
                <a:gridCol w="455676">
                  <a:extLst>
                    <a:ext uri="{9D8B030D-6E8A-4147-A177-3AD203B41FA5}">
                      <a16:colId xmlns:a16="http://schemas.microsoft.com/office/drawing/2014/main" val="4051507761"/>
                    </a:ext>
                  </a:extLst>
                </a:gridCol>
                <a:gridCol w="455676">
                  <a:extLst>
                    <a:ext uri="{9D8B030D-6E8A-4147-A177-3AD203B41FA5}">
                      <a16:colId xmlns:a16="http://schemas.microsoft.com/office/drawing/2014/main" val="2972139511"/>
                    </a:ext>
                  </a:extLst>
                </a:gridCol>
                <a:gridCol w="455676">
                  <a:extLst>
                    <a:ext uri="{9D8B030D-6E8A-4147-A177-3AD203B41FA5}">
                      <a16:colId xmlns:a16="http://schemas.microsoft.com/office/drawing/2014/main" val="2875737650"/>
                    </a:ext>
                  </a:extLst>
                </a:gridCol>
                <a:gridCol w="455676">
                  <a:extLst>
                    <a:ext uri="{9D8B030D-6E8A-4147-A177-3AD203B41FA5}">
                      <a16:colId xmlns:a16="http://schemas.microsoft.com/office/drawing/2014/main" val="2677827691"/>
                    </a:ext>
                  </a:extLst>
                </a:gridCol>
                <a:gridCol w="455676">
                  <a:extLst>
                    <a:ext uri="{9D8B030D-6E8A-4147-A177-3AD203B41FA5}">
                      <a16:colId xmlns:a16="http://schemas.microsoft.com/office/drawing/2014/main" val="2441000429"/>
                    </a:ext>
                  </a:extLst>
                </a:gridCol>
                <a:gridCol w="455676">
                  <a:extLst>
                    <a:ext uri="{9D8B030D-6E8A-4147-A177-3AD203B41FA5}">
                      <a16:colId xmlns:a16="http://schemas.microsoft.com/office/drawing/2014/main" val="1229051241"/>
                    </a:ext>
                  </a:extLst>
                </a:gridCol>
                <a:gridCol w="455676">
                  <a:extLst>
                    <a:ext uri="{9D8B030D-6E8A-4147-A177-3AD203B41FA5}">
                      <a16:colId xmlns:a16="http://schemas.microsoft.com/office/drawing/2014/main" val="1827395689"/>
                    </a:ext>
                  </a:extLst>
                </a:gridCol>
                <a:gridCol w="455676">
                  <a:extLst>
                    <a:ext uri="{9D8B030D-6E8A-4147-A177-3AD203B41FA5}">
                      <a16:colId xmlns:a16="http://schemas.microsoft.com/office/drawing/2014/main" val="1220040406"/>
                    </a:ext>
                  </a:extLst>
                </a:gridCol>
                <a:gridCol w="455676">
                  <a:extLst>
                    <a:ext uri="{9D8B030D-6E8A-4147-A177-3AD203B41FA5}">
                      <a16:colId xmlns:a16="http://schemas.microsoft.com/office/drawing/2014/main" val="4267595762"/>
                    </a:ext>
                  </a:extLst>
                </a:gridCol>
                <a:gridCol w="455676">
                  <a:extLst>
                    <a:ext uri="{9D8B030D-6E8A-4147-A177-3AD203B41FA5}">
                      <a16:colId xmlns:a16="http://schemas.microsoft.com/office/drawing/2014/main" val="1039504818"/>
                    </a:ext>
                  </a:extLst>
                </a:gridCol>
                <a:gridCol w="455676">
                  <a:extLst>
                    <a:ext uri="{9D8B030D-6E8A-4147-A177-3AD203B41FA5}">
                      <a16:colId xmlns:a16="http://schemas.microsoft.com/office/drawing/2014/main" val="3328107497"/>
                    </a:ext>
                  </a:extLst>
                </a:gridCol>
                <a:gridCol w="455676">
                  <a:extLst>
                    <a:ext uri="{9D8B030D-6E8A-4147-A177-3AD203B41FA5}">
                      <a16:colId xmlns:a16="http://schemas.microsoft.com/office/drawing/2014/main" val="4076855284"/>
                    </a:ext>
                  </a:extLst>
                </a:gridCol>
                <a:gridCol w="455676">
                  <a:extLst>
                    <a:ext uri="{9D8B030D-6E8A-4147-A177-3AD203B41FA5}">
                      <a16:colId xmlns:a16="http://schemas.microsoft.com/office/drawing/2014/main" val="1854445924"/>
                    </a:ext>
                  </a:extLst>
                </a:gridCol>
                <a:gridCol w="455676">
                  <a:extLst>
                    <a:ext uri="{9D8B030D-6E8A-4147-A177-3AD203B41FA5}">
                      <a16:colId xmlns:a16="http://schemas.microsoft.com/office/drawing/2014/main" val="1575012594"/>
                    </a:ext>
                  </a:extLst>
                </a:gridCol>
                <a:gridCol w="455676">
                  <a:extLst>
                    <a:ext uri="{9D8B030D-6E8A-4147-A177-3AD203B41FA5}">
                      <a16:colId xmlns:a16="http://schemas.microsoft.com/office/drawing/2014/main" val="389045705"/>
                    </a:ext>
                  </a:extLst>
                </a:gridCol>
                <a:gridCol w="455676">
                  <a:extLst>
                    <a:ext uri="{9D8B030D-6E8A-4147-A177-3AD203B41FA5}">
                      <a16:colId xmlns:a16="http://schemas.microsoft.com/office/drawing/2014/main" val="3254408253"/>
                    </a:ext>
                  </a:extLst>
                </a:gridCol>
                <a:gridCol w="455676">
                  <a:extLst>
                    <a:ext uri="{9D8B030D-6E8A-4147-A177-3AD203B41FA5}">
                      <a16:colId xmlns:a16="http://schemas.microsoft.com/office/drawing/2014/main" val="1639466125"/>
                    </a:ext>
                  </a:extLst>
                </a:gridCol>
                <a:gridCol w="455676">
                  <a:extLst>
                    <a:ext uri="{9D8B030D-6E8A-4147-A177-3AD203B41FA5}">
                      <a16:colId xmlns:a16="http://schemas.microsoft.com/office/drawing/2014/main" val="3570555910"/>
                    </a:ext>
                  </a:extLst>
                </a:gridCol>
                <a:gridCol w="455676">
                  <a:extLst>
                    <a:ext uri="{9D8B030D-6E8A-4147-A177-3AD203B41FA5}">
                      <a16:colId xmlns:a16="http://schemas.microsoft.com/office/drawing/2014/main" val="472093811"/>
                    </a:ext>
                  </a:extLst>
                </a:gridCol>
                <a:gridCol w="455676">
                  <a:extLst>
                    <a:ext uri="{9D8B030D-6E8A-4147-A177-3AD203B41FA5}">
                      <a16:colId xmlns:a16="http://schemas.microsoft.com/office/drawing/2014/main" val="367352948"/>
                    </a:ext>
                  </a:extLst>
                </a:gridCol>
              </a:tblGrid>
              <a:tr h="370840">
                <a:tc>
                  <a:txBody>
                    <a:bodyPr/>
                    <a:lstStyle/>
                    <a:p>
                      <a:pPr algn="ctr"/>
                      <a:r>
                        <a:rPr lang="en-US" altLang="zh-TW" dirty="0"/>
                        <a:t>0</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5</a:t>
                      </a:r>
                      <a:endParaRPr lang="zh-TW" altLang="en-US" dirty="0"/>
                    </a:p>
                  </a:txBody>
                  <a:tcPr/>
                </a:tc>
                <a:tc>
                  <a:txBody>
                    <a:bodyPr/>
                    <a:lstStyle/>
                    <a:p>
                      <a:pPr algn="ctr"/>
                      <a:r>
                        <a:rPr lang="en-US" altLang="zh-TW" dirty="0"/>
                        <a:t>6</a:t>
                      </a:r>
                      <a:endParaRPr lang="zh-TW" altLang="en-US" dirty="0"/>
                    </a:p>
                  </a:txBody>
                  <a:tcPr/>
                </a:tc>
                <a:tc>
                  <a:txBody>
                    <a:bodyPr/>
                    <a:lstStyle/>
                    <a:p>
                      <a:pPr algn="ctr"/>
                      <a:r>
                        <a:rPr lang="en-US" altLang="zh-TW" dirty="0"/>
                        <a:t>7</a:t>
                      </a:r>
                      <a:endParaRPr lang="zh-TW" altLang="en-US" dirty="0"/>
                    </a:p>
                  </a:txBody>
                  <a:tcPr/>
                </a:tc>
                <a:tc>
                  <a:txBody>
                    <a:bodyPr/>
                    <a:lstStyle/>
                    <a:p>
                      <a:pPr algn="ctr"/>
                      <a:r>
                        <a:rPr lang="en-US" altLang="zh-TW" dirty="0"/>
                        <a:t>8</a:t>
                      </a:r>
                      <a:endParaRPr lang="zh-TW" altLang="en-US" dirty="0"/>
                    </a:p>
                  </a:txBody>
                  <a:tcPr/>
                </a:tc>
                <a:tc>
                  <a:txBody>
                    <a:bodyPr/>
                    <a:lstStyle/>
                    <a:p>
                      <a:pPr algn="ctr"/>
                      <a:r>
                        <a:rPr lang="en-US" altLang="zh-TW" dirty="0"/>
                        <a:t>9</a:t>
                      </a:r>
                      <a:endParaRPr lang="zh-TW" altLang="en-US" dirty="0"/>
                    </a:p>
                  </a:txBody>
                  <a:tcPr/>
                </a:tc>
                <a:tc>
                  <a:txBody>
                    <a:bodyPr/>
                    <a:lstStyle/>
                    <a:p>
                      <a:pPr algn="ctr"/>
                      <a:r>
                        <a:rPr lang="en-US" altLang="zh-TW" dirty="0"/>
                        <a:t>10</a:t>
                      </a:r>
                      <a:endParaRPr lang="zh-TW" altLang="en-US" dirty="0"/>
                    </a:p>
                  </a:txBody>
                  <a:tcPr/>
                </a:tc>
                <a:tc>
                  <a:txBody>
                    <a:bodyPr/>
                    <a:lstStyle/>
                    <a:p>
                      <a:pPr algn="ctr"/>
                      <a:r>
                        <a:rPr lang="en-US" altLang="zh-TW" dirty="0"/>
                        <a:t>11</a:t>
                      </a:r>
                      <a:endParaRPr lang="zh-TW" altLang="en-US" dirty="0"/>
                    </a:p>
                  </a:txBody>
                  <a:tcPr/>
                </a:tc>
                <a:tc>
                  <a:txBody>
                    <a:bodyPr/>
                    <a:lstStyle/>
                    <a:p>
                      <a:pPr algn="ctr"/>
                      <a:r>
                        <a:rPr lang="en-US" altLang="zh-TW" dirty="0"/>
                        <a:t>12</a:t>
                      </a:r>
                      <a:endParaRPr lang="zh-TW" altLang="en-US" dirty="0"/>
                    </a:p>
                  </a:txBody>
                  <a:tcPr/>
                </a:tc>
                <a:tc>
                  <a:txBody>
                    <a:bodyPr/>
                    <a:lstStyle/>
                    <a:p>
                      <a:pPr algn="ctr"/>
                      <a:r>
                        <a:rPr lang="en-US" altLang="zh-TW" dirty="0"/>
                        <a:t>13</a:t>
                      </a:r>
                      <a:endParaRPr lang="zh-TW" altLang="en-US" dirty="0"/>
                    </a:p>
                  </a:txBody>
                  <a:tcPr/>
                </a:tc>
                <a:tc>
                  <a:txBody>
                    <a:bodyPr/>
                    <a:lstStyle/>
                    <a:p>
                      <a:pPr algn="ctr"/>
                      <a:r>
                        <a:rPr lang="en-US" altLang="zh-TW" dirty="0"/>
                        <a:t>14</a:t>
                      </a:r>
                      <a:endParaRPr lang="zh-TW" altLang="en-US" dirty="0"/>
                    </a:p>
                  </a:txBody>
                  <a:tcPr/>
                </a:tc>
                <a:tc>
                  <a:txBody>
                    <a:bodyPr/>
                    <a:lstStyle/>
                    <a:p>
                      <a:pPr algn="ctr"/>
                      <a:r>
                        <a:rPr lang="en-US" altLang="zh-TW" dirty="0"/>
                        <a:t>15</a:t>
                      </a:r>
                      <a:endParaRPr lang="zh-TW" altLang="en-US" dirty="0"/>
                    </a:p>
                  </a:txBody>
                  <a:tcPr/>
                </a:tc>
                <a:tc>
                  <a:txBody>
                    <a:bodyPr/>
                    <a:lstStyle/>
                    <a:p>
                      <a:pPr algn="ctr"/>
                      <a:r>
                        <a:rPr lang="en-US" altLang="zh-TW" dirty="0"/>
                        <a:t>16</a:t>
                      </a:r>
                      <a:endParaRPr lang="zh-TW" altLang="en-US" dirty="0"/>
                    </a:p>
                  </a:txBody>
                  <a:tcPr/>
                </a:tc>
                <a:tc>
                  <a:txBody>
                    <a:bodyPr/>
                    <a:lstStyle/>
                    <a:p>
                      <a:pPr algn="ctr"/>
                      <a:r>
                        <a:rPr lang="en-US" altLang="zh-TW" dirty="0"/>
                        <a:t>17</a:t>
                      </a:r>
                      <a:endParaRPr lang="zh-TW" altLang="en-US" dirty="0"/>
                    </a:p>
                  </a:txBody>
                  <a:tcPr/>
                </a:tc>
                <a:tc>
                  <a:txBody>
                    <a:bodyPr/>
                    <a:lstStyle/>
                    <a:p>
                      <a:pPr algn="ctr"/>
                      <a:r>
                        <a:rPr lang="en-US" altLang="zh-TW" dirty="0"/>
                        <a:t>18</a:t>
                      </a:r>
                      <a:endParaRPr lang="zh-TW" altLang="en-US" dirty="0"/>
                    </a:p>
                  </a:txBody>
                  <a:tcPr/>
                </a:tc>
                <a:tc>
                  <a:txBody>
                    <a:bodyPr/>
                    <a:lstStyle/>
                    <a:p>
                      <a:pPr algn="ctr"/>
                      <a:r>
                        <a:rPr lang="en-US" altLang="zh-TW" dirty="0"/>
                        <a:t>19</a:t>
                      </a:r>
                      <a:endParaRPr lang="zh-TW" altLang="en-US" dirty="0"/>
                    </a:p>
                  </a:txBody>
                  <a:tcPr/>
                </a:tc>
                <a:extLst>
                  <a:ext uri="{0D108BD9-81ED-4DB2-BD59-A6C34878D82A}">
                    <a16:rowId xmlns:a16="http://schemas.microsoft.com/office/drawing/2014/main" val="379876605"/>
                  </a:ext>
                </a:extLst>
              </a:tr>
              <a:tr h="370840">
                <a:tc>
                  <a:txBody>
                    <a:bodyPr/>
                    <a:lstStyle/>
                    <a:p>
                      <a:pPr algn="ctr"/>
                      <a:r>
                        <a:rPr lang="en-US" altLang="zh-TW" baseline="0" dirty="0">
                          <a:solidFill>
                            <a:srgbClr val="C00000"/>
                          </a:solidFill>
                        </a:rPr>
                        <a:t> </a:t>
                      </a:r>
                      <a:endParaRPr lang="zh-TW" altLang="en-US" dirty="0">
                        <a:solidFill>
                          <a:srgbClr val="C00000"/>
                        </a:solidFill>
                      </a:endParaRPr>
                    </a:p>
                  </a:txBody>
                  <a:tcPr/>
                </a:tc>
                <a:tc>
                  <a:txBody>
                    <a:bodyPr/>
                    <a:lstStyle/>
                    <a:p>
                      <a:pPr algn="ctr"/>
                      <a:r>
                        <a:rPr lang="en-US" altLang="zh-TW" dirty="0"/>
                        <a:t> </a:t>
                      </a:r>
                      <a:endParaRPr lang="zh-TW" altLang="en-US" dirty="0"/>
                    </a:p>
                  </a:txBody>
                  <a:tcPr/>
                </a:tc>
                <a:tc>
                  <a:txBody>
                    <a:bodyPr/>
                    <a:lstStyle/>
                    <a:p>
                      <a:pPr algn="ctr"/>
                      <a:r>
                        <a:rPr lang="en-US" altLang="zh-TW" dirty="0"/>
                        <a:t> </a:t>
                      </a:r>
                      <a:endParaRPr lang="zh-TW" altLang="en-US" dirty="0"/>
                    </a:p>
                  </a:txBody>
                  <a:tcPr/>
                </a:tc>
                <a:tc>
                  <a:txBody>
                    <a:bodyPr/>
                    <a:lstStyle/>
                    <a:p>
                      <a:pPr algn="ctr"/>
                      <a:r>
                        <a:rPr lang="en-US" altLang="zh-TW" dirty="0"/>
                        <a:t> </a:t>
                      </a:r>
                      <a:endParaRPr lang="zh-TW" altLang="en-US" dirty="0"/>
                    </a:p>
                  </a:txBody>
                  <a:tcPr/>
                </a:tc>
                <a:tc>
                  <a:txBody>
                    <a:bodyPr/>
                    <a:lstStyle/>
                    <a:p>
                      <a:pPr algn="ctr"/>
                      <a:r>
                        <a:rPr lang="en-US" altLang="zh-TW" dirty="0"/>
                        <a:t> </a:t>
                      </a:r>
                      <a:endParaRPr lang="zh-TW" altLang="en-US" dirty="0"/>
                    </a:p>
                  </a:txBody>
                  <a:tcPr/>
                </a:tc>
                <a:tc>
                  <a:txBody>
                    <a:bodyPr/>
                    <a:lstStyle/>
                    <a:p>
                      <a:pPr algn="ctr"/>
                      <a:r>
                        <a:rPr lang="en-US" altLang="zh-TW" dirty="0"/>
                        <a:t> </a:t>
                      </a:r>
                      <a:endParaRPr lang="zh-TW" altLang="en-US" dirty="0"/>
                    </a:p>
                  </a:txBody>
                  <a:tcPr/>
                </a:tc>
                <a:tc>
                  <a:txBody>
                    <a:bodyPr/>
                    <a:lstStyle/>
                    <a:p>
                      <a:pPr algn="ctr"/>
                      <a:r>
                        <a:rPr lang="en-US" altLang="zh-TW" dirty="0"/>
                        <a:t> </a:t>
                      </a:r>
                      <a:endParaRPr lang="zh-TW" altLang="en-US" dirty="0"/>
                    </a:p>
                  </a:txBody>
                  <a:tcPr/>
                </a:tc>
                <a:tc>
                  <a:txBody>
                    <a:bodyPr/>
                    <a:lstStyle/>
                    <a:p>
                      <a:pPr algn="ctr"/>
                      <a:r>
                        <a:rPr lang="en-US" altLang="zh-TW" dirty="0"/>
                        <a:t>15 </a:t>
                      </a:r>
                      <a:endParaRPr lang="zh-TW" altLang="en-US" dirty="0"/>
                    </a:p>
                  </a:txBody>
                  <a:tcPr/>
                </a:tc>
                <a:tc>
                  <a:txBody>
                    <a:bodyPr/>
                    <a:lstStyle/>
                    <a:p>
                      <a:pPr algn="ctr"/>
                      <a:r>
                        <a:rPr lang="en-US" altLang="zh-TW" dirty="0">
                          <a:solidFill>
                            <a:srgbClr val="FF0000"/>
                          </a:solidFill>
                        </a:rPr>
                        <a:t>10</a:t>
                      </a:r>
                      <a:r>
                        <a:rPr lang="en-US" altLang="zh-TW" dirty="0"/>
                        <a:t> </a:t>
                      </a:r>
                      <a:endParaRPr lang="zh-TW" altLang="en-US" dirty="0"/>
                    </a:p>
                  </a:txBody>
                  <a:tcPr/>
                </a:tc>
                <a:tc>
                  <a:txBody>
                    <a:bodyPr/>
                    <a:lstStyle/>
                    <a:p>
                      <a:pPr algn="ctr"/>
                      <a:r>
                        <a:rPr lang="en-US" altLang="zh-TW" dirty="0"/>
                        <a:t> </a:t>
                      </a:r>
                      <a:endParaRPr lang="zh-TW" altLang="en-US" dirty="0"/>
                    </a:p>
                  </a:txBody>
                  <a:tcPr/>
                </a:tc>
                <a:tc>
                  <a:txBody>
                    <a:bodyPr/>
                    <a:lstStyle/>
                    <a:p>
                      <a:pPr algn="ctr"/>
                      <a:r>
                        <a:rPr lang="en-US" altLang="zh-TW" dirty="0"/>
                        <a:t> </a:t>
                      </a:r>
                      <a:endParaRPr lang="zh-TW" altLang="en-US" dirty="0"/>
                    </a:p>
                  </a:txBody>
                  <a:tcPr/>
                </a:tc>
                <a:tc>
                  <a:txBody>
                    <a:bodyPr/>
                    <a:lstStyle/>
                    <a:p>
                      <a:pPr algn="ctr"/>
                      <a:r>
                        <a:rPr lang="en-US" altLang="zh-TW" dirty="0"/>
                        <a:t> </a:t>
                      </a:r>
                      <a:endParaRPr lang="zh-TW" altLang="en-US" dirty="0"/>
                    </a:p>
                  </a:txBody>
                  <a:tcPr/>
                </a:tc>
                <a:tc>
                  <a:txBody>
                    <a:bodyPr/>
                    <a:lstStyle/>
                    <a:p>
                      <a:pPr algn="ctr"/>
                      <a:r>
                        <a:rPr lang="en-US" altLang="zh-TW" dirty="0"/>
                        <a:t> </a:t>
                      </a:r>
                      <a:endParaRPr lang="zh-TW" altLang="en-US" dirty="0"/>
                    </a:p>
                  </a:txBody>
                  <a:tcPr/>
                </a:tc>
                <a:tc>
                  <a:txBody>
                    <a:bodyPr/>
                    <a:lstStyle/>
                    <a:p>
                      <a:pPr algn="ctr"/>
                      <a:r>
                        <a:rPr lang="en-US" altLang="zh-TW" dirty="0"/>
                        <a:t> </a:t>
                      </a:r>
                      <a:endParaRPr lang="zh-TW" altLang="en-US" dirty="0"/>
                    </a:p>
                  </a:txBody>
                  <a:tcPr/>
                </a:tc>
                <a:tc>
                  <a:txBody>
                    <a:bodyPr/>
                    <a:lstStyle/>
                    <a:p>
                      <a:pPr algn="ctr"/>
                      <a:endParaRPr lang="zh-TW" altLang="en-US" dirty="0"/>
                    </a:p>
                  </a:txBody>
                  <a:tcPr/>
                </a:tc>
                <a:tc>
                  <a:txBody>
                    <a:bodyPr/>
                    <a:lstStyle/>
                    <a:p>
                      <a:pPr algn="ctr"/>
                      <a:r>
                        <a:rPr lang="en-US" altLang="zh-TW" dirty="0"/>
                        <a:t> </a:t>
                      </a:r>
                      <a:endParaRPr lang="zh-TW" altLang="en-US" dirty="0"/>
                    </a:p>
                  </a:txBody>
                  <a:tcPr/>
                </a:tc>
                <a:tc>
                  <a:txBody>
                    <a:bodyPr/>
                    <a:lstStyle/>
                    <a:p>
                      <a:pPr algn="ctr"/>
                      <a:r>
                        <a:rPr lang="en-US" altLang="zh-TW" dirty="0"/>
                        <a:t> </a:t>
                      </a:r>
                      <a:endParaRPr lang="zh-TW" altLang="en-US" dirty="0"/>
                    </a:p>
                  </a:txBody>
                  <a:tcPr/>
                </a:tc>
                <a:tc>
                  <a:txBody>
                    <a:bodyPr/>
                    <a:lstStyle/>
                    <a:p>
                      <a:pPr algn="ctr"/>
                      <a:r>
                        <a:rPr lang="en-US" altLang="zh-TW" dirty="0"/>
                        <a:t>  </a:t>
                      </a:r>
                      <a:endParaRPr lang="zh-TW" altLang="en-US" dirty="0"/>
                    </a:p>
                  </a:txBody>
                  <a:tcPr/>
                </a:tc>
                <a:tc>
                  <a:txBody>
                    <a:bodyPr/>
                    <a:lstStyle/>
                    <a:p>
                      <a:pPr algn="ctr"/>
                      <a:endParaRPr lang="zh-TW" altLang="en-US" dirty="0"/>
                    </a:p>
                  </a:txBody>
                  <a:tcPr/>
                </a:tc>
                <a:tc>
                  <a:txBody>
                    <a:bodyPr/>
                    <a:lstStyle/>
                    <a:p>
                      <a:pPr algn="ctr"/>
                      <a:r>
                        <a:rPr lang="en-US" altLang="zh-TW" dirty="0"/>
                        <a:t> </a:t>
                      </a:r>
                      <a:endParaRPr lang="zh-TW" altLang="en-US" dirty="0"/>
                    </a:p>
                  </a:txBody>
                  <a:tcPr/>
                </a:tc>
                <a:extLst>
                  <a:ext uri="{0D108BD9-81ED-4DB2-BD59-A6C34878D82A}">
                    <a16:rowId xmlns:a16="http://schemas.microsoft.com/office/drawing/2014/main" val="1774951801"/>
                  </a:ext>
                </a:extLst>
              </a:tr>
            </a:tbl>
          </a:graphicData>
        </a:graphic>
      </p:graphicFrame>
      <p:sp>
        <p:nvSpPr>
          <p:cNvPr id="10" name="文字方塊 9"/>
          <p:cNvSpPr txBox="1"/>
          <p:nvPr/>
        </p:nvSpPr>
        <p:spPr>
          <a:xfrm>
            <a:off x="5039360" y="4999474"/>
            <a:ext cx="2042160" cy="461665"/>
          </a:xfrm>
          <a:prstGeom prst="rect">
            <a:avLst/>
          </a:prstGeom>
          <a:noFill/>
        </p:spPr>
        <p:txBody>
          <a:bodyPr wrap="square" rtlCol="0">
            <a:spAutoFit/>
          </a:bodyPr>
          <a:lstStyle/>
          <a:p>
            <a:pPr algn="ctr"/>
            <a:r>
              <a:rPr lang="en-US" altLang="zh-TW" sz="2400" dirty="0">
                <a:latin typeface="Times New Roman" panose="02020603050405020304" pitchFamily="18" charset="0"/>
                <a:cs typeface="Times New Roman" panose="02020603050405020304" pitchFamily="18" charset="0"/>
              </a:rPr>
              <a:t>Repositioning</a:t>
            </a:r>
            <a:endParaRPr lang="zh-TW" altLang="en-US" sz="2400" dirty="0">
              <a:latin typeface="Times New Roman" panose="02020603050405020304" pitchFamily="18" charset="0"/>
              <a:cs typeface="Times New Roman" panose="02020603050405020304" pitchFamily="18" charset="0"/>
            </a:endParaRPr>
          </a:p>
        </p:txBody>
      </p:sp>
      <p:sp>
        <p:nvSpPr>
          <p:cNvPr id="12" name="矩形 11"/>
          <p:cNvSpPr/>
          <p:nvPr/>
        </p:nvSpPr>
        <p:spPr>
          <a:xfrm>
            <a:off x="5054304" y="2890232"/>
            <a:ext cx="1768434" cy="461665"/>
          </a:xfrm>
          <a:prstGeom prst="rect">
            <a:avLst/>
          </a:prstGeom>
        </p:spPr>
        <p:txBody>
          <a:bodyPr wrap="none">
            <a:spAutoFit/>
          </a:bodyPr>
          <a:lstStyle/>
          <a:p>
            <a:pPr algn="ctr"/>
            <a:r>
              <a:rPr lang="en-US" altLang="zh-TW" sz="2400" dirty="0">
                <a:latin typeface="Times New Roman" panose="02020603050405020304" pitchFamily="18" charset="0"/>
                <a:cs typeface="Times New Roman" panose="02020603050405020304" pitchFamily="18" charset="0"/>
              </a:rPr>
              <a:t>10</a:t>
            </a:r>
            <a:r>
              <a:rPr lang="en-US" altLang="zh-TW" sz="2400" baseline="-25000" dirty="0">
                <a:latin typeface="Times New Roman" panose="02020603050405020304" pitchFamily="18" charset="0"/>
                <a:cs typeface="Times New Roman" panose="02020603050405020304" pitchFamily="18" charset="0"/>
              </a:rPr>
              <a:t>10 </a:t>
            </a:r>
            <a:r>
              <a:rPr lang="en-US" altLang="zh-TW" sz="2400" dirty="0">
                <a:latin typeface="Times New Roman" panose="02020603050405020304" pitchFamily="18" charset="0"/>
                <a:cs typeface="Times New Roman" panose="02020603050405020304" pitchFamily="18" charset="0"/>
              </a:rPr>
              <a:t>= 1010</a:t>
            </a:r>
            <a:r>
              <a:rPr lang="en-US" altLang="zh-TW" sz="2400" baseline="-25000" dirty="0">
                <a:latin typeface="Times New Roman" panose="02020603050405020304" pitchFamily="18" charset="0"/>
                <a:cs typeface="Times New Roman" panose="02020603050405020304" pitchFamily="18" charset="0"/>
              </a:rPr>
              <a:t>2 </a:t>
            </a:r>
            <a:endParaRPr lang="zh-TW" altLang="en-US" sz="2400" baseline="-25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29245600"/>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Repositioning step</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C497B8E6-CB28-4350-9E62-3F3C29E41FED}" type="slidenum">
              <a:rPr lang="zh-TW" altLang="en-US" smtClean="0"/>
              <a:t>35</a:t>
            </a:fld>
            <a:endParaRPr lang="zh-TW" altLang="en-US"/>
          </a:p>
        </p:txBody>
      </p:sp>
      <p:graphicFrame>
        <p:nvGraphicFramePr>
          <p:cNvPr id="5" name="表格 4"/>
          <p:cNvGraphicFramePr>
            <a:graphicFrameLocks noGrp="1"/>
          </p:cNvGraphicFramePr>
          <p:nvPr>
            <p:extLst>
              <p:ext uri="{D42A27DB-BD31-4B8C-83A1-F6EECF244321}">
                <p14:modId xmlns:p14="http://schemas.microsoft.com/office/powerpoint/2010/main" val="195852080"/>
              </p:ext>
            </p:extLst>
          </p:nvPr>
        </p:nvGraphicFramePr>
        <p:xfrm>
          <a:off x="2037080" y="3968353"/>
          <a:ext cx="8128000" cy="741680"/>
        </p:xfrm>
        <a:graphic>
          <a:graphicData uri="http://schemas.openxmlformats.org/drawingml/2006/table">
            <a:tbl>
              <a:tblPr>
                <a:tableStyleId>{5C22544A-7EE6-4342-B048-85BDC9FD1C3A}</a:tableStyleId>
              </a:tblPr>
              <a:tblGrid>
                <a:gridCol w="1016000">
                  <a:extLst>
                    <a:ext uri="{9D8B030D-6E8A-4147-A177-3AD203B41FA5}">
                      <a16:colId xmlns:a16="http://schemas.microsoft.com/office/drawing/2014/main" val="232325015"/>
                    </a:ext>
                  </a:extLst>
                </a:gridCol>
                <a:gridCol w="1016000">
                  <a:extLst>
                    <a:ext uri="{9D8B030D-6E8A-4147-A177-3AD203B41FA5}">
                      <a16:colId xmlns:a16="http://schemas.microsoft.com/office/drawing/2014/main" val="809820525"/>
                    </a:ext>
                  </a:extLst>
                </a:gridCol>
                <a:gridCol w="1016000">
                  <a:extLst>
                    <a:ext uri="{9D8B030D-6E8A-4147-A177-3AD203B41FA5}">
                      <a16:colId xmlns:a16="http://schemas.microsoft.com/office/drawing/2014/main" val="3216279575"/>
                    </a:ext>
                  </a:extLst>
                </a:gridCol>
                <a:gridCol w="1016000">
                  <a:extLst>
                    <a:ext uri="{9D8B030D-6E8A-4147-A177-3AD203B41FA5}">
                      <a16:colId xmlns:a16="http://schemas.microsoft.com/office/drawing/2014/main" val="668291663"/>
                    </a:ext>
                  </a:extLst>
                </a:gridCol>
                <a:gridCol w="1016000">
                  <a:extLst>
                    <a:ext uri="{9D8B030D-6E8A-4147-A177-3AD203B41FA5}">
                      <a16:colId xmlns:a16="http://schemas.microsoft.com/office/drawing/2014/main" val="4109121243"/>
                    </a:ext>
                  </a:extLst>
                </a:gridCol>
                <a:gridCol w="1016000">
                  <a:extLst>
                    <a:ext uri="{9D8B030D-6E8A-4147-A177-3AD203B41FA5}">
                      <a16:colId xmlns:a16="http://schemas.microsoft.com/office/drawing/2014/main" val="2213655556"/>
                    </a:ext>
                  </a:extLst>
                </a:gridCol>
                <a:gridCol w="1016000">
                  <a:extLst>
                    <a:ext uri="{9D8B030D-6E8A-4147-A177-3AD203B41FA5}">
                      <a16:colId xmlns:a16="http://schemas.microsoft.com/office/drawing/2014/main" val="1831011624"/>
                    </a:ext>
                  </a:extLst>
                </a:gridCol>
                <a:gridCol w="1016000">
                  <a:extLst>
                    <a:ext uri="{9D8B030D-6E8A-4147-A177-3AD203B41FA5}">
                      <a16:colId xmlns:a16="http://schemas.microsoft.com/office/drawing/2014/main" val="1673615481"/>
                    </a:ext>
                  </a:extLst>
                </a:gridCol>
              </a:tblGrid>
              <a:tr h="370840">
                <a:tc>
                  <a:txBody>
                    <a:bodyPr/>
                    <a:lstStyle/>
                    <a:p>
                      <a:pPr algn="ctr"/>
                      <a:r>
                        <a:rPr lang="en-US" altLang="zh-TW" dirty="0"/>
                        <a:t>0</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5</a:t>
                      </a:r>
                      <a:endParaRPr lang="zh-TW" altLang="en-US" dirty="0"/>
                    </a:p>
                  </a:txBody>
                  <a:tcPr/>
                </a:tc>
                <a:tc>
                  <a:txBody>
                    <a:bodyPr/>
                    <a:lstStyle/>
                    <a:p>
                      <a:pPr algn="ctr"/>
                      <a:r>
                        <a:rPr lang="en-US" altLang="zh-TW" dirty="0"/>
                        <a:t>6</a:t>
                      </a:r>
                      <a:endParaRPr lang="zh-TW" altLang="en-US" dirty="0"/>
                    </a:p>
                  </a:txBody>
                  <a:tcPr/>
                </a:tc>
                <a:tc>
                  <a:txBody>
                    <a:bodyPr/>
                    <a:lstStyle/>
                    <a:p>
                      <a:pPr algn="ctr"/>
                      <a:r>
                        <a:rPr lang="en-US" altLang="zh-TW" dirty="0"/>
                        <a:t>7-31</a:t>
                      </a:r>
                      <a:endParaRPr lang="zh-TW" altLang="en-US" dirty="0"/>
                    </a:p>
                  </a:txBody>
                  <a:tcPr/>
                </a:tc>
                <a:extLst>
                  <a:ext uri="{0D108BD9-81ED-4DB2-BD59-A6C34878D82A}">
                    <a16:rowId xmlns:a16="http://schemas.microsoft.com/office/drawing/2014/main" val="1181902020"/>
                  </a:ext>
                </a:extLst>
              </a:tr>
              <a:tr h="370840">
                <a:tc>
                  <a:txBody>
                    <a:bodyPr/>
                    <a:lstStyle/>
                    <a:p>
                      <a:pPr algn="ctr"/>
                      <a:r>
                        <a:rPr lang="en-US" altLang="zh-TW" dirty="0"/>
                        <a:t>1</a:t>
                      </a:r>
                      <a:endParaRPr lang="zh-TW" altLang="en-US" dirty="0"/>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t>4</a:t>
                      </a:r>
                      <a:endParaRPr lang="zh-TW" altLang="en-US" dirty="0"/>
                    </a:p>
                  </a:txBody>
                  <a:tcPr/>
                </a:tc>
                <a:tc>
                  <a:txBody>
                    <a:bodyPr/>
                    <a:lstStyle/>
                    <a:p>
                      <a:pPr algn="ctr"/>
                      <a:r>
                        <a:rPr lang="en-US" altLang="zh-TW" strike="noStrike" dirty="0">
                          <a:solidFill>
                            <a:schemeClr val="tx1"/>
                          </a:solidFill>
                        </a:rPr>
                        <a:t>9</a:t>
                      </a:r>
                      <a:endParaRPr lang="zh-TW" altLang="en-US" strike="noStrike" dirty="0">
                        <a:solidFill>
                          <a:schemeClr val="tx1"/>
                        </a:solidFill>
                      </a:endParaRPr>
                    </a:p>
                  </a:txBody>
                  <a:tcPr/>
                </a:tc>
                <a:tc>
                  <a:txBody>
                    <a:bodyPr/>
                    <a:lstStyle/>
                    <a:p>
                      <a:pPr algn="ctr"/>
                      <a:r>
                        <a:rPr lang="en-US" altLang="zh-TW" strike="sngStrike" dirty="0">
                          <a:solidFill>
                            <a:srgbClr val="FF0000"/>
                          </a:solidFill>
                        </a:rPr>
                        <a:t>13 </a:t>
                      </a:r>
                      <a:r>
                        <a:rPr lang="en-US" altLang="zh-TW" strike="noStrike" dirty="0">
                          <a:solidFill>
                            <a:srgbClr val="FF0000"/>
                          </a:solidFill>
                        </a:rPr>
                        <a:t>-&gt;14</a:t>
                      </a:r>
                      <a:endParaRPr lang="zh-TW" altLang="en-US" strike="noStrike" dirty="0">
                        <a:solidFill>
                          <a:srgbClr val="FF0000"/>
                        </a:solidFill>
                      </a:endParaRPr>
                    </a:p>
                  </a:txBody>
                  <a:tcPr/>
                </a:tc>
                <a:tc>
                  <a:txBody>
                    <a:bodyPr/>
                    <a:lstStyle/>
                    <a:p>
                      <a:pPr algn="ctr"/>
                      <a:r>
                        <a:rPr lang="en-US" altLang="zh-TW" dirty="0"/>
                        <a:t>17</a:t>
                      </a:r>
                      <a:endParaRPr lang="zh-TW" altLang="en-US" dirty="0"/>
                    </a:p>
                  </a:txBody>
                  <a:tcPr/>
                </a:tc>
                <a:tc>
                  <a:txBody>
                    <a:bodyPr/>
                    <a:lstStyle/>
                    <a:p>
                      <a:pPr algn="ctr"/>
                      <a:r>
                        <a:rPr lang="en-US" altLang="zh-TW" dirty="0"/>
                        <a:t>20</a:t>
                      </a:r>
                      <a:endParaRPr lang="zh-TW" altLang="en-US" dirty="0"/>
                    </a:p>
                  </a:txBody>
                  <a:tcPr/>
                </a:tc>
                <a:tc>
                  <a:txBody>
                    <a:bodyPr/>
                    <a:lstStyle/>
                    <a:p>
                      <a:pPr algn="ctr"/>
                      <a:r>
                        <a:rPr lang="en-US" altLang="zh-TW" dirty="0"/>
                        <a:t>20</a:t>
                      </a:r>
                      <a:endParaRPr lang="zh-TW" altLang="en-US" dirty="0"/>
                    </a:p>
                  </a:txBody>
                  <a:tcPr/>
                </a:tc>
                <a:extLst>
                  <a:ext uri="{0D108BD9-81ED-4DB2-BD59-A6C34878D82A}">
                    <a16:rowId xmlns:a16="http://schemas.microsoft.com/office/drawing/2014/main" val="3746804522"/>
                  </a:ext>
                </a:extLst>
              </a:tr>
            </a:tbl>
          </a:graphicData>
        </a:graphic>
      </p:graphicFrame>
      <p:sp>
        <p:nvSpPr>
          <p:cNvPr id="6" name="文字方塊 5"/>
          <p:cNvSpPr txBox="1"/>
          <p:nvPr/>
        </p:nvSpPr>
        <p:spPr>
          <a:xfrm>
            <a:off x="5039360" y="3305730"/>
            <a:ext cx="1798320" cy="461665"/>
          </a:xfrm>
          <a:prstGeom prst="rect">
            <a:avLst/>
          </a:prstGeom>
          <a:noFill/>
        </p:spPr>
        <p:txBody>
          <a:bodyPr wrap="square" rtlCol="0">
            <a:spAutoFit/>
          </a:bodyPr>
          <a:lstStyle/>
          <a:p>
            <a:pPr algn="ctr"/>
            <a:r>
              <a:rPr lang="en-US" altLang="zh-TW" sz="2400" dirty="0" err="1">
                <a:latin typeface="Times New Roman" panose="02020603050405020304" pitchFamily="18" charset="0"/>
                <a:cs typeface="Times New Roman" panose="02020603050405020304" pitchFamily="18" charset="0"/>
              </a:rPr>
              <a:t>Bitband</a:t>
            </a:r>
            <a:r>
              <a:rPr lang="en-US" altLang="zh-TW" sz="2400" dirty="0">
                <a:latin typeface="Times New Roman" panose="02020603050405020304" pitchFamily="18" charset="0"/>
                <a:cs typeface="Times New Roman" panose="02020603050405020304" pitchFamily="18" charset="0"/>
              </a:rPr>
              <a:t> </a:t>
            </a:r>
            <a:endParaRPr lang="zh-TW" altLang="en-US" sz="2400" dirty="0">
              <a:latin typeface="Times New Roman" panose="02020603050405020304" pitchFamily="18" charset="0"/>
              <a:cs typeface="Times New Roman" panose="02020603050405020304" pitchFamily="18" charset="0"/>
            </a:endParaRPr>
          </a:p>
        </p:txBody>
      </p:sp>
      <p:graphicFrame>
        <p:nvGraphicFramePr>
          <p:cNvPr id="7" name="表格 6"/>
          <p:cNvGraphicFramePr>
            <a:graphicFrameLocks noGrp="1"/>
          </p:cNvGraphicFramePr>
          <p:nvPr>
            <p:extLst>
              <p:ext uri="{D42A27DB-BD31-4B8C-83A1-F6EECF244321}">
                <p14:modId xmlns:p14="http://schemas.microsoft.com/office/powerpoint/2010/main" val="2047900891"/>
              </p:ext>
            </p:extLst>
          </p:nvPr>
        </p:nvGraphicFramePr>
        <p:xfrm>
          <a:off x="1539240" y="1829911"/>
          <a:ext cx="9113520" cy="741680"/>
        </p:xfrm>
        <a:graphic>
          <a:graphicData uri="http://schemas.openxmlformats.org/drawingml/2006/table">
            <a:tbl>
              <a:tblPr>
                <a:tableStyleId>{073A0DAA-6AF3-43AB-8588-CEC1D06C72B9}</a:tableStyleId>
              </a:tblPr>
              <a:tblGrid>
                <a:gridCol w="455676">
                  <a:extLst>
                    <a:ext uri="{9D8B030D-6E8A-4147-A177-3AD203B41FA5}">
                      <a16:colId xmlns:a16="http://schemas.microsoft.com/office/drawing/2014/main" val="4051507761"/>
                    </a:ext>
                  </a:extLst>
                </a:gridCol>
                <a:gridCol w="455676">
                  <a:extLst>
                    <a:ext uri="{9D8B030D-6E8A-4147-A177-3AD203B41FA5}">
                      <a16:colId xmlns:a16="http://schemas.microsoft.com/office/drawing/2014/main" val="2972139511"/>
                    </a:ext>
                  </a:extLst>
                </a:gridCol>
                <a:gridCol w="455676">
                  <a:extLst>
                    <a:ext uri="{9D8B030D-6E8A-4147-A177-3AD203B41FA5}">
                      <a16:colId xmlns:a16="http://schemas.microsoft.com/office/drawing/2014/main" val="2875737650"/>
                    </a:ext>
                  </a:extLst>
                </a:gridCol>
                <a:gridCol w="455676">
                  <a:extLst>
                    <a:ext uri="{9D8B030D-6E8A-4147-A177-3AD203B41FA5}">
                      <a16:colId xmlns:a16="http://schemas.microsoft.com/office/drawing/2014/main" val="2677827691"/>
                    </a:ext>
                  </a:extLst>
                </a:gridCol>
                <a:gridCol w="455676">
                  <a:extLst>
                    <a:ext uri="{9D8B030D-6E8A-4147-A177-3AD203B41FA5}">
                      <a16:colId xmlns:a16="http://schemas.microsoft.com/office/drawing/2014/main" val="2441000429"/>
                    </a:ext>
                  </a:extLst>
                </a:gridCol>
                <a:gridCol w="455676">
                  <a:extLst>
                    <a:ext uri="{9D8B030D-6E8A-4147-A177-3AD203B41FA5}">
                      <a16:colId xmlns:a16="http://schemas.microsoft.com/office/drawing/2014/main" val="1229051241"/>
                    </a:ext>
                  </a:extLst>
                </a:gridCol>
                <a:gridCol w="455676">
                  <a:extLst>
                    <a:ext uri="{9D8B030D-6E8A-4147-A177-3AD203B41FA5}">
                      <a16:colId xmlns:a16="http://schemas.microsoft.com/office/drawing/2014/main" val="1827395689"/>
                    </a:ext>
                  </a:extLst>
                </a:gridCol>
                <a:gridCol w="455676">
                  <a:extLst>
                    <a:ext uri="{9D8B030D-6E8A-4147-A177-3AD203B41FA5}">
                      <a16:colId xmlns:a16="http://schemas.microsoft.com/office/drawing/2014/main" val="1220040406"/>
                    </a:ext>
                  </a:extLst>
                </a:gridCol>
                <a:gridCol w="455676">
                  <a:extLst>
                    <a:ext uri="{9D8B030D-6E8A-4147-A177-3AD203B41FA5}">
                      <a16:colId xmlns:a16="http://schemas.microsoft.com/office/drawing/2014/main" val="4267595762"/>
                    </a:ext>
                  </a:extLst>
                </a:gridCol>
                <a:gridCol w="455676">
                  <a:extLst>
                    <a:ext uri="{9D8B030D-6E8A-4147-A177-3AD203B41FA5}">
                      <a16:colId xmlns:a16="http://schemas.microsoft.com/office/drawing/2014/main" val="1039504818"/>
                    </a:ext>
                  </a:extLst>
                </a:gridCol>
                <a:gridCol w="455676">
                  <a:extLst>
                    <a:ext uri="{9D8B030D-6E8A-4147-A177-3AD203B41FA5}">
                      <a16:colId xmlns:a16="http://schemas.microsoft.com/office/drawing/2014/main" val="3328107497"/>
                    </a:ext>
                  </a:extLst>
                </a:gridCol>
                <a:gridCol w="455676">
                  <a:extLst>
                    <a:ext uri="{9D8B030D-6E8A-4147-A177-3AD203B41FA5}">
                      <a16:colId xmlns:a16="http://schemas.microsoft.com/office/drawing/2014/main" val="4076855284"/>
                    </a:ext>
                  </a:extLst>
                </a:gridCol>
                <a:gridCol w="455676">
                  <a:extLst>
                    <a:ext uri="{9D8B030D-6E8A-4147-A177-3AD203B41FA5}">
                      <a16:colId xmlns:a16="http://schemas.microsoft.com/office/drawing/2014/main" val="1854445924"/>
                    </a:ext>
                  </a:extLst>
                </a:gridCol>
                <a:gridCol w="455676">
                  <a:extLst>
                    <a:ext uri="{9D8B030D-6E8A-4147-A177-3AD203B41FA5}">
                      <a16:colId xmlns:a16="http://schemas.microsoft.com/office/drawing/2014/main" val="1575012594"/>
                    </a:ext>
                  </a:extLst>
                </a:gridCol>
                <a:gridCol w="455676">
                  <a:extLst>
                    <a:ext uri="{9D8B030D-6E8A-4147-A177-3AD203B41FA5}">
                      <a16:colId xmlns:a16="http://schemas.microsoft.com/office/drawing/2014/main" val="389045705"/>
                    </a:ext>
                  </a:extLst>
                </a:gridCol>
                <a:gridCol w="455676">
                  <a:extLst>
                    <a:ext uri="{9D8B030D-6E8A-4147-A177-3AD203B41FA5}">
                      <a16:colId xmlns:a16="http://schemas.microsoft.com/office/drawing/2014/main" val="3254408253"/>
                    </a:ext>
                  </a:extLst>
                </a:gridCol>
                <a:gridCol w="455676">
                  <a:extLst>
                    <a:ext uri="{9D8B030D-6E8A-4147-A177-3AD203B41FA5}">
                      <a16:colId xmlns:a16="http://schemas.microsoft.com/office/drawing/2014/main" val="1639466125"/>
                    </a:ext>
                  </a:extLst>
                </a:gridCol>
                <a:gridCol w="455676">
                  <a:extLst>
                    <a:ext uri="{9D8B030D-6E8A-4147-A177-3AD203B41FA5}">
                      <a16:colId xmlns:a16="http://schemas.microsoft.com/office/drawing/2014/main" val="3570555910"/>
                    </a:ext>
                  </a:extLst>
                </a:gridCol>
                <a:gridCol w="455676">
                  <a:extLst>
                    <a:ext uri="{9D8B030D-6E8A-4147-A177-3AD203B41FA5}">
                      <a16:colId xmlns:a16="http://schemas.microsoft.com/office/drawing/2014/main" val="472093811"/>
                    </a:ext>
                  </a:extLst>
                </a:gridCol>
                <a:gridCol w="455676">
                  <a:extLst>
                    <a:ext uri="{9D8B030D-6E8A-4147-A177-3AD203B41FA5}">
                      <a16:colId xmlns:a16="http://schemas.microsoft.com/office/drawing/2014/main" val="367352948"/>
                    </a:ext>
                  </a:extLst>
                </a:gridCol>
              </a:tblGrid>
              <a:tr h="370840">
                <a:tc>
                  <a:txBody>
                    <a:bodyPr/>
                    <a:lstStyle/>
                    <a:p>
                      <a:pPr algn="ctr"/>
                      <a:r>
                        <a:rPr lang="en-US" altLang="zh-TW" dirty="0"/>
                        <a:t>0</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5</a:t>
                      </a:r>
                      <a:endParaRPr lang="zh-TW" altLang="en-US" dirty="0"/>
                    </a:p>
                  </a:txBody>
                  <a:tcPr/>
                </a:tc>
                <a:tc>
                  <a:txBody>
                    <a:bodyPr/>
                    <a:lstStyle/>
                    <a:p>
                      <a:pPr algn="ctr"/>
                      <a:r>
                        <a:rPr lang="en-US" altLang="zh-TW" dirty="0"/>
                        <a:t>6</a:t>
                      </a:r>
                      <a:endParaRPr lang="zh-TW" altLang="en-US" dirty="0"/>
                    </a:p>
                  </a:txBody>
                  <a:tcPr/>
                </a:tc>
                <a:tc>
                  <a:txBody>
                    <a:bodyPr/>
                    <a:lstStyle/>
                    <a:p>
                      <a:pPr algn="ctr"/>
                      <a:r>
                        <a:rPr lang="en-US" altLang="zh-TW" dirty="0"/>
                        <a:t>7</a:t>
                      </a:r>
                      <a:endParaRPr lang="zh-TW" altLang="en-US" dirty="0"/>
                    </a:p>
                  </a:txBody>
                  <a:tcPr/>
                </a:tc>
                <a:tc>
                  <a:txBody>
                    <a:bodyPr/>
                    <a:lstStyle/>
                    <a:p>
                      <a:pPr algn="ctr"/>
                      <a:r>
                        <a:rPr lang="en-US" altLang="zh-TW" dirty="0"/>
                        <a:t>8</a:t>
                      </a:r>
                      <a:endParaRPr lang="zh-TW" altLang="en-US" dirty="0"/>
                    </a:p>
                  </a:txBody>
                  <a:tcPr/>
                </a:tc>
                <a:tc>
                  <a:txBody>
                    <a:bodyPr/>
                    <a:lstStyle/>
                    <a:p>
                      <a:pPr algn="ctr"/>
                      <a:r>
                        <a:rPr lang="en-US" altLang="zh-TW" dirty="0"/>
                        <a:t>9</a:t>
                      </a:r>
                      <a:endParaRPr lang="zh-TW" altLang="en-US" dirty="0"/>
                    </a:p>
                  </a:txBody>
                  <a:tcPr/>
                </a:tc>
                <a:tc>
                  <a:txBody>
                    <a:bodyPr/>
                    <a:lstStyle/>
                    <a:p>
                      <a:pPr algn="ctr"/>
                      <a:r>
                        <a:rPr lang="en-US" altLang="zh-TW" dirty="0"/>
                        <a:t>10</a:t>
                      </a:r>
                      <a:endParaRPr lang="zh-TW" altLang="en-US" dirty="0"/>
                    </a:p>
                  </a:txBody>
                  <a:tcPr/>
                </a:tc>
                <a:tc>
                  <a:txBody>
                    <a:bodyPr/>
                    <a:lstStyle/>
                    <a:p>
                      <a:pPr algn="ctr"/>
                      <a:r>
                        <a:rPr lang="en-US" altLang="zh-TW" dirty="0"/>
                        <a:t>11</a:t>
                      </a:r>
                      <a:endParaRPr lang="zh-TW" altLang="en-US" dirty="0"/>
                    </a:p>
                  </a:txBody>
                  <a:tcPr/>
                </a:tc>
                <a:tc>
                  <a:txBody>
                    <a:bodyPr/>
                    <a:lstStyle/>
                    <a:p>
                      <a:pPr algn="ctr"/>
                      <a:r>
                        <a:rPr lang="en-US" altLang="zh-TW" dirty="0"/>
                        <a:t>12</a:t>
                      </a:r>
                      <a:endParaRPr lang="zh-TW" altLang="en-US" dirty="0"/>
                    </a:p>
                  </a:txBody>
                  <a:tcPr/>
                </a:tc>
                <a:tc>
                  <a:txBody>
                    <a:bodyPr/>
                    <a:lstStyle/>
                    <a:p>
                      <a:pPr algn="ctr"/>
                      <a:r>
                        <a:rPr lang="en-US" altLang="zh-TW" dirty="0"/>
                        <a:t>13</a:t>
                      </a:r>
                      <a:endParaRPr lang="zh-TW" altLang="en-US" dirty="0"/>
                    </a:p>
                  </a:txBody>
                  <a:tcPr/>
                </a:tc>
                <a:tc>
                  <a:txBody>
                    <a:bodyPr/>
                    <a:lstStyle/>
                    <a:p>
                      <a:pPr algn="ctr"/>
                      <a:r>
                        <a:rPr lang="en-US" altLang="zh-TW" dirty="0"/>
                        <a:t>14</a:t>
                      </a:r>
                      <a:endParaRPr lang="zh-TW" altLang="en-US" dirty="0"/>
                    </a:p>
                  </a:txBody>
                  <a:tcPr/>
                </a:tc>
                <a:tc>
                  <a:txBody>
                    <a:bodyPr/>
                    <a:lstStyle/>
                    <a:p>
                      <a:pPr algn="ctr"/>
                      <a:r>
                        <a:rPr lang="en-US" altLang="zh-TW" dirty="0"/>
                        <a:t>15</a:t>
                      </a:r>
                      <a:endParaRPr lang="zh-TW" altLang="en-US" dirty="0"/>
                    </a:p>
                  </a:txBody>
                  <a:tcPr/>
                </a:tc>
                <a:tc>
                  <a:txBody>
                    <a:bodyPr/>
                    <a:lstStyle/>
                    <a:p>
                      <a:pPr algn="ctr"/>
                      <a:r>
                        <a:rPr lang="en-US" altLang="zh-TW" dirty="0"/>
                        <a:t>16</a:t>
                      </a:r>
                      <a:endParaRPr lang="zh-TW" altLang="en-US" dirty="0"/>
                    </a:p>
                  </a:txBody>
                  <a:tcPr/>
                </a:tc>
                <a:tc>
                  <a:txBody>
                    <a:bodyPr/>
                    <a:lstStyle/>
                    <a:p>
                      <a:pPr algn="ctr"/>
                      <a:r>
                        <a:rPr lang="en-US" altLang="zh-TW" dirty="0"/>
                        <a:t>17</a:t>
                      </a:r>
                      <a:endParaRPr lang="zh-TW" altLang="en-US" dirty="0"/>
                    </a:p>
                  </a:txBody>
                  <a:tcPr/>
                </a:tc>
                <a:tc>
                  <a:txBody>
                    <a:bodyPr/>
                    <a:lstStyle/>
                    <a:p>
                      <a:pPr algn="ctr"/>
                      <a:r>
                        <a:rPr lang="en-US" altLang="zh-TW" dirty="0"/>
                        <a:t>18</a:t>
                      </a:r>
                      <a:endParaRPr lang="zh-TW" altLang="en-US" dirty="0"/>
                    </a:p>
                  </a:txBody>
                  <a:tcPr/>
                </a:tc>
                <a:tc>
                  <a:txBody>
                    <a:bodyPr/>
                    <a:lstStyle/>
                    <a:p>
                      <a:pPr algn="ctr"/>
                      <a:r>
                        <a:rPr lang="en-US" altLang="zh-TW" dirty="0"/>
                        <a:t>19</a:t>
                      </a:r>
                      <a:endParaRPr lang="zh-TW" altLang="en-US" dirty="0"/>
                    </a:p>
                  </a:txBody>
                  <a:tcPr/>
                </a:tc>
                <a:extLst>
                  <a:ext uri="{0D108BD9-81ED-4DB2-BD59-A6C34878D82A}">
                    <a16:rowId xmlns:a16="http://schemas.microsoft.com/office/drawing/2014/main" val="379876605"/>
                  </a:ext>
                </a:extLst>
              </a:tr>
              <a:tr h="370840">
                <a:tc>
                  <a:txBody>
                    <a:bodyPr/>
                    <a:lstStyle/>
                    <a:p>
                      <a:pPr algn="ctr"/>
                      <a:r>
                        <a:rPr lang="en-US" altLang="zh-TW" dirty="0">
                          <a:solidFill>
                            <a:schemeClr val="tx1"/>
                          </a:solidFill>
                        </a:rPr>
                        <a:t>15</a:t>
                      </a:r>
                      <a:endParaRPr lang="zh-TW" altLang="en-US" dirty="0">
                        <a:solidFill>
                          <a:schemeClr val="tx1"/>
                        </a:solidFill>
                      </a:endParaRPr>
                    </a:p>
                  </a:txBody>
                  <a:tcPr/>
                </a:tc>
                <a:tc>
                  <a:txBody>
                    <a:bodyPr/>
                    <a:lstStyle/>
                    <a:p>
                      <a:pPr algn="ctr"/>
                      <a:r>
                        <a:rPr lang="en-US" altLang="zh-TW" dirty="0">
                          <a:solidFill>
                            <a:schemeClr val="tx1"/>
                          </a:solidFill>
                        </a:rPr>
                        <a:t>10</a:t>
                      </a:r>
                      <a:endParaRPr lang="zh-TW" altLang="en-US" dirty="0">
                        <a:solidFill>
                          <a:schemeClr val="tx1"/>
                        </a:solidFill>
                      </a:endParaRPr>
                    </a:p>
                  </a:txBody>
                  <a:tcPr/>
                </a:tc>
                <a:tc>
                  <a:txBody>
                    <a:bodyPr/>
                    <a:lstStyle/>
                    <a:p>
                      <a:pPr algn="ctr"/>
                      <a:r>
                        <a:rPr lang="en-US" altLang="zh-TW" dirty="0">
                          <a:solidFill>
                            <a:srgbClr val="FF0000"/>
                          </a:solidFill>
                        </a:rPr>
                        <a:t>19</a:t>
                      </a:r>
                      <a:endParaRPr lang="zh-TW" altLang="en-US" dirty="0">
                        <a:solidFill>
                          <a:srgbClr val="FF0000"/>
                        </a:solidFill>
                      </a:endParaRPr>
                    </a:p>
                  </a:txBody>
                  <a:tcPr/>
                </a:tc>
                <a:tc>
                  <a:txBody>
                    <a:bodyPr/>
                    <a:lstStyle/>
                    <a:p>
                      <a:pPr algn="ctr"/>
                      <a:r>
                        <a:rPr lang="en-US" altLang="zh-TW" dirty="0"/>
                        <a:t>49</a:t>
                      </a:r>
                      <a:endParaRPr lang="zh-TW" altLang="en-US" dirty="0"/>
                    </a:p>
                  </a:txBody>
                  <a:tcPr/>
                </a:tc>
                <a:tc>
                  <a:txBody>
                    <a:bodyPr/>
                    <a:lstStyle/>
                    <a:p>
                      <a:pPr algn="ctr"/>
                      <a:r>
                        <a:rPr lang="en-US" altLang="zh-TW" dirty="0"/>
                        <a:t>13</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7</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10</a:t>
                      </a:r>
                      <a:endParaRPr lang="zh-TW" altLang="en-US" dirty="0"/>
                    </a:p>
                  </a:txBody>
                  <a:tcPr/>
                </a:tc>
                <a:tc>
                  <a:txBody>
                    <a:bodyPr/>
                    <a:lstStyle/>
                    <a:p>
                      <a:pPr algn="ctr"/>
                      <a:r>
                        <a:rPr lang="en-US" altLang="zh-TW" dirty="0"/>
                        <a:t>20</a:t>
                      </a:r>
                      <a:endParaRPr lang="zh-TW" altLang="en-US" dirty="0"/>
                    </a:p>
                  </a:txBody>
                  <a:tcPr/>
                </a:tc>
                <a:tc>
                  <a:txBody>
                    <a:bodyPr/>
                    <a:lstStyle/>
                    <a:p>
                      <a:pPr algn="ctr"/>
                      <a:r>
                        <a:rPr lang="en-US" altLang="zh-TW" dirty="0"/>
                        <a:t>17</a:t>
                      </a:r>
                      <a:endParaRPr lang="zh-TW" altLang="en-US" dirty="0"/>
                    </a:p>
                  </a:txBody>
                  <a:tcPr/>
                </a:tc>
                <a:tc>
                  <a:txBody>
                    <a:bodyPr/>
                    <a:lstStyle/>
                    <a:p>
                      <a:pPr algn="ctr"/>
                      <a:r>
                        <a:rPr lang="en-US" altLang="zh-TW" dirty="0"/>
                        <a:t>15</a:t>
                      </a:r>
                      <a:endParaRPr lang="zh-TW" altLang="en-US" dirty="0"/>
                    </a:p>
                  </a:txBody>
                  <a:tcPr/>
                </a:tc>
                <a:tc>
                  <a:txBody>
                    <a:bodyPr/>
                    <a:lstStyle/>
                    <a:p>
                      <a:pPr algn="ctr"/>
                      <a:r>
                        <a:rPr lang="en-US" altLang="zh-TW" dirty="0"/>
                        <a:t>46</a:t>
                      </a:r>
                      <a:endParaRPr lang="zh-TW" altLang="en-US" dirty="0"/>
                    </a:p>
                  </a:txBody>
                  <a:tcPr/>
                </a:tc>
                <a:tc>
                  <a:txBody>
                    <a:bodyPr/>
                    <a:lstStyle/>
                    <a:p>
                      <a:pPr algn="ctr"/>
                      <a:r>
                        <a:rPr lang="en-US" altLang="zh-TW" dirty="0"/>
                        <a:t>16</a:t>
                      </a:r>
                      <a:endParaRPr lang="zh-TW" altLang="en-US" dirty="0"/>
                    </a:p>
                  </a:txBody>
                  <a:tcPr/>
                </a:tc>
                <a:tc>
                  <a:txBody>
                    <a:bodyPr/>
                    <a:lstStyle/>
                    <a:p>
                      <a:pPr algn="ctr"/>
                      <a:r>
                        <a:rPr lang="en-US" altLang="zh-TW" dirty="0"/>
                        <a:t>53</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5</a:t>
                      </a:r>
                      <a:endParaRPr lang="zh-TW" altLang="en-US" dirty="0"/>
                    </a:p>
                  </a:txBody>
                  <a:tcPr/>
                </a:tc>
                <a:tc>
                  <a:txBody>
                    <a:bodyPr/>
                    <a:lstStyle/>
                    <a:p>
                      <a:pPr algn="ctr"/>
                      <a:r>
                        <a:rPr lang="en-US" altLang="zh-TW" dirty="0"/>
                        <a:t>9</a:t>
                      </a:r>
                      <a:endParaRPr lang="zh-TW" altLang="en-US" dirty="0"/>
                    </a:p>
                  </a:txBody>
                  <a:tcPr/>
                </a:tc>
                <a:extLst>
                  <a:ext uri="{0D108BD9-81ED-4DB2-BD59-A6C34878D82A}">
                    <a16:rowId xmlns:a16="http://schemas.microsoft.com/office/drawing/2014/main" val="1774951801"/>
                  </a:ext>
                </a:extLst>
              </a:tr>
            </a:tbl>
          </a:graphicData>
        </a:graphic>
      </p:graphicFrame>
      <p:sp>
        <p:nvSpPr>
          <p:cNvPr id="8" name="文字方塊 7"/>
          <p:cNvSpPr txBox="1"/>
          <p:nvPr/>
        </p:nvSpPr>
        <p:spPr>
          <a:xfrm>
            <a:off x="5039360" y="1368246"/>
            <a:ext cx="1798320" cy="461665"/>
          </a:xfrm>
          <a:prstGeom prst="rect">
            <a:avLst/>
          </a:prstGeom>
          <a:noFill/>
        </p:spPr>
        <p:txBody>
          <a:bodyPr wrap="square" rtlCol="0">
            <a:spAutoFit/>
          </a:bodyPr>
          <a:lstStyle/>
          <a:p>
            <a:pPr algn="ctr"/>
            <a:r>
              <a:rPr lang="en-US" altLang="zh-TW" sz="2400" dirty="0">
                <a:latin typeface="Times New Roman" panose="02020603050405020304" pitchFamily="18" charset="0"/>
                <a:cs typeface="Times New Roman" panose="02020603050405020304" pitchFamily="18" charset="0"/>
              </a:rPr>
              <a:t>Input</a:t>
            </a:r>
            <a:endParaRPr lang="zh-TW" altLang="en-US" sz="2400" dirty="0">
              <a:latin typeface="Times New Roman" panose="02020603050405020304" pitchFamily="18" charset="0"/>
              <a:cs typeface="Times New Roman" panose="02020603050405020304" pitchFamily="18" charset="0"/>
            </a:endParaRPr>
          </a:p>
        </p:txBody>
      </p:sp>
      <p:graphicFrame>
        <p:nvGraphicFramePr>
          <p:cNvPr id="9" name="表格 8"/>
          <p:cNvGraphicFramePr>
            <a:graphicFrameLocks noGrp="1"/>
          </p:cNvGraphicFramePr>
          <p:nvPr>
            <p:extLst>
              <p:ext uri="{D42A27DB-BD31-4B8C-83A1-F6EECF244321}">
                <p14:modId xmlns:p14="http://schemas.microsoft.com/office/powerpoint/2010/main" val="2886277173"/>
              </p:ext>
            </p:extLst>
          </p:nvPr>
        </p:nvGraphicFramePr>
        <p:xfrm>
          <a:off x="1539240" y="5461139"/>
          <a:ext cx="9113520" cy="741680"/>
        </p:xfrm>
        <a:graphic>
          <a:graphicData uri="http://schemas.openxmlformats.org/drawingml/2006/table">
            <a:tbl>
              <a:tblPr>
                <a:tableStyleId>{073A0DAA-6AF3-43AB-8588-CEC1D06C72B9}</a:tableStyleId>
              </a:tblPr>
              <a:tblGrid>
                <a:gridCol w="455676">
                  <a:extLst>
                    <a:ext uri="{9D8B030D-6E8A-4147-A177-3AD203B41FA5}">
                      <a16:colId xmlns:a16="http://schemas.microsoft.com/office/drawing/2014/main" val="4051507761"/>
                    </a:ext>
                  </a:extLst>
                </a:gridCol>
                <a:gridCol w="455676">
                  <a:extLst>
                    <a:ext uri="{9D8B030D-6E8A-4147-A177-3AD203B41FA5}">
                      <a16:colId xmlns:a16="http://schemas.microsoft.com/office/drawing/2014/main" val="2972139511"/>
                    </a:ext>
                  </a:extLst>
                </a:gridCol>
                <a:gridCol w="455676">
                  <a:extLst>
                    <a:ext uri="{9D8B030D-6E8A-4147-A177-3AD203B41FA5}">
                      <a16:colId xmlns:a16="http://schemas.microsoft.com/office/drawing/2014/main" val="2875737650"/>
                    </a:ext>
                  </a:extLst>
                </a:gridCol>
                <a:gridCol w="455676">
                  <a:extLst>
                    <a:ext uri="{9D8B030D-6E8A-4147-A177-3AD203B41FA5}">
                      <a16:colId xmlns:a16="http://schemas.microsoft.com/office/drawing/2014/main" val="2677827691"/>
                    </a:ext>
                  </a:extLst>
                </a:gridCol>
                <a:gridCol w="455676">
                  <a:extLst>
                    <a:ext uri="{9D8B030D-6E8A-4147-A177-3AD203B41FA5}">
                      <a16:colId xmlns:a16="http://schemas.microsoft.com/office/drawing/2014/main" val="2441000429"/>
                    </a:ext>
                  </a:extLst>
                </a:gridCol>
                <a:gridCol w="455676">
                  <a:extLst>
                    <a:ext uri="{9D8B030D-6E8A-4147-A177-3AD203B41FA5}">
                      <a16:colId xmlns:a16="http://schemas.microsoft.com/office/drawing/2014/main" val="1229051241"/>
                    </a:ext>
                  </a:extLst>
                </a:gridCol>
                <a:gridCol w="455676">
                  <a:extLst>
                    <a:ext uri="{9D8B030D-6E8A-4147-A177-3AD203B41FA5}">
                      <a16:colId xmlns:a16="http://schemas.microsoft.com/office/drawing/2014/main" val="1827395689"/>
                    </a:ext>
                  </a:extLst>
                </a:gridCol>
                <a:gridCol w="455676">
                  <a:extLst>
                    <a:ext uri="{9D8B030D-6E8A-4147-A177-3AD203B41FA5}">
                      <a16:colId xmlns:a16="http://schemas.microsoft.com/office/drawing/2014/main" val="1220040406"/>
                    </a:ext>
                  </a:extLst>
                </a:gridCol>
                <a:gridCol w="455676">
                  <a:extLst>
                    <a:ext uri="{9D8B030D-6E8A-4147-A177-3AD203B41FA5}">
                      <a16:colId xmlns:a16="http://schemas.microsoft.com/office/drawing/2014/main" val="4267595762"/>
                    </a:ext>
                  </a:extLst>
                </a:gridCol>
                <a:gridCol w="455676">
                  <a:extLst>
                    <a:ext uri="{9D8B030D-6E8A-4147-A177-3AD203B41FA5}">
                      <a16:colId xmlns:a16="http://schemas.microsoft.com/office/drawing/2014/main" val="1039504818"/>
                    </a:ext>
                  </a:extLst>
                </a:gridCol>
                <a:gridCol w="455676">
                  <a:extLst>
                    <a:ext uri="{9D8B030D-6E8A-4147-A177-3AD203B41FA5}">
                      <a16:colId xmlns:a16="http://schemas.microsoft.com/office/drawing/2014/main" val="3328107497"/>
                    </a:ext>
                  </a:extLst>
                </a:gridCol>
                <a:gridCol w="455676">
                  <a:extLst>
                    <a:ext uri="{9D8B030D-6E8A-4147-A177-3AD203B41FA5}">
                      <a16:colId xmlns:a16="http://schemas.microsoft.com/office/drawing/2014/main" val="4076855284"/>
                    </a:ext>
                  </a:extLst>
                </a:gridCol>
                <a:gridCol w="455676">
                  <a:extLst>
                    <a:ext uri="{9D8B030D-6E8A-4147-A177-3AD203B41FA5}">
                      <a16:colId xmlns:a16="http://schemas.microsoft.com/office/drawing/2014/main" val="1854445924"/>
                    </a:ext>
                  </a:extLst>
                </a:gridCol>
                <a:gridCol w="455676">
                  <a:extLst>
                    <a:ext uri="{9D8B030D-6E8A-4147-A177-3AD203B41FA5}">
                      <a16:colId xmlns:a16="http://schemas.microsoft.com/office/drawing/2014/main" val="1575012594"/>
                    </a:ext>
                  </a:extLst>
                </a:gridCol>
                <a:gridCol w="455676">
                  <a:extLst>
                    <a:ext uri="{9D8B030D-6E8A-4147-A177-3AD203B41FA5}">
                      <a16:colId xmlns:a16="http://schemas.microsoft.com/office/drawing/2014/main" val="389045705"/>
                    </a:ext>
                  </a:extLst>
                </a:gridCol>
                <a:gridCol w="455676">
                  <a:extLst>
                    <a:ext uri="{9D8B030D-6E8A-4147-A177-3AD203B41FA5}">
                      <a16:colId xmlns:a16="http://schemas.microsoft.com/office/drawing/2014/main" val="3254408253"/>
                    </a:ext>
                  </a:extLst>
                </a:gridCol>
                <a:gridCol w="455676">
                  <a:extLst>
                    <a:ext uri="{9D8B030D-6E8A-4147-A177-3AD203B41FA5}">
                      <a16:colId xmlns:a16="http://schemas.microsoft.com/office/drawing/2014/main" val="1639466125"/>
                    </a:ext>
                  </a:extLst>
                </a:gridCol>
                <a:gridCol w="455676">
                  <a:extLst>
                    <a:ext uri="{9D8B030D-6E8A-4147-A177-3AD203B41FA5}">
                      <a16:colId xmlns:a16="http://schemas.microsoft.com/office/drawing/2014/main" val="3570555910"/>
                    </a:ext>
                  </a:extLst>
                </a:gridCol>
                <a:gridCol w="455676">
                  <a:extLst>
                    <a:ext uri="{9D8B030D-6E8A-4147-A177-3AD203B41FA5}">
                      <a16:colId xmlns:a16="http://schemas.microsoft.com/office/drawing/2014/main" val="472093811"/>
                    </a:ext>
                  </a:extLst>
                </a:gridCol>
                <a:gridCol w="455676">
                  <a:extLst>
                    <a:ext uri="{9D8B030D-6E8A-4147-A177-3AD203B41FA5}">
                      <a16:colId xmlns:a16="http://schemas.microsoft.com/office/drawing/2014/main" val="367352948"/>
                    </a:ext>
                  </a:extLst>
                </a:gridCol>
              </a:tblGrid>
              <a:tr h="370840">
                <a:tc>
                  <a:txBody>
                    <a:bodyPr/>
                    <a:lstStyle/>
                    <a:p>
                      <a:pPr algn="ctr"/>
                      <a:r>
                        <a:rPr lang="en-US" altLang="zh-TW" dirty="0"/>
                        <a:t>0</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5</a:t>
                      </a:r>
                      <a:endParaRPr lang="zh-TW" altLang="en-US" dirty="0"/>
                    </a:p>
                  </a:txBody>
                  <a:tcPr/>
                </a:tc>
                <a:tc>
                  <a:txBody>
                    <a:bodyPr/>
                    <a:lstStyle/>
                    <a:p>
                      <a:pPr algn="ctr"/>
                      <a:r>
                        <a:rPr lang="en-US" altLang="zh-TW" dirty="0"/>
                        <a:t>6</a:t>
                      </a:r>
                      <a:endParaRPr lang="zh-TW" altLang="en-US" dirty="0"/>
                    </a:p>
                  </a:txBody>
                  <a:tcPr/>
                </a:tc>
                <a:tc>
                  <a:txBody>
                    <a:bodyPr/>
                    <a:lstStyle/>
                    <a:p>
                      <a:pPr algn="ctr"/>
                      <a:r>
                        <a:rPr lang="en-US" altLang="zh-TW" dirty="0"/>
                        <a:t>7</a:t>
                      </a:r>
                      <a:endParaRPr lang="zh-TW" altLang="en-US" dirty="0"/>
                    </a:p>
                  </a:txBody>
                  <a:tcPr/>
                </a:tc>
                <a:tc>
                  <a:txBody>
                    <a:bodyPr/>
                    <a:lstStyle/>
                    <a:p>
                      <a:pPr algn="ctr"/>
                      <a:r>
                        <a:rPr lang="en-US" altLang="zh-TW" dirty="0"/>
                        <a:t>8</a:t>
                      </a:r>
                      <a:endParaRPr lang="zh-TW" altLang="en-US" dirty="0"/>
                    </a:p>
                  </a:txBody>
                  <a:tcPr/>
                </a:tc>
                <a:tc>
                  <a:txBody>
                    <a:bodyPr/>
                    <a:lstStyle/>
                    <a:p>
                      <a:pPr algn="ctr"/>
                      <a:r>
                        <a:rPr lang="en-US" altLang="zh-TW" dirty="0"/>
                        <a:t>9</a:t>
                      </a:r>
                      <a:endParaRPr lang="zh-TW" altLang="en-US" dirty="0"/>
                    </a:p>
                  </a:txBody>
                  <a:tcPr/>
                </a:tc>
                <a:tc>
                  <a:txBody>
                    <a:bodyPr/>
                    <a:lstStyle/>
                    <a:p>
                      <a:pPr algn="ctr"/>
                      <a:r>
                        <a:rPr lang="en-US" altLang="zh-TW" dirty="0"/>
                        <a:t>10</a:t>
                      </a:r>
                      <a:endParaRPr lang="zh-TW" altLang="en-US" dirty="0"/>
                    </a:p>
                  </a:txBody>
                  <a:tcPr/>
                </a:tc>
                <a:tc>
                  <a:txBody>
                    <a:bodyPr/>
                    <a:lstStyle/>
                    <a:p>
                      <a:pPr algn="ctr"/>
                      <a:r>
                        <a:rPr lang="en-US" altLang="zh-TW" dirty="0"/>
                        <a:t>11</a:t>
                      </a:r>
                      <a:endParaRPr lang="zh-TW" altLang="en-US" dirty="0"/>
                    </a:p>
                  </a:txBody>
                  <a:tcPr/>
                </a:tc>
                <a:tc>
                  <a:txBody>
                    <a:bodyPr/>
                    <a:lstStyle/>
                    <a:p>
                      <a:pPr algn="ctr"/>
                      <a:r>
                        <a:rPr lang="en-US" altLang="zh-TW" dirty="0"/>
                        <a:t>12</a:t>
                      </a:r>
                      <a:endParaRPr lang="zh-TW" altLang="en-US" dirty="0"/>
                    </a:p>
                  </a:txBody>
                  <a:tcPr/>
                </a:tc>
                <a:tc>
                  <a:txBody>
                    <a:bodyPr/>
                    <a:lstStyle/>
                    <a:p>
                      <a:pPr algn="ctr"/>
                      <a:r>
                        <a:rPr lang="en-US" altLang="zh-TW" dirty="0"/>
                        <a:t>13</a:t>
                      </a:r>
                      <a:endParaRPr lang="zh-TW" altLang="en-US" dirty="0"/>
                    </a:p>
                  </a:txBody>
                  <a:tcPr/>
                </a:tc>
                <a:tc>
                  <a:txBody>
                    <a:bodyPr/>
                    <a:lstStyle/>
                    <a:p>
                      <a:pPr algn="ctr"/>
                      <a:r>
                        <a:rPr lang="en-US" altLang="zh-TW" dirty="0"/>
                        <a:t>14</a:t>
                      </a:r>
                      <a:endParaRPr lang="zh-TW" altLang="en-US" dirty="0"/>
                    </a:p>
                  </a:txBody>
                  <a:tcPr/>
                </a:tc>
                <a:tc>
                  <a:txBody>
                    <a:bodyPr/>
                    <a:lstStyle/>
                    <a:p>
                      <a:pPr algn="ctr"/>
                      <a:r>
                        <a:rPr lang="en-US" altLang="zh-TW" dirty="0"/>
                        <a:t>15</a:t>
                      </a:r>
                      <a:endParaRPr lang="zh-TW" altLang="en-US" dirty="0"/>
                    </a:p>
                  </a:txBody>
                  <a:tcPr/>
                </a:tc>
                <a:tc>
                  <a:txBody>
                    <a:bodyPr/>
                    <a:lstStyle/>
                    <a:p>
                      <a:pPr algn="ctr"/>
                      <a:r>
                        <a:rPr lang="en-US" altLang="zh-TW" dirty="0"/>
                        <a:t>16</a:t>
                      </a:r>
                      <a:endParaRPr lang="zh-TW" altLang="en-US" dirty="0"/>
                    </a:p>
                  </a:txBody>
                  <a:tcPr/>
                </a:tc>
                <a:tc>
                  <a:txBody>
                    <a:bodyPr/>
                    <a:lstStyle/>
                    <a:p>
                      <a:pPr algn="ctr"/>
                      <a:r>
                        <a:rPr lang="en-US" altLang="zh-TW" dirty="0"/>
                        <a:t>17</a:t>
                      </a:r>
                      <a:endParaRPr lang="zh-TW" altLang="en-US" dirty="0"/>
                    </a:p>
                  </a:txBody>
                  <a:tcPr/>
                </a:tc>
                <a:tc>
                  <a:txBody>
                    <a:bodyPr/>
                    <a:lstStyle/>
                    <a:p>
                      <a:pPr algn="ctr"/>
                      <a:r>
                        <a:rPr lang="en-US" altLang="zh-TW" dirty="0"/>
                        <a:t>18</a:t>
                      </a:r>
                      <a:endParaRPr lang="zh-TW" altLang="en-US" dirty="0"/>
                    </a:p>
                  </a:txBody>
                  <a:tcPr/>
                </a:tc>
                <a:tc>
                  <a:txBody>
                    <a:bodyPr/>
                    <a:lstStyle/>
                    <a:p>
                      <a:pPr algn="ctr"/>
                      <a:r>
                        <a:rPr lang="en-US" altLang="zh-TW" dirty="0"/>
                        <a:t>19</a:t>
                      </a:r>
                      <a:endParaRPr lang="zh-TW" altLang="en-US" dirty="0"/>
                    </a:p>
                  </a:txBody>
                  <a:tcPr/>
                </a:tc>
                <a:extLst>
                  <a:ext uri="{0D108BD9-81ED-4DB2-BD59-A6C34878D82A}">
                    <a16:rowId xmlns:a16="http://schemas.microsoft.com/office/drawing/2014/main" val="379876605"/>
                  </a:ext>
                </a:extLst>
              </a:tr>
              <a:tr h="370840">
                <a:tc>
                  <a:txBody>
                    <a:bodyPr/>
                    <a:lstStyle/>
                    <a:p>
                      <a:pPr algn="ctr"/>
                      <a:r>
                        <a:rPr lang="en-US" altLang="zh-TW" baseline="0" dirty="0">
                          <a:solidFill>
                            <a:srgbClr val="C00000"/>
                          </a:solidFill>
                        </a:rPr>
                        <a:t> </a:t>
                      </a:r>
                      <a:endParaRPr lang="zh-TW" altLang="en-US" dirty="0">
                        <a:solidFill>
                          <a:srgbClr val="C00000"/>
                        </a:solidFill>
                      </a:endParaRPr>
                    </a:p>
                  </a:txBody>
                  <a:tcPr/>
                </a:tc>
                <a:tc>
                  <a:txBody>
                    <a:bodyPr/>
                    <a:lstStyle/>
                    <a:p>
                      <a:pPr algn="ctr"/>
                      <a:r>
                        <a:rPr lang="en-US" altLang="zh-TW" dirty="0"/>
                        <a:t> </a:t>
                      </a:r>
                      <a:endParaRPr lang="zh-TW" altLang="en-US" dirty="0"/>
                    </a:p>
                  </a:txBody>
                  <a:tcPr/>
                </a:tc>
                <a:tc>
                  <a:txBody>
                    <a:bodyPr/>
                    <a:lstStyle/>
                    <a:p>
                      <a:pPr algn="ctr"/>
                      <a:r>
                        <a:rPr lang="en-US" altLang="zh-TW" dirty="0"/>
                        <a:t> </a:t>
                      </a:r>
                      <a:endParaRPr lang="zh-TW" altLang="en-US" dirty="0"/>
                    </a:p>
                  </a:txBody>
                  <a:tcPr/>
                </a:tc>
                <a:tc>
                  <a:txBody>
                    <a:bodyPr/>
                    <a:lstStyle/>
                    <a:p>
                      <a:pPr algn="ctr"/>
                      <a:r>
                        <a:rPr lang="en-US" altLang="zh-TW" dirty="0"/>
                        <a:t> </a:t>
                      </a:r>
                      <a:endParaRPr lang="zh-TW" altLang="en-US" dirty="0"/>
                    </a:p>
                  </a:txBody>
                  <a:tcPr/>
                </a:tc>
                <a:tc>
                  <a:txBody>
                    <a:bodyPr/>
                    <a:lstStyle/>
                    <a:p>
                      <a:pPr algn="ctr"/>
                      <a:r>
                        <a:rPr lang="en-US" altLang="zh-TW" dirty="0"/>
                        <a:t> </a:t>
                      </a:r>
                      <a:endParaRPr lang="zh-TW" altLang="en-US" dirty="0"/>
                    </a:p>
                  </a:txBody>
                  <a:tcPr/>
                </a:tc>
                <a:tc>
                  <a:txBody>
                    <a:bodyPr/>
                    <a:lstStyle/>
                    <a:p>
                      <a:pPr algn="ctr"/>
                      <a:r>
                        <a:rPr lang="en-US" altLang="zh-TW" dirty="0"/>
                        <a:t> </a:t>
                      </a:r>
                      <a:endParaRPr lang="zh-TW" altLang="en-US" dirty="0"/>
                    </a:p>
                  </a:txBody>
                  <a:tcPr/>
                </a:tc>
                <a:tc>
                  <a:txBody>
                    <a:bodyPr/>
                    <a:lstStyle/>
                    <a:p>
                      <a:pPr algn="ctr"/>
                      <a:r>
                        <a:rPr lang="en-US" altLang="zh-TW" dirty="0"/>
                        <a:t> </a:t>
                      </a:r>
                      <a:endParaRPr lang="zh-TW" altLang="en-US" dirty="0"/>
                    </a:p>
                  </a:txBody>
                  <a:tcPr/>
                </a:tc>
                <a:tc>
                  <a:txBody>
                    <a:bodyPr/>
                    <a:lstStyle/>
                    <a:p>
                      <a:pPr algn="ctr"/>
                      <a:r>
                        <a:rPr lang="en-US" altLang="zh-TW" dirty="0"/>
                        <a:t>15 </a:t>
                      </a:r>
                      <a:endParaRPr lang="zh-TW" altLang="en-US" dirty="0"/>
                    </a:p>
                  </a:txBody>
                  <a:tcPr/>
                </a:tc>
                <a:tc>
                  <a:txBody>
                    <a:bodyPr/>
                    <a:lstStyle/>
                    <a:p>
                      <a:pPr algn="ctr"/>
                      <a:r>
                        <a:rPr lang="en-US" altLang="zh-TW" dirty="0"/>
                        <a:t>10 </a:t>
                      </a:r>
                      <a:endParaRPr lang="zh-TW" altLang="en-US" dirty="0"/>
                    </a:p>
                  </a:txBody>
                  <a:tcPr/>
                </a:tc>
                <a:tc>
                  <a:txBody>
                    <a:bodyPr/>
                    <a:lstStyle/>
                    <a:p>
                      <a:pPr algn="ctr"/>
                      <a:r>
                        <a:rPr lang="en-US" altLang="zh-TW" dirty="0"/>
                        <a:t> </a:t>
                      </a:r>
                      <a:endParaRPr lang="zh-TW" altLang="en-US" dirty="0"/>
                    </a:p>
                  </a:txBody>
                  <a:tcPr/>
                </a:tc>
                <a:tc>
                  <a:txBody>
                    <a:bodyPr/>
                    <a:lstStyle/>
                    <a:p>
                      <a:pPr algn="ctr"/>
                      <a:r>
                        <a:rPr lang="en-US" altLang="zh-TW" dirty="0"/>
                        <a:t> </a:t>
                      </a:r>
                      <a:endParaRPr lang="zh-TW" altLang="en-US" dirty="0"/>
                    </a:p>
                  </a:txBody>
                  <a:tcPr/>
                </a:tc>
                <a:tc>
                  <a:txBody>
                    <a:bodyPr/>
                    <a:lstStyle/>
                    <a:p>
                      <a:pPr algn="ctr"/>
                      <a:r>
                        <a:rPr lang="en-US" altLang="zh-TW" dirty="0"/>
                        <a:t> </a:t>
                      </a:r>
                      <a:endParaRPr lang="zh-TW" altLang="en-US" dirty="0"/>
                    </a:p>
                  </a:txBody>
                  <a:tcPr/>
                </a:tc>
                <a:tc>
                  <a:txBody>
                    <a:bodyPr/>
                    <a:lstStyle/>
                    <a:p>
                      <a:pPr algn="ctr"/>
                      <a:r>
                        <a:rPr lang="en-US" altLang="zh-TW" dirty="0"/>
                        <a:t> </a:t>
                      </a:r>
                      <a:endParaRPr lang="zh-TW" altLang="en-US" dirty="0"/>
                    </a:p>
                  </a:txBody>
                  <a:tcPr/>
                </a:tc>
                <a:tc>
                  <a:txBody>
                    <a:bodyPr/>
                    <a:lstStyle/>
                    <a:p>
                      <a:pPr algn="ctr"/>
                      <a:r>
                        <a:rPr lang="en-US" altLang="zh-TW" dirty="0">
                          <a:solidFill>
                            <a:srgbClr val="FF0000"/>
                          </a:solidFill>
                        </a:rPr>
                        <a:t>19</a:t>
                      </a:r>
                      <a:r>
                        <a:rPr lang="en-US" altLang="zh-TW" dirty="0"/>
                        <a:t> </a:t>
                      </a:r>
                      <a:endParaRPr lang="zh-TW" altLang="en-US" dirty="0"/>
                    </a:p>
                  </a:txBody>
                  <a:tcPr/>
                </a:tc>
                <a:tc>
                  <a:txBody>
                    <a:bodyPr/>
                    <a:lstStyle/>
                    <a:p>
                      <a:pPr algn="ctr"/>
                      <a:endParaRPr lang="zh-TW" altLang="en-US" dirty="0"/>
                    </a:p>
                  </a:txBody>
                  <a:tcPr/>
                </a:tc>
                <a:tc>
                  <a:txBody>
                    <a:bodyPr/>
                    <a:lstStyle/>
                    <a:p>
                      <a:pPr algn="ctr"/>
                      <a:r>
                        <a:rPr lang="en-US" altLang="zh-TW" dirty="0"/>
                        <a:t> </a:t>
                      </a:r>
                      <a:endParaRPr lang="zh-TW" altLang="en-US" dirty="0"/>
                    </a:p>
                  </a:txBody>
                  <a:tcPr/>
                </a:tc>
                <a:tc>
                  <a:txBody>
                    <a:bodyPr/>
                    <a:lstStyle/>
                    <a:p>
                      <a:pPr algn="ctr"/>
                      <a:r>
                        <a:rPr lang="en-US" altLang="zh-TW" dirty="0"/>
                        <a:t> </a:t>
                      </a:r>
                      <a:endParaRPr lang="zh-TW" altLang="en-US" dirty="0"/>
                    </a:p>
                  </a:txBody>
                  <a:tcPr/>
                </a:tc>
                <a:tc>
                  <a:txBody>
                    <a:bodyPr/>
                    <a:lstStyle/>
                    <a:p>
                      <a:pPr algn="ctr"/>
                      <a:r>
                        <a:rPr lang="en-US" altLang="zh-TW" dirty="0"/>
                        <a:t>  </a:t>
                      </a:r>
                      <a:endParaRPr lang="zh-TW" altLang="en-US" dirty="0"/>
                    </a:p>
                  </a:txBody>
                  <a:tcPr/>
                </a:tc>
                <a:tc>
                  <a:txBody>
                    <a:bodyPr/>
                    <a:lstStyle/>
                    <a:p>
                      <a:pPr algn="ctr"/>
                      <a:endParaRPr lang="zh-TW" altLang="en-US" dirty="0"/>
                    </a:p>
                  </a:txBody>
                  <a:tcPr/>
                </a:tc>
                <a:tc>
                  <a:txBody>
                    <a:bodyPr/>
                    <a:lstStyle/>
                    <a:p>
                      <a:pPr algn="ctr"/>
                      <a:r>
                        <a:rPr lang="en-US" altLang="zh-TW" dirty="0"/>
                        <a:t> </a:t>
                      </a:r>
                      <a:endParaRPr lang="zh-TW" altLang="en-US" dirty="0"/>
                    </a:p>
                  </a:txBody>
                  <a:tcPr/>
                </a:tc>
                <a:extLst>
                  <a:ext uri="{0D108BD9-81ED-4DB2-BD59-A6C34878D82A}">
                    <a16:rowId xmlns:a16="http://schemas.microsoft.com/office/drawing/2014/main" val="1774951801"/>
                  </a:ext>
                </a:extLst>
              </a:tr>
            </a:tbl>
          </a:graphicData>
        </a:graphic>
      </p:graphicFrame>
      <p:sp>
        <p:nvSpPr>
          <p:cNvPr id="10" name="文字方塊 9"/>
          <p:cNvSpPr txBox="1"/>
          <p:nvPr/>
        </p:nvSpPr>
        <p:spPr>
          <a:xfrm>
            <a:off x="5039360" y="4999474"/>
            <a:ext cx="2042160" cy="461665"/>
          </a:xfrm>
          <a:prstGeom prst="rect">
            <a:avLst/>
          </a:prstGeom>
          <a:noFill/>
        </p:spPr>
        <p:txBody>
          <a:bodyPr wrap="square" rtlCol="0">
            <a:spAutoFit/>
          </a:bodyPr>
          <a:lstStyle/>
          <a:p>
            <a:pPr algn="ctr"/>
            <a:r>
              <a:rPr lang="en-US" altLang="zh-TW" sz="2400" dirty="0">
                <a:latin typeface="Times New Roman" panose="02020603050405020304" pitchFamily="18" charset="0"/>
                <a:cs typeface="Times New Roman" panose="02020603050405020304" pitchFamily="18" charset="0"/>
              </a:rPr>
              <a:t>Repositioning</a:t>
            </a:r>
            <a:endParaRPr lang="zh-TW" altLang="en-US" sz="2400" dirty="0">
              <a:latin typeface="Times New Roman" panose="02020603050405020304" pitchFamily="18" charset="0"/>
              <a:cs typeface="Times New Roman" panose="02020603050405020304" pitchFamily="18" charset="0"/>
            </a:endParaRPr>
          </a:p>
        </p:txBody>
      </p:sp>
      <p:sp>
        <p:nvSpPr>
          <p:cNvPr id="12" name="矩形 11"/>
          <p:cNvSpPr/>
          <p:nvPr/>
        </p:nvSpPr>
        <p:spPr>
          <a:xfrm>
            <a:off x="4977360" y="2890232"/>
            <a:ext cx="1922322" cy="461665"/>
          </a:xfrm>
          <a:prstGeom prst="rect">
            <a:avLst/>
          </a:prstGeom>
        </p:spPr>
        <p:txBody>
          <a:bodyPr wrap="none">
            <a:spAutoFit/>
          </a:bodyPr>
          <a:lstStyle/>
          <a:p>
            <a:pPr algn="ctr"/>
            <a:r>
              <a:rPr lang="en-US" altLang="zh-TW" sz="2400" dirty="0">
                <a:latin typeface="Times New Roman" panose="02020603050405020304" pitchFamily="18" charset="0"/>
                <a:cs typeface="Times New Roman" panose="02020603050405020304" pitchFamily="18" charset="0"/>
              </a:rPr>
              <a:t>19</a:t>
            </a:r>
            <a:r>
              <a:rPr lang="en-US" altLang="zh-TW" sz="2400" baseline="-25000" dirty="0">
                <a:latin typeface="Times New Roman" panose="02020603050405020304" pitchFamily="18" charset="0"/>
                <a:cs typeface="Times New Roman" panose="02020603050405020304" pitchFamily="18" charset="0"/>
              </a:rPr>
              <a:t>10 </a:t>
            </a:r>
            <a:r>
              <a:rPr lang="en-US" altLang="zh-TW" sz="2400" dirty="0">
                <a:latin typeface="Times New Roman" panose="02020603050405020304" pitchFamily="18" charset="0"/>
                <a:cs typeface="Times New Roman" panose="02020603050405020304" pitchFamily="18" charset="0"/>
              </a:rPr>
              <a:t>= 10001</a:t>
            </a:r>
            <a:r>
              <a:rPr lang="en-US" altLang="zh-TW" sz="2400" baseline="-25000" dirty="0">
                <a:latin typeface="Times New Roman" panose="02020603050405020304" pitchFamily="18" charset="0"/>
                <a:cs typeface="Times New Roman" panose="02020603050405020304" pitchFamily="18" charset="0"/>
              </a:rPr>
              <a:t>2 </a:t>
            </a:r>
            <a:endParaRPr lang="zh-TW" altLang="en-US" sz="2400" baseline="-25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66790022"/>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Repositioning step</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C497B8E6-CB28-4350-9E62-3F3C29E41FED}" type="slidenum">
              <a:rPr lang="zh-TW" altLang="en-US" smtClean="0"/>
              <a:t>36</a:t>
            </a:fld>
            <a:endParaRPr lang="zh-TW" altLang="en-US"/>
          </a:p>
        </p:txBody>
      </p:sp>
      <p:graphicFrame>
        <p:nvGraphicFramePr>
          <p:cNvPr id="5" name="表格 4"/>
          <p:cNvGraphicFramePr>
            <a:graphicFrameLocks noGrp="1"/>
          </p:cNvGraphicFramePr>
          <p:nvPr>
            <p:extLst>
              <p:ext uri="{D42A27DB-BD31-4B8C-83A1-F6EECF244321}">
                <p14:modId xmlns:p14="http://schemas.microsoft.com/office/powerpoint/2010/main" val="4239927527"/>
              </p:ext>
            </p:extLst>
          </p:nvPr>
        </p:nvGraphicFramePr>
        <p:xfrm>
          <a:off x="2037080" y="3968353"/>
          <a:ext cx="8128000" cy="741680"/>
        </p:xfrm>
        <a:graphic>
          <a:graphicData uri="http://schemas.openxmlformats.org/drawingml/2006/table">
            <a:tbl>
              <a:tblPr>
                <a:tableStyleId>{5C22544A-7EE6-4342-B048-85BDC9FD1C3A}</a:tableStyleId>
              </a:tblPr>
              <a:tblGrid>
                <a:gridCol w="1016000">
                  <a:extLst>
                    <a:ext uri="{9D8B030D-6E8A-4147-A177-3AD203B41FA5}">
                      <a16:colId xmlns:a16="http://schemas.microsoft.com/office/drawing/2014/main" val="232325015"/>
                    </a:ext>
                  </a:extLst>
                </a:gridCol>
                <a:gridCol w="1016000">
                  <a:extLst>
                    <a:ext uri="{9D8B030D-6E8A-4147-A177-3AD203B41FA5}">
                      <a16:colId xmlns:a16="http://schemas.microsoft.com/office/drawing/2014/main" val="809820525"/>
                    </a:ext>
                  </a:extLst>
                </a:gridCol>
                <a:gridCol w="1016000">
                  <a:extLst>
                    <a:ext uri="{9D8B030D-6E8A-4147-A177-3AD203B41FA5}">
                      <a16:colId xmlns:a16="http://schemas.microsoft.com/office/drawing/2014/main" val="3216279575"/>
                    </a:ext>
                  </a:extLst>
                </a:gridCol>
                <a:gridCol w="1016000">
                  <a:extLst>
                    <a:ext uri="{9D8B030D-6E8A-4147-A177-3AD203B41FA5}">
                      <a16:colId xmlns:a16="http://schemas.microsoft.com/office/drawing/2014/main" val="668291663"/>
                    </a:ext>
                  </a:extLst>
                </a:gridCol>
                <a:gridCol w="1016000">
                  <a:extLst>
                    <a:ext uri="{9D8B030D-6E8A-4147-A177-3AD203B41FA5}">
                      <a16:colId xmlns:a16="http://schemas.microsoft.com/office/drawing/2014/main" val="4109121243"/>
                    </a:ext>
                  </a:extLst>
                </a:gridCol>
                <a:gridCol w="1016000">
                  <a:extLst>
                    <a:ext uri="{9D8B030D-6E8A-4147-A177-3AD203B41FA5}">
                      <a16:colId xmlns:a16="http://schemas.microsoft.com/office/drawing/2014/main" val="2213655556"/>
                    </a:ext>
                  </a:extLst>
                </a:gridCol>
                <a:gridCol w="1016000">
                  <a:extLst>
                    <a:ext uri="{9D8B030D-6E8A-4147-A177-3AD203B41FA5}">
                      <a16:colId xmlns:a16="http://schemas.microsoft.com/office/drawing/2014/main" val="1831011624"/>
                    </a:ext>
                  </a:extLst>
                </a:gridCol>
                <a:gridCol w="1016000">
                  <a:extLst>
                    <a:ext uri="{9D8B030D-6E8A-4147-A177-3AD203B41FA5}">
                      <a16:colId xmlns:a16="http://schemas.microsoft.com/office/drawing/2014/main" val="1673615481"/>
                    </a:ext>
                  </a:extLst>
                </a:gridCol>
              </a:tblGrid>
              <a:tr h="370840">
                <a:tc>
                  <a:txBody>
                    <a:bodyPr/>
                    <a:lstStyle/>
                    <a:p>
                      <a:pPr algn="ctr"/>
                      <a:r>
                        <a:rPr lang="en-US" altLang="zh-TW" dirty="0"/>
                        <a:t>0</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5</a:t>
                      </a:r>
                      <a:endParaRPr lang="zh-TW" altLang="en-US" dirty="0"/>
                    </a:p>
                  </a:txBody>
                  <a:tcPr/>
                </a:tc>
                <a:tc>
                  <a:txBody>
                    <a:bodyPr/>
                    <a:lstStyle/>
                    <a:p>
                      <a:pPr algn="ctr"/>
                      <a:r>
                        <a:rPr lang="en-US" altLang="zh-TW" dirty="0"/>
                        <a:t>6</a:t>
                      </a:r>
                      <a:endParaRPr lang="zh-TW" altLang="en-US" dirty="0"/>
                    </a:p>
                  </a:txBody>
                  <a:tcPr/>
                </a:tc>
                <a:tc>
                  <a:txBody>
                    <a:bodyPr/>
                    <a:lstStyle/>
                    <a:p>
                      <a:pPr algn="ctr"/>
                      <a:r>
                        <a:rPr lang="en-US" altLang="zh-TW" dirty="0"/>
                        <a:t>7-31</a:t>
                      </a:r>
                      <a:endParaRPr lang="zh-TW" altLang="en-US" dirty="0"/>
                    </a:p>
                  </a:txBody>
                  <a:tcPr/>
                </a:tc>
                <a:extLst>
                  <a:ext uri="{0D108BD9-81ED-4DB2-BD59-A6C34878D82A}">
                    <a16:rowId xmlns:a16="http://schemas.microsoft.com/office/drawing/2014/main" val="1181902020"/>
                  </a:ext>
                </a:extLst>
              </a:tr>
              <a:tr h="370840">
                <a:tc>
                  <a:txBody>
                    <a:bodyPr/>
                    <a:lstStyle/>
                    <a:p>
                      <a:pPr algn="ctr"/>
                      <a:r>
                        <a:rPr lang="en-US" altLang="zh-TW" dirty="0"/>
                        <a:t>1</a:t>
                      </a:r>
                      <a:endParaRPr lang="zh-TW" altLang="en-US" dirty="0"/>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t>4</a:t>
                      </a:r>
                      <a:endParaRPr lang="zh-TW" altLang="en-US" dirty="0"/>
                    </a:p>
                  </a:txBody>
                  <a:tcPr/>
                </a:tc>
                <a:tc>
                  <a:txBody>
                    <a:bodyPr/>
                    <a:lstStyle/>
                    <a:p>
                      <a:pPr algn="ctr"/>
                      <a:r>
                        <a:rPr lang="en-US" altLang="zh-TW" strike="noStrike" dirty="0">
                          <a:solidFill>
                            <a:schemeClr val="tx1"/>
                          </a:solidFill>
                        </a:rPr>
                        <a:t>9</a:t>
                      </a:r>
                      <a:endParaRPr lang="zh-TW" altLang="en-US" strike="noStrike" dirty="0">
                        <a:solidFill>
                          <a:schemeClr val="tx1"/>
                        </a:solidFill>
                      </a:endParaRPr>
                    </a:p>
                  </a:txBody>
                  <a:tcPr/>
                </a:tc>
                <a:tc>
                  <a:txBody>
                    <a:bodyPr/>
                    <a:lstStyle/>
                    <a:p>
                      <a:pPr algn="ctr"/>
                      <a:r>
                        <a:rPr lang="en-US" altLang="zh-TW" strike="noStrike" dirty="0">
                          <a:solidFill>
                            <a:schemeClr val="tx1"/>
                          </a:solidFill>
                        </a:rPr>
                        <a:t>14</a:t>
                      </a:r>
                      <a:endParaRPr lang="zh-TW" altLang="en-US" strike="noStrike" dirty="0">
                        <a:solidFill>
                          <a:schemeClr val="tx1"/>
                        </a:solidFill>
                      </a:endParaRPr>
                    </a:p>
                  </a:txBody>
                  <a:tcPr/>
                </a:tc>
                <a:tc>
                  <a:txBody>
                    <a:bodyPr/>
                    <a:lstStyle/>
                    <a:p>
                      <a:pPr algn="ctr"/>
                      <a:r>
                        <a:rPr lang="en-US" altLang="zh-TW" strike="sngStrike" dirty="0">
                          <a:solidFill>
                            <a:srgbClr val="C00000"/>
                          </a:solidFill>
                        </a:rPr>
                        <a:t>17</a:t>
                      </a:r>
                      <a:r>
                        <a:rPr lang="en-US" altLang="zh-TW" dirty="0">
                          <a:solidFill>
                            <a:srgbClr val="C00000"/>
                          </a:solidFill>
                        </a:rPr>
                        <a:t> -&gt;18</a:t>
                      </a:r>
                      <a:endParaRPr lang="zh-TW" altLang="en-US" dirty="0">
                        <a:solidFill>
                          <a:srgbClr val="C00000"/>
                        </a:solidFill>
                      </a:endParaRPr>
                    </a:p>
                  </a:txBody>
                  <a:tcPr/>
                </a:tc>
                <a:tc>
                  <a:txBody>
                    <a:bodyPr/>
                    <a:lstStyle/>
                    <a:p>
                      <a:pPr algn="ctr"/>
                      <a:r>
                        <a:rPr lang="en-US" altLang="zh-TW" dirty="0"/>
                        <a:t>20</a:t>
                      </a:r>
                      <a:endParaRPr lang="zh-TW" altLang="en-US" dirty="0"/>
                    </a:p>
                  </a:txBody>
                  <a:tcPr/>
                </a:tc>
                <a:tc>
                  <a:txBody>
                    <a:bodyPr/>
                    <a:lstStyle/>
                    <a:p>
                      <a:pPr algn="ctr"/>
                      <a:r>
                        <a:rPr lang="en-US" altLang="zh-TW" dirty="0"/>
                        <a:t>20</a:t>
                      </a:r>
                      <a:endParaRPr lang="zh-TW" altLang="en-US" dirty="0"/>
                    </a:p>
                  </a:txBody>
                  <a:tcPr/>
                </a:tc>
                <a:extLst>
                  <a:ext uri="{0D108BD9-81ED-4DB2-BD59-A6C34878D82A}">
                    <a16:rowId xmlns:a16="http://schemas.microsoft.com/office/drawing/2014/main" val="3746804522"/>
                  </a:ext>
                </a:extLst>
              </a:tr>
            </a:tbl>
          </a:graphicData>
        </a:graphic>
      </p:graphicFrame>
      <p:sp>
        <p:nvSpPr>
          <p:cNvPr id="6" name="文字方塊 5"/>
          <p:cNvSpPr txBox="1"/>
          <p:nvPr/>
        </p:nvSpPr>
        <p:spPr>
          <a:xfrm>
            <a:off x="5039360" y="3305730"/>
            <a:ext cx="1798320" cy="461665"/>
          </a:xfrm>
          <a:prstGeom prst="rect">
            <a:avLst/>
          </a:prstGeom>
          <a:noFill/>
        </p:spPr>
        <p:txBody>
          <a:bodyPr wrap="square" rtlCol="0">
            <a:spAutoFit/>
          </a:bodyPr>
          <a:lstStyle/>
          <a:p>
            <a:pPr algn="ctr"/>
            <a:r>
              <a:rPr lang="en-US" altLang="zh-TW" sz="2400" dirty="0" err="1">
                <a:latin typeface="Times New Roman" panose="02020603050405020304" pitchFamily="18" charset="0"/>
                <a:cs typeface="Times New Roman" panose="02020603050405020304" pitchFamily="18" charset="0"/>
              </a:rPr>
              <a:t>Bitband</a:t>
            </a:r>
            <a:r>
              <a:rPr lang="en-US" altLang="zh-TW" sz="2400" dirty="0">
                <a:latin typeface="Times New Roman" panose="02020603050405020304" pitchFamily="18" charset="0"/>
                <a:cs typeface="Times New Roman" panose="02020603050405020304" pitchFamily="18" charset="0"/>
              </a:rPr>
              <a:t> </a:t>
            </a:r>
            <a:endParaRPr lang="zh-TW" altLang="en-US" sz="2400" dirty="0">
              <a:latin typeface="Times New Roman" panose="02020603050405020304" pitchFamily="18" charset="0"/>
              <a:cs typeface="Times New Roman" panose="02020603050405020304" pitchFamily="18" charset="0"/>
            </a:endParaRPr>
          </a:p>
        </p:txBody>
      </p:sp>
      <p:graphicFrame>
        <p:nvGraphicFramePr>
          <p:cNvPr id="7" name="表格 6"/>
          <p:cNvGraphicFramePr>
            <a:graphicFrameLocks noGrp="1"/>
          </p:cNvGraphicFramePr>
          <p:nvPr>
            <p:extLst>
              <p:ext uri="{D42A27DB-BD31-4B8C-83A1-F6EECF244321}">
                <p14:modId xmlns:p14="http://schemas.microsoft.com/office/powerpoint/2010/main" val="1257006669"/>
              </p:ext>
            </p:extLst>
          </p:nvPr>
        </p:nvGraphicFramePr>
        <p:xfrm>
          <a:off x="1539240" y="1829911"/>
          <a:ext cx="9113520" cy="741680"/>
        </p:xfrm>
        <a:graphic>
          <a:graphicData uri="http://schemas.openxmlformats.org/drawingml/2006/table">
            <a:tbl>
              <a:tblPr>
                <a:tableStyleId>{073A0DAA-6AF3-43AB-8588-CEC1D06C72B9}</a:tableStyleId>
              </a:tblPr>
              <a:tblGrid>
                <a:gridCol w="455676">
                  <a:extLst>
                    <a:ext uri="{9D8B030D-6E8A-4147-A177-3AD203B41FA5}">
                      <a16:colId xmlns:a16="http://schemas.microsoft.com/office/drawing/2014/main" val="4051507761"/>
                    </a:ext>
                  </a:extLst>
                </a:gridCol>
                <a:gridCol w="455676">
                  <a:extLst>
                    <a:ext uri="{9D8B030D-6E8A-4147-A177-3AD203B41FA5}">
                      <a16:colId xmlns:a16="http://schemas.microsoft.com/office/drawing/2014/main" val="2972139511"/>
                    </a:ext>
                  </a:extLst>
                </a:gridCol>
                <a:gridCol w="455676">
                  <a:extLst>
                    <a:ext uri="{9D8B030D-6E8A-4147-A177-3AD203B41FA5}">
                      <a16:colId xmlns:a16="http://schemas.microsoft.com/office/drawing/2014/main" val="2875737650"/>
                    </a:ext>
                  </a:extLst>
                </a:gridCol>
                <a:gridCol w="455676">
                  <a:extLst>
                    <a:ext uri="{9D8B030D-6E8A-4147-A177-3AD203B41FA5}">
                      <a16:colId xmlns:a16="http://schemas.microsoft.com/office/drawing/2014/main" val="2677827691"/>
                    </a:ext>
                  </a:extLst>
                </a:gridCol>
                <a:gridCol w="455676">
                  <a:extLst>
                    <a:ext uri="{9D8B030D-6E8A-4147-A177-3AD203B41FA5}">
                      <a16:colId xmlns:a16="http://schemas.microsoft.com/office/drawing/2014/main" val="2441000429"/>
                    </a:ext>
                  </a:extLst>
                </a:gridCol>
                <a:gridCol w="455676">
                  <a:extLst>
                    <a:ext uri="{9D8B030D-6E8A-4147-A177-3AD203B41FA5}">
                      <a16:colId xmlns:a16="http://schemas.microsoft.com/office/drawing/2014/main" val="1229051241"/>
                    </a:ext>
                  </a:extLst>
                </a:gridCol>
                <a:gridCol w="455676">
                  <a:extLst>
                    <a:ext uri="{9D8B030D-6E8A-4147-A177-3AD203B41FA5}">
                      <a16:colId xmlns:a16="http://schemas.microsoft.com/office/drawing/2014/main" val="1827395689"/>
                    </a:ext>
                  </a:extLst>
                </a:gridCol>
                <a:gridCol w="455676">
                  <a:extLst>
                    <a:ext uri="{9D8B030D-6E8A-4147-A177-3AD203B41FA5}">
                      <a16:colId xmlns:a16="http://schemas.microsoft.com/office/drawing/2014/main" val="1220040406"/>
                    </a:ext>
                  </a:extLst>
                </a:gridCol>
                <a:gridCol w="455676">
                  <a:extLst>
                    <a:ext uri="{9D8B030D-6E8A-4147-A177-3AD203B41FA5}">
                      <a16:colId xmlns:a16="http://schemas.microsoft.com/office/drawing/2014/main" val="4267595762"/>
                    </a:ext>
                  </a:extLst>
                </a:gridCol>
                <a:gridCol w="455676">
                  <a:extLst>
                    <a:ext uri="{9D8B030D-6E8A-4147-A177-3AD203B41FA5}">
                      <a16:colId xmlns:a16="http://schemas.microsoft.com/office/drawing/2014/main" val="1039504818"/>
                    </a:ext>
                  </a:extLst>
                </a:gridCol>
                <a:gridCol w="455676">
                  <a:extLst>
                    <a:ext uri="{9D8B030D-6E8A-4147-A177-3AD203B41FA5}">
                      <a16:colId xmlns:a16="http://schemas.microsoft.com/office/drawing/2014/main" val="3328107497"/>
                    </a:ext>
                  </a:extLst>
                </a:gridCol>
                <a:gridCol w="455676">
                  <a:extLst>
                    <a:ext uri="{9D8B030D-6E8A-4147-A177-3AD203B41FA5}">
                      <a16:colId xmlns:a16="http://schemas.microsoft.com/office/drawing/2014/main" val="4076855284"/>
                    </a:ext>
                  </a:extLst>
                </a:gridCol>
                <a:gridCol w="455676">
                  <a:extLst>
                    <a:ext uri="{9D8B030D-6E8A-4147-A177-3AD203B41FA5}">
                      <a16:colId xmlns:a16="http://schemas.microsoft.com/office/drawing/2014/main" val="1854445924"/>
                    </a:ext>
                  </a:extLst>
                </a:gridCol>
                <a:gridCol w="455676">
                  <a:extLst>
                    <a:ext uri="{9D8B030D-6E8A-4147-A177-3AD203B41FA5}">
                      <a16:colId xmlns:a16="http://schemas.microsoft.com/office/drawing/2014/main" val="1575012594"/>
                    </a:ext>
                  </a:extLst>
                </a:gridCol>
                <a:gridCol w="455676">
                  <a:extLst>
                    <a:ext uri="{9D8B030D-6E8A-4147-A177-3AD203B41FA5}">
                      <a16:colId xmlns:a16="http://schemas.microsoft.com/office/drawing/2014/main" val="389045705"/>
                    </a:ext>
                  </a:extLst>
                </a:gridCol>
                <a:gridCol w="455676">
                  <a:extLst>
                    <a:ext uri="{9D8B030D-6E8A-4147-A177-3AD203B41FA5}">
                      <a16:colId xmlns:a16="http://schemas.microsoft.com/office/drawing/2014/main" val="3254408253"/>
                    </a:ext>
                  </a:extLst>
                </a:gridCol>
                <a:gridCol w="455676">
                  <a:extLst>
                    <a:ext uri="{9D8B030D-6E8A-4147-A177-3AD203B41FA5}">
                      <a16:colId xmlns:a16="http://schemas.microsoft.com/office/drawing/2014/main" val="1639466125"/>
                    </a:ext>
                  </a:extLst>
                </a:gridCol>
                <a:gridCol w="455676">
                  <a:extLst>
                    <a:ext uri="{9D8B030D-6E8A-4147-A177-3AD203B41FA5}">
                      <a16:colId xmlns:a16="http://schemas.microsoft.com/office/drawing/2014/main" val="3570555910"/>
                    </a:ext>
                  </a:extLst>
                </a:gridCol>
                <a:gridCol w="455676">
                  <a:extLst>
                    <a:ext uri="{9D8B030D-6E8A-4147-A177-3AD203B41FA5}">
                      <a16:colId xmlns:a16="http://schemas.microsoft.com/office/drawing/2014/main" val="472093811"/>
                    </a:ext>
                  </a:extLst>
                </a:gridCol>
                <a:gridCol w="455676">
                  <a:extLst>
                    <a:ext uri="{9D8B030D-6E8A-4147-A177-3AD203B41FA5}">
                      <a16:colId xmlns:a16="http://schemas.microsoft.com/office/drawing/2014/main" val="367352948"/>
                    </a:ext>
                  </a:extLst>
                </a:gridCol>
              </a:tblGrid>
              <a:tr h="370840">
                <a:tc>
                  <a:txBody>
                    <a:bodyPr/>
                    <a:lstStyle/>
                    <a:p>
                      <a:pPr algn="ctr"/>
                      <a:r>
                        <a:rPr lang="en-US" altLang="zh-TW" dirty="0"/>
                        <a:t>0</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5</a:t>
                      </a:r>
                      <a:endParaRPr lang="zh-TW" altLang="en-US" dirty="0"/>
                    </a:p>
                  </a:txBody>
                  <a:tcPr/>
                </a:tc>
                <a:tc>
                  <a:txBody>
                    <a:bodyPr/>
                    <a:lstStyle/>
                    <a:p>
                      <a:pPr algn="ctr"/>
                      <a:r>
                        <a:rPr lang="en-US" altLang="zh-TW" dirty="0"/>
                        <a:t>6</a:t>
                      </a:r>
                      <a:endParaRPr lang="zh-TW" altLang="en-US" dirty="0"/>
                    </a:p>
                  </a:txBody>
                  <a:tcPr/>
                </a:tc>
                <a:tc>
                  <a:txBody>
                    <a:bodyPr/>
                    <a:lstStyle/>
                    <a:p>
                      <a:pPr algn="ctr"/>
                      <a:r>
                        <a:rPr lang="en-US" altLang="zh-TW" dirty="0"/>
                        <a:t>7</a:t>
                      </a:r>
                      <a:endParaRPr lang="zh-TW" altLang="en-US" dirty="0"/>
                    </a:p>
                  </a:txBody>
                  <a:tcPr/>
                </a:tc>
                <a:tc>
                  <a:txBody>
                    <a:bodyPr/>
                    <a:lstStyle/>
                    <a:p>
                      <a:pPr algn="ctr"/>
                      <a:r>
                        <a:rPr lang="en-US" altLang="zh-TW" dirty="0"/>
                        <a:t>8</a:t>
                      </a:r>
                      <a:endParaRPr lang="zh-TW" altLang="en-US" dirty="0"/>
                    </a:p>
                  </a:txBody>
                  <a:tcPr/>
                </a:tc>
                <a:tc>
                  <a:txBody>
                    <a:bodyPr/>
                    <a:lstStyle/>
                    <a:p>
                      <a:pPr algn="ctr"/>
                      <a:r>
                        <a:rPr lang="en-US" altLang="zh-TW" dirty="0"/>
                        <a:t>9</a:t>
                      </a:r>
                      <a:endParaRPr lang="zh-TW" altLang="en-US" dirty="0"/>
                    </a:p>
                  </a:txBody>
                  <a:tcPr/>
                </a:tc>
                <a:tc>
                  <a:txBody>
                    <a:bodyPr/>
                    <a:lstStyle/>
                    <a:p>
                      <a:pPr algn="ctr"/>
                      <a:r>
                        <a:rPr lang="en-US" altLang="zh-TW" dirty="0"/>
                        <a:t>10</a:t>
                      </a:r>
                      <a:endParaRPr lang="zh-TW" altLang="en-US" dirty="0"/>
                    </a:p>
                  </a:txBody>
                  <a:tcPr/>
                </a:tc>
                <a:tc>
                  <a:txBody>
                    <a:bodyPr/>
                    <a:lstStyle/>
                    <a:p>
                      <a:pPr algn="ctr"/>
                      <a:r>
                        <a:rPr lang="en-US" altLang="zh-TW" dirty="0"/>
                        <a:t>11</a:t>
                      </a:r>
                      <a:endParaRPr lang="zh-TW" altLang="en-US" dirty="0"/>
                    </a:p>
                  </a:txBody>
                  <a:tcPr/>
                </a:tc>
                <a:tc>
                  <a:txBody>
                    <a:bodyPr/>
                    <a:lstStyle/>
                    <a:p>
                      <a:pPr algn="ctr"/>
                      <a:r>
                        <a:rPr lang="en-US" altLang="zh-TW" dirty="0"/>
                        <a:t>12</a:t>
                      </a:r>
                      <a:endParaRPr lang="zh-TW" altLang="en-US" dirty="0"/>
                    </a:p>
                  </a:txBody>
                  <a:tcPr/>
                </a:tc>
                <a:tc>
                  <a:txBody>
                    <a:bodyPr/>
                    <a:lstStyle/>
                    <a:p>
                      <a:pPr algn="ctr"/>
                      <a:r>
                        <a:rPr lang="en-US" altLang="zh-TW" dirty="0"/>
                        <a:t>13</a:t>
                      </a:r>
                      <a:endParaRPr lang="zh-TW" altLang="en-US" dirty="0"/>
                    </a:p>
                  </a:txBody>
                  <a:tcPr/>
                </a:tc>
                <a:tc>
                  <a:txBody>
                    <a:bodyPr/>
                    <a:lstStyle/>
                    <a:p>
                      <a:pPr algn="ctr"/>
                      <a:r>
                        <a:rPr lang="en-US" altLang="zh-TW" dirty="0"/>
                        <a:t>14</a:t>
                      </a:r>
                      <a:endParaRPr lang="zh-TW" altLang="en-US" dirty="0"/>
                    </a:p>
                  </a:txBody>
                  <a:tcPr/>
                </a:tc>
                <a:tc>
                  <a:txBody>
                    <a:bodyPr/>
                    <a:lstStyle/>
                    <a:p>
                      <a:pPr algn="ctr"/>
                      <a:r>
                        <a:rPr lang="en-US" altLang="zh-TW" dirty="0"/>
                        <a:t>15</a:t>
                      </a:r>
                      <a:endParaRPr lang="zh-TW" altLang="en-US" dirty="0"/>
                    </a:p>
                  </a:txBody>
                  <a:tcPr/>
                </a:tc>
                <a:tc>
                  <a:txBody>
                    <a:bodyPr/>
                    <a:lstStyle/>
                    <a:p>
                      <a:pPr algn="ctr"/>
                      <a:r>
                        <a:rPr lang="en-US" altLang="zh-TW" dirty="0"/>
                        <a:t>16</a:t>
                      </a:r>
                      <a:endParaRPr lang="zh-TW" altLang="en-US" dirty="0"/>
                    </a:p>
                  </a:txBody>
                  <a:tcPr/>
                </a:tc>
                <a:tc>
                  <a:txBody>
                    <a:bodyPr/>
                    <a:lstStyle/>
                    <a:p>
                      <a:pPr algn="ctr"/>
                      <a:r>
                        <a:rPr lang="en-US" altLang="zh-TW" dirty="0"/>
                        <a:t>17</a:t>
                      </a:r>
                      <a:endParaRPr lang="zh-TW" altLang="en-US" dirty="0"/>
                    </a:p>
                  </a:txBody>
                  <a:tcPr/>
                </a:tc>
                <a:tc>
                  <a:txBody>
                    <a:bodyPr/>
                    <a:lstStyle/>
                    <a:p>
                      <a:pPr algn="ctr"/>
                      <a:r>
                        <a:rPr lang="en-US" altLang="zh-TW" dirty="0"/>
                        <a:t>18</a:t>
                      </a:r>
                      <a:endParaRPr lang="zh-TW" altLang="en-US" dirty="0"/>
                    </a:p>
                  </a:txBody>
                  <a:tcPr/>
                </a:tc>
                <a:tc>
                  <a:txBody>
                    <a:bodyPr/>
                    <a:lstStyle/>
                    <a:p>
                      <a:pPr algn="ctr"/>
                      <a:r>
                        <a:rPr lang="en-US" altLang="zh-TW" dirty="0"/>
                        <a:t>19</a:t>
                      </a:r>
                      <a:endParaRPr lang="zh-TW" altLang="en-US" dirty="0"/>
                    </a:p>
                  </a:txBody>
                  <a:tcPr/>
                </a:tc>
                <a:extLst>
                  <a:ext uri="{0D108BD9-81ED-4DB2-BD59-A6C34878D82A}">
                    <a16:rowId xmlns:a16="http://schemas.microsoft.com/office/drawing/2014/main" val="379876605"/>
                  </a:ext>
                </a:extLst>
              </a:tr>
              <a:tr h="370840">
                <a:tc>
                  <a:txBody>
                    <a:bodyPr/>
                    <a:lstStyle/>
                    <a:p>
                      <a:pPr algn="ctr"/>
                      <a:r>
                        <a:rPr lang="en-US" altLang="zh-TW" dirty="0">
                          <a:solidFill>
                            <a:schemeClr val="tx1"/>
                          </a:solidFill>
                        </a:rPr>
                        <a:t>15</a:t>
                      </a:r>
                      <a:endParaRPr lang="zh-TW" altLang="en-US" dirty="0">
                        <a:solidFill>
                          <a:schemeClr val="tx1"/>
                        </a:solidFill>
                      </a:endParaRPr>
                    </a:p>
                  </a:txBody>
                  <a:tcPr/>
                </a:tc>
                <a:tc>
                  <a:txBody>
                    <a:bodyPr/>
                    <a:lstStyle/>
                    <a:p>
                      <a:pPr algn="ctr"/>
                      <a:r>
                        <a:rPr lang="en-US" altLang="zh-TW" dirty="0">
                          <a:solidFill>
                            <a:schemeClr val="tx1"/>
                          </a:solidFill>
                        </a:rPr>
                        <a:t>10</a:t>
                      </a:r>
                      <a:endParaRPr lang="zh-TW" altLang="en-US" dirty="0">
                        <a:solidFill>
                          <a:schemeClr val="tx1"/>
                        </a:solidFill>
                      </a:endParaRPr>
                    </a:p>
                  </a:txBody>
                  <a:tcPr/>
                </a:tc>
                <a:tc>
                  <a:txBody>
                    <a:bodyPr/>
                    <a:lstStyle/>
                    <a:p>
                      <a:pPr algn="ctr"/>
                      <a:r>
                        <a:rPr lang="en-US" altLang="zh-TW" dirty="0">
                          <a:solidFill>
                            <a:schemeClr val="tx1"/>
                          </a:solidFill>
                        </a:rPr>
                        <a:t>19</a:t>
                      </a:r>
                      <a:endParaRPr lang="zh-TW" altLang="en-US" dirty="0">
                        <a:solidFill>
                          <a:schemeClr val="tx1"/>
                        </a:solidFill>
                      </a:endParaRPr>
                    </a:p>
                  </a:txBody>
                  <a:tcPr/>
                </a:tc>
                <a:tc>
                  <a:txBody>
                    <a:bodyPr/>
                    <a:lstStyle/>
                    <a:p>
                      <a:pPr algn="ctr"/>
                      <a:r>
                        <a:rPr lang="en-US" altLang="zh-TW" dirty="0">
                          <a:solidFill>
                            <a:srgbClr val="C00000"/>
                          </a:solidFill>
                        </a:rPr>
                        <a:t>49</a:t>
                      </a:r>
                      <a:endParaRPr lang="zh-TW" altLang="en-US" dirty="0">
                        <a:solidFill>
                          <a:srgbClr val="C00000"/>
                        </a:solidFill>
                      </a:endParaRPr>
                    </a:p>
                  </a:txBody>
                  <a:tcPr/>
                </a:tc>
                <a:tc>
                  <a:txBody>
                    <a:bodyPr/>
                    <a:lstStyle/>
                    <a:p>
                      <a:pPr algn="ctr"/>
                      <a:r>
                        <a:rPr lang="en-US" altLang="zh-TW" dirty="0"/>
                        <a:t>13</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7</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10</a:t>
                      </a:r>
                      <a:endParaRPr lang="zh-TW" altLang="en-US" dirty="0"/>
                    </a:p>
                  </a:txBody>
                  <a:tcPr/>
                </a:tc>
                <a:tc>
                  <a:txBody>
                    <a:bodyPr/>
                    <a:lstStyle/>
                    <a:p>
                      <a:pPr algn="ctr"/>
                      <a:r>
                        <a:rPr lang="en-US" altLang="zh-TW" dirty="0"/>
                        <a:t>20</a:t>
                      </a:r>
                      <a:endParaRPr lang="zh-TW" altLang="en-US" dirty="0"/>
                    </a:p>
                  </a:txBody>
                  <a:tcPr/>
                </a:tc>
                <a:tc>
                  <a:txBody>
                    <a:bodyPr/>
                    <a:lstStyle/>
                    <a:p>
                      <a:pPr algn="ctr"/>
                      <a:r>
                        <a:rPr lang="en-US" altLang="zh-TW" dirty="0"/>
                        <a:t>17</a:t>
                      </a:r>
                      <a:endParaRPr lang="zh-TW" altLang="en-US" dirty="0"/>
                    </a:p>
                  </a:txBody>
                  <a:tcPr/>
                </a:tc>
                <a:tc>
                  <a:txBody>
                    <a:bodyPr/>
                    <a:lstStyle/>
                    <a:p>
                      <a:pPr algn="ctr"/>
                      <a:r>
                        <a:rPr lang="en-US" altLang="zh-TW" dirty="0"/>
                        <a:t>15</a:t>
                      </a:r>
                      <a:endParaRPr lang="zh-TW" altLang="en-US" dirty="0"/>
                    </a:p>
                  </a:txBody>
                  <a:tcPr/>
                </a:tc>
                <a:tc>
                  <a:txBody>
                    <a:bodyPr/>
                    <a:lstStyle/>
                    <a:p>
                      <a:pPr algn="ctr"/>
                      <a:r>
                        <a:rPr lang="en-US" altLang="zh-TW" dirty="0"/>
                        <a:t>46</a:t>
                      </a:r>
                      <a:endParaRPr lang="zh-TW" altLang="en-US" dirty="0"/>
                    </a:p>
                  </a:txBody>
                  <a:tcPr/>
                </a:tc>
                <a:tc>
                  <a:txBody>
                    <a:bodyPr/>
                    <a:lstStyle/>
                    <a:p>
                      <a:pPr algn="ctr"/>
                      <a:r>
                        <a:rPr lang="en-US" altLang="zh-TW" dirty="0"/>
                        <a:t>16</a:t>
                      </a:r>
                      <a:endParaRPr lang="zh-TW" altLang="en-US" dirty="0"/>
                    </a:p>
                  </a:txBody>
                  <a:tcPr/>
                </a:tc>
                <a:tc>
                  <a:txBody>
                    <a:bodyPr/>
                    <a:lstStyle/>
                    <a:p>
                      <a:pPr algn="ctr"/>
                      <a:r>
                        <a:rPr lang="en-US" altLang="zh-TW" dirty="0"/>
                        <a:t>53</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5</a:t>
                      </a:r>
                      <a:endParaRPr lang="zh-TW" altLang="en-US" dirty="0"/>
                    </a:p>
                  </a:txBody>
                  <a:tcPr/>
                </a:tc>
                <a:tc>
                  <a:txBody>
                    <a:bodyPr/>
                    <a:lstStyle/>
                    <a:p>
                      <a:pPr algn="ctr"/>
                      <a:r>
                        <a:rPr lang="en-US" altLang="zh-TW" dirty="0"/>
                        <a:t>9</a:t>
                      </a:r>
                      <a:endParaRPr lang="zh-TW" altLang="en-US" dirty="0"/>
                    </a:p>
                  </a:txBody>
                  <a:tcPr/>
                </a:tc>
                <a:extLst>
                  <a:ext uri="{0D108BD9-81ED-4DB2-BD59-A6C34878D82A}">
                    <a16:rowId xmlns:a16="http://schemas.microsoft.com/office/drawing/2014/main" val="1774951801"/>
                  </a:ext>
                </a:extLst>
              </a:tr>
            </a:tbl>
          </a:graphicData>
        </a:graphic>
      </p:graphicFrame>
      <p:sp>
        <p:nvSpPr>
          <p:cNvPr id="8" name="文字方塊 7"/>
          <p:cNvSpPr txBox="1"/>
          <p:nvPr/>
        </p:nvSpPr>
        <p:spPr>
          <a:xfrm>
            <a:off x="5039360" y="1368246"/>
            <a:ext cx="1798320" cy="461665"/>
          </a:xfrm>
          <a:prstGeom prst="rect">
            <a:avLst/>
          </a:prstGeom>
          <a:noFill/>
        </p:spPr>
        <p:txBody>
          <a:bodyPr wrap="square" rtlCol="0">
            <a:spAutoFit/>
          </a:bodyPr>
          <a:lstStyle/>
          <a:p>
            <a:pPr algn="ctr"/>
            <a:r>
              <a:rPr lang="en-US" altLang="zh-TW" sz="2400" dirty="0">
                <a:latin typeface="Times New Roman" panose="02020603050405020304" pitchFamily="18" charset="0"/>
                <a:cs typeface="Times New Roman" panose="02020603050405020304" pitchFamily="18" charset="0"/>
              </a:rPr>
              <a:t>Input</a:t>
            </a:r>
            <a:endParaRPr lang="zh-TW" altLang="en-US" sz="2400" dirty="0">
              <a:latin typeface="Times New Roman" panose="02020603050405020304" pitchFamily="18" charset="0"/>
              <a:cs typeface="Times New Roman" panose="02020603050405020304" pitchFamily="18" charset="0"/>
            </a:endParaRPr>
          </a:p>
        </p:txBody>
      </p:sp>
      <p:graphicFrame>
        <p:nvGraphicFramePr>
          <p:cNvPr id="9" name="表格 8"/>
          <p:cNvGraphicFramePr>
            <a:graphicFrameLocks noGrp="1"/>
          </p:cNvGraphicFramePr>
          <p:nvPr>
            <p:extLst>
              <p:ext uri="{D42A27DB-BD31-4B8C-83A1-F6EECF244321}">
                <p14:modId xmlns:p14="http://schemas.microsoft.com/office/powerpoint/2010/main" val="2382475943"/>
              </p:ext>
            </p:extLst>
          </p:nvPr>
        </p:nvGraphicFramePr>
        <p:xfrm>
          <a:off x="1539240" y="5461139"/>
          <a:ext cx="9113520" cy="741680"/>
        </p:xfrm>
        <a:graphic>
          <a:graphicData uri="http://schemas.openxmlformats.org/drawingml/2006/table">
            <a:tbl>
              <a:tblPr>
                <a:tableStyleId>{073A0DAA-6AF3-43AB-8588-CEC1D06C72B9}</a:tableStyleId>
              </a:tblPr>
              <a:tblGrid>
                <a:gridCol w="455676">
                  <a:extLst>
                    <a:ext uri="{9D8B030D-6E8A-4147-A177-3AD203B41FA5}">
                      <a16:colId xmlns:a16="http://schemas.microsoft.com/office/drawing/2014/main" val="4051507761"/>
                    </a:ext>
                  </a:extLst>
                </a:gridCol>
                <a:gridCol w="455676">
                  <a:extLst>
                    <a:ext uri="{9D8B030D-6E8A-4147-A177-3AD203B41FA5}">
                      <a16:colId xmlns:a16="http://schemas.microsoft.com/office/drawing/2014/main" val="2972139511"/>
                    </a:ext>
                  </a:extLst>
                </a:gridCol>
                <a:gridCol w="455676">
                  <a:extLst>
                    <a:ext uri="{9D8B030D-6E8A-4147-A177-3AD203B41FA5}">
                      <a16:colId xmlns:a16="http://schemas.microsoft.com/office/drawing/2014/main" val="2875737650"/>
                    </a:ext>
                  </a:extLst>
                </a:gridCol>
                <a:gridCol w="455676">
                  <a:extLst>
                    <a:ext uri="{9D8B030D-6E8A-4147-A177-3AD203B41FA5}">
                      <a16:colId xmlns:a16="http://schemas.microsoft.com/office/drawing/2014/main" val="2677827691"/>
                    </a:ext>
                  </a:extLst>
                </a:gridCol>
                <a:gridCol w="455676">
                  <a:extLst>
                    <a:ext uri="{9D8B030D-6E8A-4147-A177-3AD203B41FA5}">
                      <a16:colId xmlns:a16="http://schemas.microsoft.com/office/drawing/2014/main" val="2441000429"/>
                    </a:ext>
                  </a:extLst>
                </a:gridCol>
                <a:gridCol w="455676">
                  <a:extLst>
                    <a:ext uri="{9D8B030D-6E8A-4147-A177-3AD203B41FA5}">
                      <a16:colId xmlns:a16="http://schemas.microsoft.com/office/drawing/2014/main" val="1229051241"/>
                    </a:ext>
                  </a:extLst>
                </a:gridCol>
                <a:gridCol w="455676">
                  <a:extLst>
                    <a:ext uri="{9D8B030D-6E8A-4147-A177-3AD203B41FA5}">
                      <a16:colId xmlns:a16="http://schemas.microsoft.com/office/drawing/2014/main" val="1827395689"/>
                    </a:ext>
                  </a:extLst>
                </a:gridCol>
                <a:gridCol w="455676">
                  <a:extLst>
                    <a:ext uri="{9D8B030D-6E8A-4147-A177-3AD203B41FA5}">
                      <a16:colId xmlns:a16="http://schemas.microsoft.com/office/drawing/2014/main" val="1220040406"/>
                    </a:ext>
                  </a:extLst>
                </a:gridCol>
                <a:gridCol w="455676">
                  <a:extLst>
                    <a:ext uri="{9D8B030D-6E8A-4147-A177-3AD203B41FA5}">
                      <a16:colId xmlns:a16="http://schemas.microsoft.com/office/drawing/2014/main" val="4267595762"/>
                    </a:ext>
                  </a:extLst>
                </a:gridCol>
                <a:gridCol w="455676">
                  <a:extLst>
                    <a:ext uri="{9D8B030D-6E8A-4147-A177-3AD203B41FA5}">
                      <a16:colId xmlns:a16="http://schemas.microsoft.com/office/drawing/2014/main" val="1039504818"/>
                    </a:ext>
                  </a:extLst>
                </a:gridCol>
                <a:gridCol w="455676">
                  <a:extLst>
                    <a:ext uri="{9D8B030D-6E8A-4147-A177-3AD203B41FA5}">
                      <a16:colId xmlns:a16="http://schemas.microsoft.com/office/drawing/2014/main" val="3328107497"/>
                    </a:ext>
                  </a:extLst>
                </a:gridCol>
                <a:gridCol w="455676">
                  <a:extLst>
                    <a:ext uri="{9D8B030D-6E8A-4147-A177-3AD203B41FA5}">
                      <a16:colId xmlns:a16="http://schemas.microsoft.com/office/drawing/2014/main" val="4076855284"/>
                    </a:ext>
                  </a:extLst>
                </a:gridCol>
                <a:gridCol w="455676">
                  <a:extLst>
                    <a:ext uri="{9D8B030D-6E8A-4147-A177-3AD203B41FA5}">
                      <a16:colId xmlns:a16="http://schemas.microsoft.com/office/drawing/2014/main" val="1854445924"/>
                    </a:ext>
                  </a:extLst>
                </a:gridCol>
                <a:gridCol w="455676">
                  <a:extLst>
                    <a:ext uri="{9D8B030D-6E8A-4147-A177-3AD203B41FA5}">
                      <a16:colId xmlns:a16="http://schemas.microsoft.com/office/drawing/2014/main" val="1575012594"/>
                    </a:ext>
                  </a:extLst>
                </a:gridCol>
                <a:gridCol w="455676">
                  <a:extLst>
                    <a:ext uri="{9D8B030D-6E8A-4147-A177-3AD203B41FA5}">
                      <a16:colId xmlns:a16="http://schemas.microsoft.com/office/drawing/2014/main" val="389045705"/>
                    </a:ext>
                  </a:extLst>
                </a:gridCol>
                <a:gridCol w="455676">
                  <a:extLst>
                    <a:ext uri="{9D8B030D-6E8A-4147-A177-3AD203B41FA5}">
                      <a16:colId xmlns:a16="http://schemas.microsoft.com/office/drawing/2014/main" val="3254408253"/>
                    </a:ext>
                  </a:extLst>
                </a:gridCol>
                <a:gridCol w="455676">
                  <a:extLst>
                    <a:ext uri="{9D8B030D-6E8A-4147-A177-3AD203B41FA5}">
                      <a16:colId xmlns:a16="http://schemas.microsoft.com/office/drawing/2014/main" val="1639466125"/>
                    </a:ext>
                  </a:extLst>
                </a:gridCol>
                <a:gridCol w="455676">
                  <a:extLst>
                    <a:ext uri="{9D8B030D-6E8A-4147-A177-3AD203B41FA5}">
                      <a16:colId xmlns:a16="http://schemas.microsoft.com/office/drawing/2014/main" val="3570555910"/>
                    </a:ext>
                  </a:extLst>
                </a:gridCol>
                <a:gridCol w="455676">
                  <a:extLst>
                    <a:ext uri="{9D8B030D-6E8A-4147-A177-3AD203B41FA5}">
                      <a16:colId xmlns:a16="http://schemas.microsoft.com/office/drawing/2014/main" val="472093811"/>
                    </a:ext>
                  </a:extLst>
                </a:gridCol>
                <a:gridCol w="455676">
                  <a:extLst>
                    <a:ext uri="{9D8B030D-6E8A-4147-A177-3AD203B41FA5}">
                      <a16:colId xmlns:a16="http://schemas.microsoft.com/office/drawing/2014/main" val="367352948"/>
                    </a:ext>
                  </a:extLst>
                </a:gridCol>
              </a:tblGrid>
              <a:tr h="370840">
                <a:tc>
                  <a:txBody>
                    <a:bodyPr/>
                    <a:lstStyle/>
                    <a:p>
                      <a:pPr algn="ctr"/>
                      <a:r>
                        <a:rPr lang="en-US" altLang="zh-TW" dirty="0"/>
                        <a:t>0</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5</a:t>
                      </a:r>
                      <a:endParaRPr lang="zh-TW" altLang="en-US" dirty="0"/>
                    </a:p>
                  </a:txBody>
                  <a:tcPr/>
                </a:tc>
                <a:tc>
                  <a:txBody>
                    <a:bodyPr/>
                    <a:lstStyle/>
                    <a:p>
                      <a:pPr algn="ctr"/>
                      <a:r>
                        <a:rPr lang="en-US" altLang="zh-TW" dirty="0"/>
                        <a:t>6</a:t>
                      </a:r>
                      <a:endParaRPr lang="zh-TW" altLang="en-US" dirty="0"/>
                    </a:p>
                  </a:txBody>
                  <a:tcPr/>
                </a:tc>
                <a:tc>
                  <a:txBody>
                    <a:bodyPr/>
                    <a:lstStyle/>
                    <a:p>
                      <a:pPr algn="ctr"/>
                      <a:r>
                        <a:rPr lang="en-US" altLang="zh-TW" dirty="0"/>
                        <a:t>7</a:t>
                      </a:r>
                      <a:endParaRPr lang="zh-TW" altLang="en-US" dirty="0"/>
                    </a:p>
                  </a:txBody>
                  <a:tcPr/>
                </a:tc>
                <a:tc>
                  <a:txBody>
                    <a:bodyPr/>
                    <a:lstStyle/>
                    <a:p>
                      <a:pPr algn="ctr"/>
                      <a:r>
                        <a:rPr lang="en-US" altLang="zh-TW" dirty="0"/>
                        <a:t>8</a:t>
                      </a:r>
                      <a:endParaRPr lang="zh-TW" altLang="en-US" dirty="0"/>
                    </a:p>
                  </a:txBody>
                  <a:tcPr/>
                </a:tc>
                <a:tc>
                  <a:txBody>
                    <a:bodyPr/>
                    <a:lstStyle/>
                    <a:p>
                      <a:pPr algn="ctr"/>
                      <a:r>
                        <a:rPr lang="en-US" altLang="zh-TW" dirty="0"/>
                        <a:t>9</a:t>
                      </a:r>
                      <a:endParaRPr lang="zh-TW" altLang="en-US" dirty="0"/>
                    </a:p>
                  </a:txBody>
                  <a:tcPr/>
                </a:tc>
                <a:tc>
                  <a:txBody>
                    <a:bodyPr/>
                    <a:lstStyle/>
                    <a:p>
                      <a:pPr algn="ctr"/>
                      <a:r>
                        <a:rPr lang="en-US" altLang="zh-TW" dirty="0"/>
                        <a:t>10</a:t>
                      </a:r>
                      <a:endParaRPr lang="zh-TW" altLang="en-US" dirty="0"/>
                    </a:p>
                  </a:txBody>
                  <a:tcPr/>
                </a:tc>
                <a:tc>
                  <a:txBody>
                    <a:bodyPr/>
                    <a:lstStyle/>
                    <a:p>
                      <a:pPr algn="ctr"/>
                      <a:r>
                        <a:rPr lang="en-US" altLang="zh-TW" dirty="0"/>
                        <a:t>11</a:t>
                      </a:r>
                      <a:endParaRPr lang="zh-TW" altLang="en-US" dirty="0"/>
                    </a:p>
                  </a:txBody>
                  <a:tcPr/>
                </a:tc>
                <a:tc>
                  <a:txBody>
                    <a:bodyPr/>
                    <a:lstStyle/>
                    <a:p>
                      <a:pPr algn="ctr"/>
                      <a:r>
                        <a:rPr lang="en-US" altLang="zh-TW" dirty="0"/>
                        <a:t>12</a:t>
                      </a:r>
                      <a:endParaRPr lang="zh-TW" altLang="en-US" dirty="0"/>
                    </a:p>
                  </a:txBody>
                  <a:tcPr/>
                </a:tc>
                <a:tc>
                  <a:txBody>
                    <a:bodyPr/>
                    <a:lstStyle/>
                    <a:p>
                      <a:pPr algn="ctr"/>
                      <a:r>
                        <a:rPr lang="en-US" altLang="zh-TW" dirty="0"/>
                        <a:t>13</a:t>
                      </a:r>
                      <a:endParaRPr lang="zh-TW" altLang="en-US" dirty="0"/>
                    </a:p>
                  </a:txBody>
                  <a:tcPr/>
                </a:tc>
                <a:tc>
                  <a:txBody>
                    <a:bodyPr/>
                    <a:lstStyle/>
                    <a:p>
                      <a:pPr algn="ctr"/>
                      <a:r>
                        <a:rPr lang="en-US" altLang="zh-TW" dirty="0"/>
                        <a:t>14</a:t>
                      </a:r>
                      <a:endParaRPr lang="zh-TW" altLang="en-US" dirty="0"/>
                    </a:p>
                  </a:txBody>
                  <a:tcPr/>
                </a:tc>
                <a:tc>
                  <a:txBody>
                    <a:bodyPr/>
                    <a:lstStyle/>
                    <a:p>
                      <a:pPr algn="ctr"/>
                      <a:r>
                        <a:rPr lang="en-US" altLang="zh-TW" dirty="0"/>
                        <a:t>15</a:t>
                      </a:r>
                      <a:endParaRPr lang="zh-TW" altLang="en-US" dirty="0"/>
                    </a:p>
                  </a:txBody>
                  <a:tcPr/>
                </a:tc>
                <a:tc>
                  <a:txBody>
                    <a:bodyPr/>
                    <a:lstStyle/>
                    <a:p>
                      <a:pPr algn="ctr"/>
                      <a:r>
                        <a:rPr lang="en-US" altLang="zh-TW" dirty="0"/>
                        <a:t>16</a:t>
                      </a:r>
                      <a:endParaRPr lang="zh-TW" altLang="en-US" dirty="0"/>
                    </a:p>
                  </a:txBody>
                  <a:tcPr/>
                </a:tc>
                <a:tc>
                  <a:txBody>
                    <a:bodyPr/>
                    <a:lstStyle/>
                    <a:p>
                      <a:pPr algn="ctr"/>
                      <a:r>
                        <a:rPr lang="en-US" altLang="zh-TW" dirty="0"/>
                        <a:t>17</a:t>
                      </a:r>
                      <a:endParaRPr lang="zh-TW" altLang="en-US" dirty="0"/>
                    </a:p>
                  </a:txBody>
                  <a:tcPr/>
                </a:tc>
                <a:tc>
                  <a:txBody>
                    <a:bodyPr/>
                    <a:lstStyle/>
                    <a:p>
                      <a:pPr algn="ctr"/>
                      <a:r>
                        <a:rPr lang="en-US" altLang="zh-TW" dirty="0"/>
                        <a:t>18</a:t>
                      </a:r>
                      <a:endParaRPr lang="zh-TW" altLang="en-US" dirty="0"/>
                    </a:p>
                  </a:txBody>
                  <a:tcPr/>
                </a:tc>
                <a:tc>
                  <a:txBody>
                    <a:bodyPr/>
                    <a:lstStyle/>
                    <a:p>
                      <a:pPr algn="ctr"/>
                      <a:r>
                        <a:rPr lang="en-US" altLang="zh-TW" dirty="0"/>
                        <a:t>19</a:t>
                      </a:r>
                      <a:endParaRPr lang="zh-TW" altLang="en-US" dirty="0"/>
                    </a:p>
                  </a:txBody>
                  <a:tcPr/>
                </a:tc>
                <a:extLst>
                  <a:ext uri="{0D108BD9-81ED-4DB2-BD59-A6C34878D82A}">
                    <a16:rowId xmlns:a16="http://schemas.microsoft.com/office/drawing/2014/main" val="379876605"/>
                  </a:ext>
                </a:extLst>
              </a:tr>
              <a:tr h="370840">
                <a:tc>
                  <a:txBody>
                    <a:bodyPr/>
                    <a:lstStyle/>
                    <a:p>
                      <a:pPr algn="ctr"/>
                      <a:r>
                        <a:rPr lang="en-US" altLang="zh-TW" baseline="0" dirty="0">
                          <a:solidFill>
                            <a:srgbClr val="C00000"/>
                          </a:solidFill>
                        </a:rPr>
                        <a:t> </a:t>
                      </a:r>
                      <a:endParaRPr lang="zh-TW" altLang="en-US" dirty="0">
                        <a:solidFill>
                          <a:srgbClr val="C00000"/>
                        </a:solidFill>
                      </a:endParaRPr>
                    </a:p>
                  </a:txBody>
                  <a:tcPr/>
                </a:tc>
                <a:tc>
                  <a:txBody>
                    <a:bodyPr/>
                    <a:lstStyle/>
                    <a:p>
                      <a:pPr algn="ctr"/>
                      <a:r>
                        <a:rPr lang="en-US" altLang="zh-TW" dirty="0"/>
                        <a:t> </a:t>
                      </a:r>
                      <a:endParaRPr lang="zh-TW" altLang="en-US" dirty="0"/>
                    </a:p>
                  </a:txBody>
                  <a:tcPr/>
                </a:tc>
                <a:tc>
                  <a:txBody>
                    <a:bodyPr/>
                    <a:lstStyle/>
                    <a:p>
                      <a:pPr algn="ctr"/>
                      <a:r>
                        <a:rPr lang="en-US" altLang="zh-TW" dirty="0"/>
                        <a:t> </a:t>
                      </a:r>
                      <a:endParaRPr lang="zh-TW" altLang="en-US" dirty="0"/>
                    </a:p>
                  </a:txBody>
                  <a:tcPr/>
                </a:tc>
                <a:tc>
                  <a:txBody>
                    <a:bodyPr/>
                    <a:lstStyle/>
                    <a:p>
                      <a:pPr algn="ctr"/>
                      <a:r>
                        <a:rPr lang="en-US" altLang="zh-TW" dirty="0"/>
                        <a:t> </a:t>
                      </a:r>
                      <a:endParaRPr lang="zh-TW" altLang="en-US" dirty="0"/>
                    </a:p>
                  </a:txBody>
                  <a:tcPr/>
                </a:tc>
                <a:tc>
                  <a:txBody>
                    <a:bodyPr/>
                    <a:lstStyle/>
                    <a:p>
                      <a:pPr algn="ctr"/>
                      <a:r>
                        <a:rPr lang="en-US" altLang="zh-TW" dirty="0"/>
                        <a:t> </a:t>
                      </a:r>
                      <a:endParaRPr lang="zh-TW" altLang="en-US" dirty="0"/>
                    </a:p>
                  </a:txBody>
                  <a:tcPr/>
                </a:tc>
                <a:tc>
                  <a:txBody>
                    <a:bodyPr/>
                    <a:lstStyle/>
                    <a:p>
                      <a:pPr algn="ctr"/>
                      <a:r>
                        <a:rPr lang="en-US" altLang="zh-TW" dirty="0"/>
                        <a:t> </a:t>
                      </a:r>
                      <a:endParaRPr lang="zh-TW" altLang="en-US" dirty="0"/>
                    </a:p>
                  </a:txBody>
                  <a:tcPr/>
                </a:tc>
                <a:tc>
                  <a:txBody>
                    <a:bodyPr/>
                    <a:lstStyle/>
                    <a:p>
                      <a:pPr algn="ctr"/>
                      <a:r>
                        <a:rPr lang="en-US" altLang="zh-TW" dirty="0"/>
                        <a:t> </a:t>
                      </a:r>
                      <a:endParaRPr lang="zh-TW" altLang="en-US" dirty="0"/>
                    </a:p>
                  </a:txBody>
                  <a:tcPr/>
                </a:tc>
                <a:tc>
                  <a:txBody>
                    <a:bodyPr/>
                    <a:lstStyle/>
                    <a:p>
                      <a:pPr algn="ctr"/>
                      <a:r>
                        <a:rPr lang="en-US" altLang="zh-TW" dirty="0"/>
                        <a:t>15 </a:t>
                      </a:r>
                      <a:endParaRPr lang="zh-TW" altLang="en-US" dirty="0"/>
                    </a:p>
                  </a:txBody>
                  <a:tcPr/>
                </a:tc>
                <a:tc>
                  <a:txBody>
                    <a:bodyPr/>
                    <a:lstStyle/>
                    <a:p>
                      <a:pPr algn="ctr"/>
                      <a:r>
                        <a:rPr lang="en-US" altLang="zh-TW" dirty="0"/>
                        <a:t>10 </a:t>
                      </a:r>
                      <a:endParaRPr lang="zh-TW" altLang="en-US" dirty="0"/>
                    </a:p>
                  </a:txBody>
                  <a:tcPr/>
                </a:tc>
                <a:tc>
                  <a:txBody>
                    <a:bodyPr/>
                    <a:lstStyle/>
                    <a:p>
                      <a:pPr algn="ctr"/>
                      <a:r>
                        <a:rPr lang="en-US" altLang="zh-TW" dirty="0"/>
                        <a:t> </a:t>
                      </a:r>
                      <a:endParaRPr lang="zh-TW" altLang="en-US" dirty="0"/>
                    </a:p>
                  </a:txBody>
                  <a:tcPr/>
                </a:tc>
                <a:tc>
                  <a:txBody>
                    <a:bodyPr/>
                    <a:lstStyle/>
                    <a:p>
                      <a:pPr algn="ctr"/>
                      <a:r>
                        <a:rPr lang="en-US" altLang="zh-TW" dirty="0"/>
                        <a:t> </a:t>
                      </a:r>
                      <a:endParaRPr lang="zh-TW" altLang="en-US" dirty="0"/>
                    </a:p>
                  </a:txBody>
                  <a:tcPr/>
                </a:tc>
                <a:tc>
                  <a:txBody>
                    <a:bodyPr/>
                    <a:lstStyle/>
                    <a:p>
                      <a:pPr algn="ctr"/>
                      <a:r>
                        <a:rPr lang="en-US" altLang="zh-TW" dirty="0"/>
                        <a:t> </a:t>
                      </a:r>
                      <a:endParaRPr lang="zh-TW" altLang="en-US" dirty="0"/>
                    </a:p>
                  </a:txBody>
                  <a:tcPr/>
                </a:tc>
                <a:tc>
                  <a:txBody>
                    <a:bodyPr/>
                    <a:lstStyle/>
                    <a:p>
                      <a:pPr algn="ctr"/>
                      <a:r>
                        <a:rPr lang="en-US" altLang="zh-TW" dirty="0"/>
                        <a:t> </a:t>
                      </a:r>
                      <a:endParaRPr lang="zh-TW" altLang="en-US" dirty="0"/>
                    </a:p>
                  </a:txBody>
                  <a:tcPr/>
                </a:tc>
                <a:tc>
                  <a:txBody>
                    <a:bodyPr/>
                    <a:lstStyle/>
                    <a:p>
                      <a:pPr algn="ctr"/>
                      <a:r>
                        <a:rPr lang="en-US" altLang="zh-TW" dirty="0">
                          <a:solidFill>
                            <a:schemeClr val="tx1"/>
                          </a:solidFill>
                        </a:rPr>
                        <a:t>19</a:t>
                      </a:r>
                      <a:r>
                        <a:rPr lang="en-US" altLang="zh-TW" dirty="0"/>
                        <a:t> </a:t>
                      </a:r>
                      <a:endParaRPr lang="zh-TW" altLang="en-US" dirty="0"/>
                    </a:p>
                  </a:txBody>
                  <a:tcPr/>
                </a:tc>
                <a:tc>
                  <a:txBody>
                    <a:bodyPr/>
                    <a:lstStyle/>
                    <a:p>
                      <a:pPr algn="ctr"/>
                      <a:endParaRPr lang="zh-TW" altLang="en-US" dirty="0"/>
                    </a:p>
                  </a:txBody>
                  <a:tcPr/>
                </a:tc>
                <a:tc>
                  <a:txBody>
                    <a:bodyPr/>
                    <a:lstStyle/>
                    <a:p>
                      <a:pPr algn="ctr"/>
                      <a:r>
                        <a:rPr lang="en-US" altLang="zh-TW" dirty="0"/>
                        <a:t> </a:t>
                      </a:r>
                      <a:endParaRPr lang="zh-TW" altLang="en-US" dirty="0"/>
                    </a:p>
                  </a:txBody>
                  <a:tcPr/>
                </a:tc>
                <a:tc>
                  <a:txBody>
                    <a:bodyPr/>
                    <a:lstStyle/>
                    <a:p>
                      <a:pPr algn="ctr"/>
                      <a:r>
                        <a:rPr lang="en-US" altLang="zh-TW" dirty="0"/>
                        <a:t> </a:t>
                      </a:r>
                      <a:endParaRPr lang="zh-TW" altLang="en-US" dirty="0"/>
                    </a:p>
                  </a:txBody>
                  <a:tcPr/>
                </a:tc>
                <a:tc>
                  <a:txBody>
                    <a:bodyPr/>
                    <a:lstStyle/>
                    <a:p>
                      <a:pPr algn="ctr"/>
                      <a:r>
                        <a:rPr lang="en-US" altLang="zh-TW" dirty="0">
                          <a:solidFill>
                            <a:srgbClr val="C00000"/>
                          </a:solidFill>
                        </a:rPr>
                        <a:t>49</a:t>
                      </a:r>
                      <a:r>
                        <a:rPr lang="en-US" altLang="zh-TW" dirty="0"/>
                        <a:t>  </a:t>
                      </a:r>
                      <a:endParaRPr lang="zh-TW" altLang="en-US" dirty="0"/>
                    </a:p>
                  </a:txBody>
                  <a:tcPr/>
                </a:tc>
                <a:tc>
                  <a:txBody>
                    <a:bodyPr/>
                    <a:lstStyle/>
                    <a:p>
                      <a:pPr algn="ctr"/>
                      <a:endParaRPr lang="zh-TW" altLang="en-US" dirty="0"/>
                    </a:p>
                  </a:txBody>
                  <a:tcPr/>
                </a:tc>
                <a:tc>
                  <a:txBody>
                    <a:bodyPr/>
                    <a:lstStyle/>
                    <a:p>
                      <a:pPr algn="ctr"/>
                      <a:r>
                        <a:rPr lang="en-US" altLang="zh-TW" dirty="0"/>
                        <a:t> </a:t>
                      </a:r>
                      <a:endParaRPr lang="zh-TW" altLang="en-US" dirty="0"/>
                    </a:p>
                  </a:txBody>
                  <a:tcPr/>
                </a:tc>
                <a:extLst>
                  <a:ext uri="{0D108BD9-81ED-4DB2-BD59-A6C34878D82A}">
                    <a16:rowId xmlns:a16="http://schemas.microsoft.com/office/drawing/2014/main" val="1774951801"/>
                  </a:ext>
                </a:extLst>
              </a:tr>
            </a:tbl>
          </a:graphicData>
        </a:graphic>
      </p:graphicFrame>
      <p:sp>
        <p:nvSpPr>
          <p:cNvPr id="10" name="文字方塊 9"/>
          <p:cNvSpPr txBox="1"/>
          <p:nvPr/>
        </p:nvSpPr>
        <p:spPr>
          <a:xfrm>
            <a:off x="5039360" y="4999474"/>
            <a:ext cx="2042160" cy="461665"/>
          </a:xfrm>
          <a:prstGeom prst="rect">
            <a:avLst/>
          </a:prstGeom>
          <a:noFill/>
        </p:spPr>
        <p:txBody>
          <a:bodyPr wrap="square" rtlCol="0">
            <a:spAutoFit/>
          </a:bodyPr>
          <a:lstStyle/>
          <a:p>
            <a:pPr algn="ctr"/>
            <a:r>
              <a:rPr lang="en-US" altLang="zh-TW" sz="2400" dirty="0">
                <a:latin typeface="Times New Roman" panose="02020603050405020304" pitchFamily="18" charset="0"/>
                <a:cs typeface="Times New Roman" panose="02020603050405020304" pitchFamily="18" charset="0"/>
              </a:rPr>
              <a:t>Repositioning</a:t>
            </a:r>
            <a:endParaRPr lang="zh-TW" altLang="en-US" sz="2400" dirty="0">
              <a:latin typeface="Times New Roman" panose="02020603050405020304" pitchFamily="18" charset="0"/>
              <a:cs typeface="Times New Roman" panose="02020603050405020304" pitchFamily="18" charset="0"/>
            </a:endParaRPr>
          </a:p>
        </p:txBody>
      </p:sp>
      <p:sp>
        <p:nvSpPr>
          <p:cNvPr id="12" name="矩形 11"/>
          <p:cNvSpPr/>
          <p:nvPr/>
        </p:nvSpPr>
        <p:spPr>
          <a:xfrm>
            <a:off x="4867654" y="2890232"/>
            <a:ext cx="2141740" cy="461665"/>
          </a:xfrm>
          <a:prstGeom prst="rect">
            <a:avLst/>
          </a:prstGeom>
        </p:spPr>
        <p:txBody>
          <a:bodyPr wrap="none">
            <a:spAutoFit/>
          </a:bodyPr>
          <a:lstStyle/>
          <a:p>
            <a:pPr algn="ctr"/>
            <a:r>
              <a:rPr lang="en-US" altLang="zh-TW" sz="2400" dirty="0">
                <a:latin typeface="Times New Roman" panose="02020603050405020304" pitchFamily="18" charset="0"/>
                <a:cs typeface="Times New Roman" panose="02020603050405020304" pitchFamily="18" charset="0"/>
              </a:rPr>
              <a:t>49</a:t>
            </a:r>
            <a:r>
              <a:rPr lang="en-US" altLang="zh-TW" sz="2400" baseline="-25000" dirty="0">
                <a:latin typeface="Times New Roman" panose="02020603050405020304" pitchFamily="18" charset="0"/>
                <a:cs typeface="Times New Roman" panose="02020603050405020304" pitchFamily="18" charset="0"/>
              </a:rPr>
              <a:t>10 </a:t>
            </a:r>
            <a:r>
              <a:rPr lang="en-US" altLang="zh-TW" sz="2400" dirty="0">
                <a:latin typeface="Times New Roman" panose="02020603050405020304" pitchFamily="18" charset="0"/>
                <a:cs typeface="Times New Roman" panose="02020603050405020304" pitchFamily="18" charset="0"/>
              </a:rPr>
              <a:t> = 110001</a:t>
            </a:r>
            <a:r>
              <a:rPr lang="en-US" altLang="zh-TW" sz="2400" baseline="-25000" dirty="0">
                <a:latin typeface="Times New Roman" panose="02020603050405020304" pitchFamily="18" charset="0"/>
                <a:cs typeface="Times New Roman" panose="02020603050405020304" pitchFamily="18" charset="0"/>
              </a:rPr>
              <a:t>2 </a:t>
            </a:r>
            <a:endParaRPr lang="zh-TW" altLang="en-US" sz="2400" baseline="-25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86424515"/>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Repositioning step</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C497B8E6-CB28-4350-9E62-3F3C29E41FED}" type="slidenum">
              <a:rPr lang="zh-TW" altLang="en-US" smtClean="0"/>
              <a:t>37</a:t>
            </a:fld>
            <a:endParaRPr lang="zh-TW" altLang="en-US"/>
          </a:p>
        </p:txBody>
      </p:sp>
      <p:graphicFrame>
        <p:nvGraphicFramePr>
          <p:cNvPr id="5" name="表格 4"/>
          <p:cNvGraphicFramePr>
            <a:graphicFrameLocks noGrp="1"/>
          </p:cNvGraphicFramePr>
          <p:nvPr>
            <p:extLst>
              <p:ext uri="{D42A27DB-BD31-4B8C-83A1-F6EECF244321}">
                <p14:modId xmlns:p14="http://schemas.microsoft.com/office/powerpoint/2010/main" val="3698996874"/>
              </p:ext>
            </p:extLst>
          </p:nvPr>
        </p:nvGraphicFramePr>
        <p:xfrm>
          <a:off x="2037080" y="3968353"/>
          <a:ext cx="8128000" cy="741680"/>
        </p:xfrm>
        <a:graphic>
          <a:graphicData uri="http://schemas.openxmlformats.org/drawingml/2006/table">
            <a:tbl>
              <a:tblPr>
                <a:tableStyleId>{5C22544A-7EE6-4342-B048-85BDC9FD1C3A}</a:tableStyleId>
              </a:tblPr>
              <a:tblGrid>
                <a:gridCol w="1016000">
                  <a:extLst>
                    <a:ext uri="{9D8B030D-6E8A-4147-A177-3AD203B41FA5}">
                      <a16:colId xmlns:a16="http://schemas.microsoft.com/office/drawing/2014/main" val="232325015"/>
                    </a:ext>
                  </a:extLst>
                </a:gridCol>
                <a:gridCol w="1016000">
                  <a:extLst>
                    <a:ext uri="{9D8B030D-6E8A-4147-A177-3AD203B41FA5}">
                      <a16:colId xmlns:a16="http://schemas.microsoft.com/office/drawing/2014/main" val="809820525"/>
                    </a:ext>
                  </a:extLst>
                </a:gridCol>
                <a:gridCol w="1016000">
                  <a:extLst>
                    <a:ext uri="{9D8B030D-6E8A-4147-A177-3AD203B41FA5}">
                      <a16:colId xmlns:a16="http://schemas.microsoft.com/office/drawing/2014/main" val="3216279575"/>
                    </a:ext>
                  </a:extLst>
                </a:gridCol>
                <a:gridCol w="1016000">
                  <a:extLst>
                    <a:ext uri="{9D8B030D-6E8A-4147-A177-3AD203B41FA5}">
                      <a16:colId xmlns:a16="http://schemas.microsoft.com/office/drawing/2014/main" val="668291663"/>
                    </a:ext>
                  </a:extLst>
                </a:gridCol>
                <a:gridCol w="1016000">
                  <a:extLst>
                    <a:ext uri="{9D8B030D-6E8A-4147-A177-3AD203B41FA5}">
                      <a16:colId xmlns:a16="http://schemas.microsoft.com/office/drawing/2014/main" val="4109121243"/>
                    </a:ext>
                  </a:extLst>
                </a:gridCol>
                <a:gridCol w="1016000">
                  <a:extLst>
                    <a:ext uri="{9D8B030D-6E8A-4147-A177-3AD203B41FA5}">
                      <a16:colId xmlns:a16="http://schemas.microsoft.com/office/drawing/2014/main" val="2213655556"/>
                    </a:ext>
                  </a:extLst>
                </a:gridCol>
                <a:gridCol w="1016000">
                  <a:extLst>
                    <a:ext uri="{9D8B030D-6E8A-4147-A177-3AD203B41FA5}">
                      <a16:colId xmlns:a16="http://schemas.microsoft.com/office/drawing/2014/main" val="1831011624"/>
                    </a:ext>
                  </a:extLst>
                </a:gridCol>
                <a:gridCol w="1016000">
                  <a:extLst>
                    <a:ext uri="{9D8B030D-6E8A-4147-A177-3AD203B41FA5}">
                      <a16:colId xmlns:a16="http://schemas.microsoft.com/office/drawing/2014/main" val="1673615481"/>
                    </a:ext>
                  </a:extLst>
                </a:gridCol>
              </a:tblGrid>
              <a:tr h="370840">
                <a:tc>
                  <a:txBody>
                    <a:bodyPr/>
                    <a:lstStyle/>
                    <a:p>
                      <a:pPr algn="ctr"/>
                      <a:r>
                        <a:rPr lang="en-US" altLang="zh-TW" dirty="0"/>
                        <a:t>0</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5</a:t>
                      </a:r>
                      <a:endParaRPr lang="zh-TW" altLang="en-US" dirty="0"/>
                    </a:p>
                  </a:txBody>
                  <a:tcPr/>
                </a:tc>
                <a:tc>
                  <a:txBody>
                    <a:bodyPr/>
                    <a:lstStyle/>
                    <a:p>
                      <a:pPr algn="ctr"/>
                      <a:r>
                        <a:rPr lang="en-US" altLang="zh-TW" dirty="0"/>
                        <a:t>6</a:t>
                      </a:r>
                      <a:endParaRPr lang="zh-TW" altLang="en-US" dirty="0"/>
                    </a:p>
                  </a:txBody>
                  <a:tcPr/>
                </a:tc>
                <a:tc>
                  <a:txBody>
                    <a:bodyPr/>
                    <a:lstStyle/>
                    <a:p>
                      <a:pPr algn="ctr"/>
                      <a:r>
                        <a:rPr lang="en-US" altLang="zh-TW" dirty="0"/>
                        <a:t>7-31</a:t>
                      </a:r>
                      <a:endParaRPr lang="zh-TW" altLang="en-US" dirty="0"/>
                    </a:p>
                  </a:txBody>
                  <a:tcPr/>
                </a:tc>
                <a:extLst>
                  <a:ext uri="{0D108BD9-81ED-4DB2-BD59-A6C34878D82A}">
                    <a16:rowId xmlns:a16="http://schemas.microsoft.com/office/drawing/2014/main" val="1181902020"/>
                  </a:ext>
                </a:extLst>
              </a:tr>
              <a:tr h="370840">
                <a:tc>
                  <a:txBody>
                    <a:bodyPr/>
                    <a:lstStyle/>
                    <a:p>
                      <a:pPr algn="ctr"/>
                      <a:r>
                        <a:rPr lang="en-US" altLang="zh-TW" dirty="0"/>
                        <a:t>1</a:t>
                      </a:r>
                      <a:endParaRPr lang="zh-TW" altLang="en-US" dirty="0"/>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t>4</a:t>
                      </a:r>
                      <a:endParaRPr lang="zh-TW" altLang="en-US" dirty="0"/>
                    </a:p>
                  </a:txBody>
                  <a:tcPr/>
                </a:tc>
                <a:tc>
                  <a:txBody>
                    <a:bodyPr/>
                    <a:lstStyle/>
                    <a:p>
                      <a:pPr algn="ctr"/>
                      <a:r>
                        <a:rPr lang="en-US" altLang="zh-TW" strike="sngStrike" dirty="0">
                          <a:solidFill>
                            <a:srgbClr val="C00000"/>
                          </a:solidFill>
                        </a:rPr>
                        <a:t>9</a:t>
                      </a:r>
                      <a:r>
                        <a:rPr lang="zh-TW" altLang="en-US" strike="noStrike" dirty="0">
                          <a:solidFill>
                            <a:srgbClr val="C00000"/>
                          </a:solidFill>
                        </a:rPr>
                        <a:t> </a:t>
                      </a:r>
                      <a:r>
                        <a:rPr lang="en-US" altLang="zh-TW" strike="noStrike" dirty="0">
                          <a:solidFill>
                            <a:srgbClr val="C00000"/>
                          </a:solidFill>
                        </a:rPr>
                        <a:t>-&gt;</a:t>
                      </a:r>
                      <a:r>
                        <a:rPr lang="zh-TW" altLang="en-US" strike="noStrike" dirty="0">
                          <a:solidFill>
                            <a:srgbClr val="C00000"/>
                          </a:solidFill>
                        </a:rPr>
                        <a:t> </a:t>
                      </a:r>
                      <a:r>
                        <a:rPr lang="en-US" altLang="zh-TW" strike="noStrike" dirty="0">
                          <a:solidFill>
                            <a:srgbClr val="C00000"/>
                          </a:solidFill>
                        </a:rPr>
                        <a:t>10</a:t>
                      </a:r>
                      <a:endParaRPr lang="zh-TW" altLang="en-US" strike="noStrike" dirty="0">
                        <a:solidFill>
                          <a:srgbClr val="C00000"/>
                        </a:solidFill>
                      </a:endParaRPr>
                    </a:p>
                  </a:txBody>
                  <a:tcPr/>
                </a:tc>
                <a:tc>
                  <a:txBody>
                    <a:bodyPr/>
                    <a:lstStyle/>
                    <a:p>
                      <a:pPr algn="ctr"/>
                      <a:r>
                        <a:rPr lang="en-US" altLang="zh-TW" strike="noStrike" dirty="0">
                          <a:solidFill>
                            <a:schemeClr val="tx1"/>
                          </a:solidFill>
                        </a:rPr>
                        <a:t>14</a:t>
                      </a:r>
                      <a:endParaRPr lang="zh-TW" altLang="en-US" strike="noStrike" dirty="0">
                        <a:solidFill>
                          <a:schemeClr val="tx1"/>
                        </a:solidFill>
                      </a:endParaRPr>
                    </a:p>
                  </a:txBody>
                  <a:tcPr/>
                </a:tc>
                <a:tc>
                  <a:txBody>
                    <a:bodyPr/>
                    <a:lstStyle/>
                    <a:p>
                      <a:pPr algn="ctr"/>
                      <a:r>
                        <a:rPr lang="en-US" altLang="zh-TW" dirty="0">
                          <a:solidFill>
                            <a:schemeClr val="tx1"/>
                          </a:solidFill>
                        </a:rPr>
                        <a:t>18</a:t>
                      </a:r>
                      <a:endParaRPr lang="zh-TW" altLang="en-US" dirty="0">
                        <a:solidFill>
                          <a:schemeClr val="tx1"/>
                        </a:solidFill>
                      </a:endParaRPr>
                    </a:p>
                  </a:txBody>
                  <a:tcPr/>
                </a:tc>
                <a:tc>
                  <a:txBody>
                    <a:bodyPr/>
                    <a:lstStyle/>
                    <a:p>
                      <a:pPr algn="ctr"/>
                      <a:r>
                        <a:rPr lang="en-US" altLang="zh-TW" dirty="0"/>
                        <a:t>20</a:t>
                      </a:r>
                      <a:endParaRPr lang="zh-TW" altLang="en-US" dirty="0"/>
                    </a:p>
                  </a:txBody>
                  <a:tcPr/>
                </a:tc>
                <a:tc>
                  <a:txBody>
                    <a:bodyPr/>
                    <a:lstStyle/>
                    <a:p>
                      <a:pPr algn="ctr"/>
                      <a:r>
                        <a:rPr lang="en-US" altLang="zh-TW" dirty="0"/>
                        <a:t>20</a:t>
                      </a:r>
                      <a:endParaRPr lang="zh-TW" altLang="en-US" dirty="0"/>
                    </a:p>
                  </a:txBody>
                  <a:tcPr/>
                </a:tc>
                <a:extLst>
                  <a:ext uri="{0D108BD9-81ED-4DB2-BD59-A6C34878D82A}">
                    <a16:rowId xmlns:a16="http://schemas.microsoft.com/office/drawing/2014/main" val="3746804522"/>
                  </a:ext>
                </a:extLst>
              </a:tr>
            </a:tbl>
          </a:graphicData>
        </a:graphic>
      </p:graphicFrame>
      <p:sp>
        <p:nvSpPr>
          <p:cNvPr id="6" name="文字方塊 5"/>
          <p:cNvSpPr txBox="1"/>
          <p:nvPr/>
        </p:nvSpPr>
        <p:spPr>
          <a:xfrm>
            <a:off x="5039360" y="3305730"/>
            <a:ext cx="1798320" cy="461665"/>
          </a:xfrm>
          <a:prstGeom prst="rect">
            <a:avLst/>
          </a:prstGeom>
          <a:noFill/>
        </p:spPr>
        <p:txBody>
          <a:bodyPr wrap="square" rtlCol="0">
            <a:spAutoFit/>
          </a:bodyPr>
          <a:lstStyle/>
          <a:p>
            <a:pPr algn="ctr"/>
            <a:r>
              <a:rPr lang="en-US" altLang="zh-TW" sz="2400" dirty="0" err="1">
                <a:latin typeface="Times New Roman" panose="02020603050405020304" pitchFamily="18" charset="0"/>
                <a:cs typeface="Times New Roman" panose="02020603050405020304" pitchFamily="18" charset="0"/>
              </a:rPr>
              <a:t>Bitband</a:t>
            </a:r>
            <a:r>
              <a:rPr lang="en-US" altLang="zh-TW" sz="2400" dirty="0">
                <a:latin typeface="Times New Roman" panose="02020603050405020304" pitchFamily="18" charset="0"/>
                <a:cs typeface="Times New Roman" panose="02020603050405020304" pitchFamily="18" charset="0"/>
              </a:rPr>
              <a:t> </a:t>
            </a:r>
            <a:endParaRPr lang="zh-TW" altLang="en-US" sz="2400" dirty="0">
              <a:latin typeface="Times New Roman" panose="02020603050405020304" pitchFamily="18" charset="0"/>
              <a:cs typeface="Times New Roman" panose="02020603050405020304" pitchFamily="18" charset="0"/>
            </a:endParaRPr>
          </a:p>
        </p:txBody>
      </p:sp>
      <p:graphicFrame>
        <p:nvGraphicFramePr>
          <p:cNvPr id="7" name="表格 6"/>
          <p:cNvGraphicFramePr>
            <a:graphicFrameLocks noGrp="1"/>
          </p:cNvGraphicFramePr>
          <p:nvPr>
            <p:extLst>
              <p:ext uri="{D42A27DB-BD31-4B8C-83A1-F6EECF244321}">
                <p14:modId xmlns:p14="http://schemas.microsoft.com/office/powerpoint/2010/main" val="2819414670"/>
              </p:ext>
            </p:extLst>
          </p:nvPr>
        </p:nvGraphicFramePr>
        <p:xfrm>
          <a:off x="1539240" y="1829911"/>
          <a:ext cx="9113520" cy="741680"/>
        </p:xfrm>
        <a:graphic>
          <a:graphicData uri="http://schemas.openxmlformats.org/drawingml/2006/table">
            <a:tbl>
              <a:tblPr>
                <a:tableStyleId>{073A0DAA-6AF3-43AB-8588-CEC1D06C72B9}</a:tableStyleId>
              </a:tblPr>
              <a:tblGrid>
                <a:gridCol w="455676">
                  <a:extLst>
                    <a:ext uri="{9D8B030D-6E8A-4147-A177-3AD203B41FA5}">
                      <a16:colId xmlns:a16="http://schemas.microsoft.com/office/drawing/2014/main" val="4051507761"/>
                    </a:ext>
                  </a:extLst>
                </a:gridCol>
                <a:gridCol w="455676">
                  <a:extLst>
                    <a:ext uri="{9D8B030D-6E8A-4147-A177-3AD203B41FA5}">
                      <a16:colId xmlns:a16="http://schemas.microsoft.com/office/drawing/2014/main" val="2972139511"/>
                    </a:ext>
                  </a:extLst>
                </a:gridCol>
                <a:gridCol w="455676">
                  <a:extLst>
                    <a:ext uri="{9D8B030D-6E8A-4147-A177-3AD203B41FA5}">
                      <a16:colId xmlns:a16="http://schemas.microsoft.com/office/drawing/2014/main" val="2875737650"/>
                    </a:ext>
                  </a:extLst>
                </a:gridCol>
                <a:gridCol w="455676">
                  <a:extLst>
                    <a:ext uri="{9D8B030D-6E8A-4147-A177-3AD203B41FA5}">
                      <a16:colId xmlns:a16="http://schemas.microsoft.com/office/drawing/2014/main" val="2677827691"/>
                    </a:ext>
                  </a:extLst>
                </a:gridCol>
                <a:gridCol w="455676">
                  <a:extLst>
                    <a:ext uri="{9D8B030D-6E8A-4147-A177-3AD203B41FA5}">
                      <a16:colId xmlns:a16="http://schemas.microsoft.com/office/drawing/2014/main" val="2441000429"/>
                    </a:ext>
                  </a:extLst>
                </a:gridCol>
                <a:gridCol w="455676">
                  <a:extLst>
                    <a:ext uri="{9D8B030D-6E8A-4147-A177-3AD203B41FA5}">
                      <a16:colId xmlns:a16="http://schemas.microsoft.com/office/drawing/2014/main" val="1229051241"/>
                    </a:ext>
                  </a:extLst>
                </a:gridCol>
                <a:gridCol w="455676">
                  <a:extLst>
                    <a:ext uri="{9D8B030D-6E8A-4147-A177-3AD203B41FA5}">
                      <a16:colId xmlns:a16="http://schemas.microsoft.com/office/drawing/2014/main" val="1827395689"/>
                    </a:ext>
                  </a:extLst>
                </a:gridCol>
                <a:gridCol w="455676">
                  <a:extLst>
                    <a:ext uri="{9D8B030D-6E8A-4147-A177-3AD203B41FA5}">
                      <a16:colId xmlns:a16="http://schemas.microsoft.com/office/drawing/2014/main" val="1220040406"/>
                    </a:ext>
                  </a:extLst>
                </a:gridCol>
                <a:gridCol w="455676">
                  <a:extLst>
                    <a:ext uri="{9D8B030D-6E8A-4147-A177-3AD203B41FA5}">
                      <a16:colId xmlns:a16="http://schemas.microsoft.com/office/drawing/2014/main" val="4267595762"/>
                    </a:ext>
                  </a:extLst>
                </a:gridCol>
                <a:gridCol w="455676">
                  <a:extLst>
                    <a:ext uri="{9D8B030D-6E8A-4147-A177-3AD203B41FA5}">
                      <a16:colId xmlns:a16="http://schemas.microsoft.com/office/drawing/2014/main" val="1039504818"/>
                    </a:ext>
                  </a:extLst>
                </a:gridCol>
                <a:gridCol w="455676">
                  <a:extLst>
                    <a:ext uri="{9D8B030D-6E8A-4147-A177-3AD203B41FA5}">
                      <a16:colId xmlns:a16="http://schemas.microsoft.com/office/drawing/2014/main" val="3328107497"/>
                    </a:ext>
                  </a:extLst>
                </a:gridCol>
                <a:gridCol w="455676">
                  <a:extLst>
                    <a:ext uri="{9D8B030D-6E8A-4147-A177-3AD203B41FA5}">
                      <a16:colId xmlns:a16="http://schemas.microsoft.com/office/drawing/2014/main" val="4076855284"/>
                    </a:ext>
                  </a:extLst>
                </a:gridCol>
                <a:gridCol w="455676">
                  <a:extLst>
                    <a:ext uri="{9D8B030D-6E8A-4147-A177-3AD203B41FA5}">
                      <a16:colId xmlns:a16="http://schemas.microsoft.com/office/drawing/2014/main" val="1854445924"/>
                    </a:ext>
                  </a:extLst>
                </a:gridCol>
                <a:gridCol w="455676">
                  <a:extLst>
                    <a:ext uri="{9D8B030D-6E8A-4147-A177-3AD203B41FA5}">
                      <a16:colId xmlns:a16="http://schemas.microsoft.com/office/drawing/2014/main" val="1575012594"/>
                    </a:ext>
                  </a:extLst>
                </a:gridCol>
                <a:gridCol w="455676">
                  <a:extLst>
                    <a:ext uri="{9D8B030D-6E8A-4147-A177-3AD203B41FA5}">
                      <a16:colId xmlns:a16="http://schemas.microsoft.com/office/drawing/2014/main" val="389045705"/>
                    </a:ext>
                  </a:extLst>
                </a:gridCol>
                <a:gridCol w="455676">
                  <a:extLst>
                    <a:ext uri="{9D8B030D-6E8A-4147-A177-3AD203B41FA5}">
                      <a16:colId xmlns:a16="http://schemas.microsoft.com/office/drawing/2014/main" val="3254408253"/>
                    </a:ext>
                  </a:extLst>
                </a:gridCol>
                <a:gridCol w="455676">
                  <a:extLst>
                    <a:ext uri="{9D8B030D-6E8A-4147-A177-3AD203B41FA5}">
                      <a16:colId xmlns:a16="http://schemas.microsoft.com/office/drawing/2014/main" val="1639466125"/>
                    </a:ext>
                  </a:extLst>
                </a:gridCol>
                <a:gridCol w="455676">
                  <a:extLst>
                    <a:ext uri="{9D8B030D-6E8A-4147-A177-3AD203B41FA5}">
                      <a16:colId xmlns:a16="http://schemas.microsoft.com/office/drawing/2014/main" val="3570555910"/>
                    </a:ext>
                  </a:extLst>
                </a:gridCol>
                <a:gridCol w="455676">
                  <a:extLst>
                    <a:ext uri="{9D8B030D-6E8A-4147-A177-3AD203B41FA5}">
                      <a16:colId xmlns:a16="http://schemas.microsoft.com/office/drawing/2014/main" val="472093811"/>
                    </a:ext>
                  </a:extLst>
                </a:gridCol>
                <a:gridCol w="455676">
                  <a:extLst>
                    <a:ext uri="{9D8B030D-6E8A-4147-A177-3AD203B41FA5}">
                      <a16:colId xmlns:a16="http://schemas.microsoft.com/office/drawing/2014/main" val="367352948"/>
                    </a:ext>
                  </a:extLst>
                </a:gridCol>
              </a:tblGrid>
              <a:tr h="370840">
                <a:tc>
                  <a:txBody>
                    <a:bodyPr/>
                    <a:lstStyle/>
                    <a:p>
                      <a:pPr algn="ctr"/>
                      <a:r>
                        <a:rPr lang="en-US" altLang="zh-TW" dirty="0"/>
                        <a:t>0</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5</a:t>
                      </a:r>
                      <a:endParaRPr lang="zh-TW" altLang="en-US" dirty="0"/>
                    </a:p>
                  </a:txBody>
                  <a:tcPr/>
                </a:tc>
                <a:tc>
                  <a:txBody>
                    <a:bodyPr/>
                    <a:lstStyle/>
                    <a:p>
                      <a:pPr algn="ctr"/>
                      <a:r>
                        <a:rPr lang="en-US" altLang="zh-TW" dirty="0"/>
                        <a:t>6</a:t>
                      </a:r>
                      <a:endParaRPr lang="zh-TW" altLang="en-US" dirty="0"/>
                    </a:p>
                  </a:txBody>
                  <a:tcPr/>
                </a:tc>
                <a:tc>
                  <a:txBody>
                    <a:bodyPr/>
                    <a:lstStyle/>
                    <a:p>
                      <a:pPr algn="ctr"/>
                      <a:r>
                        <a:rPr lang="en-US" altLang="zh-TW" dirty="0"/>
                        <a:t>7</a:t>
                      </a:r>
                      <a:endParaRPr lang="zh-TW" altLang="en-US" dirty="0"/>
                    </a:p>
                  </a:txBody>
                  <a:tcPr/>
                </a:tc>
                <a:tc>
                  <a:txBody>
                    <a:bodyPr/>
                    <a:lstStyle/>
                    <a:p>
                      <a:pPr algn="ctr"/>
                      <a:r>
                        <a:rPr lang="en-US" altLang="zh-TW" dirty="0"/>
                        <a:t>8</a:t>
                      </a:r>
                      <a:endParaRPr lang="zh-TW" altLang="en-US" dirty="0"/>
                    </a:p>
                  </a:txBody>
                  <a:tcPr/>
                </a:tc>
                <a:tc>
                  <a:txBody>
                    <a:bodyPr/>
                    <a:lstStyle/>
                    <a:p>
                      <a:pPr algn="ctr"/>
                      <a:r>
                        <a:rPr lang="en-US" altLang="zh-TW" dirty="0"/>
                        <a:t>9</a:t>
                      </a:r>
                      <a:endParaRPr lang="zh-TW" altLang="en-US" dirty="0"/>
                    </a:p>
                  </a:txBody>
                  <a:tcPr/>
                </a:tc>
                <a:tc>
                  <a:txBody>
                    <a:bodyPr/>
                    <a:lstStyle/>
                    <a:p>
                      <a:pPr algn="ctr"/>
                      <a:r>
                        <a:rPr lang="en-US" altLang="zh-TW" dirty="0"/>
                        <a:t>10</a:t>
                      </a:r>
                      <a:endParaRPr lang="zh-TW" altLang="en-US" dirty="0"/>
                    </a:p>
                  </a:txBody>
                  <a:tcPr/>
                </a:tc>
                <a:tc>
                  <a:txBody>
                    <a:bodyPr/>
                    <a:lstStyle/>
                    <a:p>
                      <a:pPr algn="ctr"/>
                      <a:r>
                        <a:rPr lang="en-US" altLang="zh-TW" dirty="0"/>
                        <a:t>11</a:t>
                      </a:r>
                      <a:endParaRPr lang="zh-TW" altLang="en-US" dirty="0"/>
                    </a:p>
                  </a:txBody>
                  <a:tcPr/>
                </a:tc>
                <a:tc>
                  <a:txBody>
                    <a:bodyPr/>
                    <a:lstStyle/>
                    <a:p>
                      <a:pPr algn="ctr"/>
                      <a:r>
                        <a:rPr lang="en-US" altLang="zh-TW" dirty="0"/>
                        <a:t>12</a:t>
                      </a:r>
                      <a:endParaRPr lang="zh-TW" altLang="en-US" dirty="0"/>
                    </a:p>
                  </a:txBody>
                  <a:tcPr/>
                </a:tc>
                <a:tc>
                  <a:txBody>
                    <a:bodyPr/>
                    <a:lstStyle/>
                    <a:p>
                      <a:pPr algn="ctr"/>
                      <a:r>
                        <a:rPr lang="en-US" altLang="zh-TW" dirty="0"/>
                        <a:t>13</a:t>
                      </a:r>
                      <a:endParaRPr lang="zh-TW" altLang="en-US" dirty="0"/>
                    </a:p>
                  </a:txBody>
                  <a:tcPr/>
                </a:tc>
                <a:tc>
                  <a:txBody>
                    <a:bodyPr/>
                    <a:lstStyle/>
                    <a:p>
                      <a:pPr algn="ctr"/>
                      <a:r>
                        <a:rPr lang="en-US" altLang="zh-TW" dirty="0"/>
                        <a:t>14</a:t>
                      </a:r>
                      <a:endParaRPr lang="zh-TW" altLang="en-US" dirty="0"/>
                    </a:p>
                  </a:txBody>
                  <a:tcPr/>
                </a:tc>
                <a:tc>
                  <a:txBody>
                    <a:bodyPr/>
                    <a:lstStyle/>
                    <a:p>
                      <a:pPr algn="ctr"/>
                      <a:r>
                        <a:rPr lang="en-US" altLang="zh-TW" dirty="0"/>
                        <a:t>15</a:t>
                      </a:r>
                      <a:endParaRPr lang="zh-TW" altLang="en-US" dirty="0"/>
                    </a:p>
                  </a:txBody>
                  <a:tcPr/>
                </a:tc>
                <a:tc>
                  <a:txBody>
                    <a:bodyPr/>
                    <a:lstStyle/>
                    <a:p>
                      <a:pPr algn="ctr"/>
                      <a:r>
                        <a:rPr lang="en-US" altLang="zh-TW" dirty="0"/>
                        <a:t>16</a:t>
                      </a:r>
                      <a:endParaRPr lang="zh-TW" altLang="en-US" dirty="0"/>
                    </a:p>
                  </a:txBody>
                  <a:tcPr/>
                </a:tc>
                <a:tc>
                  <a:txBody>
                    <a:bodyPr/>
                    <a:lstStyle/>
                    <a:p>
                      <a:pPr algn="ctr"/>
                      <a:r>
                        <a:rPr lang="en-US" altLang="zh-TW" dirty="0"/>
                        <a:t>17</a:t>
                      </a:r>
                      <a:endParaRPr lang="zh-TW" altLang="en-US" dirty="0"/>
                    </a:p>
                  </a:txBody>
                  <a:tcPr/>
                </a:tc>
                <a:tc>
                  <a:txBody>
                    <a:bodyPr/>
                    <a:lstStyle/>
                    <a:p>
                      <a:pPr algn="ctr"/>
                      <a:r>
                        <a:rPr lang="en-US" altLang="zh-TW" dirty="0"/>
                        <a:t>18</a:t>
                      </a:r>
                      <a:endParaRPr lang="zh-TW" altLang="en-US" dirty="0"/>
                    </a:p>
                  </a:txBody>
                  <a:tcPr/>
                </a:tc>
                <a:tc>
                  <a:txBody>
                    <a:bodyPr/>
                    <a:lstStyle/>
                    <a:p>
                      <a:pPr algn="ctr"/>
                      <a:r>
                        <a:rPr lang="en-US" altLang="zh-TW" dirty="0"/>
                        <a:t>19</a:t>
                      </a:r>
                      <a:endParaRPr lang="zh-TW" altLang="en-US" dirty="0"/>
                    </a:p>
                  </a:txBody>
                  <a:tcPr/>
                </a:tc>
                <a:extLst>
                  <a:ext uri="{0D108BD9-81ED-4DB2-BD59-A6C34878D82A}">
                    <a16:rowId xmlns:a16="http://schemas.microsoft.com/office/drawing/2014/main" val="379876605"/>
                  </a:ext>
                </a:extLst>
              </a:tr>
              <a:tr h="370840">
                <a:tc>
                  <a:txBody>
                    <a:bodyPr/>
                    <a:lstStyle/>
                    <a:p>
                      <a:pPr algn="ctr"/>
                      <a:r>
                        <a:rPr lang="en-US" altLang="zh-TW" dirty="0">
                          <a:solidFill>
                            <a:schemeClr val="tx1"/>
                          </a:solidFill>
                        </a:rPr>
                        <a:t>15</a:t>
                      </a:r>
                      <a:endParaRPr lang="zh-TW" altLang="en-US" dirty="0">
                        <a:solidFill>
                          <a:schemeClr val="tx1"/>
                        </a:solidFill>
                      </a:endParaRPr>
                    </a:p>
                  </a:txBody>
                  <a:tcPr/>
                </a:tc>
                <a:tc>
                  <a:txBody>
                    <a:bodyPr/>
                    <a:lstStyle/>
                    <a:p>
                      <a:pPr algn="ctr"/>
                      <a:r>
                        <a:rPr lang="en-US" altLang="zh-TW" dirty="0">
                          <a:solidFill>
                            <a:schemeClr val="tx1"/>
                          </a:solidFill>
                        </a:rPr>
                        <a:t>10</a:t>
                      </a:r>
                      <a:endParaRPr lang="zh-TW" altLang="en-US" dirty="0">
                        <a:solidFill>
                          <a:schemeClr val="tx1"/>
                        </a:solidFill>
                      </a:endParaRPr>
                    </a:p>
                  </a:txBody>
                  <a:tcPr/>
                </a:tc>
                <a:tc>
                  <a:txBody>
                    <a:bodyPr/>
                    <a:lstStyle/>
                    <a:p>
                      <a:pPr algn="ctr"/>
                      <a:r>
                        <a:rPr lang="en-US" altLang="zh-TW" dirty="0">
                          <a:solidFill>
                            <a:schemeClr val="tx1"/>
                          </a:solidFill>
                        </a:rPr>
                        <a:t>19</a:t>
                      </a:r>
                      <a:endParaRPr lang="zh-TW" altLang="en-US" dirty="0">
                        <a:solidFill>
                          <a:schemeClr val="tx1"/>
                        </a:solidFill>
                      </a:endParaRPr>
                    </a:p>
                  </a:txBody>
                  <a:tcPr/>
                </a:tc>
                <a:tc>
                  <a:txBody>
                    <a:bodyPr/>
                    <a:lstStyle/>
                    <a:p>
                      <a:pPr algn="ctr"/>
                      <a:r>
                        <a:rPr lang="en-US" altLang="zh-TW" dirty="0">
                          <a:solidFill>
                            <a:schemeClr val="tx1"/>
                          </a:solidFill>
                        </a:rPr>
                        <a:t>49</a:t>
                      </a:r>
                      <a:endParaRPr lang="zh-TW" altLang="en-US" dirty="0">
                        <a:solidFill>
                          <a:schemeClr val="tx1"/>
                        </a:solidFill>
                      </a:endParaRPr>
                    </a:p>
                  </a:txBody>
                  <a:tcPr/>
                </a:tc>
                <a:tc>
                  <a:txBody>
                    <a:bodyPr/>
                    <a:lstStyle/>
                    <a:p>
                      <a:pPr algn="ctr"/>
                      <a:r>
                        <a:rPr lang="en-US" altLang="zh-TW" dirty="0">
                          <a:solidFill>
                            <a:srgbClr val="C00000"/>
                          </a:solidFill>
                        </a:rPr>
                        <a:t>13</a:t>
                      </a:r>
                      <a:endParaRPr lang="zh-TW" altLang="en-US" dirty="0">
                        <a:solidFill>
                          <a:srgbClr val="C00000"/>
                        </a:solidFill>
                      </a:endParaRPr>
                    </a:p>
                  </a:txBody>
                  <a:tcPr/>
                </a:tc>
                <a:tc>
                  <a:txBody>
                    <a:bodyPr/>
                    <a:lstStyle/>
                    <a:p>
                      <a:pPr algn="ctr"/>
                      <a:r>
                        <a:rPr lang="en-US" altLang="zh-TW" dirty="0"/>
                        <a:t>2</a:t>
                      </a:r>
                      <a:endParaRPr lang="zh-TW" altLang="en-US" dirty="0"/>
                    </a:p>
                  </a:txBody>
                  <a:tcPr/>
                </a:tc>
                <a:tc>
                  <a:txBody>
                    <a:bodyPr/>
                    <a:lstStyle/>
                    <a:p>
                      <a:pPr algn="ctr"/>
                      <a:r>
                        <a:rPr lang="en-US" altLang="zh-TW" dirty="0"/>
                        <a:t>7</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10</a:t>
                      </a:r>
                      <a:endParaRPr lang="zh-TW" altLang="en-US" dirty="0"/>
                    </a:p>
                  </a:txBody>
                  <a:tcPr/>
                </a:tc>
                <a:tc>
                  <a:txBody>
                    <a:bodyPr/>
                    <a:lstStyle/>
                    <a:p>
                      <a:pPr algn="ctr"/>
                      <a:r>
                        <a:rPr lang="en-US" altLang="zh-TW" dirty="0"/>
                        <a:t>20</a:t>
                      </a:r>
                      <a:endParaRPr lang="zh-TW" altLang="en-US" dirty="0"/>
                    </a:p>
                  </a:txBody>
                  <a:tcPr/>
                </a:tc>
                <a:tc>
                  <a:txBody>
                    <a:bodyPr/>
                    <a:lstStyle/>
                    <a:p>
                      <a:pPr algn="ctr"/>
                      <a:r>
                        <a:rPr lang="en-US" altLang="zh-TW" dirty="0"/>
                        <a:t>17</a:t>
                      </a:r>
                      <a:endParaRPr lang="zh-TW" altLang="en-US" dirty="0"/>
                    </a:p>
                  </a:txBody>
                  <a:tcPr/>
                </a:tc>
                <a:tc>
                  <a:txBody>
                    <a:bodyPr/>
                    <a:lstStyle/>
                    <a:p>
                      <a:pPr algn="ctr"/>
                      <a:r>
                        <a:rPr lang="en-US" altLang="zh-TW" dirty="0"/>
                        <a:t>15</a:t>
                      </a:r>
                      <a:endParaRPr lang="zh-TW" altLang="en-US" dirty="0"/>
                    </a:p>
                  </a:txBody>
                  <a:tcPr/>
                </a:tc>
                <a:tc>
                  <a:txBody>
                    <a:bodyPr/>
                    <a:lstStyle/>
                    <a:p>
                      <a:pPr algn="ctr"/>
                      <a:r>
                        <a:rPr lang="en-US" altLang="zh-TW" dirty="0"/>
                        <a:t>46</a:t>
                      </a:r>
                      <a:endParaRPr lang="zh-TW" altLang="en-US" dirty="0"/>
                    </a:p>
                  </a:txBody>
                  <a:tcPr/>
                </a:tc>
                <a:tc>
                  <a:txBody>
                    <a:bodyPr/>
                    <a:lstStyle/>
                    <a:p>
                      <a:pPr algn="ctr"/>
                      <a:r>
                        <a:rPr lang="en-US" altLang="zh-TW" dirty="0"/>
                        <a:t>16</a:t>
                      </a:r>
                      <a:endParaRPr lang="zh-TW" altLang="en-US" dirty="0"/>
                    </a:p>
                  </a:txBody>
                  <a:tcPr/>
                </a:tc>
                <a:tc>
                  <a:txBody>
                    <a:bodyPr/>
                    <a:lstStyle/>
                    <a:p>
                      <a:pPr algn="ctr"/>
                      <a:r>
                        <a:rPr lang="en-US" altLang="zh-TW" dirty="0"/>
                        <a:t>53</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5</a:t>
                      </a:r>
                      <a:endParaRPr lang="zh-TW" altLang="en-US" dirty="0"/>
                    </a:p>
                  </a:txBody>
                  <a:tcPr/>
                </a:tc>
                <a:tc>
                  <a:txBody>
                    <a:bodyPr/>
                    <a:lstStyle/>
                    <a:p>
                      <a:pPr algn="ctr"/>
                      <a:r>
                        <a:rPr lang="en-US" altLang="zh-TW" dirty="0"/>
                        <a:t>9</a:t>
                      </a:r>
                      <a:endParaRPr lang="zh-TW" altLang="en-US" dirty="0"/>
                    </a:p>
                  </a:txBody>
                  <a:tcPr/>
                </a:tc>
                <a:extLst>
                  <a:ext uri="{0D108BD9-81ED-4DB2-BD59-A6C34878D82A}">
                    <a16:rowId xmlns:a16="http://schemas.microsoft.com/office/drawing/2014/main" val="1774951801"/>
                  </a:ext>
                </a:extLst>
              </a:tr>
            </a:tbl>
          </a:graphicData>
        </a:graphic>
      </p:graphicFrame>
      <p:sp>
        <p:nvSpPr>
          <p:cNvPr id="8" name="文字方塊 7"/>
          <p:cNvSpPr txBox="1"/>
          <p:nvPr/>
        </p:nvSpPr>
        <p:spPr>
          <a:xfrm>
            <a:off x="5039360" y="1368246"/>
            <a:ext cx="1798320" cy="461665"/>
          </a:xfrm>
          <a:prstGeom prst="rect">
            <a:avLst/>
          </a:prstGeom>
          <a:noFill/>
        </p:spPr>
        <p:txBody>
          <a:bodyPr wrap="square" rtlCol="0">
            <a:spAutoFit/>
          </a:bodyPr>
          <a:lstStyle/>
          <a:p>
            <a:pPr algn="ctr"/>
            <a:r>
              <a:rPr lang="en-US" altLang="zh-TW" sz="2400" dirty="0">
                <a:latin typeface="Times New Roman" panose="02020603050405020304" pitchFamily="18" charset="0"/>
                <a:cs typeface="Times New Roman" panose="02020603050405020304" pitchFamily="18" charset="0"/>
              </a:rPr>
              <a:t>Input</a:t>
            </a:r>
            <a:endParaRPr lang="zh-TW" altLang="en-US" sz="2400" dirty="0">
              <a:latin typeface="Times New Roman" panose="02020603050405020304" pitchFamily="18" charset="0"/>
              <a:cs typeface="Times New Roman" panose="02020603050405020304" pitchFamily="18" charset="0"/>
            </a:endParaRPr>
          </a:p>
        </p:txBody>
      </p:sp>
      <p:graphicFrame>
        <p:nvGraphicFramePr>
          <p:cNvPr id="9" name="表格 8"/>
          <p:cNvGraphicFramePr>
            <a:graphicFrameLocks noGrp="1"/>
          </p:cNvGraphicFramePr>
          <p:nvPr>
            <p:extLst>
              <p:ext uri="{D42A27DB-BD31-4B8C-83A1-F6EECF244321}">
                <p14:modId xmlns:p14="http://schemas.microsoft.com/office/powerpoint/2010/main" val="4048979121"/>
              </p:ext>
            </p:extLst>
          </p:nvPr>
        </p:nvGraphicFramePr>
        <p:xfrm>
          <a:off x="1539240" y="5461139"/>
          <a:ext cx="9113520" cy="741680"/>
        </p:xfrm>
        <a:graphic>
          <a:graphicData uri="http://schemas.openxmlformats.org/drawingml/2006/table">
            <a:tbl>
              <a:tblPr>
                <a:tableStyleId>{073A0DAA-6AF3-43AB-8588-CEC1D06C72B9}</a:tableStyleId>
              </a:tblPr>
              <a:tblGrid>
                <a:gridCol w="455676">
                  <a:extLst>
                    <a:ext uri="{9D8B030D-6E8A-4147-A177-3AD203B41FA5}">
                      <a16:colId xmlns:a16="http://schemas.microsoft.com/office/drawing/2014/main" val="4051507761"/>
                    </a:ext>
                  </a:extLst>
                </a:gridCol>
                <a:gridCol w="455676">
                  <a:extLst>
                    <a:ext uri="{9D8B030D-6E8A-4147-A177-3AD203B41FA5}">
                      <a16:colId xmlns:a16="http://schemas.microsoft.com/office/drawing/2014/main" val="2972139511"/>
                    </a:ext>
                  </a:extLst>
                </a:gridCol>
                <a:gridCol w="455676">
                  <a:extLst>
                    <a:ext uri="{9D8B030D-6E8A-4147-A177-3AD203B41FA5}">
                      <a16:colId xmlns:a16="http://schemas.microsoft.com/office/drawing/2014/main" val="2875737650"/>
                    </a:ext>
                  </a:extLst>
                </a:gridCol>
                <a:gridCol w="455676">
                  <a:extLst>
                    <a:ext uri="{9D8B030D-6E8A-4147-A177-3AD203B41FA5}">
                      <a16:colId xmlns:a16="http://schemas.microsoft.com/office/drawing/2014/main" val="2677827691"/>
                    </a:ext>
                  </a:extLst>
                </a:gridCol>
                <a:gridCol w="455676">
                  <a:extLst>
                    <a:ext uri="{9D8B030D-6E8A-4147-A177-3AD203B41FA5}">
                      <a16:colId xmlns:a16="http://schemas.microsoft.com/office/drawing/2014/main" val="2441000429"/>
                    </a:ext>
                  </a:extLst>
                </a:gridCol>
                <a:gridCol w="455676">
                  <a:extLst>
                    <a:ext uri="{9D8B030D-6E8A-4147-A177-3AD203B41FA5}">
                      <a16:colId xmlns:a16="http://schemas.microsoft.com/office/drawing/2014/main" val="1229051241"/>
                    </a:ext>
                  </a:extLst>
                </a:gridCol>
                <a:gridCol w="455676">
                  <a:extLst>
                    <a:ext uri="{9D8B030D-6E8A-4147-A177-3AD203B41FA5}">
                      <a16:colId xmlns:a16="http://schemas.microsoft.com/office/drawing/2014/main" val="1827395689"/>
                    </a:ext>
                  </a:extLst>
                </a:gridCol>
                <a:gridCol w="455676">
                  <a:extLst>
                    <a:ext uri="{9D8B030D-6E8A-4147-A177-3AD203B41FA5}">
                      <a16:colId xmlns:a16="http://schemas.microsoft.com/office/drawing/2014/main" val="1220040406"/>
                    </a:ext>
                  </a:extLst>
                </a:gridCol>
                <a:gridCol w="455676">
                  <a:extLst>
                    <a:ext uri="{9D8B030D-6E8A-4147-A177-3AD203B41FA5}">
                      <a16:colId xmlns:a16="http://schemas.microsoft.com/office/drawing/2014/main" val="4267595762"/>
                    </a:ext>
                  </a:extLst>
                </a:gridCol>
                <a:gridCol w="455676">
                  <a:extLst>
                    <a:ext uri="{9D8B030D-6E8A-4147-A177-3AD203B41FA5}">
                      <a16:colId xmlns:a16="http://schemas.microsoft.com/office/drawing/2014/main" val="1039504818"/>
                    </a:ext>
                  </a:extLst>
                </a:gridCol>
                <a:gridCol w="455676">
                  <a:extLst>
                    <a:ext uri="{9D8B030D-6E8A-4147-A177-3AD203B41FA5}">
                      <a16:colId xmlns:a16="http://schemas.microsoft.com/office/drawing/2014/main" val="3328107497"/>
                    </a:ext>
                  </a:extLst>
                </a:gridCol>
                <a:gridCol w="455676">
                  <a:extLst>
                    <a:ext uri="{9D8B030D-6E8A-4147-A177-3AD203B41FA5}">
                      <a16:colId xmlns:a16="http://schemas.microsoft.com/office/drawing/2014/main" val="4076855284"/>
                    </a:ext>
                  </a:extLst>
                </a:gridCol>
                <a:gridCol w="455676">
                  <a:extLst>
                    <a:ext uri="{9D8B030D-6E8A-4147-A177-3AD203B41FA5}">
                      <a16:colId xmlns:a16="http://schemas.microsoft.com/office/drawing/2014/main" val="1854445924"/>
                    </a:ext>
                  </a:extLst>
                </a:gridCol>
                <a:gridCol w="455676">
                  <a:extLst>
                    <a:ext uri="{9D8B030D-6E8A-4147-A177-3AD203B41FA5}">
                      <a16:colId xmlns:a16="http://schemas.microsoft.com/office/drawing/2014/main" val="1575012594"/>
                    </a:ext>
                  </a:extLst>
                </a:gridCol>
                <a:gridCol w="455676">
                  <a:extLst>
                    <a:ext uri="{9D8B030D-6E8A-4147-A177-3AD203B41FA5}">
                      <a16:colId xmlns:a16="http://schemas.microsoft.com/office/drawing/2014/main" val="389045705"/>
                    </a:ext>
                  </a:extLst>
                </a:gridCol>
                <a:gridCol w="455676">
                  <a:extLst>
                    <a:ext uri="{9D8B030D-6E8A-4147-A177-3AD203B41FA5}">
                      <a16:colId xmlns:a16="http://schemas.microsoft.com/office/drawing/2014/main" val="3254408253"/>
                    </a:ext>
                  </a:extLst>
                </a:gridCol>
                <a:gridCol w="455676">
                  <a:extLst>
                    <a:ext uri="{9D8B030D-6E8A-4147-A177-3AD203B41FA5}">
                      <a16:colId xmlns:a16="http://schemas.microsoft.com/office/drawing/2014/main" val="1639466125"/>
                    </a:ext>
                  </a:extLst>
                </a:gridCol>
                <a:gridCol w="455676">
                  <a:extLst>
                    <a:ext uri="{9D8B030D-6E8A-4147-A177-3AD203B41FA5}">
                      <a16:colId xmlns:a16="http://schemas.microsoft.com/office/drawing/2014/main" val="3570555910"/>
                    </a:ext>
                  </a:extLst>
                </a:gridCol>
                <a:gridCol w="455676">
                  <a:extLst>
                    <a:ext uri="{9D8B030D-6E8A-4147-A177-3AD203B41FA5}">
                      <a16:colId xmlns:a16="http://schemas.microsoft.com/office/drawing/2014/main" val="472093811"/>
                    </a:ext>
                  </a:extLst>
                </a:gridCol>
                <a:gridCol w="455676">
                  <a:extLst>
                    <a:ext uri="{9D8B030D-6E8A-4147-A177-3AD203B41FA5}">
                      <a16:colId xmlns:a16="http://schemas.microsoft.com/office/drawing/2014/main" val="367352948"/>
                    </a:ext>
                  </a:extLst>
                </a:gridCol>
              </a:tblGrid>
              <a:tr h="370840">
                <a:tc>
                  <a:txBody>
                    <a:bodyPr/>
                    <a:lstStyle/>
                    <a:p>
                      <a:pPr algn="ctr"/>
                      <a:r>
                        <a:rPr lang="en-US" altLang="zh-TW" dirty="0"/>
                        <a:t>0</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5</a:t>
                      </a:r>
                      <a:endParaRPr lang="zh-TW" altLang="en-US" dirty="0"/>
                    </a:p>
                  </a:txBody>
                  <a:tcPr/>
                </a:tc>
                <a:tc>
                  <a:txBody>
                    <a:bodyPr/>
                    <a:lstStyle/>
                    <a:p>
                      <a:pPr algn="ctr"/>
                      <a:r>
                        <a:rPr lang="en-US" altLang="zh-TW" dirty="0"/>
                        <a:t>6</a:t>
                      </a:r>
                      <a:endParaRPr lang="zh-TW" altLang="en-US" dirty="0"/>
                    </a:p>
                  </a:txBody>
                  <a:tcPr/>
                </a:tc>
                <a:tc>
                  <a:txBody>
                    <a:bodyPr/>
                    <a:lstStyle/>
                    <a:p>
                      <a:pPr algn="ctr"/>
                      <a:r>
                        <a:rPr lang="en-US" altLang="zh-TW" dirty="0"/>
                        <a:t>7</a:t>
                      </a:r>
                      <a:endParaRPr lang="zh-TW" altLang="en-US" dirty="0"/>
                    </a:p>
                  </a:txBody>
                  <a:tcPr/>
                </a:tc>
                <a:tc>
                  <a:txBody>
                    <a:bodyPr/>
                    <a:lstStyle/>
                    <a:p>
                      <a:pPr algn="ctr"/>
                      <a:r>
                        <a:rPr lang="en-US" altLang="zh-TW" dirty="0"/>
                        <a:t>8</a:t>
                      </a:r>
                      <a:endParaRPr lang="zh-TW" altLang="en-US" dirty="0"/>
                    </a:p>
                  </a:txBody>
                  <a:tcPr/>
                </a:tc>
                <a:tc>
                  <a:txBody>
                    <a:bodyPr/>
                    <a:lstStyle/>
                    <a:p>
                      <a:pPr algn="ctr"/>
                      <a:r>
                        <a:rPr lang="en-US" altLang="zh-TW" dirty="0"/>
                        <a:t>9</a:t>
                      </a:r>
                      <a:endParaRPr lang="zh-TW" altLang="en-US" dirty="0"/>
                    </a:p>
                  </a:txBody>
                  <a:tcPr/>
                </a:tc>
                <a:tc>
                  <a:txBody>
                    <a:bodyPr/>
                    <a:lstStyle/>
                    <a:p>
                      <a:pPr algn="ctr"/>
                      <a:r>
                        <a:rPr lang="en-US" altLang="zh-TW" dirty="0"/>
                        <a:t>10</a:t>
                      </a:r>
                      <a:endParaRPr lang="zh-TW" altLang="en-US" dirty="0"/>
                    </a:p>
                  </a:txBody>
                  <a:tcPr/>
                </a:tc>
                <a:tc>
                  <a:txBody>
                    <a:bodyPr/>
                    <a:lstStyle/>
                    <a:p>
                      <a:pPr algn="ctr"/>
                      <a:r>
                        <a:rPr lang="en-US" altLang="zh-TW" dirty="0"/>
                        <a:t>11</a:t>
                      </a:r>
                      <a:endParaRPr lang="zh-TW" altLang="en-US" dirty="0"/>
                    </a:p>
                  </a:txBody>
                  <a:tcPr/>
                </a:tc>
                <a:tc>
                  <a:txBody>
                    <a:bodyPr/>
                    <a:lstStyle/>
                    <a:p>
                      <a:pPr algn="ctr"/>
                      <a:r>
                        <a:rPr lang="en-US" altLang="zh-TW" dirty="0"/>
                        <a:t>12</a:t>
                      </a:r>
                      <a:endParaRPr lang="zh-TW" altLang="en-US" dirty="0"/>
                    </a:p>
                  </a:txBody>
                  <a:tcPr/>
                </a:tc>
                <a:tc>
                  <a:txBody>
                    <a:bodyPr/>
                    <a:lstStyle/>
                    <a:p>
                      <a:pPr algn="ctr"/>
                      <a:r>
                        <a:rPr lang="en-US" altLang="zh-TW" dirty="0"/>
                        <a:t>13</a:t>
                      </a:r>
                      <a:endParaRPr lang="zh-TW" altLang="en-US" dirty="0"/>
                    </a:p>
                  </a:txBody>
                  <a:tcPr/>
                </a:tc>
                <a:tc>
                  <a:txBody>
                    <a:bodyPr/>
                    <a:lstStyle/>
                    <a:p>
                      <a:pPr algn="ctr"/>
                      <a:r>
                        <a:rPr lang="en-US" altLang="zh-TW" dirty="0"/>
                        <a:t>14</a:t>
                      </a:r>
                      <a:endParaRPr lang="zh-TW" altLang="en-US" dirty="0"/>
                    </a:p>
                  </a:txBody>
                  <a:tcPr/>
                </a:tc>
                <a:tc>
                  <a:txBody>
                    <a:bodyPr/>
                    <a:lstStyle/>
                    <a:p>
                      <a:pPr algn="ctr"/>
                      <a:r>
                        <a:rPr lang="en-US" altLang="zh-TW" dirty="0"/>
                        <a:t>15</a:t>
                      </a:r>
                      <a:endParaRPr lang="zh-TW" altLang="en-US" dirty="0"/>
                    </a:p>
                  </a:txBody>
                  <a:tcPr/>
                </a:tc>
                <a:tc>
                  <a:txBody>
                    <a:bodyPr/>
                    <a:lstStyle/>
                    <a:p>
                      <a:pPr algn="ctr"/>
                      <a:r>
                        <a:rPr lang="en-US" altLang="zh-TW" dirty="0"/>
                        <a:t>16</a:t>
                      </a:r>
                      <a:endParaRPr lang="zh-TW" altLang="en-US" dirty="0"/>
                    </a:p>
                  </a:txBody>
                  <a:tcPr/>
                </a:tc>
                <a:tc>
                  <a:txBody>
                    <a:bodyPr/>
                    <a:lstStyle/>
                    <a:p>
                      <a:pPr algn="ctr"/>
                      <a:r>
                        <a:rPr lang="en-US" altLang="zh-TW" dirty="0"/>
                        <a:t>17</a:t>
                      </a:r>
                      <a:endParaRPr lang="zh-TW" altLang="en-US" dirty="0"/>
                    </a:p>
                  </a:txBody>
                  <a:tcPr/>
                </a:tc>
                <a:tc>
                  <a:txBody>
                    <a:bodyPr/>
                    <a:lstStyle/>
                    <a:p>
                      <a:pPr algn="ctr"/>
                      <a:r>
                        <a:rPr lang="en-US" altLang="zh-TW" dirty="0"/>
                        <a:t>18</a:t>
                      </a:r>
                      <a:endParaRPr lang="zh-TW" altLang="en-US" dirty="0"/>
                    </a:p>
                  </a:txBody>
                  <a:tcPr/>
                </a:tc>
                <a:tc>
                  <a:txBody>
                    <a:bodyPr/>
                    <a:lstStyle/>
                    <a:p>
                      <a:pPr algn="ctr"/>
                      <a:r>
                        <a:rPr lang="en-US" altLang="zh-TW" dirty="0"/>
                        <a:t>19</a:t>
                      </a:r>
                      <a:endParaRPr lang="zh-TW" altLang="en-US" dirty="0"/>
                    </a:p>
                  </a:txBody>
                  <a:tcPr/>
                </a:tc>
                <a:extLst>
                  <a:ext uri="{0D108BD9-81ED-4DB2-BD59-A6C34878D82A}">
                    <a16:rowId xmlns:a16="http://schemas.microsoft.com/office/drawing/2014/main" val="379876605"/>
                  </a:ext>
                </a:extLst>
              </a:tr>
              <a:tr h="370840">
                <a:tc>
                  <a:txBody>
                    <a:bodyPr/>
                    <a:lstStyle/>
                    <a:p>
                      <a:pPr algn="ctr"/>
                      <a:r>
                        <a:rPr lang="en-US" altLang="zh-TW" baseline="0" dirty="0">
                          <a:solidFill>
                            <a:srgbClr val="C00000"/>
                          </a:solidFill>
                        </a:rPr>
                        <a:t> </a:t>
                      </a:r>
                      <a:endParaRPr lang="zh-TW" altLang="en-US" dirty="0">
                        <a:solidFill>
                          <a:srgbClr val="C00000"/>
                        </a:solidFill>
                      </a:endParaRPr>
                    </a:p>
                  </a:txBody>
                  <a:tcPr/>
                </a:tc>
                <a:tc>
                  <a:txBody>
                    <a:bodyPr/>
                    <a:lstStyle/>
                    <a:p>
                      <a:pPr algn="ctr"/>
                      <a:r>
                        <a:rPr lang="en-US" altLang="zh-TW" dirty="0"/>
                        <a:t> </a:t>
                      </a:r>
                      <a:endParaRPr lang="zh-TW" altLang="en-US" dirty="0"/>
                    </a:p>
                  </a:txBody>
                  <a:tcPr/>
                </a:tc>
                <a:tc>
                  <a:txBody>
                    <a:bodyPr/>
                    <a:lstStyle/>
                    <a:p>
                      <a:pPr algn="ctr"/>
                      <a:r>
                        <a:rPr lang="en-US" altLang="zh-TW" dirty="0"/>
                        <a:t> </a:t>
                      </a:r>
                      <a:endParaRPr lang="zh-TW" altLang="en-US" dirty="0"/>
                    </a:p>
                  </a:txBody>
                  <a:tcPr/>
                </a:tc>
                <a:tc>
                  <a:txBody>
                    <a:bodyPr/>
                    <a:lstStyle/>
                    <a:p>
                      <a:pPr algn="ctr"/>
                      <a:r>
                        <a:rPr lang="en-US" altLang="zh-TW" dirty="0"/>
                        <a:t> </a:t>
                      </a:r>
                      <a:endParaRPr lang="zh-TW" altLang="en-US" dirty="0"/>
                    </a:p>
                  </a:txBody>
                  <a:tcPr/>
                </a:tc>
                <a:tc>
                  <a:txBody>
                    <a:bodyPr/>
                    <a:lstStyle/>
                    <a:p>
                      <a:pPr algn="ctr"/>
                      <a:r>
                        <a:rPr lang="en-US" altLang="zh-TW" dirty="0"/>
                        <a:t> </a:t>
                      </a:r>
                      <a:endParaRPr lang="zh-TW" altLang="en-US" dirty="0"/>
                    </a:p>
                  </a:txBody>
                  <a:tcPr/>
                </a:tc>
                <a:tc>
                  <a:txBody>
                    <a:bodyPr/>
                    <a:lstStyle/>
                    <a:p>
                      <a:pPr algn="ctr"/>
                      <a:r>
                        <a:rPr lang="en-US" altLang="zh-TW" dirty="0"/>
                        <a:t> </a:t>
                      </a:r>
                      <a:endParaRPr lang="zh-TW" altLang="en-US" dirty="0"/>
                    </a:p>
                  </a:txBody>
                  <a:tcPr/>
                </a:tc>
                <a:tc>
                  <a:txBody>
                    <a:bodyPr/>
                    <a:lstStyle/>
                    <a:p>
                      <a:pPr algn="ctr"/>
                      <a:r>
                        <a:rPr lang="en-US" altLang="zh-TW" dirty="0"/>
                        <a:t> </a:t>
                      </a:r>
                      <a:endParaRPr lang="zh-TW" altLang="en-US" dirty="0"/>
                    </a:p>
                  </a:txBody>
                  <a:tcPr/>
                </a:tc>
                <a:tc>
                  <a:txBody>
                    <a:bodyPr/>
                    <a:lstStyle/>
                    <a:p>
                      <a:pPr algn="ctr"/>
                      <a:r>
                        <a:rPr lang="en-US" altLang="zh-TW" dirty="0"/>
                        <a:t>15 </a:t>
                      </a:r>
                      <a:endParaRPr lang="zh-TW" altLang="en-US" dirty="0"/>
                    </a:p>
                  </a:txBody>
                  <a:tcPr/>
                </a:tc>
                <a:tc>
                  <a:txBody>
                    <a:bodyPr/>
                    <a:lstStyle/>
                    <a:p>
                      <a:pPr algn="ctr"/>
                      <a:r>
                        <a:rPr lang="en-US" altLang="zh-TW" dirty="0"/>
                        <a:t>10 </a:t>
                      </a:r>
                      <a:endParaRPr lang="zh-TW" altLang="en-US" dirty="0"/>
                    </a:p>
                  </a:txBody>
                  <a:tcPr/>
                </a:tc>
                <a:tc>
                  <a:txBody>
                    <a:bodyPr/>
                    <a:lstStyle/>
                    <a:p>
                      <a:pPr algn="ctr"/>
                      <a:r>
                        <a:rPr lang="en-US" altLang="zh-TW" dirty="0">
                          <a:solidFill>
                            <a:srgbClr val="C00000"/>
                          </a:solidFill>
                        </a:rPr>
                        <a:t>13</a:t>
                      </a:r>
                      <a:r>
                        <a:rPr lang="en-US" altLang="zh-TW" dirty="0"/>
                        <a:t> </a:t>
                      </a:r>
                      <a:endParaRPr lang="zh-TW" altLang="en-US" dirty="0"/>
                    </a:p>
                  </a:txBody>
                  <a:tcPr/>
                </a:tc>
                <a:tc>
                  <a:txBody>
                    <a:bodyPr/>
                    <a:lstStyle/>
                    <a:p>
                      <a:pPr algn="ctr"/>
                      <a:r>
                        <a:rPr lang="en-US" altLang="zh-TW" dirty="0"/>
                        <a:t> </a:t>
                      </a:r>
                      <a:endParaRPr lang="zh-TW" altLang="en-US" dirty="0"/>
                    </a:p>
                  </a:txBody>
                  <a:tcPr/>
                </a:tc>
                <a:tc>
                  <a:txBody>
                    <a:bodyPr/>
                    <a:lstStyle/>
                    <a:p>
                      <a:pPr algn="ctr"/>
                      <a:r>
                        <a:rPr lang="en-US" altLang="zh-TW" dirty="0"/>
                        <a:t> </a:t>
                      </a:r>
                      <a:endParaRPr lang="zh-TW" altLang="en-US" dirty="0"/>
                    </a:p>
                  </a:txBody>
                  <a:tcPr/>
                </a:tc>
                <a:tc>
                  <a:txBody>
                    <a:bodyPr/>
                    <a:lstStyle/>
                    <a:p>
                      <a:pPr algn="ctr"/>
                      <a:r>
                        <a:rPr lang="en-US" altLang="zh-TW" dirty="0"/>
                        <a:t> </a:t>
                      </a:r>
                      <a:endParaRPr lang="zh-TW" altLang="en-US" dirty="0"/>
                    </a:p>
                  </a:txBody>
                  <a:tcPr/>
                </a:tc>
                <a:tc>
                  <a:txBody>
                    <a:bodyPr/>
                    <a:lstStyle/>
                    <a:p>
                      <a:pPr algn="ctr"/>
                      <a:r>
                        <a:rPr lang="en-US" altLang="zh-TW" dirty="0">
                          <a:solidFill>
                            <a:schemeClr val="tx1"/>
                          </a:solidFill>
                        </a:rPr>
                        <a:t>19</a:t>
                      </a:r>
                      <a:r>
                        <a:rPr lang="en-US" altLang="zh-TW" dirty="0"/>
                        <a:t> </a:t>
                      </a:r>
                      <a:endParaRPr lang="zh-TW" altLang="en-US" dirty="0"/>
                    </a:p>
                  </a:txBody>
                  <a:tcPr/>
                </a:tc>
                <a:tc>
                  <a:txBody>
                    <a:bodyPr/>
                    <a:lstStyle/>
                    <a:p>
                      <a:pPr algn="ctr"/>
                      <a:endParaRPr lang="zh-TW" altLang="en-US" dirty="0"/>
                    </a:p>
                  </a:txBody>
                  <a:tcPr/>
                </a:tc>
                <a:tc>
                  <a:txBody>
                    <a:bodyPr/>
                    <a:lstStyle/>
                    <a:p>
                      <a:pPr algn="ctr"/>
                      <a:r>
                        <a:rPr lang="en-US" altLang="zh-TW" dirty="0"/>
                        <a:t> </a:t>
                      </a:r>
                      <a:endParaRPr lang="zh-TW" altLang="en-US" dirty="0"/>
                    </a:p>
                  </a:txBody>
                  <a:tcPr/>
                </a:tc>
                <a:tc>
                  <a:txBody>
                    <a:bodyPr/>
                    <a:lstStyle/>
                    <a:p>
                      <a:pPr algn="ctr"/>
                      <a:r>
                        <a:rPr lang="en-US" altLang="zh-TW" dirty="0"/>
                        <a:t> </a:t>
                      </a:r>
                      <a:endParaRPr lang="zh-TW" altLang="en-US" dirty="0"/>
                    </a:p>
                  </a:txBody>
                  <a:tcPr/>
                </a:tc>
                <a:tc>
                  <a:txBody>
                    <a:bodyPr/>
                    <a:lstStyle/>
                    <a:p>
                      <a:pPr algn="ctr"/>
                      <a:r>
                        <a:rPr lang="en-US" altLang="zh-TW" dirty="0">
                          <a:solidFill>
                            <a:schemeClr val="tx1"/>
                          </a:solidFill>
                        </a:rPr>
                        <a:t>49</a:t>
                      </a:r>
                      <a:r>
                        <a:rPr lang="en-US" altLang="zh-TW" dirty="0"/>
                        <a:t>  </a:t>
                      </a:r>
                      <a:endParaRPr lang="zh-TW" altLang="en-US" dirty="0"/>
                    </a:p>
                  </a:txBody>
                  <a:tcPr/>
                </a:tc>
                <a:tc>
                  <a:txBody>
                    <a:bodyPr/>
                    <a:lstStyle/>
                    <a:p>
                      <a:pPr algn="ctr"/>
                      <a:endParaRPr lang="zh-TW" altLang="en-US" dirty="0"/>
                    </a:p>
                  </a:txBody>
                  <a:tcPr/>
                </a:tc>
                <a:tc>
                  <a:txBody>
                    <a:bodyPr/>
                    <a:lstStyle/>
                    <a:p>
                      <a:pPr algn="ctr"/>
                      <a:r>
                        <a:rPr lang="en-US" altLang="zh-TW" dirty="0"/>
                        <a:t> </a:t>
                      </a:r>
                      <a:endParaRPr lang="zh-TW" altLang="en-US" dirty="0"/>
                    </a:p>
                  </a:txBody>
                  <a:tcPr/>
                </a:tc>
                <a:extLst>
                  <a:ext uri="{0D108BD9-81ED-4DB2-BD59-A6C34878D82A}">
                    <a16:rowId xmlns:a16="http://schemas.microsoft.com/office/drawing/2014/main" val="1774951801"/>
                  </a:ext>
                </a:extLst>
              </a:tr>
            </a:tbl>
          </a:graphicData>
        </a:graphic>
      </p:graphicFrame>
      <p:sp>
        <p:nvSpPr>
          <p:cNvPr id="10" name="文字方塊 9"/>
          <p:cNvSpPr txBox="1"/>
          <p:nvPr/>
        </p:nvSpPr>
        <p:spPr>
          <a:xfrm>
            <a:off x="5039360" y="4999474"/>
            <a:ext cx="2042160" cy="461665"/>
          </a:xfrm>
          <a:prstGeom prst="rect">
            <a:avLst/>
          </a:prstGeom>
          <a:noFill/>
        </p:spPr>
        <p:txBody>
          <a:bodyPr wrap="square" rtlCol="0">
            <a:spAutoFit/>
          </a:bodyPr>
          <a:lstStyle/>
          <a:p>
            <a:pPr algn="ctr"/>
            <a:r>
              <a:rPr lang="en-US" altLang="zh-TW" sz="2400" dirty="0">
                <a:latin typeface="Times New Roman" panose="02020603050405020304" pitchFamily="18" charset="0"/>
                <a:cs typeface="Times New Roman" panose="02020603050405020304" pitchFamily="18" charset="0"/>
              </a:rPr>
              <a:t>Repositioning</a:t>
            </a:r>
            <a:endParaRPr lang="zh-TW" altLang="en-US" sz="2400" dirty="0">
              <a:latin typeface="Times New Roman" panose="02020603050405020304" pitchFamily="18" charset="0"/>
              <a:cs typeface="Times New Roman" panose="02020603050405020304" pitchFamily="18" charset="0"/>
            </a:endParaRPr>
          </a:p>
        </p:txBody>
      </p:sp>
      <p:sp>
        <p:nvSpPr>
          <p:cNvPr id="12" name="矩形 11"/>
          <p:cNvSpPr/>
          <p:nvPr/>
        </p:nvSpPr>
        <p:spPr>
          <a:xfrm>
            <a:off x="5021542" y="2890232"/>
            <a:ext cx="1833964" cy="461665"/>
          </a:xfrm>
          <a:prstGeom prst="rect">
            <a:avLst/>
          </a:prstGeom>
        </p:spPr>
        <p:txBody>
          <a:bodyPr wrap="none">
            <a:spAutoFit/>
          </a:bodyPr>
          <a:lstStyle/>
          <a:p>
            <a:pPr algn="ctr"/>
            <a:r>
              <a:rPr lang="en-US" altLang="zh-TW" sz="2400" dirty="0">
                <a:latin typeface="Times New Roman" panose="02020603050405020304" pitchFamily="18" charset="0"/>
                <a:cs typeface="Times New Roman" panose="02020603050405020304" pitchFamily="18" charset="0"/>
              </a:rPr>
              <a:t>13</a:t>
            </a:r>
            <a:r>
              <a:rPr lang="en-US" altLang="zh-TW" sz="2400" baseline="-25000" dirty="0">
                <a:latin typeface="Times New Roman" panose="02020603050405020304" pitchFamily="18" charset="0"/>
                <a:cs typeface="Times New Roman" panose="02020603050405020304" pitchFamily="18" charset="0"/>
              </a:rPr>
              <a:t>10 </a:t>
            </a:r>
            <a:r>
              <a:rPr lang="en-US" altLang="zh-TW" sz="2400" dirty="0">
                <a:latin typeface="Times New Roman" panose="02020603050405020304" pitchFamily="18" charset="0"/>
                <a:cs typeface="Times New Roman" panose="02020603050405020304" pitchFamily="18" charset="0"/>
              </a:rPr>
              <a:t> = 1011</a:t>
            </a:r>
            <a:r>
              <a:rPr lang="en-US" altLang="zh-TW" sz="2400" baseline="-25000" dirty="0">
                <a:latin typeface="Times New Roman" panose="02020603050405020304" pitchFamily="18" charset="0"/>
                <a:cs typeface="Times New Roman" panose="02020603050405020304" pitchFamily="18" charset="0"/>
              </a:rPr>
              <a:t>2 </a:t>
            </a:r>
            <a:endParaRPr lang="zh-TW" altLang="en-US" sz="2400" baseline="-25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41726193"/>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Repositioning step</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C497B8E6-CB28-4350-9E62-3F3C29E41FED}" type="slidenum">
              <a:rPr lang="zh-TW" altLang="en-US" smtClean="0"/>
              <a:t>38</a:t>
            </a:fld>
            <a:endParaRPr lang="zh-TW" altLang="en-US"/>
          </a:p>
        </p:txBody>
      </p:sp>
      <p:graphicFrame>
        <p:nvGraphicFramePr>
          <p:cNvPr id="5" name="表格 4"/>
          <p:cNvGraphicFramePr>
            <a:graphicFrameLocks noGrp="1"/>
          </p:cNvGraphicFramePr>
          <p:nvPr>
            <p:extLst>
              <p:ext uri="{D42A27DB-BD31-4B8C-83A1-F6EECF244321}">
                <p14:modId xmlns:p14="http://schemas.microsoft.com/office/powerpoint/2010/main" val="1730632492"/>
              </p:ext>
            </p:extLst>
          </p:nvPr>
        </p:nvGraphicFramePr>
        <p:xfrm>
          <a:off x="2037080" y="3968353"/>
          <a:ext cx="8128000" cy="741680"/>
        </p:xfrm>
        <a:graphic>
          <a:graphicData uri="http://schemas.openxmlformats.org/drawingml/2006/table">
            <a:tbl>
              <a:tblPr>
                <a:tableStyleId>{5C22544A-7EE6-4342-B048-85BDC9FD1C3A}</a:tableStyleId>
              </a:tblPr>
              <a:tblGrid>
                <a:gridCol w="1016000">
                  <a:extLst>
                    <a:ext uri="{9D8B030D-6E8A-4147-A177-3AD203B41FA5}">
                      <a16:colId xmlns:a16="http://schemas.microsoft.com/office/drawing/2014/main" val="232325015"/>
                    </a:ext>
                  </a:extLst>
                </a:gridCol>
                <a:gridCol w="1016000">
                  <a:extLst>
                    <a:ext uri="{9D8B030D-6E8A-4147-A177-3AD203B41FA5}">
                      <a16:colId xmlns:a16="http://schemas.microsoft.com/office/drawing/2014/main" val="809820525"/>
                    </a:ext>
                  </a:extLst>
                </a:gridCol>
                <a:gridCol w="1016000">
                  <a:extLst>
                    <a:ext uri="{9D8B030D-6E8A-4147-A177-3AD203B41FA5}">
                      <a16:colId xmlns:a16="http://schemas.microsoft.com/office/drawing/2014/main" val="3216279575"/>
                    </a:ext>
                  </a:extLst>
                </a:gridCol>
                <a:gridCol w="1016000">
                  <a:extLst>
                    <a:ext uri="{9D8B030D-6E8A-4147-A177-3AD203B41FA5}">
                      <a16:colId xmlns:a16="http://schemas.microsoft.com/office/drawing/2014/main" val="668291663"/>
                    </a:ext>
                  </a:extLst>
                </a:gridCol>
                <a:gridCol w="1016000">
                  <a:extLst>
                    <a:ext uri="{9D8B030D-6E8A-4147-A177-3AD203B41FA5}">
                      <a16:colId xmlns:a16="http://schemas.microsoft.com/office/drawing/2014/main" val="4109121243"/>
                    </a:ext>
                  </a:extLst>
                </a:gridCol>
                <a:gridCol w="1016000">
                  <a:extLst>
                    <a:ext uri="{9D8B030D-6E8A-4147-A177-3AD203B41FA5}">
                      <a16:colId xmlns:a16="http://schemas.microsoft.com/office/drawing/2014/main" val="2213655556"/>
                    </a:ext>
                  </a:extLst>
                </a:gridCol>
                <a:gridCol w="1016000">
                  <a:extLst>
                    <a:ext uri="{9D8B030D-6E8A-4147-A177-3AD203B41FA5}">
                      <a16:colId xmlns:a16="http://schemas.microsoft.com/office/drawing/2014/main" val="1831011624"/>
                    </a:ext>
                  </a:extLst>
                </a:gridCol>
                <a:gridCol w="1016000">
                  <a:extLst>
                    <a:ext uri="{9D8B030D-6E8A-4147-A177-3AD203B41FA5}">
                      <a16:colId xmlns:a16="http://schemas.microsoft.com/office/drawing/2014/main" val="1673615481"/>
                    </a:ext>
                  </a:extLst>
                </a:gridCol>
              </a:tblGrid>
              <a:tr h="370840">
                <a:tc>
                  <a:txBody>
                    <a:bodyPr/>
                    <a:lstStyle/>
                    <a:p>
                      <a:pPr algn="ctr"/>
                      <a:r>
                        <a:rPr lang="en-US" altLang="zh-TW" dirty="0"/>
                        <a:t>0</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2</a:t>
                      </a:r>
                      <a:r>
                        <a:rPr lang="zh-TW" altLang="en-US" dirty="0"/>
                        <a:t> </a:t>
                      </a:r>
                    </a:p>
                  </a:txBody>
                  <a:tcPr/>
                </a:tc>
                <a:tc>
                  <a:txBody>
                    <a:bodyPr/>
                    <a:lstStyle/>
                    <a:p>
                      <a:pPr algn="ctr"/>
                      <a:r>
                        <a:rPr lang="en-US" altLang="zh-TW" dirty="0"/>
                        <a:t>3</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5</a:t>
                      </a:r>
                      <a:endParaRPr lang="zh-TW" altLang="en-US" dirty="0"/>
                    </a:p>
                  </a:txBody>
                  <a:tcPr/>
                </a:tc>
                <a:tc>
                  <a:txBody>
                    <a:bodyPr/>
                    <a:lstStyle/>
                    <a:p>
                      <a:pPr algn="ctr"/>
                      <a:r>
                        <a:rPr lang="en-US" altLang="zh-TW" dirty="0"/>
                        <a:t>6</a:t>
                      </a:r>
                      <a:endParaRPr lang="zh-TW" altLang="en-US" dirty="0"/>
                    </a:p>
                  </a:txBody>
                  <a:tcPr/>
                </a:tc>
                <a:tc>
                  <a:txBody>
                    <a:bodyPr/>
                    <a:lstStyle/>
                    <a:p>
                      <a:pPr algn="ctr"/>
                      <a:r>
                        <a:rPr lang="en-US" altLang="zh-TW" dirty="0"/>
                        <a:t>7-31</a:t>
                      </a:r>
                      <a:endParaRPr lang="zh-TW" altLang="en-US" dirty="0"/>
                    </a:p>
                  </a:txBody>
                  <a:tcPr/>
                </a:tc>
                <a:extLst>
                  <a:ext uri="{0D108BD9-81ED-4DB2-BD59-A6C34878D82A}">
                    <a16:rowId xmlns:a16="http://schemas.microsoft.com/office/drawing/2014/main" val="1181902020"/>
                  </a:ext>
                </a:extLst>
              </a:tr>
              <a:tr h="370840">
                <a:tc>
                  <a:txBody>
                    <a:bodyPr/>
                    <a:lstStyle/>
                    <a:p>
                      <a:pPr algn="ctr"/>
                      <a:r>
                        <a:rPr lang="en-US" altLang="zh-TW" dirty="0"/>
                        <a:t>1</a:t>
                      </a:r>
                      <a:endParaRPr lang="zh-TW" altLang="en-US" dirty="0"/>
                    </a:p>
                  </a:txBody>
                  <a:tcPr/>
                </a:tc>
                <a:tc>
                  <a:txBody>
                    <a:bodyPr/>
                    <a:lstStyle/>
                    <a:p>
                      <a:pPr algn="ctr"/>
                      <a:r>
                        <a:rPr lang="en-US" altLang="zh-TW" strike="sngStrike" dirty="0">
                          <a:solidFill>
                            <a:srgbClr val="C00000"/>
                          </a:solidFill>
                        </a:rPr>
                        <a:t>2</a:t>
                      </a:r>
                      <a:r>
                        <a:rPr lang="zh-TW" altLang="en-US" dirty="0">
                          <a:solidFill>
                            <a:srgbClr val="C00000"/>
                          </a:solidFill>
                        </a:rPr>
                        <a:t> </a:t>
                      </a:r>
                      <a:r>
                        <a:rPr lang="en-US" altLang="zh-TW" dirty="0">
                          <a:solidFill>
                            <a:srgbClr val="C00000"/>
                          </a:solidFill>
                        </a:rPr>
                        <a:t>-&gt;</a:t>
                      </a:r>
                      <a:r>
                        <a:rPr lang="zh-TW" altLang="en-US" dirty="0">
                          <a:solidFill>
                            <a:srgbClr val="C00000"/>
                          </a:solidFill>
                        </a:rPr>
                        <a:t> </a:t>
                      </a:r>
                      <a:r>
                        <a:rPr lang="en-US" altLang="zh-TW" dirty="0">
                          <a:solidFill>
                            <a:srgbClr val="C00000"/>
                          </a:solidFill>
                        </a:rPr>
                        <a:t>3</a:t>
                      </a:r>
                      <a:endParaRPr lang="zh-TW" altLang="en-US" dirty="0">
                        <a:solidFill>
                          <a:srgbClr val="C00000"/>
                        </a:solidFill>
                      </a:endParaRPr>
                    </a:p>
                  </a:txBody>
                  <a:tcPr/>
                </a:tc>
                <a:tc>
                  <a:txBody>
                    <a:bodyPr/>
                    <a:lstStyle/>
                    <a:p>
                      <a:pPr algn="ctr"/>
                      <a:r>
                        <a:rPr lang="en-US" altLang="zh-TW" dirty="0"/>
                        <a:t>4</a:t>
                      </a:r>
                      <a:endParaRPr lang="zh-TW" altLang="en-US" dirty="0"/>
                    </a:p>
                  </a:txBody>
                  <a:tcPr/>
                </a:tc>
                <a:tc>
                  <a:txBody>
                    <a:bodyPr/>
                    <a:lstStyle/>
                    <a:p>
                      <a:pPr algn="ctr"/>
                      <a:r>
                        <a:rPr lang="en-US" altLang="zh-TW" strike="noStrike" dirty="0">
                          <a:solidFill>
                            <a:schemeClr val="tx1"/>
                          </a:solidFill>
                        </a:rPr>
                        <a:t>10</a:t>
                      </a:r>
                      <a:endParaRPr lang="zh-TW" altLang="en-US" strike="noStrike" dirty="0">
                        <a:solidFill>
                          <a:schemeClr val="tx1"/>
                        </a:solidFill>
                      </a:endParaRPr>
                    </a:p>
                  </a:txBody>
                  <a:tcPr/>
                </a:tc>
                <a:tc>
                  <a:txBody>
                    <a:bodyPr/>
                    <a:lstStyle/>
                    <a:p>
                      <a:pPr algn="ctr"/>
                      <a:r>
                        <a:rPr lang="en-US" altLang="zh-TW" strike="noStrike" dirty="0">
                          <a:solidFill>
                            <a:schemeClr val="tx1"/>
                          </a:solidFill>
                        </a:rPr>
                        <a:t>14</a:t>
                      </a:r>
                      <a:endParaRPr lang="zh-TW" altLang="en-US" strike="noStrike" dirty="0">
                        <a:solidFill>
                          <a:schemeClr val="tx1"/>
                        </a:solidFill>
                      </a:endParaRPr>
                    </a:p>
                  </a:txBody>
                  <a:tcPr/>
                </a:tc>
                <a:tc>
                  <a:txBody>
                    <a:bodyPr/>
                    <a:lstStyle/>
                    <a:p>
                      <a:pPr algn="ctr"/>
                      <a:r>
                        <a:rPr lang="en-US" altLang="zh-TW" dirty="0">
                          <a:solidFill>
                            <a:schemeClr val="tx1"/>
                          </a:solidFill>
                        </a:rPr>
                        <a:t>18</a:t>
                      </a:r>
                      <a:endParaRPr lang="zh-TW" altLang="en-US" dirty="0">
                        <a:solidFill>
                          <a:schemeClr val="tx1"/>
                        </a:solidFill>
                      </a:endParaRPr>
                    </a:p>
                  </a:txBody>
                  <a:tcPr/>
                </a:tc>
                <a:tc>
                  <a:txBody>
                    <a:bodyPr/>
                    <a:lstStyle/>
                    <a:p>
                      <a:pPr algn="ctr"/>
                      <a:r>
                        <a:rPr lang="en-US" altLang="zh-TW" dirty="0"/>
                        <a:t>20</a:t>
                      </a:r>
                      <a:endParaRPr lang="zh-TW" altLang="en-US" dirty="0"/>
                    </a:p>
                  </a:txBody>
                  <a:tcPr/>
                </a:tc>
                <a:tc>
                  <a:txBody>
                    <a:bodyPr/>
                    <a:lstStyle/>
                    <a:p>
                      <a:pPr algn="ctr"/>
                      <a:r>
                        <a:rPr lang="en-US" altLang="zh-TW" dirty="0"/>
                        <a:t>20</a:t>
                      </a:r>
                      <a:endParaRPr lang="zh-TW" altLang="en-US" dirty="0"/>
                    </a:p>
                  </a:txBody>
                  <a:tcPr/>
                </a:tc>
                <a:extLst>
                  <a:ext uri="{0D108BD9-81ED-4DB2-BD59-A6C34878D82A}">
                    <a16:rowId xmlns:a16="http://schemas.microsoft.com/office/drawing/2014/main" val="3746804522"/>
                  </a:ext>
                </a:extLst>
              </a:tr>
            </a:tbl>
          </a:graphicData>
        </a:graphic>
      </p:graphicFrame>
      <p:sp>
        <p:nvSpPr>
          <p:cNvPr id="6" name="文字方塊 5"/>
          <p:cNvSpPr txBox="1"/>
          <p:nvPr/>
        </p:nvSpPr>
        <p:spPr>
          <a:xfrm>
            <a:off x="5039360" y="3305730"/>
            <a:ext cx="1798320" cy="461665"/>
          </a:xfrm>
          <a:prstGeom prst="rect">
            <a:avLst/>
          </a:prstGeom>
          <a:noFill/>
        </p:spPr>
        <p:txBody>
          <a:bodyPr wrap="square" rtlCol="0">
            <a:spAutoFit/>
          </a:bodyPr>
          <a:lstStyle/>
          <a:p>
            <a:pPr algn="ctr"/>
            <a:r>
              <a:rPr lang="en-US" altLang="zh-TW" sz="2400" dirty="0" err="1">
                <a:latin typeface="Times New Roman" panose="02020603050405020304" pitchFamily="18" charset="0"/>
                <a:cs typeface="Times New Roman" panose="02020603050405020304" pitchFamily="18" charset="0"/>
              </a:rPr>
              <a:t>Bitband</a:t>
            </a:r>
            <a:r>
              <a:rPr lang="en-US" altLang="zh-TW" sz="2400" dirty="0">
                <a:latin typeface="Times New Roman" panose="02020603050405020304" pitchFamily="18" charset="0"/>
                <a:cs typeface="Times New Roman" panose="02020603050405020304" pitchFamily="18" charset="0"/>
              </a:rPr>
              <a:t> </a:t>
            </a:r>
            <a:endParaRPr lang="zh-TW" altLang="en-US" sz="2400" dirty="0">
              <a:latin typeface="Times New Roman" panose="02020603050405020304" pitchFamily="18" charset="0"/>
              <a:cs typeface="Times New Roman" panose="02020603050405020304" pitchFamily="18" charset="0"/>
            </a:endParaRPr>
          </a:p>
        </p:txBody>
      </p:sp>
      <p:graphicFrame>
        <p:nvGraphicFramePr>
          <p:cNvPr id="7" name="表格 6"/>
          <p:cNvGraphicFramePr>
            <a:graphicFrameLocks noGrp="1"/>
          </p:cNvGraphicFramePr>
          <p:nvPr>
            <p:extLst>
              <p:ext uri="{D42A27DB-BD31-4B8C-83A1-F6EECF244321}">
                <p14:modId xmlns:p14="http://schemas.microsoft.com/office/powerpoint/2010/main" val="2986159145"/>
              </p:ext>
            </p:extLst>
          </p:nvPr>
        </p:nvGraphicFramePr>
        <p:xfrm>
          <a:off x="1539240" y="1829911"/>
          <a:ext cx="9113520" cy="741680"/>
        </p:xfrm>
        <a:graphic>
          <a:graphicData uri="http://schemas.openxmlformats.org/drawingml/2006/table">
            <a:tbl>
              <a:tblPr>
                <a:tableStyleId>{073A0DAA-6AF3-43AB-8588-CEC1D06C72B9}</a:tableStyleId>
              </a:tblPr>
              <a:tblGrid>
                <a:gridCol w="455676">
                  <a:extLst>
                    <a:ext uri="{9D8B030D-6E8A-4147-A177-3AD203B41FA5}">
                      <a16:colId xmlns:a16="http://schemas.microsoft.com/office/drawing/2014/main" val="4051507761"/>
                    </a:ext>
                  </a:extLst>
                </a:gridCol>
                <a:gridCol w="455676">
                  <a:extLst>
                    <a:ext uri="{9D8B030D-6E8A-4147-A177-3AD203B41FA5}">
                      <a16:colId xmlns:a16="http://schemas.microsoft.com/office/drawing/2014/main" val="2972139511"/>
                    </a:ext>
                  </a:extLst>
                </a:gridCol>
                <a:gridCol w="455676">
                  <a:extLst>
                    <a:ext uri="{9D8B030D-6E8A-4147-A177-3AD203B41FA5}">
                      <a16:colId xmlns:a16="http://schemas.microsoft.com/office/drawing/2014/main" val="2875737650"/>
                    </a:ext>
                  </a:extLst>
                </a:gridCol>
                <a:gridCol w="455676">
                  <a:extLst>
                    <a:ext uri="{9D8B030D-6E8A-4147-A177-3AD203B41FA5}">
                      <a16:colId xmlns:a16="http://schemas.microsoft.com/office/drawing/2014/main" val="2677827691"/>
                    </a:ext>
                  </a:extLst>
                </a:gridCol>
                <a:gridCol w="455676">
                  <a:extLst>
                    <a:ext uri="{9D8B030D-6E8A-4147-A177-3AD203B41FA5}">
                      <a16:colId xmlns:a16="http://schemas.microsoft.com/office/drawing/2014/main" val="2441000429"/>
                    </a:ext>
                  </a:extLst>
                </a:gridCol>
                <a:gridCol w="455676">
                  <a:extLst>
                    <a:ext uri="{9D8B030D-6E8A-4147-A177-3AD203B41FA5}">
                      <a16:colId xmlns:a16="http://schemas.microsoft.com/office/drawing/2014/main" val="1229051241"/>
                    </a:ext>
                  </a:extLst>
                </a:gridCol>
                <a:gridCol w="455676">
                  <a:extLst>
                    <a:ext uri="{9D8B030D-6E8A-4147-A177-3AD203B41FA5}">
                      <a16:colId xmlns:a16="http://schemas.microsoft.com/office/drawing/2014/main" val="1827395689"/>
                    </a:ext>
                  </a:extLst>
                </a:gridCol>
                <a:gridCol w="455676">
                  <a:extLst>
                    <a:ext uri="{9D8B030D-6E8A-4147-A177-3AD203B41FA5}">
                      <a16:colId xmlns:a16="http://schemas.microsoft.com/office/drawing/2014/main" val="1220040406"/>
                    </a:ext>
                  </a:extLst>
                </a:gridCol>
                <a:gridCol w="455676">
                  <a:extLst>
                    <a:ext uri="{9D8B030D-6E8A-4147-A177-3AD203B41FA5}">
                      <a16:colId xmlns:a16="http://schemas.microsoft.com/office/drawing/2014/main" val="4267595762"/>
                    </a:ext>
                  </a:extLst>
                </a:gridCol>
                <a:gridCol w="455676">
                  <a:extLst>
                    <a:ext uri="{9D8B030D-6E8A-4147-A177-3AD203B41FA5}">
                      <a16:colId xmlns:a16="http://schemas.microsoft.com/office/drawing/2014/main" val="1039504818"/>
                    </a:ext>
                  </a:extLst>
                </a:gridCol>
                <a:gridCol w="455676">
                  <a:extLst>
                    <a:ext uri="{9D8B030D-6E8A-4147-A177-3AD203B41FA5}">
                      <a16:colId xmlns:a16="http://schemas.microsoft.com/office/drawing/2014/main" val="3328107497"/>
                    </a:ext>
                  </a:extLst>
                </a:gridCol>
                <a:gridCol w="455676">
                  <a:extLst>
                    <a:ext uri="{9D8B030D-6E8A-4147-A177-3AD203B41FA5}">
                      <a16:colId xmlns:a16="http://schemas.microsoft.com/office/drawing/2014/main" val="4076855284"/>
                    </a:ext>
                  </a:extLst>
                </a:gridCol>
                <a:gridCol w="455676">
                  <a:extLst>
                    <a:ext uri="{9D8B030D-6E8A-4147-A177-3AD203B41FA5}">
                      <a16:colId xmlns:a16="http://schemas.microsoft.com/office/drawing/2014/main" val="1854445924"/>
                    </a:ext>
                  </a:extLst>
                </a:gridCol>
                <a:gridCol w="455676">
                  <a:extLst>
                    <a:ext uri="{9D8B030D-6E8A-4147-A177-3AD203B41FA5}">
                      <a16:colId xmlns:a16="http://schemas.microsoft.com/office/drawing/2014/main" val="1575012594"/>
                    </a:ext>
                  </a:extLst>
                </a:gridCol>
                <a:gridCol w="455676">
                  <a:extLst>
                    <a:ext uri="{9D8B030D-6E8A-4147-A177-3AD203B41FA5}">
                      <a16:colId xmlns:a16="http://schemas.microsoft.com/office/drawing/2014/main" val="389045705"/>
                    </a:ext>
                  </a:extLst>
                </a:gridCol>
                <a:gridCol w="455676">
                  <a:extLst>
                    <a:ext uri="{9D8B030D-6E8A-4147-A177-3AD203B41FA5}">
                      <a16:colId xmlns:a16="http://schemas.microsoft.com/office/drawing/2014/main" val="3254408253"/>
                    </a:ext>
                  </a:extLst>
                </a:gridCol>
                <a:gridCol w="455676">
                  <a:extLst>
                    <a:ext uri="{9D8B030D-6E8A-4147-A177-3AD203B41FA5}">
                      <a16:colId xmlns:a16="http://schemas.microsoft.com/office/drawing/2014/main" val="1639466125"/>
                    </a:ext>
                  </a:extLst>
                </a:gridCol>
                <a:gridCol w="455676">
                  <a:extLst>
                    <a:ext uri="{9D8B030D-6E8A-4147-A177-3AD203B41FA5}">
                      <a16:colId xmlns:a16="http://schemas.microsoft.com/office/drawing/2014/main" val="3570555910"/>
                    </a:ext>
                  </a:extLst>
                </a:gridCol>
                <a:gridCol w="455676">
                  <a:extLst>
                    <a:ext uri="{9D8B030D-6E8A-4147-A177-3AD203B41FA5}">
                      <a16:colId xmlns:a16="http://schemas.microsoft.com/office/drawing/2014/main" val="472093811"/>
                    </a:ext>
                  </a:extLst>
                </a:gridCol>
                <a:gridCol w="455676">
                  <a:extLst>
                    <a:ext uri="{9D8B030D-6E8A-4147-A177-3AD203B41FA5}">
                      <a16:colId xmlns:a16="http://schemas.microsoft.com/office/drawing/2014/main" val="367352948"/>
                    </a:ext>
                  </a:extLst>
                </a:gridCol>
              </a:tblGrid>
              <a:tr h="370840">
                <a:tc>
                  <a:txBody>
                    <a:bodyPr/>
                    <a:lstStyle/>
                    <a:p>
                      <a:pPr algn="ctr"/>
                      <a:r>
                        <a:rPr lang="en-US" altLang="zh-TW" dirty="0"/>
                        <a:t>0</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5</a:t>
                      </a:r>
                      <a:endParaRPr lang="zh-TW" altLang="en-US" dirty="0"/>
                    </a:p>
                  </a:txBody>
                  <a:tcPr/>
                </a:tc>
                <a:tc>
                  <a:txBody>
                    <a:bodyPr/>
                    <a:lstStyle/>
                    <a:p>
                      <a:pPr algn="ctr"/>
                      <a:r>
                        <a:rPr lang="en-US" altLang="zh-TW" dirty="0"/>
                        <a:t>6</a:t>
                      </a:r>
                      <a:endParaRPr lang="zh-TW" altLang="en-US" dirty="0"/>
                    </a:p>
                  </a:txBody>
                  <a:tcPr/>
                </a:tc>
                <a:tc>
                  <a:txBody>
                    <a:bodyPr/>
                    <a:lstStyle/>
                    <a:p>
                      <a:pPr algn="ctr"/>
                      <a:r>
                        <a:rPr lang="en-US" altLang="zh-TW" dirty="0"/>
                        <a:t>7</a:t>
                      </a:r>
                      <a:endParaRPr lang="zh-TW" altLang="en-US" dirty="0"/>
                    </a:p>
                  </a:txBody>
                  <a:tcPr/>
                </a:tc>
                <a:tc>
                  <a:txBody>
                    <a:bodyPr/>
                    <a:lstStyle/>
                    <a:p>
                      <a:pPr algn="ctr"/>
                      <a:r>
                        <a:rPr lang="en-US" altLang="zh-TW" dirty="0"/>
                        <a:t>8</a:t>
                      </a:r>
                      <a:endParaRPr lang="zh-TW" altLang="en-US" dirty="0"/>
                    </a:p>
                  </a:txBody>
                  <a:tcPr/>
                </a:tc>
                <a:tc>
                  <a:txBody>
                    <a:bodyPr/>
                    <a:lstStyle/>
                    <a:p>
                      <a:pPr algn="ctr"/>
                      <a:r>
                        <a:rPr lang="en-US" altLang="zh-TW" dirty="0"/>
                        <a:t>9</a:t>
                      </a:r>
                      <a:endParaRPr lang="zh-TW" altLang="en-US" dirty="0"/>
                    </a:p>
                  </a:txBody>
                  <a:tcPr/>
                </a:tc>
                <a:tc>
                  <a:txBody>
                    <a:bodyPr/>
                    <a:lstStyle/>
                    <a:p>
                      <a:pPr algn="ctr"/>
                      <a:r>
                        <a:rPr lang="en-US" altLang="zh-TW" dirty="0"/>
                        <a:t>10</a:t>
                      </a:r>
                      <a:endParaRPr lang="zh-TW" altLang="en-US" dirty="0"/>
                    </a:p>
                  </a:txBody>
                  <a:tcPr/>
                </a:tc>
                <a:tc>
                  <a:txBody>
                    <a:bodyPr/>
                    <a:lstStyle/>
                    <a:p>
                      <a:pPr algn="ctr"/>
                      <a:r>
                        <a:rPr lang="en-US" altLang="zh-TW" dirty="0"/>
                        <a:t>11</a:t>
                      </a:r>
                      <a:endParaRPr lang="zh-TW" altLang="en-US" dirty="0"/>
                    </a:p>
                  </a:txBody>
                  <a:tcPr/>
                </a:tc>
                <a:tc>
                  <a:txBody>
                    <a:bodyPr/>
                    <a:lstStyle/>
                    <a:p>
                      <a:pPr algn="ctr"/>
                      <a:r>
                        <a:rPr lang="en-US" altLang="zh-TW" dirty="0"/>
                        <a:t>12</a:t>
                      </a:r>
                      <a:endParaRPr lang="zh-TW" altLang="en-US" dirty="0"/>
                    </a:p>
                  </a:txBody>
                  <a:tcPr/>
                </a:tc>
                <a:tc>
                  <a:txBody>
                    <a:bodyPr/>
                    <a:lstStyle/>
                    <a:p>
                      <a:pPr algn="ctr"/>
                      <a:r>
                        <a:rPr lang="en-US" altLang="zh-TW" dirty="0"/>
                        <a:t>13</a:t>
                      </a:r>
                      <a:endParaRPr lang="zh-TW" altLang="en-US" dirty="0"/>
                    </a:p>
                  </a:txBody>
                  <a:tcPr/>
                </a:tc>
                <a:tc>
                  <a:txBody>
                    <a:bodyPr/>
                    <a:lstStyle/>
                    <a:p>
                      <a:pPr algn="ctr"/>
                      <a:r>
                        <a:rPr lang="en-US" altLang="zh-TW" dirty="0"/>
                        <a:t>14</a:t>
                      </a:r>
                      <a:endParaRPr lang="zh-TW" altLang="en-US" dirty="0"/>
                    </a:p>
                  </a:txBody>
                  <a:tcPr/>
                </a:tc>
                <a:tc>
                  <a:txBody>
                    <a:bodyPr/>
                    <a:lstStyle/>
                    <a:p>
                      <a:pPr algn="ctr"/>
                      <a:r>
                        <a:rPr lang="en-US" altLang="zh-TW" dirty="0"/>
                        <a:t>15</a:t>
                      </a:r>
                      <a:endParaRPr lang="zh-TW" altLang="en-US" dirty="0"/>
                    </a:p>
                  </a:txBody>
                  <a:tcPr/>
                </a:tc>
                <a:tc>
                  <a:txBody>
                    <a:bodyPr/>
                    <a:lstStyle/>
                    <a:p>
                      <a:pPr algn="ctr"/>
                      <a:r>
                        <a:rPr lang="en-US" altLang="zh-TW" dirty="0"/>
                        <a:t>16</a:t>
                      </a:r>
                      <a:endParaRPr lang="zh-TW" altLang="en-US" dirty="0"/>
                    </a:p>
                  </a:txBody>
                  <a:tcPr/>
                </a:tc>
                <a:tc>
                  <a:txBody>
                    <a:bodyPr/>
                    <a:lstStyle/>
                    <a:p>
                      <a:pPr algn="ctr"/>
                      <a:r>
                        <a:rPr lang="en-US" altLang="zh-TW" dirty="0"/>
                        <a:t>17</a:t>
                      </a:r>
                      <a:endParaRPr lang="zh-TW" altLang="en-US" dirty="0"/>
                    </a:p>
                  </a:txBody>
                  <a:tcPr/>
                </a:tc>
                <a:tc>
                  <a:txBody>
                    <a:bodyPr/>
                    <a:lstStyle/>
                    <a:p>
                      <a:pPr algn="ctr"/>
                      <a:r>
                        <a:rPr lang="en-US" altLang="zh-TW" dirty="0"/>
                        <a:t>18</a:t>
                      </a:r>
                      <a:endParaRPr lang="zh-TW" altLang="en-US" dirty="0"/>
                    </a:p>
                  </a:txBody>
                  <a:tcPr/>
                </a:tc>
                <a:tc>
                  <a:txBody>
                    <a:bodyPr/>
                    <a:lstStyle/>
                    <a:p>
                      <a:pPr algn="ctr"/>
                      <a:r>
                        <a:rPr lang="en-US" altLang="zh-TW" dirty="0"/>
                        <a:t>19</a:t>
                      </a:r>
                      <a:endParaRPr lang="zh-TW" altLang="en-US" dirty="0"/>
                    </a:p>
                  </a:txBody>
                  <a:tcPr/>
                </a:tc>
                <a:extLst>
                  <a:ext uri="{0D108BD9-81ED-4DB2-BD59-A6C34878D82A}">
                    <a16:rowId xmlns:a16="http://schemas.microsoft.com/office/drawing/2014/main" val="379876605"/>
                  </a:ext>
                </a:extLst>
              </a:tr>
              <a:tr h="370840">
                <a:tc>
                  <a:txBody>
                    <a:bodyPr/>
                    <a:lstStyle/>
                    <a:p>
                      <a:pPr algn="ctr"/>
                      <a:r>
                        <a:rPr lang="en-US" altLang="zh-TW" dirty="0">
                          <a:solidFill>
                            <a:schemeClr val="tx1"/>
                          </a:solidFill>
                        </a:rPr>
                        <a:t>15</a:t>
                      </a:r>
                      <a:endParaRPr lang="zh-TW" altLang="en-US" dirty="0">
                        <a:solidFill>
                          <a:schemeClr val="tx1"/>
                        </a:solidFill>
                      </a:endParaRPr>
                    </a:p>
                  </a:txBody>
                  <a:tcPr/>
                </a:tc>
                <a:tc>
                  <a:txBody>
                    <a:bodyPr/>
                    <a:lstStyle/>
                    <a:p>
                      <a:pPr algn="ctr"/>
                      <a:r>
                        <a:rPr lang="en-US" altLang="zh-TW" dirty="0">
                          <a:solidFill>
                            <a:schemeClr val="tx1"/>
                          </a:solidFill>
                        </a:rPr>
                        <a:t>10</a:t>
                      </a:r>
                      <a:endParaRPr lang="zh-TW" altLang="en-US" dirty="0">
                        <a:solidFill>
                          <a:schemeClr val="tx1"/>
                        </a:solidFill>
                      </a:endParaRPr>
                    </a:p>
                  </a:txBody>
                  <a:tcPr/>
                </a:tc>
                <a:tc>
                  <a:txBody>
                    <a:bodyPr/>
                    <a:lstStyle/>
                    <a:p>
                      <a:pPr algn="ctr"/>
                      <a:r>
                        <a:rPr lang="en-US" altLang="zh-TW" dirty="0">
                          <a:solidFill>
                            <a:schemeClr val="tx1"/>
                          </a:solidFill>
                        </a:rPr>
                        <a:t>19</a:t>
                      </a:r>
                      <a:endParaRPr lang="zh-TW" altLang="en-US" dirty="0">
                        <a:solidFill>
                          <a:schemeClr val="tx1"/>
                        </a:solidFill>
                      </a:endParaRPr>
                    </a:p>
                  </a:txBody>
                  <a:tcPr/>
                </a:tc>
                <a:tc>
                  <a:txBody>
                    <a:bodyPr/>
                    <a:lstStyle/>
                    <a:p>
                      <a:pPr algn="ctr"/>
                      <a:r>
                        <a:rPr lang="en-US" altLang="zh-TW" dirty="0">
                          <a:solidFill>
                            <a:schemeClr val="tx1"/>
                          </a:solidFill>
                        </a:rPr>
                        <a:t>49</a:t>
                      </a:r>
                      <a:endParaRPr lang="zh-TW" altLang="en-US" dirty="0">
                        <a:solidFill>
                          <a:schemeClr val="tx1"/>
                        </a:solidFill>
                      </a:endParaRPr>
                    </a:p>
                  </a:txBody>
                  <a:tcPr/>
                </a:tc>
                <a:tc>
                  <a:txBody>
                    <a:bodyPr/>
                    <a:lstStyle/>
                    <a:p>
                      <a:pPr algn="ctr"/>
                      <a:r>
                        <a:rPr lang="en-US" altLang="zh-TW" dirty="0">
                          <a:solidFill>
                            <a:schemeClr val="tx1"/>
                          </a:solidFill>
                        </a:rPr>
                        <a:t>13</a:t>
                      </a:r>
                      <a:endParaRPr lang="zh-TW" altLang="en-US" dirty="0">
                        <a:solidFill>
                          <a:schemeClr val="tx1"/>
                        </a:solidFill>
                      </a:endParaRPr>
                    </a:p>
                  </a:txBody>
                  <a:tcPr/>
                </a:tc>
                <a:tc>
                  <a:txBody>
                    <a:bodyPr/>
                    <a:lstStyle/>
                    <a:p>
                      <a:pPr algn="ctr"/>
                      <a:r>
                        <a:rPr lang="en-US" altLang="zh-TW" dirty="0">
                          <a:solidFill>
                            <a:srgbClr val="C00000"/>
                          </a:solidFill>
                        </a:rPr>
                        <a:t>2</a:t>
                      </a:r>
                      <a:endParaRPr lang="zh-TW" altLang="en-US" dirty="0">
                        <a:solidFill>
                          <a:srgbClr val="C00000"/>
                        </a:solidFill>
                      </a:endParaRPr>
                    </a:p>
                  </a:txBody>
                  <a:tcPr/>
                </a:tc>
                <a:tc>
                  <a:txBody>
                    <a:bodyPr/>
                    <a:lstStyle/>
                    <a:p>
                      <a:pPr algn="ctr"/>
                      <a:r>
                        <a:rPr lang="en-US" altLang="zh-TW" dirty="0"/>
                        <a:t>7</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10</a:t>
                      </a:r>
                      <a:endParaRPr lang="zh-TW" altLang="en-US" dirty="0"/>
                    </a:p>
                  </a:txBody>
                  <a:tcPr/>
                </a:tc>
                <a:tc>
                  <a:txBody>
                    <a:bodyPr/>
                    <a:lstStyle/>
                    <a:p>
                      <a:pPr algn="ctr"/>
                      <a:r>
                        <a:rPr lang="en-US" altLang="zh-TW" dirty="0"/>
                        <a:t>20</a:t>
                      </a:r>
                      <a:endParaRPr lang="zh-TW" altLang="en-US" dirty="0"/>
                    </a:p>
                  </a:txBody>
                  <a:tcPr/>
                </a:tc>
                <a:tc>
                  <a:txBody>
                    <a:bodyPr/>
                    <a:lstStyle/>
                    <a:p>
                      <a:pPr algn="ctr"/>
                      <a:r>
                        <a:rPr lang="en-US" altLang="zh-TW" dirty="0"/>
                        <a:t>17</a:t>
                      </a:r>
                      <a:endParaRPr lang="zh-TW" altLang="en-US" dirty="0"/>
                    </a:p>
                  </a:txBody>
                  <a:tcPr/>
                </a:tc>
                <a:tc>
                  <a:txBody>
                    <a:bodyPr/>
                    <a:lstStyle/>
                    <a:p>
                      <a:pPr algn="ctr"/>
                      <a:r>
                        <a:rPr lang="en-US" altLang="zh-TW" dirty="0"/>
                        <a:t>15</a:t>
                      </a:r>
                      <a:endParaRPr lang="zh-TW" altLang="en-US" dirty="0"/>
                    </a:p>
                  </a:txBody>
                  <a:tcPr/>
                </a:tc>
                <a:tc>
                  <a:txBody>
                    <a:bodyPr/>
                    <a:lstStyle/>
                    <a:p>
                      <a:pPr algn="ctr"/>
                      <a:r>
                        <a:rPr lang="en-US" altLang="zh-TW" dirty="0"/>
                        <a:t>46</a:t>
                      </a:r>
                      <a:endParaRPr lang="zh-TW" altLang="en-US" dirty="0"/>
                    </a:p>
                  </a:txBody>
                  <a:tcPr/>
                </a:tc>
                <a:tc>
                  <a:txBody>
                    <a:bodyPr/>
                    <a:lstStyle/>
                    <a:p>
                      <a:pPr algn="ctr"/>
                      <a:r>
                        <a:rPr lang="en-US" altLang="zh-TW" dirty="0"/>
                        <a:t>16</a:t>
                      </a:r>
                      <a:endParaRPr lang="zh-TW" altLang="en-US" dirty="0"/>
                    </a:p>
                  </a:txBody>
                  <a:tcPr/>
                </a:tc>
                <a:tc>
                  <a:txBody>
                    <a:bodyPr/>
                    <a:lstStyle/>
                    <a:p>
                      <a:pPr algn="ctr"/>
                      <a:r>
                        <a:rPr lang="en-US" altLang="zh-TW" dirty="0"/>
                        <a:t>53</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5</a:t>
                      </a:r>
                      <a:endParaRPr lang="zh-TW" altLang="en-US" dirty="0"/>
                    </a:p>
                  </a:txBody>
                  <a:tcPr/>
                </a:tc>
                <a:tc>
                  <a:txBody>
                    <a:bodyPr/>
                    <a:lstStyle/>
                    <a:p>
                      <a:pPr algn="ctr"/>
                      <a:r>
                        <a:rPr lang="en-US" altLang="zh-TW" dirty="0"/>
                        <a:t>9</a:t>
                      </a:r>
                      <a:endParaRPr lang="zh-TW" altLang="en-US" dirty="0"/>
                    </a:p>
                  </a:txBody>
                  <a:tcPr/>
                </a:tc>
                <a:extLst>
                  <a:ext uri="{0D108BD9-81ED-4DB2-BD59-A6C34878D82A}">
                    <a16:rowId xmlns:a16="http://schemas.microsoft.com/office/drawing/2014/main" val="1774951801"/>
                  </a:ext>
                </a:extLst>
              </a:tr>
            </a:tbl>
          </a:graphicData>
        </a:graphic>
      </p:graphicFrame>
      <p:sp>
        <p:nvSpPr>
          <p:cNvPr id="8" name="文字方塊 7"/>
          <p:cNvSpPr txBox="1"/>
          <p:nvPr/>
        </p:nvSpPr>
        <p:spPr>
          <a:xfrm>
            <a:off x="5039360" y="1368246"/>
            <a:ext cx="1798320" cy="461665"/>
          </a:xfrm>
          <a:prstGeom prst="rect">
            <a:avLst/>
          </a:prstGeom>
          <a:noFill/>
        </p:spPr>
        <p:txBody>
          <a:bodyPr wrap="square" rtlCol="0">
            <a:spAutoFit/>
          </a:bodyPr>
          <a:lstStyle/>
          <a:p>
            <a:pPr algn="ctr"/>
            <a:r>
              <a:rPr lang="en-US" altLang="zh-TW" sz="2400" dirty="0">
                <a:latin typeface="Times New Roman" panose="02020603050405020304" pitchFamily="18" charset="0"/>
                <a:cs typeface="Times New Roman" panose="02020603050405020304" pitchFamily="18" charset="0"/>
              </a:rPr>
              <a:t>Input</a:t>
            </a:r>
            <a:endParaRPr lang="zh-TW" altLang="en-US" sz="2400" dirty="0">
              <a:latin typeface="Times New Roman" panose="02020603050405020304" pitchFamily="18" charset="0"/>
              <a:cs typeface="Times New Roman" panose="02020603050405020304" pitchFamily="18" charset="0"/>
            </a:endParaRPr>
          </a:p>
        </p:txBody>
      </p:sp>
      <p:graphicFrame>
        <p:nvGraphicFramePr>
          <p:cNvPr id="9" name="表格 8"/>
          <p:cNvGraphicFramePr>
            <a:graphicFrameLocks noGrp="1"/>
          </p:cNvGraphicFramePr>
          <p:nvPr>
            <p:extLst>
              <p:ext uri="{D42A27DB-BD31-4B8C-83A1-F6EECF244321}">
                <p14:modId xmlns:p14="http://schemas.microsoft.com/office/powerpoint/2010/main" val="3929144298"/>
              </p:ext>
            </p:extLst>
          </p:nvPr>
        </p:nvGraphicFramePr>
        <p:xfrm>
          <a:off x="1539240" y="5461139"/>
          <a:ext cx="9113520" cy="741680"/>
        </p:xfrm>
        <a:graphic>
          <a:graphicData uri="http://schemas.openxmlformats.org/drawingml/2006/table">
            <a:tbl>
              <a:tblPr>
                <a:tableStyleId>{073A0DAA-6AF3-43AB-8588-CEC1D06C72B9}</a:tableStyleId>
              </a:tblPr>
              <a:tblGrid>
                <a:gridCol w="455676">
                  <a:extLst>
                    <a:ext uri="{9D8B030D-6E8A-4147-A177-3AD203B41FA5}">
                      <a16:colId xmlns:a16="http://schemas.microsoft.com/office/drawing/2014/main" val="4051507761"/>
                    </a:ext>
                  </a:extLst>
                </a:gridCol>
                <a:gridCol w="455676">
                  <a:extLst>
                    <a:ext uri="{9D8B030D-6E8A-4147-A177-3AD203B41FA5}">
                      <a16:colId xmlns:a16="http://schemas.microsoft.com/office/drawing/2014/main" val="2972139511"/>
                    </a:ext>
                  </a:extLst>
                </a:gridCol>
                <a:gridCol w="455676">
                  <a:extLst>
                    <a:ext uri="{9D8B030D-6E8A-4147-A177-3AD203B41FA5}">
                      <a16:colId xmlns:a16="http://schemas.microsoft.com/office/drawing/2014/main" val="2875737650"/>
                    </a:ext>
                  </a:extLst>
                </a:gridCol>
                <a:gridCol w="455676">
                  <a:extLst>
                    <a:ext uri="{9D8B030D-6E8A-4147-A177-3AD203B41FA5}">
                      <a16:colId xmlns:a16="http://schemas.microsoft.com/office/drawing/2014/main" val="2677827691"/>
                    </a:ext>
                  </a:extLst>
                </a:gridCol>
                <a:gridCol w="455676">
                  <a:extLst>
                    <a:ext uri="{9D8B030D-6E8A-4147-A177-3AD203B41FA5}">
                      <a16:colId xmlns:a16="http://schemas.microsoft.com/office/drawing/2014/main" val="2441000429"/>
                    </a:ext>
                  </a:extLst>
                </a:gridCol>
                <a:gridCol w="455676">
                  <a:extLst>
                    <a:ext uri="{9D8B030D-6E8A-4147-A177-3AD203B41FA5}">
                      <a16:colId xmlns:a16="http://schemas.microsoft.com/office/drawing/2014/main" val="1229051241"/>
                    </a:ext>
                  </a:extLst>
                </a:gridCol>
                <a:gridCol w="455676">
                  <a:extLst>
                    <a:ext uri="{9D8B030D-6E8A-4147-A177-3AD203B41FA5}">
                      <a16:colId xmlns:a16="http://schemas.microsoft.com/office/drawing/2014/main" val="1827395689"/>
                    </a:ext>
                  </a:extLst>
                </a:gridCol>
                <a:gridCol w="455676">
                  <a:extLst>
                    <a:ext uri="{9D8B030D-6E8A-4147-A177-3AD203B41FA5}">
                      <a16:colId xmlns:a16="http://schemas.microsoft.com/office/drawing/2014/main" val="1220040406"/>
                    </a:ext>
                  </a:extLst>
                </a:gridCol>
                <a:gridCol w="455676">
                  <a:extLst>
                    <a:ext uri="{9D8B030D-6E8A-4147-A177-3AD203B41FA5}">
                      <a16:colId xmlns:a16="http://schemas.microsoft.com/office/drawing/2014/main" val="4267595762"/>
                    </a:ext>
                  </a:extLst>
                </a:gridCol>
                <a:gridCol w="455676">
                  <a:extLst>
                    <a:ext uri="{9D8B030D-6E8A-4147-A177-3AD203B41FA5}">
                      <a16:colId xmlns:a16="http://schemas.microsoft.com/office/drawing/2014/main" val="1039504818"/>
                    </a:ext>
                  </a:extLst>
                </a:gridCol>
                <a:gridCol w="455676">
                  <a:extLst>
                    <a:ext uri="{9D8B030D-6E8A-4147-A177-3AD203B41FA5}">
                      <a16:colId xmlns:a16="http://schemas.microsoft.com/office/drawing/2014/main" val="3328107497"/>
                    </a:ext>
                  </a:extLst>
                </a:gridCol>
                <a:gridCol w="455676">
                  <a:extLst>
                    <a:ext uri="{9D8B030D-6E8A-4147-A177-3AD203B41FA5}">
                      <a16:colId xmlns:a16="http://schemas.microsoft.com/office/drawing/2014/main" val="4076855284"/>
                    </a:ext>
                  </a:extLst>
                </a:gridCol>
                <a:gridCol w="455676">
                  <a:extLst>
                    <a:ext uri="{9D8B030D-6E8A-4147-A177-3AD203B41FA5}">
                      <a16:colId xmlns:a16="http://schemas.microsoft.com/office/drawing/2014/main" val="1854445924"/>
                    </a:ext>
                  </a:extLst>
                </a:gridCol>
                <a:gridCol w="455676">
                  <a:extLst>
                    <a:ext uri="{9D8B030D-6E8A-4147-A177-3AD203B41FA5}">
                      <a16:colId xmlns:a16="http://schemas.microsoft.com/office/drawing/2014/main" val="1575012594"/>
                    </a:ext>
                  </a:extLst>
                </a:gridCol>
                <a:gridCol w="455676">
                  <a:extLst>
                    <a:ext uri="{9D8B030D-6E8A-4147-A177-3AD203B41FA5}">
                      <a16:colId xmlns:a16="http://schemas.microsoft.com/office/drawing/2014/main" val="389045705"/>
                    </a:ext>
                  </a:extLst>
                </a:gridCol>
                <a:gridCol w="455676">
                  <a:extLst>
                    <a:ext uri="{9D8B030D-6E8A-4147-A177-3AD203B41FA5}">
                      <a16:colId xmlns:a16="http://schemas.microsoft.com/office/drawing/2014/main" val="3254408253"/>
                    </a:ext>
                  </a:extLst>
                </a:gridCol>
                <a:gridCol w="455676">
                  <a:extLst>
                    <a:ext uri="{9D8B030D-6E8A-4147-A177-3AD203B41FA5}">
                      <a16:colId xmlns:a16="http://schemas.microsoft.com/office/drawing/2014/main" val="1639466125"/>
                    </a:ext>
                  </a:extLst>
                </a:gridCol>
                <a:gridCol w="455676">
                  <a:extLst>
                    <a:ext uri="{9D8B030D-6E8A-4147-A177-3AD203B41FA5}">
                      <a16:colId xmlns:a16="http://schemas.microsoft.com/office/drawing/2014/main" val="3570555910"/>
                    </a:ext>
                  </a:extLst>
                </a:gridCol>
                <a:gridCol w="455676">
                  <a:extLst>
                    <a:ext uri="{9D8B030D-6E8A-4147-A177-3AD203B41FA5}">
                      <a16:colId xmlns:a16="http://schemas.microsoft.com/office/drawing/2014/main" val="472093811"/>
                    </a:ext>
                  </a:extLst>
                </a:gridCol>
                <a:gridCol w="455676">
                  <a:extLst>
                    <a:ext uri="{9D8B030D-6E8A-4147-A177-3AD203B41FA5}">
                      <a16:colId xmlns:a16="http://schemas.microsoft.com/office/drawing/2014/main" val="367352948"/>
                    </a:ext>
                  </a:extLst>
                </a:gridCol>
              </a:tblGrid>
              <a:tr h="370840">
                <a:tc>
                  <a:txBody>
                    <a:bodyPr/>
                    <a:lstStyle/>
                    <a:p>
                      <a:pPr algn="ctr"/>
                      <a:r>
                        <a:rPr lang="en-US" altLang="zh-TW" dirty="0"/>
                        <a:t>0</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5</a:t>
                      </a:r>
                      <a:endParaRPr lang="zh-TW" altLang="en-US" dirty="0"/>
                    </a:p>
                  </a:txBody>
                  <a:tcPr/>
                </a:tc>
                <a:tc>
                  <a:txBody>
                    <a:bodyPr/>
                    <a:lstStyle/>
                    <a:p>
                      <a:pPr algn="ctr"/>
                      <a:r>
                        <a:rPr lang="en-US" altLang="zh-TW" dirty="0"/>
                        <a:t>6</a:t>
                      </a:r>
                      <a:endParaRPr lang="zh-TW" altLang="en-US" dirty="0"/>
                    </a:p>
                  </a:txBody>
                  <a:tcPr/>
                </a:tc>
                <a:tc>
                  <a:txBody>
                    <a:bodyPr/>
                    <a:lstStyle/>
                    <a:p>
                      <a:pPr algn="ctr"/>
                      <a:r>
                        <a:rPr lang="en-US" altLang="zh-TW" dirty="0"/>
                        <a:t>7</a:t>
                      </a:r>
                      <a:endParaRPr lang="zh-TW" altLang="en-US" dirty="0"/>
                    </a:p>
                  </a:txBody>
                  <a:tcPr/>
                </a:tc>
                <a:tc>
                  <a:txBody>
                    <a:bodyPr/>
                    <a:lstStyle/>
                    <a:p>
                      <a:pPr algn="ctr"/>
                      <a:r>
                        <a:rPr lang="en-US" altLang="zh-TW" dirty="0"/>
                        <a:t>8</a:t>
                      </a:r>
                      <a:endParaRPr lang="zh-TW" altLang="en-US" dirty="0"/>
                    </a:p>
                  </a:txBody>
                  <a:tcPr/>
                </a:tc>
                <a:tc>
                  <a:txBody>
                    <a:bodyPr/>
                    <a:lstStyle/>
                    <a:p>
                      <a:pPr algn="ctr"/>
                      <a:r>
                        <a:rPr lang="en-US" altLang="zh-TW" dirty="0"/>
                        <a:t>9</a:t>
                      </a:r>
                      <a:endParaRPr lang="zh-TW" altLang="en-US" dirty="0"/>
                    </a:p>
                  </a:txBody>
                  <a:tcPr/>
                </a:tc>
                <a:tc>
                  <a:txBody>
                    <a:bodyPr/>
                    <a:lstStyle/>
                    <a:p>
                      <a:pPr algn="ctr"/>
                      <a:r>
                        <a:rPr lang="en-US" altLang="zh-TW" dirty="0"/>
                        <a:t>10</a:t>
                      </a:r>
                      <a:endParaRPr lang="zh-TW" altLang="en-US" dirty="0"/>
                    </a:p>
                  </a:txBody>
                  <a:tcPr/>
                </a:tc>
                <a:tc>
                  <a:txBody>
                    <a:bodyPr/>
                    <a:lstStyle/>
                    <a:p>
                      <a:pPr algn="ctr"/>
                      <a:r>
                        <a:rPr lang="en-US" altLang="zh-TW" dirty="0"/>
                        <a:t>11</a:t>
                      </a:r>
                      <a:endParaRPr lang="zh-TW" altLang="en-US" dirty="0"/>
                    </a:p>
                  </a:txBody>
                  <a:tcPr/>
                </a:tc>
                <a:tc>
                  <a:txBody>
                    <a:bodyPr/>
                    <a:lstStyle/>
                    <a:p>
                      <a:pPr algn="ctr"/>
                      <a:r>
                        <a:rPr lang="en-US" altLang="zh-TW" dirty="0"/>
                        <a:t>12</a:t>
                      </a:r>
                      <a:endParaRPr lang="zh-TW" altLang="en-US" dirty="0"/>
                    </a:p>
                  </a:txBody>
                  <a:tcPr/>
                </a:tc>
                <a:tc>
                  <a:txBody>
                    <a:bodyPr/>
                    <a:lstStyle/>
                    <a:p>
                      <a:pPr algn="ctr"/>
                      <a:r>
                        <a:rPr lang="en-US" altLang="zh-TW" dirty="0"/>
                        <a:t>13</a:t>
                      </a:r>
                      <a:endParaRPr lang="zh-TW" altLang="en-US" dirty="0"/>
                    </a:p>
                  </a:txBody>
                  <a:tcPr/>
                </a:tc>
                <a:tc>
                  <a:txBody>
                    <a:bodyPr/>
                    <a:lstStyle/>
                    <a:p>
                      <a:pPr algn="ctr"/>
                      <a:r>
                        <a:rPr lang="en-US" altLang="zh-TW" dirty="0"/>
                        <a:t>14</a:t>
                      </a:r>
                      <a:endParaRPr lang="zh-TW" altLang="en-US" dirty="0"/>
                    </a:p>
                  </a:txBody>
                  <a:tcPr/>
                </a:tc>
                <a:tc>
                  <a:txBody>
                    <a:bodyPr/>
                    <a:lstStyle/>
                    <a:p>
                      <a:pPr algn="ctr"/>
                      <a:r>
                        <a:rPr lang="en-US" altLang="zh-TW" dirty="0"/>
                        <a:t>15</a:t>
                      </a:r>
                      <a:endParaRPr lang="zh-TW" altLang="en-US" dirty="0"/>
                    </a:p>
                  </a:txBody>
                  <a:tcPr/>
                </a:tc>
                <a:tc>
                  <a:txBody>
                    <a:bodyPr/>
                    <a:lstStyle/>
                    <a:p>
                      <a:pPr algn="ctr"/>
                      <a:r>
                        <a:rPr lang="en-US" altLang="zh-TW" dirty="0"/>
                        <a:t>16</a:t>
                      </a:r>
                      <a:endParaRPr lang="zh-TW" altLang="en-US" dirty="0"/>
                    </a:p>
                  </a:txBody>
                  <a:tcPr/>
                </a:tc>
                <a:tc>
                  <a:txBody>
                    <a:bodyPr/>
                    <a:lstStyle/>
                    <a:p>
                      <a:pPr algn="ctr"/>
                      <a:r>
                        <a:rPr lang="en-US" altLang="zh-TW" dirty="0"/>
                        <a:t>17</a:t>
                      </a:r>
                      <a:endParaRPr lang="zh-TW" altLang="en-US" dirty="0"/>
                    </a:p>
                  </a:txBody>
                  <a:tcPr/>
                </a:tc>
                <a:tc>
                  <a:txBody>
                    <a:bodyPr/>
                    <a:lstStyle/>
                    <a:p>
                      <a:pPr algn="ctr"/>
                      <a:r>
                        <a:rPr lang="en-US" altLang="zh-TW" dirty="0"/>
                        <a:t>18</a:t>
                      </a:r>
                      <a:endParaRPr lang="zh-TW" altLang="en-US" dirty="0"/>
                    </a:p>
                  </a:txBody>
                  <a:tcPr/>
                </a:tc>
                <a:tc>
                  <a:txBody>
                    <a:bodyPr/>
                    <a:lstStyle/>
                    <a:p>
                      <a:pPr algn="ctr"/>
                      <a:r>
                        <a:rPr lang="en-US" altLang="zh-TW" dirty="0"/>
                        <a:t>19</a:t>
                      </a:r>
                      <a:endParaRPr lang="zh-TW" altLang="en-US" dirty="0"/>
                    </a:p>
                  </a:txBody>
                  <a:tcPr/>
                </a:tc>
                <a:extLst>
                  <a:ext uri="{0D108BD9-81ED-4DB2-BD59-A6C34878D82A}">
                    <a16:rowId xmlns:a16="http://schemas.microsoft.com/office/drawing/2014/main" val="379876605"/>
                  </a:ext>
                </a:extLst>
              </a:tr>
              <a:tr h="370840">
                <a:tc>
                  <a:txBody>
                    <a:bodyPr/>
                    <a:lstStyle/>
                    <a:p>
                      <a:pPr algn="ctr"/>
                      <a:r>
                        <a:rPr lang="en-US" altLang="zh-TW" baseline="0" dirty="0">
                          <a:solidFill>
                            <a:srgbClr val="C00000"/>
                          </a:solidFill>
                        </a:rPr>
                        <a:t> </a:t>
                      </a:r>
                      <a:endParaRPr lang="zh-TW" altLang="en-US" dirty="0">
                        <a:solidFill>
                          <a:srgbClr val="C00000"/>
                        </a:solidFill>
                      </a:endParaRPr>
                    </a:p>
                  </a:txBody>
                  <a:tcPr/>
                </a:tc>
                <a:tc>
                  <a:txBody>
                    <a:bodyPr/>
                    <a:lstStyle/>
                    <a:p>
                      <a:pPr algn="ctr"/>
                      <a:r>
                        <a:rPr lang="en-US" altLang="zh-TW" dirty="0"/>
                        <a:t> </a:t>
                      </a:r>
                      <a:endParaRPr lang="zh-TW" altLang="en-US" dirty="0"/>
                    </a:p>
                  </a:txBody>
                  <a:tcPr/>
                </a:tc>
                <a:tc>
                  <a:txBody>
                    <a:bodyPr/>
                    <a:lstStyle/>
                    <a:p>
                      <a:pPr algn="ctr"/>
                      <a:r>
                        <a:rPr lang="en-US" altLang="zh-TW" dirty="0">
                          <a:solidFill>
                            <a:srgbClr val="C00000"/>
                          </a:solidFill>
                        </a:rPr>
                        <a:t>2</a:t>
                      </a:r>
                      <a:r>
                        <a:rPr lang="en-US" altLang="zh-TW" dirty="0"/>
                        <a:t> </a:t>
                      </a:r>
                      <a:endParaRPr lang="zh-TW" altLang="en-US" dirty="0"/>
                    </a:p>
                  </a:txBody>
                  <a:tcPr/>
                </a:tc>
                <a:tc>
                  <a:txBody>
                    <a:bodyPr/>
                    <a:lstStyle/>
                    <a:p>
                      <a:pPr algn="ctr"/>
                      <a:r>
                        <a:rPr lang="en-US" altLang="zh-TW" dirty="0"/>
                        <a:t> </a:t>
                      </a:r>
                      <a:endParaRPr lang="zh-TW" altLang="en-US" dirty="0"/>
                    </a:p>
                  </a:txBody>
                  <a:tcPr/>
                </a:tc>
                <a:tc>
                  <a:txBody>
                    <a:bodyPr/>
                    <a:lstStyle/>
                    <a:p>
                      <a:pPr algn="ctr"/>
                      <a:r>
                        <a:rPr lang="en-US" altLang="zh-TW" dirty="0"/>
                        <a:t> </a:t>
                      </a:r>
                      <a:endParaRPr lang="zh-TW" altLang="en-US" dirty="0"/>
                    </a:p>
                  </a:txBody>
                  <a:tcPr/>
                </a:tc>
                <a:tc>
                  <a:txBody>
                    <a:bodyPr/>
                    <a:lstStyle/>
                    <a:p>
                      <a:pPr algn="ctr"/>
                      <a:r>
                        <a:rPr lang="en-US" altLang="zh-TW" dirty="0"/>
                        <a:t> </a:t>
                      </a:r>
                      <a:endParaRPr lang="zh-TW" altLang="en-US" dirty="0"/>
                    </a:p>
                  </a:txBody>
                  <a:tcPr/>
                </a:tc>
                <a:tc>
                  <a:txBody>
                    <a:bodyPr/>
                    <a:lstStyle/>
                    <a:p>
                      <a:pPr algn="ctr"/>
                      <a:r>
                        <a:rPr lang="en-US" altLang="zh-TW" dirty="0"/>
                        <a:t> </a:t>
                      </a:r>
                      <a:endParaRPr lang="zh-TW" altLang="en-US" dirty="0"/>
                    </a:p>
                  </a:txBody>
                  <a:tcPr/>
                </a:tc>
                <a:tc>
                  <a:txBody>
                    <a:bodyPr/>
                    <a:lstStyle/>
                    <a:p>
                      <a:pPr algn="ctr"/>
                      <a:r>
                        <a:rPr lang="en-US" altLang="zh-TW" dirty="0"/>
                        <a:t>15 </a:t>
                      </a:r>
                      <a:endParaRPr lang="zh-TW" altLang="en-US" dirty="0"/>
                    </a:p>
                  </a:txBody>
                  <a:tcPr/>
                </a:tc>
                <a:tc>
                  <a:txBody>
                    <a:bodyPr/>
                    <a:lstStyle/>
                    <a:p>
                      <a:pPr algn="ctr"/>
                      <a:r>
                        <a:rPr lang="en-US" altLang="zh-TW" dirty="0"/>
                        <a:t>10 </a:t>
                      </a:r>
                      <a:endParaRPr lang="zh-TW" altLang="en-US" dirty="0"/>
                    </a:p>
                  </a:txBody>
                  <a:tcPr/>
                </a:tc>
                <a:tc>
                  <a:txBody>
                    <a:bodyPr/>
                    <a:lstStyle/>
                    <a:p>
                      <a:pPr algn="ctr"/>
                      <a:r>
                        <a:rPr lang="en-US" altLang="zh-TW" dirty="0">
                          <a:solidFill>
                            <a:schemeClr val="tx1"/>
                          </a:solidFill>
                        </a:rPr>
                        <a:t>13 </a:t>
                      </a:r>
                      <a:endParaRPr lang="zh-TW" altLang="en-US" dirty="0">
                        <a:solidFill>
                          <a:schemeClr val="tx1"/>
                        </a:solidFill>
                      </a:endParaRPr>
                    </a:p>
                  </a:txBody>
                  <a:tcPr/>
                </a:tc>
                <a:tc>
                  <a:txBody>
                    <a:bodyPr/>
                    <a:lstStyle/>
                    <a:p>
                      <a:pPr algn="ctr"/>
                      <a:r>
                        <a:rPr lang="en-US" altLang="zh-TW" dirty="0"/>
                        <a:t> </a:t>
                      </a:r>
                      <a:endParaRPr lang="zh-TW" altLang="en-US" dirty="0"/>
                    </a:p>
                  </a:txBody>
                  <a:tcPr/>
                </a:tc>
                <a:tc>
                  <a:txBody>
                    <a:bodyPr/>
                    <a:lstStyle/>
                    <a:p>
                      <a:pPr algn="ctr"/>
                      <a:r>
                        <a:rPr lang="en-US" altLang="zh-TW" dirty="0"/>
                        <a:t> </a:t>
                      </a:r>
                      <a:endParaRPr lang="zh-TW" altLang="en-US" dirty="0"/>
                    </a:p>
                  </a:txBody>
                  <a:tcPr/>
                </a:tc>
                <a:tc>
                  <a:txBody>
                    <a:bodyPr/>
                    <a:lstStyle/>
                    <a:p>
                      <a:pPr algn="ctr"/>
                      <a:r>
                        <a:rPr lang="en-US" altLang="zh-TW" dirty="0"/>
                        <a:t> </a:t>
                      </a:r>
                      <a:endParaRPr lang="zh-TW" altLang="en-US" dirty="0"/>
                    </a:p>
                  </a:txBody>
                  <a:tcPr/>
                </a:tc>
                <a:tc>
                  <a:txBody>
                    <a:bodyPr/>
                    <a:lstStyle/>
                    <a:p>
                      <a:pPr algn="ctr"/>
                      <a:r>
                        <a:rPr lang="en-US" altLang="zh-TW" dirty="0">
                          <a:solidFill>
                            <a:schemeClr val="tx1"/>
                          </a:solidFill>
                        </a:rPr>
                        <a:t>19</a:t>
                      </a:r>
                      <a:r>
                        <a:rPr lang="en-US" altLang="zh-TW" dirty="0"/>
                        <a:t> </a:t>
                      </a:r>
                      <a:endParaRPr lang="zh-TW" altLang="en-US" dirty="0"/>
                    </a:p>
                  </a:txBody>
                  <a:tcPr/>
                </a:tc>
                <a:tc>
                  <a:txBody>
                    <a:bodyPr/>
                    <a:lstStyle/>
                    <a:p>
                      <a:pPr algn="ctr"/>
                      <a:endParaRPr lang="zh-TW" altLang="en-US" dirty="0"/>
                    </a:p>
                  </a:txBody>
                  <a:tcPr/>
                </a:tc>
                <a:tc>
                  <a:txBody>
                    <a:bodyPr/>
                    <a:lstStyle/>
                    <a:p>
                      <a:pPr algn="ctr"/>
                      <a:r>
                        <a:rPr lang="en-US" altLang="zh-TW" dirty="0"/>
                        <a:t> </a:t>
                      </a:r>
                      <a:endParaRPr lang="zh-TW" altLang="en-US" dirty="0"/>
                    </a:p>
                  </a:txBody>
                  <a:tcPr/>
                </a:tc>
                <a:tc>
                  <a:txBody>
                    <a:bodyPr/>
                    <a:lstStyle/>
                    <a:p>
                      <a:pPr algn="ctr"/>
                      <a:r>
                        <a:rPr lang="en-US" altLang="zh-TW" dirty="0"/>
                        <a:t> </a:t>
                      </a:r>
                      <a:endParaRPr lang="zh-TW" altLang="en-US" dirty="0"/>
                    </a:p>
                  </a:txBody>
                  <a:tcPr/>
                </a:tc>
                <a:tc>
                  <a:txBody>
                    <a:bodyPr/>
                    <a:lstStyle/>
                    <a:p>
                      <a:pPr algn="ctr"/>
                      <a:r>
                        <a:rPr lang="en-US" altLang="zh-TW" dirty="0">
                          <a:solidFill>
                            <a:schemeClr val="tx1"/>
                          </a:solidFill>
                        </a:rPr>
                        <a:t>49</a:t>
                      </a:r>
                      <a:r>
                        <a:rPr lang="en-US" altLang="zh-TW" dirty="0"/>
                        <a:t>  </a:t>
                      </a:r>
                      <a:endParaRPr lang="zh-TW" altLang="en-US" dirty="0"/>
                    </a:p>
                  </a:txBody>
                  <a:tcPr/>
                </a:tc>
                <a:tc>
                  <a:txBody>
                    <a:bodyPr/>
                    <a:lstStyle/>
                    <a:p>
                      <a:pPr algn="ctr"/>
                      <a:endParaRPr lang="zh-TW" altLang="en-US" dirty="0"/>
                    </a:p>
                  </a:txBody>
                  <a:tcPr/>
                </a:tc>
                <a:tc>
                  <a:txBody>
                    <a:bodyPr/>
                    <a:lstStyle/>
                    <a:p>
                      <a:pPr algn="ctr"/>
                      <a:r>
                        <a:rPr lang="en-US" altLang="zh-TW" dirty="0"/>
                        <a:t> </a:t>
                      </a:r>
                      <a:endParaRPr lang="zh-TW" altLang="en-US" dirty="0"/>
                    </a:p>
                  </a:txBody>
                  <a:tcPr/>
                </a:tc>
                <a:extLst>
                  <a:ext uri="{0D108BD9-81ED-4DB2-BD59-A6C34878D82A}">
                    <a16:rowId xmlns:a16="http://schemas.microsoft.com/office/drawing/2014/main" val="1774951801"/>
                  </a:ext>
                </a:extLst>
              </a:tr>
            </a:tbl>
          </a:graphicData>
        </a:graphic>
      </p:graphicFrame>
      <p:sp>
        <p:nvSpPr>
          <p:cNvPr id="10" name="文字方塊 9"/>
          <p:cNvSpPr txBox="1"/>
          <p:nvPr/>
        </p:nvSpPr>
        <p:spPr>
          <a:xfrm>
            <a:off x="5039360" y="4999474"/>
            <a:ext cx="2042160" cy="461665"/>
          </a:xfrm>
          <a:prstGeom prst="rect">
            <a:avLst/>
          </a:prstGeom>
          <a:noFill/>
        </p:spPr>
        <p:txBody>
          <a:bodyPr wrap="square" rtlCol="0">
            <a:spAutoFit/>
          </a:bodyPr>
          <a:lstStyle/>
          <a:p>
            <a:pPr algn="ctr"/>
            <a:r>
              <a:rPr lang="en-US" altLang="zh-TW" sz="2400" dirty="0">
                <a:latin typeface="Times New Roman" panose="02020603050405020304" pitchFamily="18" charset="0"/>
                <a:cs typeface="Times New Roman" panose="02020603050405020304" pitchFamily="18" charset="0"/>
              </a:rPr>
              <a:t>Repositioning</a:t>
            </a:r>
            <a:endParaRPr lang="zh-TW" altLang="en-US" sz="2400" dirty="0">
              <a:latin typeface="Times New Roman" panose="02020603050405020304" pitchFamily="18" charset="0"/>
              <a:cs typeface="Times New Roman" panose="02020603050405020304" pitchFamily="18" charset="0"/>
            </a:endParaRPr>
          </a:p>
        </p:txBody>
      </p:sp>
      <p:sp>
        <p:nvSpPr>
          <p:cNvPr id="12" name="矩形 11"/>
          <p:cNvSpPr/>
          <p:nvPr/>
        </p:nvSpPr>
        <p:spPr>
          <a:xfrm>
            <a:off x="5246668" y="2890232"/>
            <a:ext cx="1383712" cy="461665"/>
          </a:xfrm>
          <a:prstGeom prst="rect">
            <a:avLst/>
          </a:prstGeom>
        </p:spPr>
        <p:txBody>
          <a:bodyPr wrap="none">
            <a:spAutoFit/>
          </a:bodyPr>
          <a:lstStyle/>
          <a:p>
            <a:pPr algn="ctr"/>
            <a:r>
              <a:rPr lang="en-US" altLang="zh-TW" sz="2400" dirty="0">
                <a:latin typeface="Times New Roman" panose="02020603050405020304" pitchFamily="18" charset="0"/>
                <a:cs typeface="Times New Roman" panose="02020603050405020304" pitchFamily="18" charset="0"/>
              </a:rPr>
              <a:t>2</a:t>
            </a:r>
            <a:r>
              <a:rPr lang="en-US" altLang="zh-TW" sz="2400" baseline="-25000" dirty="0">
                <a:latin typeface="Times New Roman" panose="02020603050405020304" pitchFamily="18" charset="0"/>
                <a:cs typeface="Times New Roman" panose="02020603050405020304" pitchFamily="18" charset="0"/>
              </a:rPr>
              <a:t>10 </a:t>
            </a:r>
            <a:r>
              <a:rPr lang="en-US" altLang="zh-TW" sz="2400" dirty="0">
                <a:latin typeface="Times New Roman" panose="02020603050405020304" pitchFamily="18" charset="0"/>
                <a:cs typeface="Times New Roman" panose="02020603050405020304" pitchFamily="18" charset="0"/>
              </a:rPr>
              <a:t> = 10</a:t>
            </a:r>
            <a:r>
              <a:rPr lang="en-US" altLang="zh-TW" sz="2400" baseline="-25000" dirty="0">
                <a:latin typeface="Times New Roman" panose="02020603050405020304" pitchFamily="18" charset="0"/>
                <a:cs typeface="Times New Roman" panose="02020603050405020304" pitchFamily="18" charset="0"/>
              </a:rPr>
              <a:t>2 </a:t>
            </a:r>
            <a:endParaRPr lang="zh-TW" altLang="en-US" sz="2400" baseline="-25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85432150"/>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Repositioning step</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C497B8E6-CB28-4350-9E62-3F3C29E41FED}" type="slidenum">
              <a:rPr lang="zh-TW" altLang="en-US" smtClean="0"/>
              <a:t>39</a:t>
            </a:fld>
            <a:endParaRPr lang="zh-TW" altLang="en-US"/>
          </a:p>
        </p:txBody>
      </p:sp>
      <p:graphicFrame>
        <p:nvGraphicFramePr>
          <p:cNvPr id="5" name="表格 4"/>
          <p:cNvGraphicFramePr>
            <a:graphicFrameLocks noGrp="1"/>
          </p:cNvGraphicFramePr>
          <p:nvPr>
            <p:extLst>
              <p:ext uri="{D42A27DB-BD31-4B8C-83A1-F6EECF244321}">
                <p14:modId xmlns:p14="http://schemas.microsoft.com/office/powerpoint/2010/main" val="2411653173"/>
              </p:ext>
            </p:extLst>
          </p:nvPr>
        </p:nvGraphicFramePr>
        <p:xfrm>
          <a:off x="2037080" y="3968353"/>
          <a:ext cx="8128000" cy="741680"/>
        </p:xfrm>
        <a:graphic>
          <a:graphicData uri="http://schemas.openxmlformats.org/drawingml/2006/table">
            <a:tbl>
              <a:tblPr>
                <a:tableStyleId>{5C22544A-7EE6-4342-B048-85BDC9FD1C3A}</a:tableStyleId>
              </a:tblPr>
              <a:tblGrid>
                <a:gridCol w="1016000">
                  <a:extLst>
                    <a:ext uri="{9D8B030D-6E8A-4147-A177-3AD203B41FA5}">
                      <a16:colId xmlns:a16="http://schemas.microsoft.com/office/drawing/2014/main" val="232325015"/>
                    </a:ext>
                  </a:extLst>
                </a:gridCol>
                <a:gridCol w="1016000">
                  <a:extLst>
                    <a:ext uri="{9D8B030D-6E8A-4147-A177-3AD203B41FA5}">
                      <a16:colId xmlns:a16="http://schemas.microsoft.com/office/drawing/2014/main" val="809820525"/>
                    </a:ext>
                  </a:extLst>
                </a:gridCol>
                <a:gridCol w="1016000">
                  <a:extLst>
                    <a:ext uri="{9D8B030D-6E8A-4147-A177-3AD203B41FA5}">
                      <a16:colId xmlns:a16="http://schemas.microsoft.com/office/drawing/2014/main" val="3216279575"/>
                    </a:ext>
                  </a:extLst>
                </a:gridCol>
                <a:gridCol w="1016000">
                  <a:extLst>
                    <a:ext uri="{9D8B030D-6E8A-4147-A177-3AD203B41FA5}">
                      <a16:colId xmlns:a16="http://schemas.microsoft.com/office/drawing/2014/main" val="668291663"/>
                    </a:ext>
                  </a:extLst>
                </a:gridCol>
                <a:gridCol w="1016000">
                  <a:extLst>
                    <a:ext uri="{9D8B030D-6E8A-4147-A177-3AD203B41FA5}">
                      <a16:colId xmlns:a16="http://schemas.microsoft.com/office/drawing/2014/main" val="4109121243"/>
                    </a:ext>
                  </a:extLst>
                </a:gridCol>
                <a:gridCol w="1016000">
                  <a:extLst>
                    <a:ext uri="{9D8B030D-6E8A-4147-A177-3AD203B41FA5}">
                      <a16:colId xmlns:a16="http://schemas.microsoft.com/office/drawing/2014/main" val="2213655556"/>
                    </a:ext>
                  </a:extLst>
                </a:gridCol>
                <a:gridCol w="1016000">
                  <a:extLst>
                    <a:ext uri="{9D8B030D-6E8A-4147-A177-3AD203B41FA5}">
                      <a16:colId xmlns:a16="http://schemas.microsoft.com/office/drawing/2014/main" val="1831011624"/>
                    </a:ext>
                  </a:extLst>
                </a:gridCol>
                <a:gridCol w="1016000">
                  <a:extLst>
                    <a:ext uri="{9D8B030D-6E8A-4147-A177-3AD203B41FA5}">
                      <a16:colId xmlns:a16="http://schemas.microsoft.com/office/drawing/2014/main" val="1673615481"/>
                    </a:ext>
                  </a:extLst>
                </a:gridCol>
              </a:tblGrid>
              <a:tr h="370840">
                <a:tc>
                  <a:txBody>
                    <a:bodyPr/>
                    <a:lstStyle/>
                    <a:p>
                      <a:pPr algn="ctr"/>
                      <a:r>
                        <a:rPr lang="en-US" altLang="zh-TW" dirty="0"/>
                        <a:t>0</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2</a:t>
                      </a:r>
                      <a:r>
                        <a:rPr lang="zh-TW" altLang="en-US" dirty="0"/>
                        <a:t> </a:t>
                      </a:r>
                    </a:p>
                  </a:txBody>
                  <a:tcPr/>
                </a:tc>
                <a:tc>
                  <a:txBody>
                    <a:bodyPr/>
                    <a:lstStyle/>
                    <a:p>
                      <a:pPr algn="ctr"/>
                      <a:r>
                        <a:rPr lang="en-US" altLang="zh-TW" dirty="0"/>
                        <a:t>3</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5</a:t>
                      </a:r>
                      <a:endParaRPr lang="zh-TW" altLang="en-US" dirty="0"/>
                    </a:p>
                  </a:txBody>
                  <a:tcPr/>
                </a:tc>
                <a:tc>
                  <a:txBody>
                    <a:bodyPr/>
                    <a:lstStyle/>
                    <a:p>
                      <a:pPr algn="ctr"/>
                      <a:r>
                        <a:rPr lang="en-US" altLang="zh-TW" dirty="0"/>
                        <a:t>6</a:t>
                      </a:r>
                      <a:endParaRPr lang="zh-TW" altLang="en-US" dirty="0"/>
                    </a:p>
                  </a:txBody>
                  <a:tcPr/>
                </a:tc>
                <a:tc>
                  <a:txBody>
                    <a:bodyPr/>
                    <a:lstStyle/>
                    <a:p>
                      <a:pPr algn="ctr"/>
                      <a:r>
                        <a:rPr lang="en-US" altLang="zh-TW" dirty="0"/>
                        <a:t>7-31</a:t>
                      </a:r>
                      <a:endParaRPr lang="zh-TW" altLang="en-US" dirty="0"/>
                    </a:p>
                  </a:txBody>
                  <a:tcPr/>
                </a:tc>
                <a:extLst>
                  <a:ext uri="{0D108BD9-81ED-4DB2-BD59-A6C34878D82A}">
                    <a16:rowId xmlns:a16="http://schemas.microsoft.com/office/drawing/2014/main" val="1181902020"/>
                  </a:ext>
                </a:extLst>
              </a:tr>
              <a:tr h="370840">
                <a:tc>
                  <a:txBody>
                    <a:bodyPr/>
                    <a:lstStyle/>
                    <a:p>
                      <a:pPr algn="ctr"/>
                      <a:r>
                        <a:rPr lang="en-US" altLang="zh-TW" dirty="0"/>
                        <a:t>1</a:t>
                      </a:r>
                      <a:endParaRPr lang="zh-TW" altLang="en-US" dirty="0"/>
                    </a:p>
                  </a:txBody>
                  <a:tcPr/>
                </a:tc>
                <a:tc>
                  <a:txBody>
                    <a:bodyPr/>
                    <a:lstStyle/>
                    <a:p>
                      <a:pPr algn="ctr"/>
                      <a:r>
                        <a:rPr lang="en-US" altLang="zh-TW" dirty="0">
                          <a:solidFill>
                            <a:schemeClr val="tx1"/>
                          </a:solidFill>
                        </a:rPr>
                        <a:t>3</a:t>
                      </a:r>
                      <a:endParaRPr lang="zh-TW" altLang="en-US" dirty="0">
                        <a:solidFill>
                          <a:schemeClr val="tx1"/>
                        </a:solidFill>
                      </a:endParaRPr>
                    </a:p>
                  </a:txBody>
                  <a:tcPr/>
                </a:tc>
                <a:tc>
                  <a:txBody>
                    <a:bodyPr/>
                    <a:lstStyle/>
                    <a:p>
                      <a:pPr algn="ctr"/>
                      <a:r>
                        <a:rPr lang="en-US" altLang="zh-TW" strike="sngStrike" dirty="0">
                          <a:solidFill>
                            <a:srgbClr val="C00000"/>
                          </a:solidFill>
                        </a:rPr>
                        <a:t>4</a:t>
                      </a:r>
                      <a:r>
                        <a:rPr lang="zh-TW" altLang="en-US" dirty="0">
                          <a:solidFill>
                            <a:srgbClr val="C00000"/>
                          </a:solidFill>
                        </a:rPr>
                        <a:t> </a:t>
                      </a:r>
                      <a:r>
                        <a:rPr lang="en-US" altLang="zh-TW" dirty="0">
                          <a:solidFill>
                            <a:srgbClr val="C00000"/>
                          </a:solidFill>
                        </a:rPr>
                        <a:t>-&gt; 5</a:t>
                      </a:r>
                      <a:endParaRPr lang="zh-TW" altLang="en-US" dirty="0">
                        <a:solidFill>
                          <a:srgbClr val="C00000"/>
                        </a:solidFill>
                      </a:endParaRPr>
                    </a:p>
                  </a:txBody>
                  <a:tcPr/>
                </a:tc>
                <a:tc>
                  <a:txBody>
                    <a:bodyPr/>
                    <a:lstStyle/>
                    <a:p>
                      <a:pPr algn="ctr"/>
                      <a:r>
                        <a:rPr lang="en-US" altLang="zh-TW" strike="noStrike" dirty="0">
                          <a:solidFill>
                            <a:schemeClr val="tx1"/>
                          </a:solidFill>
                        </a:rPr>
                        <a:t>10</a:t>
                      </a:r>
                      <a:endParaRPr lang="zh-TW" altLang="en-US" strike="noStrike" dirty="0">
                        <a:solidFill>
                          <a:schemeClr val="tx1"/>
                        </a:solidFill>
                      </a:endParaRPr>
                    </a:p>
                  </a:txBody>
                  <a:tcPr/>
                </a:tc>
                <a:tc>
                  <a:txBody>
                    <a:bodyPr/>
                    <a:lstStyle/>
                    <a:p>
                      <a:pPr algn="ctr"/>
                      <a:r>
                        <a:rPr lang="en-US" altLang="zh-TW" strike="noStrike" dirty="0">
                          <a:solidFill>
                            <a:schemeClr val="tx1"/>
                          </a:solidFill>
                        </a:rPr>
                        <a:t>14</a:t>
                      </a:r>
                      <a:endParaRPr lang="zh-TW" altLang="en-US" strike="noStrike" dirty="0">
                        <a:solidFill>
                          <a:schemeClr val="tx1"/>
                        </a:solidFill>
                      </a:endParaRPr>
                    </a:p>
                  </a:txBody>
                  <a:tcPr/>
                </a:tc>
                <a:tc>
                  <a:txBody>
                    <a:bodyPr/>
                    <a:lstStyle/>
                    <a:p>
                      <a:pPr algn="ctr"/>
                      <a:r>
                        <a:rPr lang="en-US" altLang="zh-TW" dirty="0">
                          <a:solidFill>
                            <a:schemeClr val="tx1"/>
                          </a:solidFill>
                        </a:rPr>
                        <a:t>18</a:t>
                      </a:r>
                      <a:endParaRPr lang="zh-TW" altLang="en-US" dirty="0">
                        <a:solidFill>
                          <a:schemeClr val="tx1"/>
                        </a:solidFill>
                      </a:endParaRPr>
                    </a:p>
                  </a:txBody>
                  <a:tcPr/>
                </a:tc>
                <a:tc>
                  <a:txBody>
                    <a:bodyPr/>
                    <a:lstStyle/>
                    <a:p>
                      <a:pPr algn="ctr"/>
                      <a:r>
                        <a:rPr lang="en-US" altLang="zh-TW" dirty="0"/>
                        <a:t>20</a:t>
                      </a:r>
                      <a:endParaRPr lang="zh-TW" altLang="en-US" dirty="0"/>
                    </a:p>
                  </a:txBody>
                  <a:tcPr/>
                </a:tc>
                <a:tc>
                  <a:txBody>
                    <a:bodyPr/>
                    <a:lstStyle/>
                    <a:p>
                      <a:pPr algn="ctr"/>
                      <a:r>
                        <a:rPr lang="en-US" altLang="zh-TW" dirty="0"/>
                        <a:t>20</a:t>
                      </a:r>
                      <a:endParaRPr lang="zh-TW" altLang="en-US" dirty="0"/>
                    </a:p>
                  </a:txBody>
                  <a:tcPr/>
                </a:tc>
                <a:extLst>
                  <a:ext uri="{0D108BD9-81ED-4DB2-BD59-A6C34878D82A}">
                    <a16:rowId xmlns:a16="http://schemas.microsoft.com/office/drawing/2014/main" val="3746804522"/>
                  </a:ext>
                </a:extLst>
              </a:tr>
            </a:tbl>
          </a:graphicData>
        </a:graphic>
      </p:graphicFrame>
      <p:sp>
        <p:nvSpPr>
          <p:cNvPr id="6" name="文字方塊 5"/>
          <p:cNvSpPr txBox="1"/>
          <p:nvPr/>
        </p:nvSpPr>
        <p:spPr>
          <a:xfrm>
            <a:off x="5039360" y="3305730"/>
            <a:ext cx="1798320" cy="461665"/>
          </a:xfrm>
          <a:prstGeom prst="rect">
            <a:avLst/>
          </a:prstGeom>
          <a:noFill/>
        </p:spPr>
        <p:txBody>
          <a:bodyPr wrap="square" rtlCol="0">
            <a:spAutoFit/>
          </a:bodyPr>
          <a:lstStyle/>
          <a:p>
            <a:pPr algn="ctr"/>
            <a:r>
              <a:rPr lang="en-US" altLang="zh-TW" sz="2400" dirty="0" err="1">
                <a:latin typeface="Times New Roman" panose="02020603050405020304" pitchFamily="18" charset="0"/>
                <a:cs typeface="Times New Roman" panose="02020603050405020304" pitchFamily="18" charset="0"/>
              </a:rPr>
              <a:t>Bitband</a:t>
            </a:r>
            <a:r>
              <a:rPr lang="en-US" altLang="zh-TW" sz="2400" dirty="0">
                <a:latin typeface="Times New Roman" panose="02020603050405020304" pitchFamily="18" charset="0"/>
                <a:cs typeface="Times New Roman" panose="02020603050405020304" pitchFamily="18" charset="0"/>
              </a:rPr>
              <a:t> </a:t>
            </a:r>
            <a:endParaRPr lang="zh-TW" altLang="en-US" sz="2400" dirty="0">
              <a:latin typeface="Times New Roman" panose="02020603050405020304" pitchFamily="18" charset="0"/>
              <a:cs typeface="Times New Roman" panose="02020603050405020304" pitchFamily="18" charset="0"/>
            </a:endParaRPr>
          </a:p>
        </p:txBody>
      </p:sp>
      <p:graphicFrame>
        <p:nvGraphicFramePr>
          <p:cNvPr id="7" name="表格 6"/>
          <p:cNvGraphicFramePr>
            <a:graphicFrameLocks noGrp="1"/>
          </p:cNvGraphicFramePr>
          <p:nvPr>
            <p:extLst>
              <p:ext uri="{D42A27DB-BD31-4B8C-83A1-F6EECF244321}">
                <p14:modId xmlns:p14="http://schemas.microsoft.com/office/powerpoint/2010/main" val="2682429169"/>
              </p:ext>
            </p:extLst>
          </p:nvPr>
        </p:nvGraphicFramePr>
        <p:xfrm>
          <a:off x="1539240" y="1829911"/>
          <a:ext cx="9113520" cy="741680"/>
        </p:xfrm>
        <a:graphic>
          <a:graphicData uri="http://schemas.openxmlformats.org/drawingml/2006/table">
            <a:tbl>
              <a:tblPr>
                <a:tableStyleId>{073A0DAA-6AF3-43AB-8588-CEC1D06C72B9}</a:tableStyleId>
              </a:tblPr>
              <a:tblGrid>
                <a:gridCol w="455676">
                  <a:extLst>
                    <a:ext uri="{9D8B030D-6E8A-4147-A177-3AD203B41FA5}">
                      <a16:colId xmlns:a16="http://schemas.microsoft.com/office/drawing/2014/main" val="4051507761"/>
                    </a:ext>
                  </a:extLst>
                </a:gridCol>
                <a:gridCol w="455676">
                  <a:extLst>
                    <a:ext uri="{9D8B030D-6E8A-4147-A177-3AD203B41FA5}">
                      <a16:colId xmlns:a16="http://schemas.microsoft.com/office/drawing/2014/main" val="2972139511"/>
                    </a:ext>
                  </a:extLst>
                </a:gridCol>
                <a:gridCol w="455676">
                  <a:extLst>
                    <a:ext uri="{9D8B030D-6E8A-4147-A177-3AD203B41FA5}">
                      <a16:colId xmlns:a16="http://schemas.microsoft.com/office/drawing/2014/main" val="2875737650"/>
                    </a:ext>
                  </a:extLst>
                </a:gridCol>
                <a:gridCol w="455676">
                  <a:extLst>
                    <a:ext uri="{9D8B030D-6E8A-4147-A177-3AD203B41FA5}">
                      <a16:colId xmlns:a16="http://schemas.microsoft.com/office/drawing/2014/main" val="2677827691"/>
                    </a:ext>
                  </a:extLst>
                </a:gridCol>
                <a:gridCol w="455676">
                  <a:extLst>
                    <a:ext uri="{9D8B030D-6E8A-4147-A177-3AD203B41FA5}">
                      <a16:colId xmlns:a16="http://schemas.microsoft.com/office/drawing/2014/main" val="2441000429"/>
                    </a:ext>
                  </a:extLst>
                </a:gridCol>
                <a:gridCol w="455676">
                  <a:extLst>
                    <a:ext uri="{9D8B030D-6E8A-4147-A177-3AD203B41FA5}">
                      <a16:colId xmlns:a16="http://schemas.microsoft.com/office/drawing/2014/main" val="1229051241"/>
                    </a:ext>
                  </a:extLst>
                </a:gridCol>
                <a:gridCol w="455676">
                  <a:extLst>
                    <a:ext uri="{9D8B030D-6E8A-4147-A177-3AD203B41FA5}">
                      <a16:colId xmlns:a16="http://schemas.microsoft.com/office/drawing/2014/main" val="1827395689"/>
                    </a:ext>
                  </a:extLst>
                </a:gridCol>
                <a:gridCol w="455676">
                  <a:extLst>
                    <a:ext uri="{9D8B030D-6E8A-4147-A177-3AD203B41FA5}">
                      <a16:colId xmlns:a16="http://schemas.microsoft.com/office/drawing/2014/main" val="1220040406"/>
                    </a:ext>
                  </a:extLst>
                </a:gridCol>
                <a:gridCol w="455676">
                  <a:extLst>
                    <a:ext uri="{9D8B030D-6E8A-4147-A177-3AD203B41FA5}">
                      <a16:colId xmlns:a16="http://schemas.microsoft.com/office/drawing/2014/main" val="4267595762"/>
                    </a:ext>
                  </a:extLst>
                </a:gridCol>
                <a:gridCol w="455676">
                  <a:extLst>
                    <a:ext uri="{9D8B030D-6E8A-4147-A177-3AD203B41FA5}">
                      <a16:colId xmlns:a16="http://schemas.microsoft.com/office/drawing/2014/main" val="1039504818"/>
                    </a:ext>
                  </a:extLst>
                </a:gridCol>
                <a:gridCol w="455676">
                  <a:extLst>
                    <a:ext uri="{9D8B030D-6E8A-4147-A177-3AD203B41FA5}">
                      <a16:colId xmlns:a16="http://schemas.microsoft.com/office/drawing/2014/main" val="3328107497"/>
                    </a:ext>
                  </a:extLst>
                </a:gridCol>
                <a:gridCol w="455676">
                  <a:extLst>
                    <a:ext uri="{9D8B030D-6E8A-4147-A177-3AD203B41FA5}">
                      <a16:colId xmlns:a16="http://schemas.microsoft.com/office/drawing/2014/main" val="4076855284"/>
                    </a:ext>
                  </a:extLst>
                </a:gridCol>
                <a:gridCol w="455676">
                  <a:extLst>
                    <a:ext uri="{9D8B030D-6E8A-4147-A177-3AD203B41FA5}">
                      <a16:colId xmlns:a16="http://schemas.microsoft.com/office/drawing/2014/main" val="1854445924"/>
                    </a:ext>
                  </a:extLst>
                </a:gridCol>
                <a:gridCol w="455676">
                  <a:extLst>
                    <a:ext uri="{9D8B030D-6E8A-4147-A177-3AD203B41FA5}">
                      <a16:colId xmlns:a16="http://schemas.microsoft.com/office/drawing/2014/main" val="1575012594"/>
                    </a:ext>
                  </a:extLst>
                </a:gridCol>
                <a:gridCol w="455676">
                  <a:extLst>
                    <a:ext uri="{9D8B030D-6E8A-4147-A177-3AD203B41FA5}">
                      <a16:colId xmlns:a16="http://schemas.microsoft.com/office/drawing/2014/main" val="389045705"/>
                    </a:ext>
                  </a:extLst>
                </a:gridCol>
                <a:gridCol w="455676">
                  <a:extLst>
                    <a:ext uri="{9D8B030D-6E8A-4147-A177-3AD203B41FA5}">
                      <a16:colId xmlns:a16="http://schemas.microsoft.com/office/drawing/2014/main" val="3254408253"/>
                    </a:ext>
                  </a:extLst>
                </a:gridCol>
                <a:gridCol w="455676">
                  <a:extLst>
                    <a:ext uri="{9D8B030D-6E8A-4147-A177-3AD203B41FA5}">
                      <a16:colId xmlns:a16="http://schemas.microsoft.com/office/drawing/2014/main" val="1639466125"/>
                    </a:ext>
                  </a:extLst>
                </a:gridCol>
                <a:gridCol w="455676">
                  <a:extLst>
                    <a:ext uri="{9D8B030D-6E8A-4147-A177-3AD203B41FA5}">
                      <a16:colId xmlns:a16="http://schemas.microsoft.com/office/drawing/2014/main" val="3570555910"/>
                    </a:ext>
                  </a:extLst>
                </a:gridCol>
                <a:gridCol w="455676">
                  <a:extLst>
                    <a:ext uri="{9D8B030D-6E8A-4147-A177-3AD203B41FA5}">
                      <a16:colId xmlns:a16="http://schemas.microsoft.com/office/drawing/2014/main" val="472093811"/>
                    </a:ext>
                  </a:extLst>
                </a:gridCol>
                <a:gridCol w="455676">
                  <a:extLst>
                    <a:ext uri="{9D8B030D-6E8A-4147-A177-3AD203B41FA5}">
                      <a16:colId xmlns:a16="http://schemas.microsoft.com/office/drawing/2014/main" val="367352948"/>
                    </a:ext>
                  </a:extLst>
                </a:gridCol>
              </a:tblGrid>
              <a:tr h="370840">
                <a:tc>
                  <a:txBody>
                    <a:bodyPr/>
                    <a:lstStyle/>
                    <a:p>
                      <a:pPr algn="ctr"/>
                      <a:r>
                        <a:rPr lang="en-US" altLang="zh-TW" dirty="0"/>
                        <a:t>0</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5</a:t>
                      </a:r>
                      <a:endParaRPr lang="zh-TW" altLang="en-US" dirty="0"/>
                    </a:p>
                  </a:txBody>
                  <a:tcPr/>
                </a:tc>
                <a:tc>
                  <a:txBody>
                    <a:bodyPr/>
                    <a:lstStyle/>
                    <a:p>
                      <a:pPr algn="ctr"/>
                      <a:r>
                        <a:rPr lang="en-US" altLang="zh-TW" dirty="0"/>
                        <a:t>6</a:t>
                      </a:r>
                      <a:endParaRPr lang="zh-TW" altLang="en-US" dirty="0"/>
                    </a:p>
                  </a:txBody>
                  <a:tcPr/>
                </a:tc>
                <a:tc>
                  <a:txBody>
                    <a:bodyPr/>
                    <a:lstStyle/>
                    <a:p>
                      <a:pPr algn="ctr"/>
                      <a:r>
                        <a:rPr lang="en-US" altLang="zh-TW" dirty="0"/>
                        <a:t>7</a:t>
                      </a:r>
                      <a:endParaRPr lang="zh-TW" altLang="en-US" dirty="0"/>
                    </a:p>
                  </a:txBody>
                  <a:tcPr/>
                </a:tc>
                <a:tc>
                  <a:txBody>
                    <a:bodyPr/>
                    <a:lstStyle/>
                    <a:p>
                      <a:pPr algn="ctr"/>
                      <a:r>
                        <a:rPr lang="en-US" altLang="zh-TW" dirty="0"/>
                        <a:t>8</a:t>
                      </a:r>
                      <a:endParaRPr lang="zh-TW" altLang="en-US" dirty="0"/>
                    </a:p>
                  </a:txBody>
                  <a:tcPr/>
                </a:tc>
                <a:tc>
                  <a:txBody>
                    <a:bodyPr/>
                    <a:lstStyle/>
                    <a:p>
                      <a:pPr algn="ctr"/>
                      <a:r>
                        <a:rPr lang="en-US" altLang="zh-TW" dirty="0"/>
                        <a:t>9</a:t>
                      </a:r>
                      <a:endParaRPr lang="zh-TW" altLang="en-US" dirty="0"/>
                    </a:p>
                  </a:txBody>
                  <a:tcPr/>
                </a:tc>
                <a:tc>
                  <a:txBody>
                    <a:bodyPr/>
                    <a:lstStyle/>
                    <a:p>
                      <a:pPr algn="ctr"/>
                      <a:r>
                        <a:rPr lang="en-US" altLang="zh-TW" dirty="0"/>
                        <a:t>10</a:t>
                      </a:r>
                      <a:endParaRPr lang="zh-TW" altLang="en-US" dirty="0"/>
                    </a:p>
                  </a:txBody>
                  <a:tcPr/>
                </a:tc>
                <a:tc>
                  <a:txBody>
                    <a:bodyPr/>
                    <a:lstStyle/>
                    <a:p>
                      <a:pPr algn="ctr"/>
                      <a:r>
                        <a:rPr lang="en-US" altLang="zh-TW" dirty="0"/>
                        <a:t>11</a:t>
                      </a:r>
                      <a:endParaRPr lang="zh-TW" altLang="en-US" dirty="0"/>
                    </a:p>
                  </a:txBody>
                  <a:tcPr/>
                </a:tc>
                <a:tc>
                  <a:txBody>
                    <a:bodyPr/>
                    <a:lstStyle/>
                    <a:p>
                      <a:pPr algn="ctr"/>
                      <a:r>
                        <a:rPr lang="en-US" altLang="zh-TW" dirty="0"/>
                        <a:t>12</a:t>
                      </a:r>
                      <a:endParaRPr lang="zh-TW" altLang="en-US" dirty="0"/>
                    </a:p>
                  </a:txBody>
                  <a:tcPr/>
                </a:tc>
                <a:tc>
                  <a:txBody>
                    <a:bodyPr/>
                    <a:lstStyle/>
                    <a:p>
                      <a:pPr algn="ctr"/>
                      <a:r>
                        <a:rPr lang="en-US" altLang="zh-TW" dirty="0"/>
                        <a:t>13</a:t>
                      </a:r>
                      <a:endParaRPr lang="zh-TW" altLang="en-US" dirty="0"/>
                    </a:p>
                  </a:txBody>
                  <a:tcPr/>
                </a:tc>
                <a:tc>
                  <a:txBody>
                    <a:bodyPr/>
                    <a:lstStyle/>
                    <a:p>
                      <a:pPr algn="ctr"/>
                      <a:r>
                        <a:rPr lang="en-US" altLang="zh-TW" dirty="0"/>
                        <a:t>14</a:t>
                      </a:r>
                      <a:endParaRPr lang="zh-TW" altLang="en-US" dirty="0"/>
                    </a:p>
                  </a:txBody>
                  <a:tcPr/>
                </a:tc>
                <a:tc>
                  <a:txBody>
                    <a:bodyPr/>
                    <a:lstStyle/>
                    <a:p>
                      <a:pPr algn="ctr"/>
                      <a:r>
                        <a:rPr lang="en-US" altLang="zh-TW" dirty="0"/>
                        <a:t>15</a:t>
                      </a:r>
                      <a:endParaRPr lang="zh-TW" altLang="en-US" dirty="0"/>
                    </a:p>
                  </a:txBody>
                  <a:tcPr/>
                </a:tc>
                <a:tc>
                  <a:txBody>
                    <a:bodyPr/>
                    <a:lstStyle/>
                    <a:p>
                      <a:pPr algn="ctr"/>
                      <a:r>
                        <a:rPr lang="en-US" altLang="zh-TW" dirty="0"/>
                        <a:t>16</a:t>
                      </a:r>
                      <a:endParaRPr lang="zh-TW" altLang="en-US" dirty="0"/>
                    </a:p>
                  </a:txBody>
                  <a:tcPr/>
                </a:tc>
                <a:tc>
                  <a:txBody>
                    <a:bodyPr/>
                    <a:lstStyle/>
                    <a:p>
                      <a:pPr algn="ctr"/>
                      <a:r>
                        <a:rPr lang="en-US" altLang="zh-TW" dirty="0"/>
                        <a:t>17</a:t>
                      </a:r>
                      <a:endParaRPr lang="zh-TW" altLang="en-US" dirty="0"/>
                    </a:p>
                  </a:txBody>
                  <a:tcPr/>
                </a:tc>
                <a:tc>
                  <a:txBody>
                    <a:bodyPr/>
                    <a:lstStyle/>
                    <a:p>
                      <a:pPr algn="ctr"/>
                      <a:r>
                        <a:rPr lang="en-US" altLang="zh-TW" dirty="0"/>
                        <a:t>18</a:t>
                      </a:r>
                      <a:endParaRPr lang="zh-TW" altLang="en-US" dirty="0"/>
                    </a:p>
                  </a:txBody>
                  <a:tcPr/>
                </a:tc>
                <a:tc>
                  <a:txBody>
                    <a:bodyPr/>
                    <a:lstStyle/>
                    <a:p>
                      <a:pPr algn="ctr"/>
                      <a:r>
                        <a:rPr lang="en-US" altLang="zh-TW" dirty="0"/>
                        <a:t>19</a:t>
                      </a:r>
                      <a:endParaRPr lang="zh-TW" altLang="en-US" dirty="0"/>
                    </a:p>
                  </a:txBody>
                  <a:tcPr/>
                </a:tc>
                <a:extLst>
                  <a:ext uri="{0D108BD9-81ED-4DB2-BD59-A6C34878D82A}">
                    <a16:rowId xmlns:a16="http://schemas.microsoft.com/office/drawing/2014/main" val="379876605"/>
                  </a:ext>
                </a:extLst>
              </a:tr>
              <a:tr h="370840">
                <a:tc>
                  <a:txBody>
                    <a:bodyPr/>
                    <a:lstStyle/>
                    <a:p>
                      <a:pPr algn="ctr"/>
                      <a:r>
                        <a:rPr lang="en-US" altLang="zh-TW" dirty="0">
                          <a:solidFill>
                            <a:schemeClr val="tx1"/>
                          </a:solidFill>
                        </a:rPr>
                        <a:t>15</a:t>
                      </a:r>
                      <a:endParaRPr lang="zh-TW" altLang="en-US" dirty="0">
                        <a:solidFill>
                          <a:schemeClr val="tx1"/>
                        </a:solidFill>
                      </a:endParaRPr>
                    </a:p>
                  </a:txBody>
                  <a:tcPr/>
                </a:tc>
                <a:tc>
                  <a:txBody>
                    <a:bodyPr/>
                    <a:lstStyle/>
                    <a:p>
                      <a:pPr algn="ctr"/>
                      <a:r>
                        <a:rPr lang="en-US" altLang="zh-TW" dirty="0">
                          <a:solidFill>
                            <a:schemeClr val="tx1"/>
                          </a:solidFill>
                        </a:rPr>
                        <a:t>10</a:t>
                      </a:r>
                      <a:endParaRPr lang="zh-TW" altLang="en-US" dirty="0">
                        <a:solidFill>
                          <a:schemeClr val="tx1"/>
                        </a:solidFill>
                      </a:endParaRPr>
                    </a:p>
                  </a:txBody>
                  <a:tcPr/>
                </a:tc>
                <a:tc>
                  <a:txBody>
                    <a:bodyPr/>
                    <a:lstStyle/>
                    <a:p>
                      <a:pPr algn="ctr"/>
                      <a:r>
                        <a:rPr lang="en-US" altLang="zh-TW" dirty="0">
                          <a:solidFill>
                            <a:schemeClr val="tx1"/>
                          </a:solidFill>
                        </a:rPr>
                        <a:t>19</a:t>
                      </a:r>
                      <a:endParaRPr lang="zh-TW" altLang="en-US" dirty="0">
                        <a:solidFill>
                          <a:schemeClr val="tx1"/>
                        </a:solidFill>
                      </a:endParaRPr>
                    </a:p>
                  </a:txBody>
                  <a:tcPr/>
                </a:tc>
                <a:tc>
                  <a:txBody>
                    <a:bodyPr/>
                    <a:lstStyle/>
                    <a:p>
                      <a:pPr algn="ctr"/>
                      <a:r>
                        <a:rPr lang="en-US" altLang="zh-TW" dirty="0">
                          <a:solidFill>
                            <a:schemeClr val="tx1"/>
                          </a:solidFill>
                        </a:rPr>
                        <a:t>49</a:t>
                      </a:r>
                      <a:endParaRPr lang="zh-TW" altLang="en-US" dirty="0">
                        <a:solidFill>
                          <a:schemeClr val="tx1"/>
                        </a:solidFill>
                      </a:endParaRPr>
                    </a:p>
                  </a:txBody>
                  <a:tcPr/>
                </a:tc>
                <a:tc>
                  <a:txBody>
                    <a:bodyPr/>
                    <a:lstStyle/>
                    <a:p>
                      <a:pPr algn="ctr"/>
                      <a:r>
                        <a:rPr lang="en-US" altLang="zh-TW" dirty="0">
                          <a:solidFill>
                            <a:schemeClr val="tx1"/>
                          </a:solidFill>
                        </a:rPr>
                        <a:t>13</a:t>
                      </a:r>
                      <a:endParaRPr lang="zh-TW" altLang="en-US" dirty="0">
                        <a:solidFill>
                          <a:schemeClr val="tx1"/>
                        </a:solidFill>
                      </a:endParaRPr>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solidFill>
                            <a:srgbClr val="C00000"/>
                          </a:solidFill>
                        </a:rPr>
                        <a:t>7</a:t>
                      </a:r>
                      <a:endParaRPr lang="zh-TW" altLang="en-US" dirty="0">
                        <a:solidFill>
                          <a:srgbClr val="C00000"/>
                        </a:solidFill>
                      </a:endParaRPr>
                    </a:p>
                  </a:txBody>
                  <a:tcPr/>
                </a:tc>
                <a:tc>
                  <a:txBody>
                    <a:bodyPr/>
                    <a:lstStyle/>
                    <a:p>
                      <a:pPr algn="ctr"/>
                      <a:r>
                        <a:rPr lang="en-US" altLang="zh-TW" dirty="0"/>
                        <a:t>4</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10</a:t>
                      </a:r>
                      <a:endParaRPr lang="zh-TW" altLang="en-US" dirty="0"/>
                    </a:p>
                  </a:txBody>
                  <a:tcPr/>
                </a:tc>
                <a:tc>
                  <a:txBody>
                    <a:bodyPr/>
                    <a:lstStyle/>
                    <a:p>
                      <a:pPr algn="ctr"/>
                      <a:r>
                        <a:rPr lang="en-US" altLang="zh-TW" dirty="0"/>
                        <a:t>20</a:t>
                      </a:r>
                      <a:endParaRPr lang="zh-TW" altLang="en-US" dirty="0"/>
                    </a:p>
                  </a:txBody>
                  <a:tcPr/>
                </a:tc>
                <a:tc>
                  <a:txBody>
                    <a:bodyPr/>
                    <a:lstStyle/>
                    <a:p>
                      <a:pPr algn="ctr"/>
                      <a:r>
                        <a:rPr lang="en-US" altLang="zh-TW" dirty="0"/>
                        <a:t>17</a:t>
                      </a:r>
                      <a:endParaRPr lang="zh-TW" altLang="en-US" dirty="0"/>
                    </a:p>
                  </a:txBody>
                  <a:tcPr/>
                </a:tc>
                <a:tc>
                  <a:txBody>
                    <a:bodyPr/>
                    <a:lstStyle/>
                    <a:p>
                      <a:pPr algn="ctr"/>
                      <a:r>
                        <a:rPr lang="en-US" altLang="zh-TW" dirty="0"/>
                        <a:t>15</a:t>
                      </a:r>
                      <a:endParaRPr lang="zh-TW" altLang="en-US" dirty="0"/>
                    </a:p>
                  </a:txBody>
                  <a:tcPr/>
                </a:tc>
                <a:tc>
                  <a:txBody>
                    <a:bodyPr/>
                    <a:lstStyle/>
                    <a:p>
                      <a:pPr algn="ctr"/>
                      <a:r>
                        <a:rPr lang="en-US" altLang="zh-TW" dirty="0"/>
                        <a:t>46</a:t>
                      </a:r>
                      <a:endParaRPr lang="zh-TW" altLang="en-US" dirty="0"/>
                    </a:p>
                  </a:txBody>
                  <a:tcPr/>
                </a:tc>
                <a:tc>
                  <a:txBody>
                    <a:bodyPr/>
                    <a:lstStyle/>
                    <a:p>
                      <a:pPr algn="ctr"/>
                      <a:r>
                        <a:rPr lang="en-US" altLang="zh-TW" dirty="0"/>
                        <a:t>16</a:t>
                      </a:r>
                      <a:endParaRPr lang="zh-TW" altLang="en-US" dirty="0"/>
                    </a:p>
                  </a:txBody>
                  <a:tcPr/>
                </a:tc>
                <a:tc>
                  <a:txBody>
                    <a:bodyPr/>
                    <a:lstStyle/>
                    <a:p>
                      <a:pPr algn="ctr"/>
                      <a:r>
                        <a:rPr lang="en-US" altLang="zh-TW" dirty="0"/>
                        <a:t>53</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5</a:t>
                      </a:r>
                      <a:endParaRPr lang="zh-TW" altLang="en-US" dirty="0"/>
                    </a:p>
                  </a:txBody>
                  <a:tcPr/>
                </a:tc>
                <a:tc>
                  <a:txBody>
                    <a:bodyPr/>
                    <a:lstStyle/>
                    <a:p>
                      <a:pPr algn="ctr"/>
                      <a:r>
                        <a:rPr lang="en-US" altLang="zh-TW" dirty="0"/>
                        <a:t>9</a:t>
                      </a:r>
                      <a:endParaRPr lang="zh-TW" altLang="en-US" dirty="0"/>
                    </a:p>
                  </a:txBody>
                  <a:tcPr/>
                </a:tc>
                <a:extLst>
                  <a:ext uri="{0D108BD9-81ED-4DB2-BD59-A6C34878D82A}">
                    <a16:rowId xmlns:a16="http://schemas.microsoft.com/office/drawing/2014/main" val="1774951801"/>
                  </a:ext>
                </a:extLst>
              </a:tr>
            </a:tbl>
          </a:graphicData>
        </a:graphic>
      </p:graphicFrame>
      <p:sp>
        <p:nvSpPr>
          <p:cNvPr id="8" name="文字方塊 7"/>
          <p:cNvSpPr txBox="1"/>
          <p:nvPr/>
        </p:nvSpPr>
        <p:spPr>
          <a:xfrm>
            <a:off x="5039360" y="1368246"/>
            <a:ext cx="1798320" cy="461665"/>
          </a:xfrm>
          <a:prstGeom prst="rect">
            <a:avLst/>
          </a:prstGeom>
          <a:noFill/>
        </p:spPr>
        <p:txBody>
          <a:bodyPr wrap="square" rtlCol="0">
            <a:spAutoFit/>
          </a:bodyPr>
          <a:lstStyle/>
          <a:p>
            <a:pPr algn="ctr"/>
            <a:r>
              <a:rPr lang="en-US" altLang="zh-TW" sz="2400" dirty="0">
                <a:latin typeface="Times New Roman" panose="02020603050405020304" pitchFamily="18" charset="0"/>
                <a:cs typeface="Times New Roman" panose="02020603050405020304" pitchFamily="18" charset="0"/>
              </a:rPr>
              <a:t>Input</a:t>
            </a:r>
            <a:endParaRPr lang="zh-TW" altLang="en-US" sz="2400" dirty="0">
              <a:latin typeface="Times New Roman" panose="02020603050405020304" pitchFamily="18" charset="0"/>
              <a:cs typeface="Times New Roman" panose="02020603050405020304" pitchFamily="18" charset="0"/>
            </a:endParaRPr>
          </a:p>
        </p:txBody>
      </p:sp>
      <p:graphicFrame>
        <p:nvGraphicFramePr>
          <p:cNvPr id="9" name="表格 8"/>
          <p:cNvGraphicFramePr>
            <a:graphicFrameLocks noGrp="1"/>
          </p:cNvGraphicFramePr>
          <p:nvPr>
            <p:extLst>
              <p:ext uri="{D42A27DB-BD31-4B8C-83A1-F6EECF244321}">
                <p14:modId xmlns:p14="http://schemas.microsoft.com/office/powerpoint/2010/main" val="1590743606"/>
              </p:ext>
            </p:extLst>
          </p:nvPr>
        </p:nvGraphicFramePr>
        <p:xfrm>
          <a:off x="1539240" y="5461139"/>
          <a:ext cx="9113520" cy="741680"/>
        </p:xfrm>
        <a:graphic>
          <a:graphicData uri="http://schemas.openxmlformats.org/drawingml/2006/table">
            <a:tbl>
              <a:tblPr>
                <a:tableStyleId>{073A0DAA-6AF3-43AB-8588-CEC1D06C72B9}</a:tableStyleId>
              </a:tblPr>
              <a:tblGrid>
                <a:gridCol w="455676">
                  <a:extLst>
                    <a:ext uri="{9D8B030D-6E8A-4147-A177-3AD203B41FA5}">
                      <a16:colId xmlns:a16="http://schemas.microsoft.com/office/drawing/2014/main" val="4051507761"/>
                    </a:ext>
                  </a:extLst>
                </a:gridCol>
                <a:gridCol w="455676">
                  <a:extLst>
                    <a:ext uri="{9D8B030D-6E8A-4147-A177-3AD203B41FA5}">
                      <a16:colId xmlns:a16="http://schemas.microsoft.com/office/drawing/2014/main" val="2972139511"/>
                    </a:ext>
                  </a:extLst>
                </a:gridCol>
                <a:gridCol w="455676">
                  <a:extLst>
                    <a:ext uri="{9D8B030D-6E8A-4147-A177-3AD203B41FA5}">
                      <a16:colId xmlns:a16="http://schemas.microsoft.com/office/drawing/2014/main" val="2875737650"/>
                    </a:ext>
                  </a:extLst>
                </a:gridCol>
                <a:gridCol w="455676">
                  <a:extLst>
                    <a:ext uri="{9D8B030D-6E8A-4147-A177-3AD203B41FA5}">
                      <a16:colId xmlns:a16="http://schemas.microsoft.com/office/drawing/2014/main" val="2677827691"/>
                    </a:ext>
                  </a:extLst>
                </a:gridCol>
                <a:gridCol w="455676">
                  <a:extLst>
                    <a:ext uri="{9D8B030D-6E8A-4147-A177-3AD203B41FA5}">
                      <a16:colId xmlns:a16="http://schemas.microsoft.com/office/drawing/2014/main" val="2441000429"/>
                    </a:ext>
                  </a:extLst>
                </a:gridCol>
                <a:gridCol w="455676">
                  <a:extLst>
                    <a:ext uri="{9D8B030D-6E8A-4147-A177-3AD203B41FA5}">
                      <a16:colId xmlns:a16="http://schemas.microsoft.com/office/drawing/2014/main" val="1229051241"/>
                    </a:ext>
                  </a:extLst>
                </a:gridCol>
                <a:gridCol w="455676">
                  <a:extLst>
                    <a:ext uri="{9D8B030D-6E8A-4147-A177-3AD203B41FA5}">
                      <a16:colId xmlns:a16="http://schemas.microsoft.com/office/drawing/2014/main" val="1827395689"/>
                    </a:ext>
                  </a:extLst>
                </a:gridCol>
                <a:gridCol w="455676">
                  <a:extLst>
                    <a:ext uri="{9D8B030D-6E8A-4147-A177-3AD203B41FA5}">
                      <a16:colId xmlns:a16="http://schemas.microsoft.com/office/drawing/2014/main" val="1220040406"/>
                    </a:ext>
                  </a:extLst>
                </a:gridCol>
                <a:gridCol w="455676">
                  <a:extLst>
                    <a:ext uri="{9D8B030D-6E8A-4147-A177-3AD203B41FA5}">
                      <a16:colId xmlns:a16="http://schemas.microsoft.com/office/drawing/2014/main" val="4267595762"/>
                    </a:ext>
                  </a:extLst>
                </a:gridCol>
                <a:gridCol w="455676">
                  <a:extLst>
                    <a:ext uri="{9D8B030D-6E8A-4147-A177-3AD203B41FA5}">
                      <a16:colId xmlns:a16="http://schemas.microsoft.com/office/drawing/2014/main" val="1039504818"/>
                    </a:ext>
                  </a:extLst>
                </a:gridCol>
                <a:gridCol w="455676">
                  <a:extLst>
                    <a:ext uri="{9D8B030D-6E8A-4147-A177-3AD203B41FA5}">
                      <a16:colId xmlns:a16="http://schemas.microsoft.com/office/drawing/2014/main" val="3328107497"/>
                    </a:ext>
                  </a:extLst>
                </a:gridCol>
                <a:gridCol w="455676">
                  <a:extLst>
                    <a:ext uri="{9D8B030D-6E8A-4147-A177-3AD203B41FA5}">
                      <a16:colId xmlns:a16="http://schemas.microsoft.com/office/drawing/2014/main" val="4076855284"/>
                    </a:ext>
                  </a:extLst>
                </a:gridCol>
                <a:gridCol w="455676">
                  <a:extLst>
                    <a:ext uri="{9D8B030D-6E8A-4147-A177-3AD203B41FA5}">
                      <a16:colId xmlns:a16="http://schemas.microsoft.com/office/drawing/2014/main" val="1854445924"/>
                    </a:ext>
                  </a:extLst>
                </a:gridCol>
                <a:gridCol w="455676">
                  <a:extLst>
                    <a:ext uri="{9D8B030D-6E8A-4147-A177-3AD203B41FA5}">
                      <a16:colId xmlns:a16="http://schemas.microsoft.com/office/drawing/2014/main" val="1575012594"/>
                    </a:ext>
                  </a:extLst>
                </a:gridCol>
                <a:gridCol w="455676">
                  <a:extLst>
                    <a:ext uri="{9D8B030D-6E8A-4147-A177-3AD203B41FA5}">
                      <a16:colId xmlns:a16="http://schemas.microsoft.com/office/drawing/2014/main" val="389045705"/>
                    </a:ext>
                  </a:extLst>
                </a:gridCol>
                <a:gridCol w="455676">
                  <a:extLst>
                    <a:ext uri="{9D8B030D-6E8A-4147-A177-3AD203B41FA5}">
                      <a16:colId xmlns:a16="http://schemas.microsoft.com/office/drawing/2014/main" val="3254408253"/>
                    </a:ext>
                  </a:extLst>
                </a:gridCol>
                <a:gridCol w="455676">
                  <a:extLst>
                    <a:ext uri="{9D8B030D-6E8A-4147-A177-3AD203B41FA5}">
                      <a16:colId xmlns:a16="http://schemas.microsoft.com/office/drawing/2014/main" val="1639466125"/>
                    </a:ext>
                  </a:extLst>
                </a:gridCol>
                <a:gridCol w="455676">
                  <a:extLst>
                    <a:ext uri="{9D8B030D-6E8A-4147-A177-3AD203B41FA5}">
                      <a16:colId xmlns:a16="http://schemas.microsoft.com/office/drawing/2014/main" val="3570555910"/>
                    </a:ext>
                  </a:extLst>
                </a:gridCol>
                <a:gridCol w="455676">
                  <a:extLst>
                    <a:ext uri="{9D8B030D-6E8A-4147-A177-3AD203B41FA5}">
                      <a16:colId xmlns:a16="http://schemas.microsoft.com/office/drawing/2014/main" val="472093811"/>
                    </a:ext>
                  </a:extLst>
                </a:gridCol>
                <a:gridCol w="455676">
                  <a:extLst>
                    <a:ext uri="{9D8B030D-6E8A-4147-A177-3AD203B41FA5}">
                      <a16:colId xmlns:a16="http://schemas.microsoft.com/office/drawing/2014/main" val="367352948"/>
                    </a:ext>
                  </a:extLst>
                </a:gridCol>
              </a:tblGrid>
              <a:tr h="370840">
                <a:tc>
                  <a:txBody>
                    <a:bodyPr/>
                    <a:lstStyle/>
                    <a:p>
                      <a:pPr algn="ctr"/>
                      <a:r>
                        <a:rPr lang="en-US" altLang="zh-TW" dirty="0"/>
                        <a:t>0</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5</a:t>
                      </a:r>
                      <a:endParaRPr lang="zh-TW" altLang="en-US" dirty="0"/>
                    </a:p>
                  </a:txBody>
                  <a:tcPr/>
                </a:tc>
                <a:tc>
                  <a:txBody>
                    <a:bodyPr/>
                    <a:lstStyle/>
                    <a:p>
                      <a:pPr algn="ctr"/>
                      <a:r>
                        <a:rPr lang="en-US" altLang="zh-TW" dirty="0"/>
                        <a:t>6</a:t>
                      </a:r>
                      <a:endParaRPr lang="zh-TW" altLang="en-US" dirty="0"/>
                    </a:p>
                  </a:txBody>
                  <a:tcPr/>
                </a:tc>
                <a:tc>
                  <a:txBody>
                    <a:bodyPr/>
                    <a:lstStyle/>
                    <a:p>
                      <a:pPr algn="ctr"/>
                      <a:r>
                        <a:rPr lang="en-US" altLang="zh-TW" dirty="0"/>
                        <a:t>7</a:t>
                      </a:r>
                      <a:endParaRPr lang="zh-TW" altLang="en-US" dirty="0"/>
                    </a:p>
                  </a:txBody>
                  <a:tcPr/>
                </a:tc>
                <a:tc>
                  <a:txBody>
                    <a:bodyPr/>
                    <a:lstStyle/>
                    <a:p>
                      <a:pPr algn="ctr"/>
                      <a:r>
                        <a:rPr lang="en-US" altLang="zh-TW" dirty="0"/>
                        <a:t>8</a:t>
                      </a:r>
                      <a:endParaRPr lang="zh-TW" altLang="en-US" dirty="0"/>
                    </a:p>
                  </a:txBody>
                  <a:tcPr/>
                </a:tc>
                <a:tc>
                  <a:txBody>
                    <a:bodyPr/>
                    <a:lstStyle/>
                    <a:p>
                      <a:pPr algn="ctr"/>
                      <a:r>
                        <a:rPr lang="en-US" altLang="zh-TW" dirty="0"/>
                        <a:t>9</a:t>
                      </a:r>
                      <a:endParaRPr lang="zh-TW" altLang="en-US" dirty="0"/>
                    </a:p>
                  </a:txBody>
                  <a:tcPr/>
                </a:tc>
                <a:tc>
                  <a:txBody>
                    <a:bodyPr/>
                    <a:lstStyle/>
                    <a:p>
                      <a:pPr algn="ctr"/>
                      <a:r>
                        <a:rPr lang="en-US" altLang="zh-TW" dirty="0"/>
                        <a:t>10</a:t>
                      </a:r>
                      <a:endParaRPr lang="zh-TW" altLang="en-US" dirty="0"/>
                    </a:p>
                  </a:txBody>
                  <a:tcPr/>
                </a:tc>
                <a:tc>
                  <a:txBody>
                    <a:bodyPr/>
                    <a:lstStyle/>
                    <a:p>
                      <a:pPr algn="ctr"/>
                      <a:r>
                        <a:rPr lang="en-US" altLang="zh-TW" dirty="0"/>
                        <a:t>11</a:t>
                      </a:r>
                      <a:endParaRPr lang="zh-TW" altLang="en-US" dirty="0"/>
                    </a:p>
                  </a:txBody>
                  <a:tcPr/>
                </a:tc>
                <a:tc>
                  <a:txBody>
                    <a:bodyPr/>
                    <a:lstStyle/>
                    <a:p>
                      <a:pPr algn="ctr"/>
                      <a:r>
                        <a:rPr lang="en-US" altLang="zh-TW" dirty="0"/>
                        <a:t>12</a:t>
                      </a:r>
                      <a:endParaRPr lang="zh-TW" altLang="en-US" dirty="0"/>
                    </a:p>
                  </a:txBody>
                  <a:tcPr/>
                </a:tc>
                <a:tc>
                  <a:txBody>
                    <a:bodyPr/>
                    <a:lstStyle/>
                    <a:p>
                      <a:pPr algn="ctr"/>
                      <a:r>
                        <a:rPr lang="en-US" altLang="zh-TW" dirty="0"/>
                        <a:t>13</a:t>
                      </a:r>
                      <a:endParaRPr lang="zh-TW" altLang="en-US" dirty="0"/>
                    </a:p>
                  </a:txBody>
                  <a:tcPr/>
                </a:tc>
                <a:tc>
                  <a:txBody>
                    <a:bodyPr/>
                    <a:lstStyle/>
                    <a:p>
                      <a:pPr algn="ctr"/>
                      <a:r>
                        <a:rPr lang="en-US" altLang="zh-TW" dirty="0"/>
                        <a:t>14</a:t>
                      </a:r>
                      <a:endParaRPr lang="zh-TW" altLang="en-US" dirty="0"/>
                    </a:p>
                  </a:txBody>
                  <a:tcPr/>
                </a:tc>
                <a:tc>
                  <a:txBody>
                    <a:bodyPr/>
                    <a:lstStyle/>
                    <a:p>
                      <a:pPr algn="ctr"/>
                      <a:r>
                        <a:rPr lang="en-US" altLang="zh-TW" dirty="0"/>
                        <a:t>15</a:t>
                      </a:r>
                      <a:endParaRPr lang="zh-TW" altLang="en-US" dirty="0"/>
                    </a:p>
                  </a:txBody>
                  <a:tcPr/>
                </a:tc>
                <a:tc>
                  <a:txBody>
                    <a:bodyPr/>
                    <a:lstStyle/>
                    <a:p>
                      <a:pPr algn="ctr"/>
                      <a:r>
                        <a:rPr lang="en-US" altLang="zh-TW" dirty="0"/>
                        <a:t>16</a:t>
                      </a:r>
                      <a:endParaRPr lang="zh-TW" altLang="en-US" dirty="0"/>
                    </a:p>
                  </a:txBody>
                  <a:tcPr/>
                </a:tc>
                <a:tc>
                  <a:txBody>
                    <a:bodyPr/>
                    <a:lstStyle/>
                    <a:p>
                      <a:pPr algn="ctr"/>
                      <a:r>
                        <a:rPr lang="en-US" altLang="zh-TW" dirty="0"/>
                        <a:t>17</a:t>
                      </a:r>
                      <a:endParaRPr lang="zh-TW" altLang="en-US" dirty="0"/>
                    </a:p>
                  </a:txBody>
                  <a:tcPr/>
                </a:tc>
                <a:tc>
                  <a:txBody>
                    <a:bodyPr/>
                    <a:lstStyle/>
                    <a:p>
                      <a:pPr algn="ctr"/>
                      <a:r>
                        <a:rPr lang="en-US" altLang="zh-TW" dirty="0"/>
                        <a:t>18</a:t>
                      </a:r>
                      <a:endParaRPr lang="zh-TW" altLang="en-US" dirty="0"/>
                    </a:p>
                  </a:txBody>
                  <a:tcPr/>
                </a:tc>
                <a:tc>
                  <a:txBody>
                    <a:bodyPr/>
                    <a:lstStyle/>
                    <a:p>
                      <a:pPr algn="ctr"/>
                      <a:r>
                        <a:rPr lang="en-US" altLang="zh-TW" dirty="0"/>
                        <a:t>19</a:t>
                      </a:r>
                      <a:endParaRPr lang="zh-TW" altLang="en-US" dirty="0"/>
                    </a:p>
                  </a:txBody>
                  <a:tcPr/>
                </a:tc>
                <a:extLst>
                  <a:ext uri="{0D108BD9-81ED-4DB2-BD59-A6C34878D82A}">
                    <a16:rowId xmlns:a16="http://schemas.microsoft.com/office/drawing/2014/main" val="379876605"/>
                  </a:ext>
                </a:extLst>
              </a:tr>
              <a:tr h="370840">
                <a:tc>
                  <a:txBody>
                    <a:bodyPr/>
                    <a:lstStyle/>
                    <a:p>
                      <a:pPr algn="ctr"/>
                      <a:r>
                        <a:rPr lang="en-US" altLang="zh-TW" baseline="0" dirty="0">
                          <a:solidFill>
                            <a:srgbClr val="C00000"/>
                          </a:solidFill>
                        </a:rPr>
                        <a:t> </a:t>
                      </a:r>
                      <a:endParaRPr lang="zh-TW" altLang="en-US" dirty="0">
                        <a:solidFill>
                          <a:srgbClr val="C00000"/>
                        </a:solidFill>
                      </a:endParaRPr>
                    </a:p>
                  </a:txBody>
                  <a:tcPr/>
                </a:tc>
                <a:tc>
                  <a:txBody>
                    <a:bodyPr/>
                    <a:lstStyle/>
                    <a:p>
                      <a:pPr algn="ctr"/>
                      <a:r>
                        <a:rPr lang="en-US" altLang="zh-TW" dirty="0"/>
                        <a:t> </a:t>
                      </a:r>
                      <a:endParaRPr lang="zh-TW" altLang="en-US" dirty="0"/>
                    </a:p>
                  </a:txBody>
                  <a:tcPr/>
                </a:tc>
                <a:tc>
                  <a:txBody>
                    <a:bodyPr/>
                    <a:lstStyle/>
                    <a:p>
                      <a:pPr algn="ctr"/>
                      <a:r>
                        <a:rPr lang="en-US" altLang="zh-TW" dirty="0">
                          <a:solidFill>
                            <a:schemeClr val="tx1"/>
                          </a:solidFill>
                        </a:rPr>
                        <a:t>2</a:t>
                      </a:r>
                      <a:r>
                        <a:rPr lang="en-US" altLang="zh-TW" dirty="0"/>
                        <a:t> </a:t>
                      </a:r>
                      <a:endParaRPr lang="zh-TW" altLang="en-US" dirty="0"/>
                    </a:p>
                  </a:txBody>
                  <a:tcPr/>
                </a:tc>
                <a:tc>
                  <a:txBody>
                    <a:bodyPr/>
                    <a:lstStyle/>
                    <a:p>
                      <a:pPr algn="ctr"/>
                      <a:r>
                        <a:rPr lang="en-US" altLang="zh-TW" dirty="0"/>
                        <a:t> </a:t>
                      </a:r>
                      <a:endParaRPr lang="zh-TW" altLang="en-US" dirty="0"/>
                    </a:p>
                  </a:txBody>
                  <a:tcPr/>
                </a:tc>
                <a:tc>
                  <a:txBody>
                    <a:bodyPr/>
                    <a:lstStyle/>
                    <a:p>
                      <a:pPr algn="ctr"/>
                      <a:r>
                        <a:rPr lang="en-US" altLang="zh-TW" dirty="0"/>
                        <a:t> 7</a:t>
                      </a:r>
                      <a:endParaRPr lang="zh-TW" altLang="en-US" dirty="0"/>
                    </a:p>
                  </a:txBody>
                  <a:tcPr/>
                </a:tc>
                <a:tc>
                  <a:txBody>
                    <a:bodyPr/>
                    <a:lstStyle/>
                    <a:p>
                      <a:pPr algn="ctr"/>
                      <a:r>
                        <a:rPr lang="en-US" altLang="zh-TW" dirty="0"/>
                        <a:t> </a:t>
                      </a:r>
                      <a:endParaRPr lang="zh-TW" altLang="en-US" dirty="0"/>
                    </a:p>
                  </a:txBody>
                  <a:tcPr/>
                </a:tc>
                <a:tc>
                  <a:txBody>
                    <a:bodyPr/>
                    <a:lstStyle/>
                    <a:p>
                      <a:pPr algn="ctr"/>
                      <a:r>
                        <a:rPr lang="en-US" altLang="zh-TW" dirty="0"/>
                        <a:t> </a:t>
                      </a:r>
                      <a:endParaRPr lang="zh-TW" altLang="en-US" dirty="0"/>
                    </a:p>
                  </a:txBody>
                  <a:tcPr/>
                </a:tc>
                <a:tc>
                  <a:txBody>
                    <a:bodyPr/>
                    <a:lstStyle/>
                    <a:p>
                      <a:pPr algn="ctr"/>
                      <a:r>
                        <a:rPr lang="en-US" altLang="zh-TW" dirty="0"/>
                        <a:t>15 </a:t>
                      </a:r>
                      <a:endParaRPr lang="zh-TW" altLang="en-US" dirty="0"/>
                    </a:p>
                  </a:txBody>
                  <a:tcPr/>
                </a:tc>
                <a:tc>
                  <a:txBody>
                    <a:bodyPr/>
                    <a:lstStyle/>
                    <a:p>
                      <a:pPr algn="ctr"/>
                      <a:r>
                        <a:rPr lang="en-US" altLang="zh-TW" dirty="0"/>
                        <a:t>10 </a:t>
                      </a:r>
                      <a:endParaRPr lang="zh-TW" altLang="en-US" dirty="0"/>
                    </a:p>
                  </a:txBody>
                  <a:tcPr/>
                </a:tc>
                <a:tc>
                  <a:txBody>
                    <a:bodyPr/>
                    <a:lstStyle/>
                    <a:p>
                      <a:pPr algn="ctr"/>
                      <a:r>
                        <a:rPr lang="en-US" altLang="zh-TW" dirty="0">
                          <a:solidFill>
                            <a:schemeClr val="tx1"/>
                          </a:solidFill>
                        </a:rPr>
                        <a:t>13 </a:t>
                      </a:r>
                      <a:endParaRPr lang="zh-TW" altLang="en-US" dirty="0">
                        <a:solidFill>
                          <a:schemeClr val="tx1"/>
                        </a:solidFill>
                      </a:endParaRPr>
                    </a:p>
                  </a:txBody>
                  <a:tcPr/>
                </a:tc>
                <a:tc>
                  <a:txBody>
                    <a:bodyPr/>
                    <a:lstStyle/>
                    <a:p>
                      <a:pPr algn="ctr"/>
                      <a:r>
                        <a:rPr lang="en-US" altLang="zh-TW" dirty="0"/>
                        <a:t> </a:t>
                      </a:r>
                      <a:endParaRPr lang="zh-TW" altLang="en-US" dirty="0"/>
                    </a:p>
                  </a:txBody>
                  <a:tcPr/>
                </a:tc>
                <a:tc>
                  <a:txBody>
                    <a:bodyPr/>
                    <a:lstStyle/>
                    <a:p>
                      <a:pPr algn="ctr"/>
                      <a:r>
                        <a:rPr lang="en-US" altLang="zh-TW" dirty="0"/>
                        <a:t> </a:t>
                      </a:r>
                      <a:endParaRPr lang="zh-TW" altLang="en-US" dirty="0"/>
                    </a:p>
                  </a:txBody>
                  <a:tcPr/>
                </a:tc>
                <a:tc>
                  <a:txBody>
                    <a:bodyPr/>
                    <a:lstStyle/>
                    <a:p>
                      <a:pPr algn="ctr"/>
                      <a:r>
                        <a:rPr lang="en-US" altLang="zh-TW" dirty="0"/>
                        <a:t> </a:t>
                      </a:r>
                      <a:endParaRPr lang="zh-TW" altLang="en-US" dirty="0"/>
                    </a:p>
                  </a:txBody>
                  <a:tcPr/>
                </a:tc>
                <a:tc>
                  <a:txBody>
                    <a:bodyPr/>
                    <a:lstStyle/>
                    <a:p>
                      <a:pPr algn="ctr"/>
                      <a:r>
                        <a:rPr lang="en-US" altLang="zh-TW" dirty="0">
                          <a:solidFill>
                            <a:schemeClr val="tx1"/>
                          </a:solidFill>
                        </a:rPr>
                        <a:t>19</a:t>
                      </a:r>
                      <a:r>
                        <a:rPr lang="en-US" altLang="zh-TW" dirty="0"/>
                        <a:t> </a:t>
                      </a:r>
                      <a:endParaRPr lang="zh-TW" altLang="en-US" dirty="0"/>
                    </a:p>
                  </a:txBody>
                  <a:tcPr/>
                </a:tc>
                <a:tc>
                  <a:txBody>
                    <a:bodyPr/>
                    <a:lstStyle/>
                    <a:p>
                      <a:pPr algn="ctr"/>
                      <a:endParaRPr lang="zh-TW" altLang="en-US" dirty="0"/>
                    </a:p>
                  </a:txBody>
                  <a:tcPr/>
                </a:tc>
                <a:tc>
                  <a:txBody>
                    <a:bodyPr/>
                    <a:lstStyle/>
                    <a:p>
                      <a:pPr algn="ctr"/>
                      <a:r>
                        <a:rPr lang="en-US" altLang="zh-TW" dirty="0"/>
                        <a:t> </a:t>
                      </a:r>
                      <a:endParaRPr lang="zh-TW" altLang="en-US" dirty="0"/>
                    </a:p>
                  </a:txBody>
                  <a:tcPr/>
                </a:tc>
                <a:tc>
                  <a:txBody>
                    <a:bodyPr/>
                    <a:lstStyle/>
                    <a:p>
                      <a:pPr algn="ctr"/>
                      <a:r>
                        <a:rPr lang="en-US" altLang="zh-TW" dirty="0"/>
                        <a:t> </a:t>
                      </a:r>
                      <a:endParaRPr lang="zh-TW" altLang="en-US" dirty="0"/>
                    </a:p>
                  </a:txBody>
                  <a:tcPr/>
                </a:tc>
                <a:tc>
                  <a:txBody>
                    <a:bodyPr/>
                    <a:lstStyle/>
                    <a:p>
                      <a:pPr algn="ctr"/>
                      <a:r>
                        <a:rPr lang="en-US" altLang="zh-TW" dirty="0">
                          <a:solidFill>
                            <a:schemeClr val="tx1"/>
                          </a:solidFill>
                        </a:rPr>
                        <a:t>49</a:t>
                      </a:r>
                      <a:r>
                        <a:rPr lang="en-US" altLang="zh-TW" dirty="0"/>
                        <a:t>  </a:t>
                      </a:r>
                      <a:endParaRPr lang="zh-TW" altLang="en-US" dirty="0"/>
                    </a:p>
                  </a:txBody>
                  <a:tcPr/>
                </a:tc>
                <a:tc>
                  <a:txBody>
                    <a:bodyPr/>
                    <a:lstStyle/>
                    <a:p>
                      <a:pPr algn="ctr"/>
                      <a:endParaRPr lang="zh-TW" altLang="en-US" dirty="0"/>
                    </a:p>
                  </a:txBody>
                  <a:tcPr/>
                </a:tc>
                <a:tc>
                  <a:txBody>
                    <a:bodyPr/>
                    <a:lstStyle/>
                    <a:p>
                      <a:pPr algn="ctr"/>
                      <a:r>
                        <a:rPr lang="en-US" altLang="zh-TW" dirty="0"/>
                        <a:t> </a:t>
                      </a:r>
                      <a:endParaRPr lang="zh-TW" altLang="en-US" dirty="0"/>
                    </a:p>
                  </a:txBody>
                  <a:tcPr/>
                </a:tc>
                <a:extLst>
                  <a:ext uri="{0D108BD9-81ED-4DB2-BD59-A6C34878D82A}">
                    <a16:rowId xmlns:a16="http://schemas.microsoft.com/office/drawing/2014/main" val="1774951801"/>
                  </a:ext>
                </a:extLst>
              </a:tr>
            </a:tbl>
          </a:graphicData>
        </a:graphic>
      </p:graphicFrame>
      <p:sp>
        <p:nvSpPr>
          <p:cNvPr id="10" name="文字方塊 9"/>
          <p:cNvSpPr txBox="1"/>
          <p:nvPr/>
        </p:nvSpPr>
        <p:spPr>
          <a:xfrm>
            <a:off x="5039360" y="4999474"/>
            <a:ext cx="2042160" cy="461665"/>
          </a:xfrm>
          <a:prstGeom prst="rect">
            <a:avLst/>
          </a:prstGeom>
          <a:noFill/>
        </p:spPr>
        <p:txBody>
          <a:bodyPr wrap="square" rtlCol="0">
            <a:spAutoFit/>
          </a:bodyPr>
          <a:lstStyle/>
          <a:p>
            <a:pPr algn="ctr"/>
            <a:r>
              <a:rPr lang="en-US" altLang="zh-TW" sz="2400" dirty="0">
                <a:latin typeface="Times New Roman" panose="02020603050405020304" pitchFamily="18" charset="0"/>
                <a:cs typeface="Times New Roman" panose="02020603050405020304" pitchFamily="18" charset="0"/>
              </a:rPr>
              <a:t>Repositioning</a:t>
            </a:r>
            <a:endParaRPr lang="zh-TW" altLang="en-US" sz="2400" dirty="0">
              <a:latin typeface="Times New Roman" panose="02020603050405020304" pitchFamily="18" charset="0"/>
              <a:cs typeface="Times New Roman" panose="02020603050405020304" pitchFamily="18" charset="0"/>
            </a:endParaRPr>
          </a:p>
        </p:txBody>
      </p:sp>
      <p:sp>
        <p:nvSpPr>
          <p:cNvPr id="12" name="矩形 11"/>
          <p:cNvSpPr/>
          <p:nvPr/>
        </p:nvSpPr>
        <p:spPr>
          <a:xfrm>
            <a:off x="5181139" y="2890232"/>
            <a:ext cx="1514775" cy="461665"/>
          </a:xfrm>
          <a:prstGeom prst="rect">
            <a:avLst/>
          </a:prstGeom>
        </p:spPr>
        <p:txBody>
          <a:bodyPr wrap="none">
            <a:spAutoFit/>
          </a:bodyPr>
          <a:lstStyle/>
          <a:p>
            <a:pPr algn="ctr"/>
            <a:r>
              <a:rPr lang="en-US" altLang="zh-TW" sz="2400" dirty="0">
                <a:latin typeface="Times New Roman" panose="02020603050405020304" pitchFamily="18" charset="0"/>
                <a:cs typeface="Times New Roman" panose="02020603050405020304" pitchFamily="18" charset="0"/>
              </a:rPr>
              <a:t>7</a:t>
            </a:r>
            <a:r>
              <a:rPr lang="en-US" altLang="zh-TW" sz="2400" baseline="-25000" dirty="0">
                <a:latin typeface="Times New Roman" panose="02020603050405020304" pitchFamily="18" charset="0"/>
                <a:cs typeface="Times New Roman" panose="02020603050405020304" pitchFamily="18" charset="0"/>
              </a:rPr>
              <a:t>10 </a:t>
            </a:r>
            <a:r>
              <a:rPr lang="en-US" altLang="zh-TW" sz="2400" dirty="0">
                <a:latin typeface="Times New Roman" panose="02020603050405020304" pitchFamily="18" charset="0"/>
                <a:cs typeface="Times New Roman" panose="02020603050405020304" pitchFamily="18" charset="0"/>
              </a:rPr>
              <a:t> = 111</a:t>
            </a:r>
            <a:r>
              <a:rPr lang="en-US" altLang="zh-TW" sz="2400" baseline="-25000" dirty="0">
                <a:latin typeface="Times New Roman" panose="02020603050405020304" pitchFamily="18" charset="0"/>
                <a:cs typeface="Times New Roman" panose="02020603050405020304" pitchFamily="18" charset="0"/>
              </a:rPr>
              <a:t>2 </a:t>
            </a:r>
            <a:endParaRPr lang="zh-TW" altLang="en-US" sz="2400" baseline="-25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54119821"/>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Repositioning step</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C497B8E6-CB28-4350-9E62-3F3C29E41FED}" type="slidenum">
              <a:rPr lang="zh-TW" altLang="en-US" smtClean="0"/>
              <a:t>40</a:t>
            </a:fld>
            <a:endParaRPr lang="zh-TW" altLang="en-US"/>
          </a:p>
        </p:txBody>
      </p:sp>
      <p:graphicFrame>
        <p:nvGraphicFramePr>
          <p:cNvPr id="5" name="表格 4"/>
          <p:cNvGraphicFramePr>
            <a:graphicFrameLocks noGrp="1"/>
          </p:cNvGraphicFramePr>
          <p:nvPr>
            <p:extLst>
              <p:ext uri="{D42A27DB-BD31-4B8C-83A1-F6EECF244321}">
                <p14:modId xmlns:p14="http://schemas.microsoft.com/office/powerpoint/2010/main" val="1578081779"/>
              </p:ext>
            </p:extLst>
          </p:nvPr>
        </p:nvGraphicFramePr>
        <p:xfrm>
          <a:off x="2037080" y="3968353"/>
          <a:ext cx="8128000" cy="741680"/>
        </p:xfrm>
        <a:graphic>
          <a:graphicData uri="http://schemas.openxmlformats.org/drawingml/2006/table">
            <a:tbl>
              <a:tblPr>
                <a:tableStyleId>{5C22544A-7EE6-4342-B048-85BDC9FD1C3A}</a:tableStyleId>
              </a:tblPr>
              <a:tblGrid>
                <a:gridCol w="1016000">
                  <a:extLst>
                    <a:ext uri="{9D8B030D-6E8A-4147-A177-3AD203B41FA5}">
                      <a16:colId xmlns:a16="http://schemas.microsoft.com/office/drawing/2014/main" val="232325015"/>
                    </a:ext>
                  </a:extLst>
                </a:gridCol>
                <a:gridCol w="1016000">
                  <a:extLst>
                    <a:ext uri="{9D8B030D-6E8A-4147-A177-3AD203B41FA5}">
                      <a16:colId xmlns:a16="http://schemas.microsoft.com/office/drawing/2014/main" val="809820525"/>
                    </a:ext>
                  </a:extLst>
                </a:gridCol>
                <a:gridCol w="1016000">
                  <a:extLst>
                    <a:ext uri="{9D8B030D-6E8A-4147-A177-3AD203B41FA5}">
                      <a16:colId xmlns:a16="http://schemas.microsoft.com/office/drawing/2014/main" val="3216279575"/>
                    </a:ext>
                  </a:extLst>
                </a:gridCol>
                <a:gridCol w="1016000">
                  <a:extLst>
                    <a:ext uri="{9D8B030D-6E8A-4147-A177-3AD203B41FA5}">
                      <a16:colId xmlns:a16="http://schemas.microsoft.com/office/drawing/2014/main" val="668291663"/>
                    </a:ext>
                  </a:extLst>
                </a:gridCol>
                <a:gridCol w="1016000">
                  <a:extLst>
                    <a:ext uri="{9D8B030D-6E8A-4147-A177-3AD203B41FA5}">
                      <a16:colId xmlns:a16="http://schemas.microsoft.com/office/drawing/2014/main" val="4109121243"/>
                    </a:ext>
                  </a:extLst>
                </a:gridCol>
                <a:gridCol w="1016000">
                  <a:extLst>
                    <a:ext uri="{9D8B030D-6E8A-4147-A177-3AD203B41FA5}">
                      <a16:colId xmlns:a16="http://schemas.microsoft.com/office/drawing/2014/main" val="2213655556"/>
                    </a:ext>
                  </a:extLst>
                </a:gridCol>
                <a:gridCol w="1016000">
                  <a:extLst>
                    <a:ext uri="{9D8B030D-6E8A-4147-A177-3AD203B41FA5}">
                      <a16:colId xmlns:a16="http://schemas.microsoft.com/office/drawing/2014/main" val="1831011624"/>
                    </a:ext>
                  </a:extLst>
                </a:gridCol>
                <a:gridCol w="1016000">
                  <a:extLst>
                    <a:ext uri="{9D8B030D-6E8A-4147-A177-3AD203B41FA5}">
                      <a16:colId xmlns:a16="http://schemas.microsoft.com/office/drawing/2014/main" val="1673615481"/>
                    </a:ext>
                  </a:extLst>
                </a:gridCol>
              </a:tblGrid>
              <a:tr h="370840">
                <a:tc>
                  <a:txBody>
                    <a:bodyPr/>
                    <a:lstStyle/>
                    <a:p>
                      <a:pPr algn="ctr"/>
                      <a:r>
                        <a:rPr lang="en-US" altLang="zh-TW" dirty="0"/>
                        <a:t>0</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5</a:t>
                      </a:r>
                      <a:endParaRPr lang="zh-TW" altLang="en-US" dirty="0"/>
                    </a:p>
                  </a:txBody>
                  <a:tcPr/>
                </a:tc>
                <a:tc>
                  <a:txBody>
                    <a:bodyPr/>
                    <a:lstStyle/>
                    <a:p>
                      <a:pPr algn="ctr"/>
                      <a:r>
                        <a:rPr lang="en-US" altLang="zh-TW" dirty="0"/>
                        <a:t>6</a:t>
                      </a:r>
                      <a:endParaRPr lang="zh-TW" altLang="en-US" dirty="0"/>
                    </a:p>
                  </a:txBody>
                  <a:tcPr/>
                </a:tc>
                <a:tc>
                  <a:txBody>
                    <a:bodyPr/>
                    <a:lstStyle/>
                    <a:p>
                      <a:pPr algn="ctr"/>
                      <a:r>
                        <a:rPr lang="en-US" altLang="zh-TW" dirty="0"/>
                        <a:t>7-31</a:t>
                      </a:r>
                      <a:endParaRPr lang="zh-TW" altLang="en-US" dirty="0"/>
                    </a:p>
                  </a:txBody>
                  <a:tcPr/>
                </a:tc>
                <a:extLst>
                  <a:ext uri="{0D108BD9-81ED-4DB2-BD59-A6C34878D82A}">
                    <a16:rowId xmlns:a16="http://schemas.microsoft.com/office/drawing/2014/main" val="1181902020"/>
                  </a:ext>
                </a:extLst>
              </a:tr>
              <a:tr h="370840">
                <a:tc>
                  <a:txBody>
                    <a:bodyPr/>
                    <a:lstStyle/>
                    <a:p>
                      <a:pPr algn="ctr"/>
                      <a:r>
                        <a:rPr lang="en-US" altLang="zh-TW" dirty="0"/>
                        <a:t>2</a:t>
                      </a:r>
                      <a:endParaRPr lang="zh-TW" altLang="en-US" dirty="0"/>
                    </a:p>
                  </a:txBody>
                  <a:tcPr/>
                </a:tc>
                <a:tc>
                  <a:txBody>
                    <a:bodyPr/>
                    <a:lstStyle/>
                    <a:p>
                      <a:pPr algn="ctr"/>
                      <a:r>
                        <a:rPr lang="en-US" altLang="zh-TW" dirty="0">
                          <a:solidFill>
                            <a:schemeClr val="tx1"/>
                          </a:solidFill>
                        </a:rPr>
                        <a:t>4</a:t>
                      </a:r>
                      <a:endParaRPr lang="zh-TW" altLang="en-US" dirty="0">
                        <a:solidFill>
                          <a:schemeClr val="tx1"/>
                        </a:solidFill>
                      </a:endParaRPr>
                    </a:p>
                  </a:txBody>
                  <a:tcPr/>
                </a:tc>
                <a:tc>
                  <a:txBody>
                    <a:bodyPr/>
                    <a:lstStyle/>
                    <a:p>
                      <a:pPr algn="ctr"/>
                      <a:r>
                        <a:rPr lang="en-US" altLang="zh-TW" dirty="0"/>
                        <a:t>5</a:t>
                      </a:r>
                      <a:endParaRPr lang="zh-TW" altLang="en-US" dirty="0"/>
                    </a:p>
                  </a:txBody>
                  <a:tcPr/>
                </a:tc>
                <a:tc>
                  <a:txBody>
                    <a:bodyPr/>
                    <a:lstStyle/>
                    <a:p>
                      <a:pPr algn="ctr"/>
                      <a:r>
                        <a:rPr lang="en-US" altLang="zh-TW" strike="noStrike" dirty="0">
                          <a:solidFill>
                            <a:schemeClr val="tx1"/>
                          </a:solidFill>
                        </a:rPr>
                        <a:t> 12</a:t>
                      </a:r>
                      <a:endParaRPr lang="zh-TW" altLang="en-US" strike="noStrike" dirty="0">
                        <a:solidFill>
                          <a:srgbClr val="C00000"/>
                        </a:solidFill>
                      </a:endParaRPr>
                    </a:p>
                  </a:txBody>
                  <a:tcPr/>
                </a:tc>
                <a:tc>
                  <a:txBody>
                    <a:bodyPr/>
                    <a:lstStyle/>
                    <a:p>
                      <a:pPr algn="ctr"/>
                      <a:r>
                        <a:rPr lang="en-US" altLang="zh-TW" strike="noStrike" dirty="0">
                          <a:solidFill>
                            <a:schemeClr val="tx1"/>
                          </a:solidFill>
                        </a:rPr>
                        <a:t>15</a:t>
                      </a:r>
                      <a:endParaRPr lang="zh-TW" altLang="en-US" strike="noStrike" dirty="0">
                        <a:solidFill>
                          <a:schemeClr val="tx1"/>
                        </a:solidFill>
                      </a:endParaRPr>
                    </a:p>
                  </a:txBody>
                  <a:tcPr/>
                </a:tc>
                <a:tc>
                  <a:txBody>
                    <a:bodyPr/>
                    <a:lstStyle/>
                    <a:p>
                      <a:pPr algn="ctr"/>
                      <a:r>
                        <a:rPr lang="en-US" altLang="zh-TW" dirty="0"/>
                        <a:t>19</a:t>
                      </a:r>
                      <a:endParaRPr lang="zh-TW" altLang="en-US" dirty="0"/>
                    </a:p>
                  </a:txBody>
                  <a:tcPr/>
                </a:tc>
                <a:tc>
                  <a:txBody>
                    <a:bodyPr/>
                    <a:lstStyle/>
                    <a:p>
                      <a:pPr algn="ctr"/>
                      <a:r>
                        <a:rPr lang="en-US" altLang="zh-TW" dirty="0"/>
                        <a:t>20</a:t>
                      </a:r>
                      <a:endParaRPr lang="zh-TW" altLang="en-US" dirty="0"/>
                    </a:p>
                  </a:txBody>
                  <a:tcPr/>
                </a:tc>
                <a:tc>
                  <a:txBody>
                    <a:bodyPr/>
                    <a:lstStyle/>
                    <a:p>
                      <a:pPr algn="ctr"/>
                      <a:r>
                        <a:rPr lang="en-US" altLang="zh-TW" dirty="0"/>
                        <a:t>20 </a:t>
                      </a:r>
                      <a:endParaRPr lang="zh-TW" altLang="en-US" dirty="0"/>
                    </a:p>
                  </a:txBody>
                  <a:tcPr/>
                </a:tc>
                <a:extLst>
                  <a:ext uri="{0D108BD9-81ED-4DB2-BD59-A6C34878D82A}">
                    <a16:rowId xmlns:a16="http://schemas.microsoft.com/office/drawing/2014/main" val="3746804522"/>
                  </a:ext>
                </a:extLst>
              </a:tr>
            </a:tbl>
          </a:graphicData>
        </a:graphic>
      </p:graphicFrame>
      <p:sp>
        <p:nvSpPr>
          <p:cNvPr id="6" name="文字方塊 5"/>
          <p:cNvSpPr txBox="1"/>
          <p:nvPr/>
        </p:nvSpPr>
        <p:spPr>
          <a:xfrm>
            <a:off x="5039360" y="3305730"/>
            <a:ext cx="1798320" cy="461665"/>
          </a:xfrm>
          <a:prstGeom prst="rect">
            <a:avLst/>
          </a:prstGeom>
          <a:noFill/>
        </p:spPr>
        <p:txBody>
          <a:bodyPr wrap="square" rtlCol="0">
            <a:spAutoFit/>
          </a:bodyPr>
          <a:lstStyle/>
          <a:p>
            <a:pPr algn="ctr"/>
            <a:r>
              <a:rPr lang="en-US" altLang="zh-TW" sz="2400" dirty="0" err="1">
                <a:latin typeface="Times New Roman" panose="02020603050405020304" pitchFamily="18" charset="0"/>
                <a:cs typeface="Times New Roman" panose="02020603050405020304" pitchFamily="18" charset="0"/>
              </a:rPr>
              <a:t>Bitband</a:t>
            </a:r>
            <a:r>
              <a:rPr lang="en-US" altLang="zh-TW" sz="2400" dirty="0">
                <a:latin typeface="Times New Roman" panose="02020603050405020304" pitchFamily="18" charset="0"/>
                <a:cs typeface="Times New Roman" panose="02020603050405020304" pitchFamily="18" charset="0"/>
              </a:rPr>
              <a:t> </a:t>
            </a:r>
            <a:endParaRPr lang="zh-TW" altLang="en-US" sz="2400" dirty="0">
              <a:latin typeface="Times New Roman" panose="02020603050405020304" pitchFamily="18" charset="0"/>
              <a:cs typeface="Times New Roman" panose="02020603050405020304" pitchFamily="18" charset="0"/>
            </a:endParaRPr>
          </a:p>
        </p:txBody>
      </p:sp>
      <p:graphicFrame>
        <p:nvGraphicFramePr>
          <p:cNvPr id="7" name="表格 6"/>
          <p:cNvGraphicFramePr>
            <a:graphicFrameLocks noGrp="1"/>
          </p:cNvGraphicFramePr>
          <p:nvPr>
            <p:extLst>
              <p:ext uri="{D42A27DB-BD31-4B8C-83A1-F6EECF244321}">
                <p14:modId xmlns:p14="http://schemas.microsoft.com/office/powerpoint/2010/main" val="3235003529"/>
              </p:ext>
            </p:extLst>
          </p:nvPr>
        </p:nvGraphicFramePr>
        <p:xfrm>
          <a:off x="1539240" y="1829911"/>
          <a:ext cx="9113520" cy="741680"/>
        </p:xfrm>
        <a:graphic>
          <a:graphicData uri="http://schemas.openxmlformats.org/drawingml/2006/table">
            <a:tbl>
              <a:tblPr>
                <a:tableStyleId>{073A0DAA-6AF3-43AB-8588-CEC1D06C72B9}</a:tableStyleId>
              </a:tblPr>
              <a:tblGrid>
                <a:gridCol w="455676">
                  <a:extLst>
                    <a:ext uri="{9D8B030D-6E8A-4147-A177-3AD203B41FA5}">
                      <a16:colId xmlns:a16="http://schemas.microsoft.com/office/drawing/2014/main" val="4051507761"/>
                    </a:ext>
                  </a:extLst>
                </a:gridCol>
                <a:gridCol w="455676">
                  <a:extLst>
                    <a:ext uri="{9D8B030D-6E8A-4147-A177-3AD203B41FA5}">
                      <a16:colId xmlns:a16="http://schemas.microsoft.com/office/drawing/2014/main" val="2972139511"/>
                    </a:ext>
                  </a:extLst>
                </a:gridCol>
                <a:gridCol w="455676">
                  <a:extLst>
                    <a:ext uri="{9D8B030D-6E8A-4147-A177-3AD203B41FA5}">
                      <a16:colId xmlns:a16="http://schemas.microsoft.com/office/drawing/2014/main" val="2875737650"/>
                    </a:ext>
                  </a:extLst>
                </a:gridCol>
                <a:gridCol w="455676">
                  <a:extLst>
                    <a:ext uri="{9D8B030D-6E8A-4147-A177-3AD203B41FA5}">
                      <a16:colId xmlns:a16="http://schemas.microsoft.com/office/drawing/2014/main" val="2677827691"/>
                    </a:ext>
                  </a:extLst>
                </a:gridCol>
                <a:gridCol w="455676">
                  <a:extLst>
                    <a:ext uri="{9D8B030D-6E8A-4147-A177-3AD203B41FA5}">
                      <a16:colId xmlns:a16="http://schemas.microsoft.com/office/drawing/2014/main" val="2441000429"/>
                    </a:ext>
                  </a:extLst>
                </a:gridCol>
                <a:gridCol w="455676">
                  <a:extLst>
                    <a:ext uri="{9D8B030D-6E8A-4147-A177-3AD203B41FA5}">
                      <a16:colId xmlns:a16="http://schemas.microsoft.com/office/drawing/2014/main" val="1229051241"/>
                    </a:ext>
                  </a:extLst>
                </a:gridCol>
                <a:gridCol w="455676">
                  <a:extLst>
                    <a:ext uri="{9D8B030D-6E8A-4147-A177-3AD203B41FA5}">
                      <a16:colId xmlns:a16="http://schemas.microsoft.com/office/drawing/2014/main" val="1827395689"/>
                    </a:ext>
                  </a:extLst>
                </a:gridCol>
                <a:gridCol w="455676">
                  <a:extLst>
                    <a:ext uri="{9D8B030D-6E8A-4147-A177-3AD203B41FA5}">
                      <a16:colId xmlns:a16="http://schemas.microsoft.com/office/drawing/2014/main" val="1220040406"/>
                    </a:ext>
                  </a:extLst>
                </a:gridCol>
                <a:gridCol w="455676">
                  <a:extLst>
                    <a:ext uri="{9D8B030D-6E8A-4147-A177-3AD203B41FA5}">
                      <a16:colId xmlns:a16="http://schemas.microsoft.com/office/drawing/2014/main" val="4267595762"/>
                    </a:ext>
                  </a:extLst>
                </a:gridCol>
                <a:gridCol w="455676">
                  <a:extLst>
                    <a:ext uri="{9D8B030D-6E8A-4147-A177-3AD203B41FA5}">
                      <a16:colId xmlns:a16="http://schemas.microsoft.com/office/drawing/2014/main" val="1039504818"/>
                    </a:ext>
                  </a:extLst>
                </a:gridCol>
                <a:gridCol w="455676">
                  <a:extLst>
                    <a:ext uri="{9D8B030D-6E8A-4147-A177-3AD203B41FA5}">
                      <a16:colId xmlns:a16="http://schemas.microsoft.com/office/drawing/2014/main" val="3328107497"/>
                    </a:ext>
                  </a:extLst>
                </a:gridCol>
                <a:gridCol w="455676">
                  <a:extLst>
                    <a:ext uri="{9D8B030D-6E8A-4147-A177-3AD203B41FA5}">
                      <a16:colId xmlns:a16="http://schemas.microsoft.com/office/drawing/2014/main" val="4076855284"/>
                    </a:ext>
                  </a:extLst>
                </a:gridCol>
                <a:gridCol w="455676">
                  <a:extLst>
                    <a:ext uri="{9D8B030D-6E8A-4147-A177-3AD203B41FA5}">
                      <a16:colId xmlns:a16="http://schemas.microsoft.com/office/drawing/2014/main" val="1854445924"/>
                    </a:ext>
                  </a:extLst>
                </a:gridCol>
                <a:gridCol w="455676">
                  <a:extLst>
                    <a:ext uri="{9D8B030D-6E8A-4147-A177-3AD203B41FA5}">
                      <a16:colId xmlns:a16="http://schemas.microsoft.com/office/drawing/2014/main" val="1575012594"/>
                    </a:ext>
                  </a:extLst>
                </a:gridCol>
                <a:gridCol w="455676">
                  <a:extLst>
                    <a:ext uri="{9D8B030D-6E8A-4147-A177-3AD203B41FA5}">
                      <a16:colId xmlns:a16="http://schemas.microsoft.com/office/drawing/2014/main" val="389045705"/>
                    </a:ext>
                  </a:extLst>
                </a:gridCol>
                <a:gridCol w="455676">
                  <a:extLst>
                    <a:ext uri="{9D8B030D-6E8A-4147-A177-3AD203B41FA5}">
                      <a16:colId xmlns:a16="http://schemas.microsoft.com/office/drawing/2014/main" val="3254408253"/>
                    </a:ext>
                  </a:extLst>
                </a:gridCol>
                <a:gridCol w="455676">
                  <a:extLst>
                    <a:ext uri="{9D8B030D-6E8A-4147-A177-3AD203B41FA5}">
                      <a16:colId xmlns:a16="http://schemas.microsoft.com/office/drawing/2014/main" val="1639466125"/>
                    </a:ext>
                  </a:extLst>
                </a:gridCol>
                <a:gridCol w="455676">
                  <a:extLst>
                    <a:ext uri="{9D8B030D-6E8A-4147-A177-3AD203B41FA5}">
                      <a16:colId xmlns:a16="http://schemas.microsoft.com/office/drawing/2014/main" val="3570555910"/>
                    </a:ext>
                  </a:extLst>
                </a:gridCol>
                <a:gridCol w="455676">
                  <a:extLst>
                    <a:ext uri="{9D8B030D-6E8A-4147-A177-3AD203B41FA5}">
                      <a16:colId xmlns:a16="http://schemas.microsoft.com/office/drawing/2014/main" val="472093811"/>
                    </a:ext>
                  </a:extLst>
                </a:gridCol>
                <a:gridCol w="455676">
                  <a:extLst>
                    <a:ext uri="{9D8B030D-6E8A-4147-A177-3AD203B41FA5}">
                      <a16:colId xmlns:a16="http://schemas.microsoft.com/office/drawing/2014/main" val="367352948"/>
                    </a:ext>
                  </a:extLst>
                </a:gridCol>
              </a:tblGrid>
              <a:tr h="370840">
                <a:tc>
                  <a:txBody>
                    <a:bodyPr/>
                    <a:lstStyle/>
                    <a:p>
                      <a:pPr algn="ctr"/>
                      <a:r>
                        <a:rPr lang="en-US" altLang="zh-TW" dirty="0"/>
                        <a:t>0</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5</a:t>
                      </a:r>
                      <a:endParaRPr lang="zh-TW" altLang="en-US" dirty="0"/>
                    </a:p>
                  </a:txBody>
                  <a:tcPr/>
                </a:tc>
                <a:tc>
                  <a:txBody>
                    <a:bodyPr/>
                    <a:lstStyle/>
                    <a:p>
                      <a:pPr algn="ctr"/>
                      <a:r>
                        <a:rPr lang="en-US" altLang="zh-TW" dirty="0"/>
                        <a:t>6</a:t>
                      </a:r>
                      <a:endParaRPr lang="zh-TW" altLang="en-US" dirty="0"/>
                    </a:p>
                  </a:txBody>
                  <a:tcPr/>
                </a:tc>
                <a:tc>
                  <a:txBody>
                    <a:bodyPr/>
                    <a:lstStyle/>
                    <a:p>
                      <a:pPr algn="ctr"/>
                      <a:r>
                        <a:rPr lang="en-US" altLang="zh-TW" dirty="0"/>
                        <a:t>7</a:t>
                      </a:r>
                      <a:endParaRPr lang="zh-TW" altLang="en-US" dirty="0"/>
                    </a:p>
                  </a:txBody>
                  <a:tcPr/>
                </a:tc>
                <a:tc>
                  <a:txBody>
                    <a:bodyPr/>
                    <a:lstStyle/>
                    <a:p>
                      <a:pPr algn="ctr"/>
                      <a:r>
                        <a:rPr lang="en-US" altLang="zh-TW" dirty="0"/>
                        <a:t>8</a:t>
                      </a:r>
                      <a:endParaRPr lang="zh-TW" altLang="en-US" dirty="0"/>
                    </a:p>
                  </a:txBody>
                  <a:tcPr/>
                </a:tc>
                <a:tc>
                  <a:txBody>
                    <a:bodyPr/>
                    <a:lstStyle/>
                    <a:p>
                      <a:pPr algn="ctr"/>
                      <a:r>
                        <a:rPr lang="en-US" altLang="zh-TW" dirty="0"/>
                        <a:t>9</a:t>
                      </a:r>
                      <a:endParaRPr lang="zh-TW" altLang="en-US" dirty="0"/>
                    </a:p>
                  </a:txBody>
                  <a:tcPr/>
                </a:tc>
                <a:tc>
                  <a:txBody>
                    <a:bodyPr/>
                    <a:lstStyle/>
                    <a:p>
                      <a:pPr algn="ctr"/>
                      <a:r>
                        <a:rPr lang="en-US" altLang="zh-TW" dirty="0"/>
                        <a:t>10</a:t>
                      </a:r>
                      <a:endParaRPr lang="zh-TW" altLang="en-US" dirty="0"/>
                    </a:p>
                  </a:txBody>
                  <a:tcPr/>
                </a:tc>
                <a:tc>
                  <a:txBody>
                    <a:bodyPr/>
                    <a:lstStyle/>
                    <a:p>
                      <a:pPr algn="ctr"/>
                      <a:r>
                        <a:rPr lang="en-US" altLang="zh-TW" dirty="0"/>
                        <a:t>11</a:t>
                      </a:r>
                      <a:endParaRPr lang="zh-TW" altLang="en-US" dirty="0"/>
                    </a:p>
                  </a:txBody>
                  <a:tcPr/>
                </a:tc>
                <a:tc>
                  <a:txBody>
                    <a:bodyPr/>
                    <a:lstStyle/>
                    <a:p>
                      <a:pPr algn="ctr"/>
                      <a:r>
                        <a:rPr lang="en-US" altLang="zh-TW" dirty="0"/>
                        <a:t>12</a:t>
                      </a:r>
                      <a:endParaRPr lang="zh-TW" altLang="en-US" dirty="0"/>
                    </a:p>
                  </a:txBody>
                  <a:tcPr/>
                </a:tc>
                <a:tc>
                  <a:txBody>
                    <a:bodyPr/>
                    <a:lstStyle/>
                    <a:p>
                      <a:pPr algn="ctr"/>
                      <a:r>
                        <a:rPr lang="en-US" altLang="zh-TW" dirty="0"/>
                        <a:t>13</a:t>
                      </a:r>
                      <a:endParaRPr lang="zh-TW" altLang="en-US" dirty="0"/>
                    </a:p>
                  </a:txBody>
                  <a:tcPr/>
                </a:tc>
                <a:tc>
                  <a:txBody>
                    <a:bodyPr/>
                    <a:lstStyle/>
                    <a:p>
                      <a:pPr algn="ctr"/>
                      <a:r>
                        <a:rPr lang="en-US" altLang="zh-TW" dirty="0"/>
                        <a:t>14</a:t>
                      </a:r>
                      <a:endParaRPr lang="zh-TW" altLang="en-US" dirty="0"/>
                    </a:p>
                  </a:txBody>
                  <a:tcPr/>
                </a:tc>
                <a:tc>
                  <a:txBody>
                    <a:bodyPr/>
                    <a:lstStyle/>
                    <a:p>
                      <a:pPr algn="ctr"/>
                      <a:r>
                        <a:rPr lang="en-US" altLang="zh-TW" dirty="0"/>
                        <a:t>15</a:t>
                      </a:r>
                      <a:endParaRPr lang="zh-TW" altLang="en-US" dirty="0"/>
                    </a:p>
                  </a:txBody>
                  <a:tcPr/>
                </a:tc>
                <a:tc>
                  <a:txBody>
                    <a:bodyPr/>
                    <a:lstStyle/>
                    <a:p>
                      <a:pPr algn="ctr"/>
                      <a:r>
                        <a:rPr lang="en-US" altLang="zh-TW" dirty="0"/>
                        <a:t>16</a:t>
                      </a:r>
                      <a:endParaRPr lang="zh-TW" altLang="en-US" dirty="0"/>
                    </a:p>
                  </a:txBody>
                  <a:tcPr/>
                </a:tc>
                <a:tc>
                  <a:txBody>
                    <a:bodyPr/>
                    <a:lstStyle/>
                    <a:p>
                      <a:pPr algn="ctr"/>
                      <a:r>
                        <a:rPr lang="en-US" altLang="zh-TW" dirty="0"/>
                        <a:t>17</a:t>
                      </a:r>
                      <a:endParaRPr lang="zh-TW" altLang="en-US" dirty="0"/>
                    </a:p>
                  </a:txBody>
                  <a:tcPr/>
                </a:tc>
                <a:tc>
                  <a:txBody>
                    <a:bodyPr/>
                    <a:lstStyle/>
                    <a:p>
                      <a:pPr algn="ctr"/>
                      <a:r>
                        <a:rPr lang="en-US" altLang="zh-TW" dirty="0"/>
                        <a:t>18</a:t>
                      </a:r>
                      <a:endParaRPr lang="zh-TW" altLang="en-US" dirty="0"/>
                    </a:p>
                  </a:txBody>
                  <a:tcPr/>
                </a:tc>
                <a:tc>
                  <a:txBody>
                    <a:bodyPr/>
                    <a:lstStyle/>
                    <a:p>
                      <a:pPr algn="ctr"/>
                      <a:r>
                        <a:rPr lang="en-US" altLang="zh-TW" dirty="0"/>
                        <a:t>19</a:t>
                      </a:r>
                      <a:endParaRPr lang="zh-TW" altLang="en-US" dirty="0"/>
                    </a:p>
                  </a:txBody>
                  <a:tcPr/>
                </a:tc>
                <a:extLst>
                  <a:ext uri="{0D108BD9-81ED-4DB2-BD59-A6C34878D82A}">
                    <a16:rowId xmlns:a16="http://schemas.microsoft.com/office/drawing/2014/main" val="379876605"/>
                  </a:ext>
                </a:extLst>
              </a:tr>
              <a:tr h="370840">
                <a:tc>
                  <a:txBody>
                    <a:bodyPr/>
                    <a:lstStyle/>
                    <a:p>
                      <a:pPr algn="ctr"/>
                      <a:r>
                        <a:rPr lang="en-US" altLang="zh-TW" dirty="0">
                          <a:solidFill>
                            <a:schemeClr val="tx1"/>
                          </a:solidFill>
                        </a:rPr>
                        <a:t>15</a:t>
                      </a:r>
                      <a:endParaRPr lang="zh-TW" altLang="en-US" dirty="0">
                        <a:solidFill>
                          <a:schemeClr val="tx1"/>
                        </a:solidFill>
                      </a:endParaRPr>
                    </a:p>
                  </a:txBody>
                  <a:tcPr/>
                </a:tc>
                <a:tc>
                  <a:txBody>
                    <a:bodyPr/>
                    <a:lstStyle/>
                    <a:p>
                      <a:pPr algn="ctr"/>
                      <a:r>
                        <a:rPr lang="en-US" altLang="zh-TW" dirty="0">
                          <a:solidFill>
                            <a:schemeClr val="tx1"/>
                          </a:solidFill>
                        </a:rPr>
                        <a:t>10</a:t>
                      </a:r>
                      <a:endParaRPr lang="zh-TW" altLang="en-US" dirty="0">
                        <a:solidFill>
                          <a:schemeClr val="tx1"/>
                        </a:solidFill>
                      </a:endParaRPr>
                    </a:p>
                  </a:txBody>
                  <a:tcPr/>
                </a:tc>
                <a:tc>
                  <a:txBody>
                    <a:bodyPr/>
                    <a:lstStyle/>
                    <a:p>
                      <a:pPr algn="ctr"/>
                      <a:r>
                        <a:rPr lang="en-US" altLang="zh-TW" dirty="0">
                          <a:solidFill>
                            <a:schemeClr val="tx1"/>
                          </a:solidFill>
                        </a:rPr>
                        <a:t>19</a:t>
                      </a:r>
                      <a:endParaRPr lang="zh-TW" altLang="en-US" dirty="0">
                        <a:solidFill>
                          <a:schemeClr val="tx1"/>
                        </a:solidFill>
                      </a:endParaRPr>
                    </a:p>
                  </a:txBody>
                  <a:tcPr/>
                </a:tc>
                <a:tc>
                  <a:txBody>
                    <a:bodyPr/>
                    <a:lstStyle/>
                    <a:p>
                      <a:pPr algn="ctr"/>
                      <a:r>
                        <a:rPr lang="en-US" altLang="zh-TW" dirty="0"/>
                        <a:t>49</a:t>
                      </a:r>
                      <a:endParaRPr lang="zh-TW" altLang="en-US" dirty="0"/>
                    </a:p>
                  </a:txBody>
                  <a:tcPr/>
                </a:tc>
                <a:tc>
                  <a:txBody>
                    <a:bodyPr/>
                    <a:lstStyle/>
                    <a:p>
                      <a:pPr algn="ctr"/>
                      <a:r>
                        <a:rPr lang="en-US" altLang="zh-TW" dirty="0"/>
                        <a:t>13</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7</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10</a:t>
                      </a:r>
                      <a:endParaRPr lang="zh-TW" altLang="en-US" dirty="0"/>
                    </a:p>
                  </a:txBody>
                  <a:tcPr/>
                </a:tc>
                <a:tc>
                  <a:txBody>
                    <a:bodyPr/>
                    <a:lstStyle/>
                    <a:p>
                      <a:pPr algn="ctr"/>
                      <a:r>
                        <a:rPr lang="en-US" altLang="zh-TW" dirty="0"/>
                        <a:t>20</a:t>
                      </a:r>
                      <a:endParaRPr lang="zh-TW" altLang="en-US" dirty="0"/>
                    </a:p>
                  </a:txBody>
                  <a:tcPr/>
                </a:tc>
                <a:tc>
                  <a:txBody>
                    <a:bodyPr/>
                    <a:lstStyle/>
                    <a:p>
                      <a:pPr algn="ctr"/>
                      <a:r>
                        <a:rPr lang="en-US" altLang="zh-TW" dirty="0"/>
                        <a:t>17</a:t>
                      </a:r>
                      <a:endParaRPr lang="zh-TW" altLang="en-US" dirty="0"/>
                    </a:p>
                  </a:txBody>
                  <a:tcPr/>
                </a:tc>
                <a:tc>
                  <a:txBody>
                    <a:bodyPr/>
                    <a:lstStyle/>
                    <a:p>
                      <a:pPr algn="ctr"/>
                      <a:r>
                        <a:rPr lang="en-US" altLang="zh-TW" dirty="0"/>
                        <a:t>15</a:t>
                      </a:r>
                      <a:endParaRPr lang="zh-TW" altLang="en-US" dirty="0"/>
                    </a:p>
                  </a:txBody>
                  <a:tcPr/>
                </a:tc>
                <a:tc>
                  <a:txBody>
                    <a:bodyPr/>
                    <a:lstStyle/>
                    <a:p>
                      <a:pPr algn="ctr"/>
                      <a:r>
                        <a:rPr lang="en-US" altLang="zh-TW" dirty="0"/>
                        <a:t>46</a:t>
                      </a:r>
                      <a:endParaRPr lang="zh-TW" altLang="en-US" dirty="0"/>
                    </a:p>
                  </a:txBody>
                  <a:tcPr/>
                </a:tc>
                <a:tc>
                  <a:txBody>
                    <a:bodyPr/>
                    <a:lstStyle/>
                    <a:p>
                      <a:pPr algn="ctr"/>
                      <a:r>
                        <a:rPr lang="en-US" altLang="zh-TW" dirty="0"/>
                        <a:t>16</a:t>
                      </a:r>
                      <a:endParaRPr lang="zh-TW" altLang="en-US" dirty="0"/>
                    </a:p>
                  </a:txBody>
                  <a:tcPr/>
                </a:tc>
                <a:tc>
                  <a:txBody>
                    <a:bodyPr/>
                    <a:lstStyle/>
                    <a:p>
                      <a:pPr algn="ctr"/>
                      <a:r>
                        <a:rPr lang="en-US" altLang="zh-TW" dirty="0"/>
                        <a:t>53</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5</a:t>
                      </a:r>
                      <a:endParaRPr lang="zh-TW" altLang="en-US" dirty="0"/>
                    </a:p>
                  </a:txBody>
                  <a:tcPr/>
                </a:tc>
                <a:tc>
                  <a:txBody>
                    <a:bodyPr/>
                    <a:lstStyle/>
                    <a:p>
                      <a:pPr algn="ctr"/>
                      <a:r>
                        <a:rPr lang="en-US" altLang="zh-TW" dirty="0">
                          <a:solidFill>
                            <a:srgbClr val="FF0000"/>
                          </a:solidFill>
                        </a:rPr>
                        <a:t>9</a:t>
                      </a:r>
                      <a:endParaRPr lang="zh-TW" altLang="en-US" dirty="0">
                        <a:solidFill>
                          <a:srgbClr val="FF0000"/>
                        </a:solidFill>
                      </a:endParaRPr>
                    </a:p>
                  </a:txBody>
                  <a:tcPr/>
                </a:tc>
                <a:extLst>
                  <a:ext uri="{0D108BD9-81ED-4DB2-BD59-A6C34878D82A}">
                    <a16:rowId xmlns:a16="http://schemas.microsoft.com/office/drawing/2014/main" val="1774951801"/>
                  </a:ext>
                </a:extLst>
              </a:tr>
            </a:tbl>
          </a:graphicData>
        </a:graphic>
      </p:graphicFrame>
      <p:sp>
        <p:nvSpPr>
          <p:cNvPr id="8" name="文字方塊 7"/>
          <p:cNvSpPr txBox="1"/>
          <p:nvPr/>
        </p:nvSpPr>
        <p:spPr>
          <a:xfrm>
            <a:off x="5039360" y="1368246"/>
            <a:ext cx="1798320" cy="461665"/>
          </a:xfrm>
          <a:prstGeom prst="rect">
            <a:avLst/>
          </a:prstGeom>
          <a:noFill/>
        </p:spPr>
        <p:txBody>
          <a:bodyPr wrap="square" rtlCol="0">
            <a:spAutoFit/>
          </a:bodyPr>
          <a:lstStyle/>
          <a:p>
            <a:pPr algn="ctr"/>
            <a:r>
              <a:rPr lang="en-US" altLang="zh-TW" sz="2400" dirty="0">
                <a:latin typeface="Times New Roman" panose="02020603050405020304" pitchFamily="18" charset="0"/>
                <a:cs typeface="Times New Roman" panose="02020603050405020304" pitchFamily="18" charset="0"/>
              </a:rPr>
              <a:t>Input</a:t>
            </a:r>
            <a:endParaRPr lang="zh-TW" altLang="en-US" sz="2400" dirty="0">
              <a:latin typeface="Times New Roman" panose="02020603050405020304" pitchFamily="18" charset="0"/>
              <a:cs typeface="Times New Roman" panose="02020603050405020304" pitchFamily="18" charset="0"/>
            </a:endParaRPr>
          </a:p>
        </p:txBody>
      </p:sp>
      <p:graphicFrame>
        <p:nvGraphicFramePr>
          <p:cNvPr id="9" name="表格 8"/>
          <p:cNvGraphicFramePr>
            <a:graphicFrameLocks noGrp="1"/>
          </p:cNvGraphicFramePr>
          <p:nvPr>
            <p:extLst>
              <p:ext uri="{D42A27DB-BD31-4B8C-83A1-F6EECF244321}">
                <p14:modId xmlns:p14="http://schemas.microsoft.com/office/powerpoint/2010/main" val="1940338655"/>
              </p:ext>
            </p:extLst>
          </p:nvPr>
        </p:nvGraphicFramePr>
        <p:xfrm>
          <a:off x="1539240" y="5461139"/>
          <a:ext cx="9113520" cy="741680"/>
        </p:xfrm>
        <a:graphic>
          <a:graphicData uri="http://schemas.openxmlformats.org/drawingml/2006/table">
            <a:tbl>
              <a:tblPr>
                <a:tableStyleId>{073A0DAA-6AF3-43AB-8588-CEC1D06C72B9}</a:tableStyleId>
              </a:tblPr>
              <a:tblGrid>
                <a:gridCol w="455676">
                  <a:extLst>
                    <a:ext uri="{9D8B030D-6E8A-4147-A177-3AD203B41FA5}">
                      <a16:colId xmlns:a16="http://schemas.microsoft.com/office/drawing/2014/main" val="4051507761"/>
                    </a:ext>
                  </a:extLst>
                </a:gridCol>
                <a:gridCol w="455676">
                  <a:extLst>
                    <a:ext uri="{9D8B030D-6E8A-4147-A177-3AD203B41FA5}">
                      <a16:colId xmlns:a16="http://schemas.microsoft.com/office/drawing/2014/main" val="2972139511"/>
                    </a:ext>
                  </a:extLst>
                </a:gridCol>
                <a:gridCol w="455676">
                  <a:extLst>
                    <a:ext uri="{9D8B030D-6E8A-4147-A177-3AD203B41FA5}">
                      <a16:colId xmlns:a16="http://schemas.microsoft.com/office/drawing/2014/main" val="2875737650"/>
                    </a:ext>
                  </a:extLst>
                </a:gridCol>
                <a:gridCol w="455676">
                  <a:extLst>
                    <a:ext uri="{9D8B030D-6E8A-4147-A177-3AD203B41FA5}">
                      <a16:colId xmlns:a16="http://schemas.microsoft.com/office/drawing/2014/main" val="2677827691"/>
                    </a:ext>
                  </a:extLst>
                </a:gridCol>
                <a:gridCol w="455676">
                  <a:extLst>
                    <a:ext uri="{9D8B030D-6E8A-4147-A177-3AD203B41FA5}">
                      <a16:colId xmlns:a16="http://schemas.microsoft.com/office/drawing/2014/main" val="2441000429"/>
                    </a:ext>
                  </a:extLst>
                </a:gridCol>
                <a:gridCol w="455676">
                  <a:extLst>
                    <a:ext uri="{9D8B030D-6E8A-4147-A177-3AD203B41FA5}">
                      <a16:colId xmlns:a16="http://schemas.microsoft.com/office/drawing/2014/main" val="1229051241"/>
                    </a:ext>
                  </a:extLst>
                </a:gridCol>
                <a:gridCol w="455676">
                  <a:extLst>
                    <a:ext uri="{9D8B030D-6E8A-4147-A177-3AD203B41FA5}">
                      <a16:colId xmlns:a16="http://schemas.microsoft.com/office/drawing/2014/main" val="1827395689"/>
                    </a:ext>
                  </a:extLst>
                </a:gridCol>
                <a:gridCol w="455676">
                  <a:extLst>
                    <a:ext uri="{9D8B030D-6E8A-4147-A177-3AD203B41FA5}">
                      <a16:colId xmlns:a16="http://schemas.microsoft.com/office/drawing/2014/main" val="1220040406"/>
                    </a:ext>
                  </a:extLst>
                </a:gridCol>
                <a:gridCol w="455676">
                  <a:extLst>
                    <a:ext uri="{9D8B030D-6E8A-4147-A177-3AD203B41FA5}">
                      <a16:colId xmlns:a16="http://schemas.microsoft.com/office/drawing/2014/main" val="4267595762"/>
                    </a:ext>
                  </a:extLst>
                </a:gridCol>
                <a:gridCol w="455676">
                  <a:extLst>
                    <a:ext uri="{9D8B030D-6E8A-4147-A177-3AD203B41FA5}">
                      <a16:colId xmlns:a16="http://schemas.microsoft.com/office/drawing/2014/main" val="1039504818"/>
                    </a:ext>
                  </a:extLst>
                </a:gridCol>
                <a:gridCol w="455676">
                  <a:extLst>
                    <a:ext uri="{9D8B030D-6E8A-4147-A177-3AD203B41FA5}">
                      <a16:colId xmlns:a16="http://schemas.microsoft.com/office/drawing/2014/main" val="3328107497"/>
                    </a:ext>
                  </a:extLst>
                </a:gridCol>
                <a:gridCol w="455676">
                  <a:extLst>
                    <a:ext uri="{9D8B030D-6E8A-4147-A177-3AD203B41FA5}">
                      <a16:colId xmlns:a16="http://schemas.microsoft.com/office/drawing/2014/main" val="4076855284"/>
                    </a:ext>
                  </a:extLst>
                </a:gridCol>
                <a:gridCol w="455676">
                  <a:extLst>
                    <a:ext uri="{9D8B030D-6E8A-4147-A177-3AD203B41FA5}">
                      <a16:colId xmlns:a16="http://schemas.microsoft.com/office/drawing/2014/main" val="1854445924"/>
                    </a:ext>
                  </a:extLst>
                </a:gridCol>
                <a:gridCol w="455676">
                  <a:extLst>
                    <a:ext uri="{9D8B030D-6E8A-4147-A177-3AD203B41FA5}">
                      <a16:colId xmlns:a16="http://schemas.microsoft.com/office/drawing/2014/main" val="1575012594"/>
                    </a:ext>
                  </a:extLst>
                </a:gridCol>
                <a:gridCol w="455676">
                  <a:extLst>
                    <a:ext uri="{9D8B030D-6E8A-4147-A177-3AD203B41FA5}">
                      <a16:colId xmlns:a16="http://schemas.microsoft.com/office/drawing/2014/main" val="389045705"/>
                    </a:ext>
                  </a:extLst>
                </a:gridCol>
                <a:gridCol w="455676">
                  <a:extLst>
                    <a:ext uri="{9D8B030D-6E8A-4147-A177-3AD203B41FA5}">
                      <a16:colId xmlns:a16="http://schemas.microsoft.com/office/drawing/2014/main" val="3254408253"/>
                    </a:ext>
                  </a:extLst>
                </a:gridCol>
                <a:gridCol w="455676">
                  <a:extLst>
                    <a:ext uri="{9D8B030D-6E8A-4147-A177-3AD203B41FA5}">
                      <a16:colId xmlns:a16="http://schemas.microsoft.com/office/drawing/2014/main" val="1639466125"/>
                    </a:ext>
                  </a:extLst>
                </a:gridCol>
                <a:gridCol w="455676">
                  <a:extLst>
                    <a:ext uri="{9D8B030D-6E8A-4147-A177-3AD203B41FA5}">
                      <a16:colId xmlns:a16="http://schemas.microsoft.com/office/drawing/2014/main" val="3570555910"/>
                    </a:ext>
                  </a:extLst>
                </a:gridCol>
                <a:gridCol w="455676">
                  <a:extLst>
                    <a:ext uri="{9D8B030D-6E8A-4147-A177-3AD203B41FA5}">
                      <a16:colId xmlns:a16="http://schemas.microsoft.com/office/drawing/2014/main" val="472093811"/>
                    </a:ext>
                  </a:extLst>
                </a:gridCol>
                <a:gridCol w="455676">
                  <a:extLst>
                    <a:ext uri="{9D8B030D-6E8A-4147-A177-3AD203B41FA5}">
                      <a16:colId xmlns:a16="http://schemas.microsoft.com/office/drawing/2014/main" val="367352948"/>
                    </a:ext>
                  </a:extLst>
                </a:gridCol>
              </a:tblGrid>
              <a:tr h="370840">
                <a:tc>
                  <a:txBody>
                    <a:bodyPr/>
                    <a:lstStyle/>
                    <a:p>
                      <a:pPr algn="ctr"/>
                      <a:r>
                        <a:rPr lang="en-US" altLang="zh-TW" dirty="0"/>
                        <a:t>0</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5</a:t>
                      </a:r>
                      <a:endParaRPr lang="zh-TW" altLang="en-US" dirty="0"/>
                    </a:p>
                  </a:txBody>
                  <a:tcPr/>
                </a:tc>
                <a:tc>
                  <a:txBody>
                    <a:bodyPr/>
                    <a:lstStyle/>
                    <a:p>
                      <a:pPr algn="ctr"/>
                      <a:r>
                        <a:rPr lang="en-US" altLang="zh-TW" dirty="0"/>
                        <a:t>6</a:t>
                      </a:r>
                      <a:endParaRPr lang="zh-TW" altLang="en-US" dirty="0"/>
                    </a:p>
                  </a:txBody>
                  <a:tcPr/>
                </a:tc>
                <a:tc>
                  <a:txBody>
                    <a:bodyPr/>
                    <a:lstStyle/>
                    <a:p>
                      <a:pPr algn="ctr"/>
                      <a:r>
                        <a:rPr lang="en-US" altLang="zh-TW" dirty="0"/>
                        <a:t>7</a:t>
                      </a:r>
                      <a:endParaRPr lang="zh-TW" altLang="en-US" dirty="0"/>
                    </a:p>
                  </a:txBody>
                  <a:tcPr/>
                </a:tc>
                <a:tc>
                  <a:txBody>
                    <a:bodyPr/>
                    <a:lstStyle/>
                    <a:p>
                      <a:pPr algn="ctr"/>
                      <a:r>
                        <a:rPr lang="en-US" altLang="zh-TW" dirty="0"/>
                        <a:t>8</a:t>
                      </a:r>
                      <a:endParaRPr lang="zh-TW" altLang="en-US" dirty="0"/>
                    </a:p>
                  </a:txBody>
                  <a:tcPr/>
                </a:tc>
                <a:tc>
                  <a:txBody>
                    <a:bodyPr/>
                    <a:lstStyle/>
                    <a:p>
                      <a:pPr algn="ctr"/>
                      <a:r>
                        <a:rPr lang="en-US" altLang="zh-TW" dirty="0"/>
                        <a:t>9</a:t>
                      </a:r>
                      <a:endParaRPr lang="zh-TW" altLang="en-US" dirty="0"/>
                    </a:p>
                  </a:txBody>
                  <a:tcPr/>
                </a:tc>
                <a:tc>
                  <a:txBody>
                    <a:bodyPr/>
                    <a:lstStyle/>
                    <a:p>
                      <a:pPr algn="ctr"/>
                      <a:r>
                        <a:rPr lang="en-US" altLang="zh-TW" dirty="0"/>
                        <a:t>10</a:t>
                      </a:r>
                      <a:endParaRPr lang="zh-TW" altLang="en-US" dirty="0"/>
                    </a:p>
                  </a:txBody>
                  <a:tcPr/>
                </a:tc>
                <a:tc>
                  <a:txBody>
                    <a:bodyPr/>
                    <a:lstStyle/>
                    <a:p>
                      <a:pPr algn="ctr"/>
                      <a:r>
                        <a:rPr lang="en-US" altLang="zh-TW" dirty="0"/>
                        <a:t>11</a:t>
                      </a:r>
                      <a:endParaRPr lang="zh-TW" altLang="en-US" dirty="0"/>
                    </a:p>
                  </a:txBody>
                  <a:tcPr/>
                </a:tc>
                <a:tc>
                  <a:txBody>
                    <a:bodyPr/>
                    <a:lstStyle/>
                    <a:p>
                      <a:pPr algn="ctr"/>
                      <a:r>
                        <a:rPr lang="en-US" altLang="zh-TW" dirty="0"/>
                        <a:t>12</a:t>
                      </a:r>
                      <a:endParaRPr lang="zh-TW" altLang="en-US" dirty="0"/>
                    </a:p>
                  </a:txBody>
                  <a:tcPr/>
                </a:tc>
                <a:tc>
                  <a:txBody>
                    <a:bodyPr/>
                    <a:lstStyle/>
                    <a:p>
                      <a:pPr algn="ctr"/>
                      <a:r>
                        <a:rPr lang="en-US" altLang="zh-TW" dirty="0"/>
                        <a:t>13</a:t>
                      </a:r>
                      <a:endParaRPr lang="zh-TW" altLang="en-US" dirty="0"/>
                    </a:p>
                  </a:txBody>
                  <a:tcPr/>
                </a:tc>
                <a:tc>
                  <a:txBody>
                    <a:bodyPr/>
                    <a:lstStyle/>
                    <a:p>
                      <a:pPr algn="ctr"/>
                      <a:r>
                        <a:rPr lang="en-US" altLang="zh-TW" dirty="0"/>
                        <a:t>14</a:t>
                      </a:r>
                      <a:endParaRPr lang="zh-TW" altLang="en-US" dirty="0"/>
                    </a:p>
                  </a:txBody>
                  <a:tcPr/>
                </a:tc>
                <a:tc>
                  <a:txBody>
                    <a:bodyPr/>
                    <a:lstStyle/>
                    <a:p>
                      <a:pPr algn="ctr"/>
                      <a:r>
                        <a:rPr lang="en-US" altLang="zh-TW" dirty="0"/>
                        <a:t>15</a:t>
                      </a:r>
                      <a:endParaRPr lang="zh-TW" altLang="en-US" dirty="0"/>
                    </a:p>
                  </a:txBody>
                  <a:tcPr/>
                </a:tc>
                <a:tc>
                  <a:txBody>
                    <a:bodyPr/>
                    <a:lstStyle/>
                    <a:p>
                      <a:pPr algn="ctr"/>
                      <a:r>
                        <a:rPr lang="en-US" altLang="zh-TW" dirty="0"/>
                        <a:t>16</a:t>
                      </a:r>
                      <a:endParaRPr lang="zh-TW" altLang="en-US" dirty="0"/>
                    </a:p>
                  </a:txBody>
                  <a:tcPr/>
                </a:tc>
                <a:tc>
                  <a:txBody>
                    <a:bodyPr/>
                    <a:lstStyle/>
                    <a:p>
                      <a:pPr algn="ctr"/>
                      <a:r>
                        <a:rPr lang="en-US" altLang="zh-TW" dirty="0"/>
                        <a:t>17</a:t>
                      </a:r>
                      <a:endParaRPr lang="zh-TW" altLang="en-US" dirty="0"/>
                    </a:p>
                  </a:txBody>
                  <a:tcPr/>
                </a:tc>
                <a:tc>
                  <a:txBody>
                    <a:bodyPr/>
                    <a:lstStyle/>
                    <a:p>
                      <a:pPr algn="ctr"/>
                      <a:r>
                        <a:rPr lang="en-US" altLang="zh-TW" dirty="0"/>
                        <a:t>18</a:t>
                      </a:r>
                      <a:endParaRPr lang="zh-TW" altLang="en-US" dirty="0"/>
                    </a:p>
                  </a:txBody>
                  <a:tcPr/>
                </a:tc>
                <a:tc>
                  <a:txBody>
                    <a:bodyPr/>
                    <a:lstStyle/>
                    <a:p>
                      <a:pPr algn="ctr"/>
                      <a:r>
                        <a:rPr lang="en-US" altLang="zh-TW" dirty="0"/>
                        <a:t>19</a:t>
                      </a:r>
                      <a:endParaRPr lang="zh-TW" altLang="en-US" dirty="0"/>
                    </a:p>
                  </a:txBody>
                  <a:tcPr/>
                </a:tc>
                <a:extLst>
                  <a:ext uri="{0D108BD9-81ED-4DB2-BD59-A6C34878D82A}">
                    <a16:rowId xmlns:a16="http://schemas.microsoft.com/office/drawing/2014/main" val="379876605"/>
                  </a:ext>
                </a:extLst>
              </a:tr>
              <a:tr h="370840">
                <a:tc>
                  <a:txBody>
                    <a:bodyPr/>
                    <a:lstStyle/>
                    <a:p>
                      <a:pPr algn="ctr"/>
                      <a:r>
                        <a:rPr lang="en-US" altLang="zh-TW" baseline="0" dirty="0">
                          <a:solidFill>
                            <a:schemeClr val="tx1"/>
                          </a:solidFill>
                        </a:rPr>
                        <a:t> 0</a:t>
                      </a:r>
                      <a:endParaRPr lang="zh-TW" altLang="en-US" dirty="0">
                        <a:solidFill>
                          <a:schemeClr val="tx1"/>
                        </a:solidFill>
                      </a:endParaRPr>
                    </a:p>
                  </a:txBody>
                  <a:tcPr/>
                </a:tc>
                <a:tc>
                  <a:txBody>
                    <a:bodyPr/>
                    <a:lstStyle/>
                    <a:p>
                      <a:pPr algn="ctr"/>
                      <a:r>
                        <a:rPr lang="en-US" altLang="zh-TW" dirty="0"/>
                        <a:t>1</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7</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5</a:t>
                      </a:r>
                      <a:endParaRPr lang="zh-TW" altLang="en-US" dirty="0"/>
                    </a:p>
                  </a:txBody>
                  <a:tcPr/>
                </a:tc>
                <a:tc>
                  <a:txBody>
                    <a:bodyPr/>
                    <a:lstStyle/>
                    <a:p>
                      <a:pPr algn="ctr"/>
                      <a:r>
                        <a:rPr lang="en-US" altLang="zh-TW" dirty="0"/>
                        <a:t>15</a:t>
                      </a:r>
                      <a:endParaRPr lang="zh-TW" altLang="en-US" dirty="0"/>
                    </a:p>
                  </a:txBody>
                  <a:tcPr/>
                </a:tc>
                <a:tc>
                  <a:txBody>
                    <a:bodyPr/>
                    <a:lstStyle/>
                    <a:p>
                      <a:pPr algn="ctr"/>
                      <a:r>
                        <a:rPr lang="en-US" altLang="zh-TW" dirty="0"/>
                        <a:t>10</a:t>
                      </a:r>
                      <a:endParaRPr lang="zh-TW" altLang="en-US" dirty="0"/>
                    </a:p>
                  </a:txBody>
                  <a:tcPr/>
                </a:tc>
                <a:tc>
                  <a:txBody>
                    <a:bodyPr/>
                    <a:lstStyle/>
                    <a:p>
                      <a:pPr algn="ctr"/>
                      <a:r>
                        <a:rPr lang="en-US" altLang="zh-TW" dirty="0"/>
                        <a:t>13</a:t>
                      </a:r>
                      <a:endParaRPr lang="zh-TW" altLang="en-US" dirty="0"/>
                    </a:p>
                  </a:txBody>
                  <a:tcPr/>
                </a:tc>
                <a:tc>
                  <a:txBody>
                    <a:bodyPr/>
                    <a:lstStyle/>
                    <a:p>
                      <a:pPr algn="ctr"/>
                      <a:r>
                        <a:rPr lang="en-US" altLang="zh-TW" dirty="0"/>
                        <a:t>10</a:t>
                      </a:r>
                      <a:endParaRPr lang="zh-TW" altLang="en-US" dirty="0"/>
                    </a:p>
                  </a:txBody>
                  <a:tcPr/>
                </a:tc>
                <a:tc>
                  <a:txBody>
                    <a:bodyPr/>
                    <a:lstStyle/>
                    <a:p>
                      <a:pPr algn="ctr"/>
                      <a:r>
                        <a:rPr lang="en-US" altLang="zh-TW" dirty="0"/>
                        <a:t>15</a:t>
                      </a:r>
                      <a:endParaRPr lang="zh-TW" altLang="en-US" dirty="0"/>
                    </a:p>
                  </a:txBody>
                  <a:tcPr/>
                </a:tc>
                <a:tc>
                  <a:txBody>
                    <a:bodyPr/>
                    <a:lstStyle/>
                    <a:p>
                      <a:pPr algn="ctr"/>
                      <a:r>
                        <a:rPr lang="en-US" altLang="zh-TW" dirty="0">
                          <a:solidFill>
                            <a:srgbClr val="FF0000"/>
                          </a:solidFill>
                        </a:rPr>
                        <a:t>9</a:t>
                      </a:r>
                      <a:endParaRPr lang="zh-TW" altLang="en-US" dirty="0">
                        <a:solidFill>
                          <a:srgbClr val="FF0000"/>
                        </a:solidFill>
                      </a:endParaRPr>
                    </a:p>
                  </a:txBody>
                  <a:tcPr/>
                </a:tc>
                <a:tc>
                  <a:txBody>
                    <a:bodyPr/>
                    <a:lstStyle/>
                    <a:p>
                      <a:pPr algn="ctr"/>
                      <a:r>
                        <a:rPr lang="en-US" altLang="zh-TW" dirty="0">
                          <a:solidFill>
                            <a:schemeClr val="tx1"/>
                          </a:solidFill>
                        </a:rPr>
                        <a:t>19</a:t>
                      </a:r>
                      <a:endParaRPr lang="zh-TW" altLang="en-US" dirty="0">
                        <a:solidFill>
                          <a:schemeClr val="tx1"/>
                        </a:solidFill>
                      </a:endParaRPr>
                    </a:p>
                  </a:txBody>
                  <a:tcPr/>
                </a:tc>
                <a:tc>
                  <a:txBody>
                    <a:bodyPr/>
                    <a:lstStyle/>
                    <a:p>
                      <a:pPr algn="ctr"/>
                      <a:r>
                        <a:rPr lang="en-US" altLang="zh-TW" dirty="0"/>
                        <a:t>20</a:t>
                      </a:r>
                      <a:endParaRPr lang="zh-TW" altLang="en-US" dirty="0"/>
                    </a:p>
                  </a:txBody>
                  <a:tcPr/>
                </a:tc>
                <a:tc>
                  <a:txBody>
                    <a:bodyPr/>
                    <a:lstStyle/>
                    <a:p>
                      <a:pPr algn="ctr"/>
                      <a:r>
                        <a:rPr lang="en-US" altLang="zh-TW" dirty="0"/>
                        <a:t>17</a:t>
                      </a:r>
                      <a:endParaRPr lang="zh-TW" altLang="en-US" dirty="0"/>
                    </a:p>
                  </a:txBody>
                  <a:tcPr/>
                </a:tc>
                <a:tc>
                  <a:txBody>
                    <a:bodyPr/>
                    <a:lstStyle/>
                    <a:p>
                      <a:pPr algn="ctr"/>
                      <a:r>
                        <a:rPr lang="en-US" altLang="zh-TW" dirty="0"/>
                        <a:t>16</a:t>
                      </a:r>
                      <a:endParaRPr lang="zh-TW" altLang="en-US" dirty="0"/>
                    </a:p>
                  </a:txBody>
                  <a:tcPr/>
                </a:tc>
                <a:tc>
                  <a:txBody>
                    <a:bodyPr/>
                    <a:lstStyle/>
                    <a:p>
                      <a:pPr algn="ctr"/>
                      <a:r>
                        <a:rPr lang="en-US" altLang="zh-TW" dirty="0"/>
                        <a:t>49</a:t>
                      </a:r>
                      <a:endParaRPr lang="zh-TW" altLang="en-US" dirty="0"/>
                    </a:p>
                  </a:txBody>
                  <a:tcPr/>
                </a:tc>
                <a:tc>
                  <a:txBody>
                    <a:bodyPr/>
                    <a:lstStyle/>
                    <a:p>
                      <a:pPr algn="ctr"/>
                      <a:r>
                        <a:rPr lang="en-US" altLang="zh-TW" dirty="0"/>
                        <a:t>46</a:t>
                      </a:r>
                      <a:endParaRPr lang="zh-TW" altLang="en-US" dirty="0"/>
                    </a:p>
                  </a:txBody>
                  <a:tcPr/>
                </a:tc>
                <a:tc>
                  <a:txBody>
                    <a:bodyPr/>
                    <a:lstStyle/>
                    <a:p>
                      <a:pPr algn="ctr"/>
                      <a:r>
                        <a:rPr lang="en-US" altLang="zh-TW" dirty="0"/>
                        <a:t>53</a:t>
                      </a:r>
                      <a:endParaRPr lang="zh-TW" altLang="en-US" dirty="0"/>
                    </a:p>
                  </a:txBody>
                  <a:tcPr/>
                </a:tc>
                <a:extLst>
                  <a:ext uri="{0D108BD9-81ED-4DB2-BD59-A6C34878D82A}">
                    <a16:rowId xmlns:a16="http://schemas.microsoft.com/office/drawing/2014/main" val="1774951801"/>
                  </a:ext>
                </a:extLst>
              </a:tr>
            </a:tbl>
          </a:graphicData>
        </a:graphic>
      </p:graphicFrame>
      <p:sp>
        <p:nvSpPr>
          <p:cNvPr id="10" name="文字方塊 9"/>
          <p:cNvSpPr txBox="1"/>
          <p:nvPr/>
        </p:nvSpPr>
        <p:spPr>
          <a:xfrm>
            <a:off x="5039360" y="4999474"/>
            <a:ext cx="2042160" cy="461665"/>
          </a:xfrm>
          <a:prstGeom prst="rect">
            <a:avLst/>
          </a:prstGeom>
          <a:noFill/>
        </p:spPr>
        <p:txBody>
          <a:bodyPr wrap="square" rtlCol="0">
            <a:spAutoFit/>
          </a:bodyPr>
          <a:lstStyle/>
          <a:p>
            <a:pPr algn="ctr"/>
            <a:r>
              <a:rPr lang="en-US" altLang="zh-TW" sz="2400" dirty="0">
                <a:latin typeface="Times New Roman" panose="02020603050405020304" pitchFamily="18" charset="0"/>
                <a:cs typeface="Times New Roman" panose="02020603050405020304" pitchFamily="18" charset="0"/>
              </a:rPr>
              <a:t>Repositioning</a:t>
            </a:r>
            <a:endParaRPr lang="zh-TW" altLang="en-US" sz="2400" dirty="0">
              <a:latin typeface="Times New Roman" panose="02020603050405020304" pitchFamily="18" charset="0"/>
              <a:cs typeface="Times New Roman" panose="02020603050405020304" pitchFamily="18" charset="0"/>
            </a:endParaRPr>
          </a:p>
        </p:txBody>
      </p:sp>
      <p:sp>
        <p:nvSpPr>
          <p:cNvPr id="12" name="矩形 11"/>
          <p:cNvSpPr/>
          <p:nvPr/>
        </p:nvSpPr>
        <p:spPr>
          <a:xfrm>
            <a:off x="5131248" y="2890232"/>
            <a:ext cx="1614545" cy="461665"/>
          </a:xfrm>
          <a:prstGeom prst="rect">
            <a:avLst/>
          </a:prstGeom>
        </p:spPr>
        <p:txBody>
          <a:bodyPr wrap="none">
            <a:spAutoFit/>
          </a:bodyPr>
          <a:lstStyle/>
          <a:p>
            <a:pPr algn="ctr"/>
            <a:r>
              <a:rPr lang="en-US" altLang="zh-TW" sz="2400" dirty="0">
                <a:latin typeface="Times New Roman" panose="02020603050405020304" pitchFamily="18" charset="0"/>
                <a:cs typeface="Times New Roman" panose="02020603050405020304" pitchFamily="18" charset="0"/>
              </a:rPr>
              <a:t>9</a:t>
            </a:r>
            <a:r>
              <a:rPr lang="en-US" altLang="zh-TW" sz="2400" baseline="-25000" dirty="0">
                <a:latin typeface="Times New Roman" panose="02020603050405020304" pitchFamily="18" charset="0"/>
                <a:cs typeface="Times New Roman" panose="02020603050405020304" pitchFamily="18" charset="0"/>
              </a:rPr>
              <a:t>10 </a:t>
            </a:r>
            <a:r>
              <a:rPr lang="en-US" altLang="zh-TW" sz="2400" dirty="0">
                <a:latin typeface="Times New Roman" panose="02020603050405020304" pitchFamily="18" charset="0"/>
                <a:cs typeface="Times New Roman" panose="02020603050405020304" pitchFamily="18" charset="0"/>
              </a:rPr>
              <a:t>= 1001</a:t>
            </a:r>
            <a:r>
              <a:rPr lang="en-US" altLang="zh-TW" sz="2400" baseline="-25000" dirty="0">
                <a:latin typeface="Times New Roman" panose="02020603050405020304" pitchFamily="18" charset="0"/>
                <a:cs typeface="Times New Roman" panose="02020603050405020304" pitchFamily="18" charset="0"/>
              </a:rPr>
              <a:t>2 </a:t>
            </a:r>
            <a:endParaRPr lang="zh-TW" altLang="en-US" sz="2400" baseline="-25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37317384"/>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Sub-array sorting step</a:t>
            </a:r>
            <a:endParaRPr lang="zh-TW" altLang="en-US" dirty="0"/>
          </a:p>
        </p:txBody>
      </p:sp>
      <p:sp>
        <p:nvSpPr>
          <p:cNvPr id="3" name="內容版面配置區 2"/>
          <p:cNvSpPr>
            <a:spLocks noGrp="1"/>
          </p:cNvSpPr>
          <p:nvPr>
            <p:ph idx="1"/>
          </p:nvPr>
        </p:nvSpPr>
        <p:spPr/>
        <p:txBody>
          <a:bodyPr/>
          <a:lstStyle/>
          <a:p>
            <a:r>
              <a:rPr lang="en-US" altLang="zh-TW" dirty="0">
                <a:latin typeface="Times New Roman" panose="02020603050405020304" pitchFamily="18" charset="0"/>
                <a:cs typeface="Times New Roman" panose="02020603050405020304" pitchFamily="18" charset="0"/>
              </a:rPr>
              <a:t>Use quick / merge / insertion sort to sort sub array</a:t>
            </a:r>
          </a:p>
          <a:p>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C497B8E6-CB28-4350-9E62-3F3C29E41FED}" type="slidenum">
              <a:rPr lang="zh-TW" altLang="en-US" smtClean="0"/>
              <a:t>41</a:t>
            </a:fld>
            <a:endParaRPr lang="zh-TW" altLang="en-US"/>
          </a:p>
        </p:txBody>
      </p:sp>
      <p:graphicFrame>
        <p:nvGraphicFramePr>
          <p:cNvPr id="5" name="表格 4"/>
          <p:cNvGraphicFramePr>
            <a:graphicFrameLocks noGrp="1"/>
          </p:cNvGraphicFramePr>
          <p:nvPr>
            <p:extLst>
              <p:ext uri="{D42A27DB-BD31-4B8C-83A1-F6EECF244321}">
                <p14:modId xmlns:p14="http://schemas.microsoft.com/office/powerpoint/2010/main" val="3376566699"/>
              </p:ext>
            </p:extLst>
          </p:nvPr>
        </p:nvGraphicFramePr>
        <p:xfrm>
          <a:off x="1640840" y="4377214"/>
          <a:ext cx="9113520" cy="741680"/>
        </p:xfrm>
        <a:graphic>
          <a:graphicData uri="http://schemas.openxmlformats.org/drawingml/2006/table">
            <a:tbl>
              <a:tblPr>
                <a:tableStyleId>{073A0DAA-6AF3-43AB-8588-CEC1D06C72B9}</a:tableStyleId>
              </a:tblPr>
              <a:tblGrid>
                <a:gridCol w="455676">
                  <a:extLst>
                    <a:ext uri="{9D8B030D-6E8A-4147-A177-3AD203B41FA5}">
                      <a16:colId xmlns:a16="http://schemas.microsoft.com/office/drawing/2014/main" val="4051507761"/>
                    </a:ext>
                  </a:extLst>
                </a:gridCol>
                <a:gridCol w="455676">
                  <a:extLst>
                    <a:ext uri="{9D8B030D-6E8A-4147-A177-3AD203B41FA5}">
                      <a16:colId xmlns:a16="http://schemas.microsoft.com/office/drawing/2014/main" val="2972139511"/>
                    </a:ext>
                  </a:extLst>
                </a:gridCol>
                <a:gridCol w="455676">
                  <a:extLst>
                    <a:ext uri="{9D8B030D-6E8A-4147-A177-3AD203B41FA5}">
                      <a16:colId xmlns:a16="http://schemas.microsoft.com/office/drawing/2014/main" val="2875737650"/>
                    </a:ext>
                  </a:extLst>
                </a:gridCol>
                <a:gridCol w="455676">
                  <a:extLst>
                    <a:ext uri="{9D8B030D-6E8A-4147-A177-3AD203B41FA5}">
                      <a16:colId xmlns:a16="http://schemas.microsoft.com/office/drawing/2014/main" val="2677827691"/>
                    </a:ext>
                  </a:extLst>
                </a:gridCol>
                <a:gridCol w="455676">
                  <a:extLst>
                    <a:ext uri="{9D8B030D-6E8A-4147-A177-3AD203B41FA5}">
                      <a16:colId xmlns:a16="http://schemas.microsoft.com/office/drawing/2014/main" val="2441000429"/>
                    </a:ext>
                  </a:extLst>
                </a:gridCol>
                <a:gridCol w="455676">
                  <a:extLst>
                    <a:ext uri="{9D8B030D-6E8A-4147-A177-3AD203B41FA5}">
                      <a16:colId xmlns:a16="http://schemas.microsoft.com/office/drawing/2014/main" val="1229051241"/>
                    </a:ext>
                  </a:extLst>
                </a:gridCol>
                <a:gridCol w="455676">
                  <a:extLst>
                    <a:ext uri="{9D8B030D-6E8A-4147-A177-3AD203B41FA5}">
                      <a16:colId xmlns:a16="http://schemas.microsoft.com/office/drawing/2014/main" val="1827395689"/>
                    </a:ext>
                  </a:extLst>
                </a:gridCol>
                <a:gridCol w="455676">
                  <a:extLst>
                    <a:ext uri="{9D8B030D-6E8A-4147-A177-3AD203B41FA5}">
                      <a16:colId xmlns:a16="http://schemas.microsoft.com/office/drawing/2014/main" val="1220040406"/>
                    </a:ext>
                  </a:extLst>
                </a:gridCol>
                <a:gridCol w="455676">
                  <a:extLst>
                    <a:ext uri="{9D8B030D-6E8A-4147-A177-3AD203B41FA5}">
                      <a16:colId xmlns:a16="http://schemas.microsoft.com/office/drawing/2014/main" val="4267595762"/>
                    </a:ext>
                  </a:extLst>
                </a:gridCol>
                <a:gridCol w="455676">
                  <a:extLst>
                    <a:ext uri="{9D8B030D-6E8A-4147-A177-3AD203B41FA5}">
                      <a16:colId xmlns:a16="http://schemas.microsoft.com/office/drawing/2014/main" val="1039504818"/>
                    </a:ext>
                  </a:extLst>
                </a:gridCol>
                <a:gridCol w="455676">
                  <a:extLst>
                    <a:ext uri="{9D8B030D-6E8A-4147-A177-3AD203B41FA5}">
                      <a16:colId xmlns:a16="http://schemas.microsoft.com/office/drawing/2014/main" val="3328107497"/>
                    </a:ext>
                  </a:extLst>
                </a:gridCol>
                <a:gridCol w="455676">
                  <a:extLst>
                    <a:ext uri="{9D8B030D-6E8A-4147-A177-3AD203B41FA5}">
                      <a16:colId xmlns:a16="http://schemas.microsoft.com/office/drawing/2014/main" val="4076855284"/>
                    </a:ext>
                  </a:extLst>
                </a:gridCol>
                <a:gridCol w="455676">
                  <a:extLst>
                    <a:ext uri="{9D8B030D-6E8A-4147-A177-3AD203B41FA5}">
                      <a16:colId xmlns:a16="http://schemas.microsoft.com/office/drawing/2014/main" val="1854445924"/>
                    </a:ext>
                  </a:extLst>
                </a:gridCol>
                <a:gridCol w="455676">
                  <a:extLst>
                    <a:ext uri="{9D8B030D-6E8A-4147-A177-3AD203B41FA5}">
                      <a16:colId xmlns:a16="http://schemas.microsoft.com/office/drawing/2014/main" val="1575012594"/>
                    </a:ext>
                  </a:extLst>
                </a:gridCol>
                <a:gridCol w="455676">
                  <a:extLst>
                    <a:ext uri="{9D8B030D-6E8A-4147-A177-3AD203B41FA5}">
                      <a16:colId xmlns:a16="http://schemas.microsoft.com/office/drawing/2014/main" val="389045705"/>
                    </a:ext>
                  </a:extLst>
                </a:gridCol>
                <a:gridCol w="455676">
                  <a:extLst>
                    <a:ext uri="{9D8B030D-6E8A-4147-A177-3AD203B41FA5}">
                      <a16:colId xmlns:a16="http://schemas.microsoft.com/office/drawing/2014/main" val="3254408253"/>
                    </a:ext>
                  </a:extLst>
                </a:gridCol>
                <a:gridCol w="455676">
                  <a:extLst>
                    <a:ext uri="{9D8B030D-6E8A-4147-A177-3AD203B41FA5}">
                      <a16:colId xmlns:a16="http://schemas.microsoft.com/office/drawing/2014/main" val="1639466125"/>
                    </a:ext>
                  </a:extLst>
                </a:gridCol>
                <a:gridCol w="455676">
                  <a:extLst>
                    <a:ext uri="{9D8B030D-6E8A-4147-A177-3AD203B41FA5}">
                      <a16:colId xmlns:a16="http://schemas.microsoft.com/office/drawing/2014/main" val="3570555910"/>
                    </a:ext>
                  </a:extLst>
                </a:gridCol>
                <a:gridCol w="455676">
                  <a:extLst>
                    <a:ext uri="{9D8B030D-6E8A-4147-A177-3AD203B41FA5}">
                      <a16:colId xmlns:a16="http://schemas.microsoft.com/office/drawing/2014/main" val="472093811"/>
                    </a:ext>
                  </a:extLst>
                </a:gridCol>
                <a:gridCol w="455676">
                  <a:extLst>
                    <a:ext uri="{9D8B030D-6E8A-4147-A177-3AD203B41FA5}">
                      <a16:colId xmlns:a16="http://schemas.microsoft.com/office/drawing/2014/main" val="367352948"/>
                    </a:ext>
                  </a:extLst>
                </a:gridCol>
              </a:tblGrid>
              <a:tr h="370840">
                <a:tc>
                  <a:txBody>
                    <a:bodyPr/>
                    <a:lstStyle/>
                    <a:p>
                      <a:pPr algn="ctr"/>
                      <a:r>
                        <a:rPr lang="en-US" altLang="zh-TW" dirty="0"/>
                        <a:t>0</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5</a:t>
                      </a:r>
                      <a:endParaRPr lang="zh-TW" altLang="en-US" dirty="0"/>
                    </a:p>
                  </a:txBody>
                  <a:tcPr/>
                </a:tc>
                <a:tc>
                  <a:txBody>
                    <a:bodyPr/>
                    <a:lstStyle/>
                    <a:p>
                      <a:pPr algn="ctr"/>
                      <a:r>
                        <a:rPr lang="en-US" altLang="zh-TW" dirty="0"/>
                        <a:t>6</a:t>
                      </a:r>
                      <a:endParaRPr lang="zh-TW" altLang="en-US" dirty="0"/>
                    </a:p>
                  </a:txBody>
                  <a:tcPr/>
                </a:tc>
                <a:tc>
                  <a:txBody>
                    <a:bodyPr/>
                    <a:lstStyle/>
                    <a:p>
                      <a:pPr algn="ctr"/>
                      <a:r>
                        <a:rPr lang="en-US" altLang="zh-TW" dirty="0"/>
                        <a:t>7</a:t>
                      </a:r>
                      <a:endParaRPr lang="zh-TW" altLang="en-US" dirty="0"/>
                    </a:p>
                  </a:txBody>
                  <a:tcPr/>
                </a:tc>
                <a:tc>
                  <a:txBody>
                    <a:bodyPr/>
                    <a:lstStyle/>
                    <a:p>
                      <a:pPr algn="ctr"/>
                      <a:r>
                        <a:rPr lang="en-US" altLang="zh-TW" dirty="0"/>
                        <a:t>8</a:t>
                      </a:r>
                      <a:endParaRPr lang="zh-TW" altLang="en-US" dirty="0"/>
                    </a:p>
                  </a:txBody>
                  <a:tcPr/>
                </a:tc>
                <a:tc>
                  <a:txBody>
                    <a:bodyPr/>
                    <a:lstStyle/>
                    <a:p>
                      <a:pPr algn="ctr"/>
                      <a:r>
                        <a:rPr lang="en-US" altLang="zh-TW" dirty="0"/>
                        <a:t>9</a:t>
                      </a:r>
                      <a:endParaRPr lang="zh-TW" altLang="en-US" dirty="0"/>
                    </a:p>
                  </a:txBody>
                  <a:tcPr/>
                </a:tc>
                <a:tc>
                  <a:txBody>
                    <a:bodyPr/>
                    <a:lstStyle/>
                    <a:p>
                      <a:pPr algn="ctr"/>
                      <a:r>
                        <a:rPr lang="en-US" altLang="zh-TW" dirty="0"/>
                        <a:t>10</a:t>
                      </a:r>
                      <a:endParaRPr lang="zh-TW" altLang="en-US" dirty="0"/>
                    </a:p>
                  </a:txBody>
                  <a:tcPr/>
                </a:tc>
                <a:tc>
                  <a:txBody>
                    <a:bodyPr/>
                    <a:lstStyle/>
                    <a:p>
                      <a:pPr algn="ctr"/>
                      <a:r>
                        <a:rPr lang="en-US" altLang="zh-TW" dirty="0"/>
                        <a:t>11</a:t>
                      </a:r>
                      <a:endParaRPr lang="zh-TW" altLang="en-US" dirty="0"/>
                    </a:p>
                  </a:txBody>
                  <a:tcPr/>
                </a:tc>
                <a:tc>
                  <a:txBody>
                    <a:bodyPr/>
                    <a:lstStyle/>
                    <a:p>
                      <a:pPr algn="ctr"/>
                      <a:r>
                        <a:rPr lang="en-US" altLang="zh-TW" dirty="0"/>
                        <a:t>12</a:t>
                      </a:r>
                      <a:endParaRPr lang="zh-TW" altLang="en-US" dirty="0"/>
                    </a:p>
                  </a:txBody>
                  <a:tcPr/>
                </a:tc>
                <a:tc>
                  <a:txBody>
                    <a:bodyPr/>
                    <a:lstStyle/>
                    <a:p>
                      <a:pPr algn="ctr"/>
                      <a:r>
                        <a:rPr lang="en-US" altLang="zh-TW" dirty="0"/>
                        <a:t>13</a:t>
                      </a:r>
                      <a:endParaRPr lang="zh-TW" altLang="en-US" dirty="0"/>
                    </a:p>
                  </a:txBody>
                  <a:tcPr/>
                </a:tc>
                <a:tc>
                  <a:txBody>
                    <a:bodyPr/>
                    <a:lstStyle/>
                    <a:p>
                      <a:pPr algn="ctr"/>
                      <a:r>
                        <a:rPr lang="en-US" altLang="zh-TW" dirty="0"/>
                        <a:t>14</a:t>
                      </a:r>
                      <a:endParaRPr lang="zh-TW" altLang="en-US" dirty="0"/>
                    </a:p>
                  </a:txBody>
                  <a:tcPr/>
                </a:tc>
                <a:tc>
                  <a:txBody>
                    <a:bodyPr/>
                    <a:lstStyle/>
                    <a:p>
                      <a:pPr algn="ctr"/>
                      <a:r>
                        <a:rPr lang="en-US" altLang="zh-TW" dirty="0"/>
                        <a:t>15</a:t>
                      </a:r>
                      <a:endParaRPr lang="zh-TW" altLang="en-US" dirty="0"/>
                    </a:p>
                  </a:txBody>
                  <a:tcPr/>
                </a:tc>
                <a:tc>
                  <a:txBody>
                    <a:bodyPr/>
                    <a:lstStyle/>
                    <a:p>
                      <a:pPr algn="ctr"/>
                      <a:r>
                        <a:rPr lang="en-US" altLang="zh-TW" dirty="0"/>
                        <a:t>16</a:t>
                      </a:r>
                      <a:endParaRPr lang="zh-TW" altLang="en-US" dirty="0"/>
                    </a:p>
                  </a:txBody>
                  <a:tcPr/>
                </a:tc>
                <a:tc>
                  <a:txBody>
                    <a:bodyPr/>
                    <a:lstStyle/>
                    <a:p>
                      <a:pPr algn="ctr"/>
                      <a:r>
                        <a:rPr lang="en-US" altLang="zh-TW" dirty="0"/>
                        <a:t>17</a:t>
                      </a:r>
                      <a:endParaRPr lang="zh-TW" altLang="en-US" dirty="0"/>
                    </a:p>
                  </a:txBody>
                  <a:tcPr/>
                </a:tc>
                <a:tc>
                  <a:txBody>
                    <a:bodyPr/>
                    <a:lstStyle/>
                    <a:p>
                      <a:pPr algn="ctr"/>
                      <a:r>
                        <a:rPr lang="en-US" altLang="zh-TW" dirty="0"/>
                        <a:t>18</a:t>
                      </a:r>
                      <a:endParaRPr lang="zh-TW" altLang="en-US" dirty="0"/>
                    </a:p>
                  </a:txBody>
                  <a:tcPr/>
                </a:tc>
                <a:tc>
                  <a:txBody>
                    <a:bodyPr/>
                    <a:lstStyle/>
                    <a:p>
                      <a:pPr algn="ctr"/>
                      <a:r>
                        <a:rPr lang="en-US" altLang="zh-TW" dirty="0"/>
                        <a:t>19</a:t>
                      </a:r>
                      <a:endParaRPr lang="zh-TW" altLang="en-US" dirty="0"/>
                    </a:p>
                  </a:txBody>
                  <a:tcPr/>
                </a:tc>
                <a:extLst>
                  <a:ext uri="{0D108BD9-81ED-4DB2-BD59-A6C34878D82A}">
                    <a16:rowId xmlns:a16="http://schemas.microsoft.com/office/drawing/2014/main" val="379876605"/>
                  </a:ext>
                </a:extLst>
              </a:tr>
              <a:tr h="370840">
                <a:tc>
                  <a:txBody>
                    <a:bodyPr/>
                    <a:lstStyle/>
                    <a:p>
                      <a:pPr algn="ctr"/>
                      <a:r>
                        <a:rPr lang="en-US" altLang="zh-TW" baseline="0" dirty="0">
                          <a:solidFill>
                            <a:schemeClr val="tx1"/>
                          </a:solidFill>
                        </a:rPr>
                        <a:t> 0</a:t>
                      </a:r>
                      <a:endParaRPr lang="zh-TW" altLang="en-US" dirty="0">
                        <a:solidFill>
                          <a:schemeClr val="tx1"/>
                        </a:solidFill>
                      </a:endParaRPr>
                    </a:p>
                  </a:txBody>
                  <a:tcPr/>
                </a:tc>
                <a:tc>
                  <a:txBody>
                    <a:bodyPr/>
                    <a:lstStyle/>
                    <a:p>
                      <a:pPr algn="ctr"/>
                      <a:r>
                        <a:rPr lang="en-US" altLang="zh-TW" dirty="0"/>
                        <a:t>1</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7</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5</a:t>
                      </a:r>
                      <a:endParaRPr lang="zh-TW" altLang="en-US" dirty="0"/>
                    </a:p>
                  </a:txBody>
                  <a:tcPr/>
                </a:tc>
                <a:tc>
                  <a:txBody>
                    <a:bodyPr/>
                    <a:lstStyle/>
                    <a:p>
                      <a:pPr algn="ctr"/>
                      <a:r>
                        <a:rPr lang="en-US" altLang="zh-TW" dirty="0"/>
                        <a:t>15</a:t>
                      </a:r>
                      <a:endParaRPr lang="zh-TW" altLang="en-US" dirty="0"/>
                    </a:p>
                  </a:txBody>
                  <a:tcPr/>
                </a:tc>
                <a:tc>
                  <a:txBody>
                    <a:bodyPr/>
                    <a:lstStyle/>
                    <a:p>
                      <a:pPr algn="ctr"/>
                      <a:r>
                        <a:rPr lang="en-US" altLang="zh-TW" dirty="0"/>
                        <a:t>10</a:t>
                      </a:r>
                      <a:endParaRPr lang="zh-TW" altLang="en-US" dirty="0"/>
                    </a:p>
                  </a:txBody>
                  <a:tcPr/>
                </a:tc>
                <a:tc>
                  <a:txBody>
                    <a:bodyPr/>
                    <a:lstStyle/>
                    <a:p>
                      <a:pPr algn="ctr"/>
                      <a:r>
                        <a:rPr lang="en-US" altLang="zh-TW" dirty="0"/>
                        <a:t>13</a:t>
                      </a:r>
                      <a:endParaRPr lang="zh-TW" altLang="en-US" dirty="0"/>
                    </a:p>
                  </a:txBody>
                  <a:tcPr/>
                </a:tc>
                <a:tc>
                  <a:txBody>
                    <a:bodyPr/>
                    <a:lstStyle/>
                    <a:p>
                      <a:pPr algn="ctr"/>
                      <a:r>
                        <a:rPr lang="en-US" altLang="zh-TW" dirty="0"/>
                        <a:t>10</a:t>
                      </a:r>
                      <a:endParaRPr lang="zh-TW" altLang="en-US" dirty="0"/>
                    </a:p>
                  </a:txBody>
                  <a:tcPr/>
                </a:tc>
                <a:tc>
                  <a:txBody>
                    <a:bodyPr/>
                    <a:lstStyle/>
                    <a:p>
                      <a:pPr algn="ctr"/>
                      <a:r>
                        <a:rPr lang="en-US" altLang="zh-TW" dirty="0"/>
                        <a:t>15</a:t>
                      </a:r>
                      <a:endParaRPr lang="zh-TW" altLang="en-US" dirty="0"/>
                    </a:p>
                  </a:txBody>
                  <a:tcPr/>
                </a:tc>
                <a:tc>
                  <a:txBody>
                    <a:bodyPr/>
                    <a:lstStyle/>
                    <a:p>
                      <a:pPr algn="ctr"/>
                      <a:r>
                        <a:rPr lang="en-US" altLang="zh-TW" dirty="0">
                          <a:solidFill>
                            <a:schemeClr val="tx1"/>
                          </a:solidFill>
                        </a:rPr>
                        <a:t>9</a:t>
                      </a:r>
                      <a:endParaRPr lang="zh-TW" altLang="en-US" dirty="0">
                        <a:solidFill>
                          <a:schemeClr val="tx1"/>
                        </a:solidFill>
                      </a:endParaRPr>
                    </a:p>
                  </a:txBody>
                  <a:tcPr/>
                </a:tc>
                <a:tc>
                  <a:txBody>
                    <a:bodyPr/>
                    <a:lstStyle/>
                    <a:p>
                      <a:pPr algn="ctr"/>
                      <a:r>
                        <a:rPr lang="en-US" altLang="zh-TW" dirty="0">
                          <a:solidFill>
                            <a:schemeClr val="tx1"/>
                          </a:solidFill>
                        </a:rPr>
                        <a:t>19</a:t>
                      </a:r>
                      <a:endParaRPr lang="zh-TW" altLang="en-US" dirty="0">
                        <a:solidFill>
                          <a:schemeClr val="tx1"/>
                        </a:solidFill>
                      </a:endParaRPr>
                    </a:p>
                  </a:txBody>
                  <a:tcPr/>
                </a:tc>
                <a:tc>
                  <a:txBody>
                    <a:bodyPr/>
                    <a:lstStyle/>
                    <a:p>
                      <a:pPr algn="ctr"/>
                      <a:r>
                        <a:rPr lang="en-US" altLang="zh-TW" dirty="0"/>
                        <a:t>20</a:t>
                      </a:r>
                      <a:endParaRPr lang="zh-TW" altLang="en-US" dirty="0"/>
                    </a:p>
                  </a:txBody>
                  <a:tcPr/>
                </a:tc>
                <a:tc>
                  <a:txBody>
                    <a:bodyPr/>
                    <a:lstStyle/>
                    <a:p>
                      <a:pPr algn="ctr"/>
                      <a:r>
                        <a:rPr lang="en-US" altLang="zh-TW" dirty="0"/>
                        <a:t>17</a:t>
                      </a:r>
                      <a:endParaRPr lang="zh-TW" altLang="en-US" dirty="0"/>
                    </a:p>
                  </a:txBody>
                  <a:tcPr/>
                </a:tc>
                <a:tc>
                  <a:txBody>
                    <a:bodyPr/>
                    <a:lstStyle/>
                    <a:p>
                      <a:pPr algn="ctr"/>
                      <a:r>
                        <a:rPr lang="en-US" altLang="zh-TW" dirty="0"/>
                        <a:t>16</a:t>
                      </a:r>
                      <a:endParaRPr lang="zh-TW" altLang="en-US" dirty="0"/>
                    </a:p>
                  </a:txBody>
                  <a:tcPr/>
                </a:tc>
                <a:tc>
                  <a:txBody>
                    <a:bodyPr/>
                    <a:lstStyle/>
                    <a:p>
                      <a:pPr algn="ctr"/>
                      <a:r>
                        <a:rPr lang="en-US" altLang="zh-TW" dirty="0"/>
                        <a:t>49</a:t>
                      </a:r>
                      <a:endParaRPr lang="zh-TW" altLang="en-US" dirty="0"/>
                    </a:p>
                  </a:txBody>
                  <a:tcPr/>
                </a:tc>
                <a:tc>
                  <a:txBody>
                    <a:bodyPr/>
                    <a:lstStyle/>
                    <a:p>
                      <a:pPr algn="ctr"/>
                      <a:r>
                        <a:rPr lang="en-US" altLang="zh-TW" dirty="0"/>
                        <a:t>46</a:t>
                      </a:r>
                      <a:endParaRPr lang="zh-TW" altLang="en-US" dirty="0"/>
                    </a:p>
                  </a:txBody>
                  <a:tcPr/>
                </a:tc>
                <a:tc>
                  <a:txBody>
                    <a:bodyPr/>
                    <a:lstStyle/>
                    <a:p>
                      <a:pPr algn="ctr"/>
                      <a:r>
                        <a:rPr lang="en-US" altLang="zh-TW" dirty="0"/>
                        <a:t>53</a:t>
                      </a:r>
                      <a:endParaRPr lang="zh-TW" altLang="en-US" dirty="0"/>
                    </a:p>
                  </a:txBody>
                  <a:tcPr/>
                </a:tc>
                <a:extLst>
                  <a:ext uri="{0D108BD9-81ED-4DB2-BD59-A6C34878D82A}">
                    <a16:rowId xmlns:a16="http://schemas.microsoft.com/office/drawing/2014/main" val="1774951801"/>
                  </a:ext>
                </a:extLst>
              </a:tr>
            </a:tbl>
          </a:graphicData>
        </a:graphic>
      </p:graphicFrame>
      <p:sp>
        <p:nvSpPr>
          <p:cNvPr id="6" name="圓角矩形 5"/>
          <p:cNvSpPr/>
          <p:nvPr/>
        </p:nvSpPr>
        <p:spPr>
          <a:xfrm>
            <a:off x="1645920" y="4348480"/>
            <a:ext cx="1351280" cy="812800"/>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8" name="表格 7"/>
          <p:cNvGraphicFramePr>
            <a:graphicFrameLocks noGrp="1"/>
          </p:cNvGraphicFramePr>
          <p:nvPr>
            <p:extLst>
              <p:ext uri="{D42A27DB-BD31-4B8C-83A1-F6EECF244321}">
                <p14:modId xmlns:p14="http://schemas.microsoft.com/office/powerpoint/2010/main" val="3557492258"/>
              </p:ext>
            </p:extLst>
          </p:nvPr>
        </p:nvGraphicFramePr>
        <p:xfrm>
          <a:off x="2250440" y="2961957"/>
          <a:ext cx="8128000" cy="741680"/>
        </p:xfrm>
        <a:graphic>
          <a:graphicData uri="http://schemas.openxmlformats.org/drawingml/2006/table">
            <a:tbl>
              <a:tblPr>
                <a:tableStyleId>{5C22544A-7EE6-4342-B048-85BDC9FD1C3A}</a:tableStyleId>
              </a:tblPr>
              <a:tblGrid>
                <a:gridCol w="1016000">
                  <a:extLst>
                    <a:ext uri="{9D8B030D-6E8A-4147-A177-3AD203B41FA5}">
                      <a16:colId xmlns:a16="http://schemas.microsoft.com/office/drawing/2014/main" val="232325015"/>
                    </a:ext>
                  </a:extLst>
                </a:gridCol>
                <a:gridCol w="1016000">
                  <a:extLst>
                    <a:ext uri="{9D8B030D-6E8A-4147-A177-3AD203B41FA5}">
                      <a16:colId xmlns:a16="http://schemas.microsoft.com/office/drawing/2014/main" val="809820525"/>
                    </a:ext>
                  </a:extLst>
                </a:gridCol>
                <a:gridCol w="1016000">
                  <a:extLst>
                    <a:ext uri="{9D8B030D-6E8A-4147-A177-3AD203B41FA5}">
                      <a16:colId xmlns:a16="http://schemas.microsoft.com/office/drawing/2014/main" val="3216279575"/>
                    </a:ext>
                  </a:extLst>
                </a:gridCol>
                <a:gridCol w="1016000">
                  <a:extLst>
                    <a:ext uri="{9D8B030D-6E8A-4147-A177-3AD203B41FA5}">
                      <a16:colId xmlns:a16="http://schemas.microsoft.com/office/drawing/2014/main" val="668291663"/>
                    </a:ext>
                  </a:extLst>
                </a:gridCol>
                <a:gridCol w="1016000">
                  <a:extLst>
                    <a:ext uri="{9D8B030D-6E8A-4147-A177-3AD203B41FA5}">
                      <a16:colId xmlns:a16="http://schemas.microsoft.com/office/drawing/2014/main" val="4109121243"/>
                    </a:ext>
                  </a:extLst>
                </a:gridCol>
                <a:gridCol w="1016000">
                  <a:extLst>
                    <a:ext uri="{9D8B030D-6E8A-4147-A177-3AD203B41FA5}">
                      <a16:colId xmlns:a16="http://schemas.microsoft.com/office/drawing/2014/main" val="2213655556"/>
                    </a:ext>
                  </a:extLst>
                </a:gridCol>
                <a:gridCol w="1016000">
                  <a:extLst>
                    <a:ext uri="{9D8B030D-6E8A-4147-A177-3AD203B41FA5}">
                      <a16:colId xmlns:a16="http://schemas.microsoft.com/office/drawing/2014/main" val="1831011624"/>
                    </a:ext>
                  </a:extLst>
                </a:gridCol>
                <a:gridCol w="1016000">
                  <a:extLst>
                    <a:ext uri="{9D8B030D-6E8A-4147-A177-3AD203B41FA5}">
                      <a16:colId xmlns:a16="http://schemas.microsoft.com/office/drawing/2014/main" val="1673615481"/>
                    </a:ext>
                  </a:extLst>
                </a:gridCol>
              </a:tblGrid>
              <a:tr h="370840">
                <a:tc>
                  <a:txBody>
                    <a:bodyPr/>
                    <a:lstStyle/>
                    <a:p>
                      <a:pPr algn="ctr"/>
                      <a:r>
                        <a:rPr lang="en-US" altLang="zh-TW" dirty="0"/>
                        <a:t>0</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5</a:t>
                      </a:r>
                      <a:endParaRPr lang="zh-TW" altLang="en-US" dirty="0"/>
                    </a:p>
                  </a:txBody>
                  <a:tcPr/>
                </a:tc>
                <a:tc>
                  <a:txBody>
                    <a:bodyPr/>
                    <a:lstStyle/>
                    <a:p>
                      <a:pPr algn="ctr"/>
                      <a:r>
                        <a:rPr lang="en-US" altLang="zh-TW" dirty="0"/>
                        <a:t>6</a:t>
                      </a:r>
                      <a:endParaRPr lang="zh-TW" altLang="en-US" dirty="0"/>
                    </a:p>
                  </a:txBody>
                  <a:tcPr/>
                </a:tc>
                <a:tc>
                  <a:txBody>
                    <a:bodyPr/>
                    <a:lstStyle/>
                    <a:p>
                      <a:pPr algn="ctr"/>
                      <a:r>
                        <a:rPr lang="en-US" altLang="zh-TW" dirty="0"/>
                        <a:t>7-31</a:t>
                      </a:r>
                      <a:endParaRPr lang="zh-TW" altLang="en-US" dirty="0"/>
                    </a:p>
                  </a:txBody>
                  <a:tcPr/>
                </a:tc>
                <a:extLst>
                  <a:ext uri="{0D108BD9-81ED-4DB2-BD59-A6C34878D82A}">
                    <a16:rowId xmlns:a16="http://schemas.microsoft.com/office/drawing/2014/main" val="1181902020"/>
                  </a:ext>
                </a:extLst>
              </a:tr>
              <a:tr h="370840">
                <a:tc>
                  <a:txBody>
                    <a:bodyPr/>
                    <a:lstStyle/>
                    <a:p>
                      <a:pPr algn="ctr"/>
                      <a:r>
                        <a:rPr lang="en-US" altLang="zh-TW" dirty="0"/>
                        <a:t>2</a:t>
                      </a:r>
                      <a:endParaRPr lang="zh-TW" altLang="en-US" dirty="0"/>
                    </a:p>
                  </a:txBody>
                  <a:tcPr/>
                </a:tc>
                <a:tc>
                  <a:txBody>
                    <a:bodyPr/>
                    <a:lstStyle/>
                    <a:p>
                      <a:pPr algn="ctr"/>
                      <a:r>
                        <a:rPr lang="en-US" altLang="zh-TW" dirty="0">
                          <a:solidFill>
                            <a:schemeClr val="tx1"/>
                          </a:solidFill>
                        </a:rPr>
                        <a:t>4</a:t>
                      </a:r>
                      <a:endParaRPr lang="zh-TW" altLang="en-US" dirty="0">
                        <a:solidFill>
                          <a:schemeClr val="tx1"/>
                        </a:solidFill>
                      </a:endParaRPr>
                    </a:p>
                  </a:txBody>
                  <a:tcPr/>
                </a:tc>
                <a:tc>
                  <a:txBody>
                    <a:bodyPr/>
                    <a:lstStyle/>
                    <a:p>
                      <a:pPr algn="ctr"/>
                      <a:r>
                        <a:rPr lang="en-US" altLang="zh-TW" dirty="0"/>
                        <a:t>5</a:t>
                      </a:r>
                      <a:endParaRPr lang="zh-TW" altLang="en-US" dirty="0"/>
                    </a:p>
                  </a:txBody>
                  <a:tcPr/>
                </a:tc>
                <a:tc>
                  <a:txBody>
                    <a:bodyPr/>
                    <a:lstStyle/>
                    <a:p>
                      <a:pPr algn="ctr"/>
                      <a:r>
                        <a:rPr lang="en-US" altLang="zh-TW" strike="noStrike" dirty="0">
                          <a:solidFill>
                            <a:schemeClr val="tx1"/>
                          </a:solidFill>
                        </a:rPr>
                        <a:t> 12</a:t>
                      </a:r>
                      <a:endParaRPr lang="zh-TW" altLang="en-US" strike="noStrike" dirty="0">
                        <a:solidFill>
                          <a:srgbClr val="C00000"/>
                        </a:solidFill>
                      </a:endParaRPr>
                    </a:p>
                  </a:txBody>
                  <a:tcPr/>
                </a:tc>
                <a:tc>
                  <a:txBody>
                    <a:bodyPr/>
                    <a:lstStyle/>
                    <a:p>
                      <a:pPr algn="ctr"/>
                      <a:r>
                        <a:rPr lang="en-US" altLang="zh-TW" strike="noStrike" dirty="0">
                          <a:solidFill>
                            <a:schemeClr val="tx1"/>
                          </a:solidFill>
                        </a:rPr>
                        <a:t>15</a:t>
                      </a:r>
                      <a:endParaRPr lang="zh-TW" altLang="en-US" strike="noStrike" dirty="0">
                        <a:solidFill>
                          <a:schemeClr val="tx1"/>
                        </a:solidFill>
                      </a:endParaRPr>
                    </a:p>
                  </a:txBody>
                  <a:tcPr/>
                </a:tc>
                <a:tc>
                  <a:txBody>
                    <a:bodyPr/>
                    <a:lstStyle/>
                    <a:p>
                      <a:pPr algn="ctr"/>
                      <a:r>
                        <a:rPr lang="en-US" altLang="zh-TW" dirty="0"/>
                        <a:t>19</a:t>
                      </a:r>
                      <a:endParaRPr lang="zh-TW" altLang="en-US" dirty="0"/>
                    </a:p>
                  </a:txBody>
                  <a:tcPr/>
                </a:tc>
                <a:tc>
                  <a:txBody>
                    <a:bodyPr/>
                    <a:lstStyle/>
                    <a:p>
                      <a:pPr algn="ctr"/>
                      <a:r>
                        <a:rPr lang="en-US" altLang="zh-TW" dirty="0"/>
                        <a:t>20</a:t>
                      </a:r>
                      <a:endParaRPr lang="zh-TW" altLang="en-US" dirty="0"/>
                    </a:p>
                  </a:txBody>
                  <a:tcPr/>
                </a:tc>
                <a:tc>
                  <a:txBody>
                    <a:bodyPr/>
                    <a:lstStyle/>
                    <a:p>
                      <a:pPr algn="ctr"/>
                      <a:r>
                        <a:rPr lang="en-US" altLang="zh-TW" dirty="0"/>
                        <a:t>20 </a:t>
                      </a:r>
                      <a:endParaRPr lang="zh-TW" altLang="en-US" dirty="0"/>
                    </a:p>
                  </a:txBody>
                  <a:tcPr/>
                </a:tc>
                <a:extLst>
                  <a:ext uri="{0D108BD9-81ED-4DB2-BD59-A6C34878D82A}">
                    <a16:rowId xmlns:a16="http://schemas.microsoft.com/office/drawing/2014/main" val="3746804522"/>
                  </a:ext>
                </a:extLst>
              </a:tr>
            </a:tbl>
          </a:graphicData>
        </a:graphic>
      </p:graphicFrame>
      <p:sp>
        <p:nvSpPr>
          <p:cNvPr id="10" name="圓角矩形 9"/>
          <p:cNvSpPr/>
          <p:nvPr/>
        </p:nvSpPr>
        <p:spPr>
          <a:xfrm>
            <a:off x="2997200" y="4348480"/>
            <a:ext cx="944880" cy="812800"/>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圓角矩形 11"/>
          <p:cNvSpPr/>
          <p:nvPr/>
        </p:nvSpPr>
        <p:spPr>
          <a:xfrm>
            <a:off x="3962400" y="4348480"/>
            <a:ext cx="386080" cy="812800"/>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圓角矩形 12"/>
          <p:cNvSpPr/>
          <p:nvPr/>
        </p:nvSpPr>
        <p:spPr>
          <a:xfrm>
            <a:off x="4378960" y="4341654"/>
            <a:ext cx="3149600" cy="812800"/>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圓角矩形 13"/>
          <p:cNvSpPr/>
          <p:nvPr/>
        </p:nvSpPr>
        <p:spPr>
          <a:xfrm>
            <a:off x="7559040" y="4348480"/>
            <a:ext cx="1351280" cy="812800"/>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圓角矩形 14"/>
          <p:cNvSpPr/>
          <p:nvPr/>
        </p:nvSpPr>
        <p:spPr>
          <a:xfrm>
            <a:off x="8940800" y="4348480"/>
            <a:ext cx="1798320" cy="812800"/>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3478261372"/>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Sub-array sorting step</a:t>
            </a:r>
            <a:endParaRPr lang="zh-TW" altLang="en-US" dirty="0"/>
          </a:p>
        </p:txBody>
      </p:sp>
      <p:sp>
        <p:nvSpPr>
          <p:cNvPr id="3" name="內容版面配置區 2"/>
          <p:cNvSpPr>
            <a:spLocks noGrp="1"/>
          </p:cNvSpPr>
          <p:nvPr>
            <p:ph idx="1"/>
          </p:nvPr>
        </p:nvSpPr>
        <p:spPr/>
        <p:txBody>
          <a:bodyPr/>
          <a:lstStyle/>
          <a:p>
            <a:r>
              <a:rPr lang="en-US" altLang="zh-TW" dirty="0">
                <a:latin typeface="Times New Roman" panose="02020603050405020304" pitchFamily="18" charset="0"/>
                <a:cs typeface="Times New Roman" panose="02020603050405020304" pitchFamily="18" charset="0"/>
              </a:rPr>
              <a:t>Use quick / merge / insertion sort to sort sub array</a:t>
            </a:r>
          </a:p>
          <a:p>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C497B8E6-CB28-4350-9E62-3F3C29E41FED}" type="slidenum">
              <a:rPr lang="zh-TW" altLang="en-US" smtClean="0"/>
              <a:t>42</a:t>
            </a:fld>
            <a:endParaRPr lang="zh-TW" altLang="en-US"/>
          </a:p>
        </p:txBody>
      </p:sp>
      <p:graphicFrame>
        <p:nvGraphicFramePr>
          <p:cNvPr id="5" name="表格 4"/>
          <p:cNvGraphicFramePr>
            <a:graphicFrameLocks noGrp="1"/>
          </p:cNvGraphicFramePr>
          <p:nvPr/>
        </p:nvGraphicFramePr>
        <p:xfrm>
          <a:off x="1640840" y="4377214"/>
          <a:ext cx="9113520" cy="741680"/>
        </p:xfrm>
        <a:graphic>
          <a:graphicData uri="http://schemas.openxmlformats.org/drawingml/2006/table">
            <a:tbl>
              <a:tblPr>
                <a:tableStyleId>{073A0DAA-6AF3-43AB-8588-CEC1D06C72B9}</a:tableStyleId>
              </a:tblPr>
              <a:tblGrid>
                <a:gridCol w="455676">
                  <a:extLst>
                    <a:ext uri="{9D8B030D-6E8A-4147-A177-3AD203B41FA5}">
                      <a16:colId xmlns:a16="http://schemas.microsoft.com/office/drawing/2014/main" val="4051507761"/>
                    </a:ext>
                  </a:extLst>
                </a:gridCol>
                <a:gridCol w="455676">
                  <a:extLst>
                    <a:ext uri="{9D8B030D-6E8A-4147-A177-3AD203B41FA5}">
                      <a16:colId xmlns:a16="http://schemas.microsoft.com/office/drawing/2014/main" val="2972139511"/>
                    </a:ext>
                  </a:extLst>
                </a:gridCol>
                <a:gridCol w="455676">
                  <a:extLst>
                    <a:ext uri="{9D8B030D-6E8A-4147-A177-3AD203B41FA5}">
                      <a16:colId xmlns:a16="http://schemas.microsoft.com/office/drawing/2014/main" val="2875737650"/>
                    </a:ext>
                  </a:extLst>
                </a:gridCol>
                <a:gridCol w="455676">
                  <a:extLst>
                    <a:ext uri="{9D8B030D-6E8A-4147-A177-3AD203B41FA5}">
                      <a16:colId xmlns:a16="http://schemas.microsoft.com/office/drawing/2014/main" val="2677827691"/>
                    </a:ext>
                  </a:extLst>
                </a:gridCol>
                <a:gridCol w="455676">
                  <a:extLst>
                    <a:ext uri="{9D8B030D-6E8A-4147-A177-3AD203B41FA5}">
                      <a16:colId xmlns:a16="http://schemas.microsoft.com/office/drawing/2014/main" val="2441000429"/>
                    </a:ext>
                  </a:extLst>
                </a:gridCol>
                <a:gridCol w="455676">
                  <a:extLst>
                    <a:ext uri="{9D8B030D-6E8A-4147-A177-3AD203B41FA5}">
                      <a16:colId xmlns:a16="http://schemas.microsoft.com/office/drawing/2014/main" val="1229051241"/>
                    </a:ext>
                  </a:extLst>
                </a:gridCol>
                <a:gridCol w="455676">
                  <a:extLst>
                    <a:ext uri="{9D8B030D-6E8A-4147-A177-3AD203B41FA5}">
                      <a16:colId xmlns:a16="http://schemas.microsoft.com/office/drawing/2014/main" val="1827395689"/>
                    </a:ext>
                  </a:extLst>
                </a:gridCol>
                <a:gridCol w="455676">
                  <a:extLst>
                    <a:ext uri="{9D8B030D-6E8A-4147-A177-3AD203B41FA5}">
                      <a16:colId xmlns:a16="http://schemas.microsoft.com/office/drawing/2014/main" val="1220040406"/>
                    </a:ext>
                  </a:extLst>
                </a:gridCol>
                <a:gridCol w="455676">
                  <a:extLst>
                    <a:ext uri="{9D8B030D-6E8A-4147-A177-3AD203B41FA5}">
                      <a16:colId xmlns:a16="http://schemas.microsoft.com/office/drawing/2014/main" val="4267595762"/>
                    </a:ext>
                  </a:extLst>
                </a:gridCol>
                <a:gridCol w="455676">
                  <a:extLst>
                    <a:ext uri="{9D8B030D-6E8A-4147-A177-3AD203B41FA5}">
                      <a16:colId xmlns:a16="http://schemas.microsoft.com/office/drawing/2014/main" val="1039504818"/>
                    </a:ext>
                  </a:extLst>
                </a:gridCol>
                <a:gridCol w="455676">
                  <a:extLst>
                    <a:ext uri="{9D8B030D-6E8A-4147-A177-3AD203B41FA5}">
                      <a16:colId xmlns:a16="http://schemas.microsoft.com/office/drawing/2014/main" val="3328107497"/>
                    </a:ext>
                  </a:extLst>
                </a:gridCol>
                <a:gridCol w="455676">
                  <a:extLst>
                    <a:ext uri="{9D8B030D-6E8A-4147-A177-3AD203B41FA5}">
                      <a16:colId xmlns:a16="http://schemas.microsoft.com/office/drawing/2014/main" val="4076855284"/>
                    </a:ext>
                  </a:extLst>
                </a:gridCol>
                <a:gridCol w="455676">
                  <a:extLst>
                    <a:ext uri="{9D8B030D-6E8A-4147-A177-3AD203B41FA5}">
                      <a16:colId xmlns:a16="http://schemas.microsoft.com/office/drawing/2014/main" val="1854445924"/>
                    </a:ext>
                  </a:extLst>
                </a:gridCol>
                <a:gridCol w="455676">
                  <a:extLst>
                    <a:ext uri="{9D8B030D-6E8A-4147-A177-3AD203B41FA5}">
                      <a16:colId xmlns:a16="http://schemas.microsoft.com/office/drawing/2014/main" val="1575012594"/>
                    </a:ext>
                  </a:extLst>
                </a:gridCol>
                <a:gridCol w="455676">
                  <a:extLst>
                    <a:ext uri="{9D8B030D-6E8A-4147-A177-3AD203B41FA5}">
                      <a16:colId xmlns:a16="http://schemas.microsoft.com/office/drawing/2014/main" val="389045705"/>
                    </a:ext>
                  </a:extLst>
                </a:gridCol>
                <a:gridCol w="455676">
                  <a:extLst>
                    <a:ext uri="{9D8B030D-6E8A-4147-A177-3AD203B41FA5}">
                      <a16:colId xmlns:a16="http://schemas.microsoft.com/office/drawing/2014/main" val="3254408253"/>
                    </a:ext>
                  </a:extLst>
                </a:gridCol>
                <a:gridCol w="455676">
                  <a:extLst>
                    <a:ext uri="{9D8B030D-6E8A-4147-A177-3AD203B41FA5}">
                      <a16:colId xmlns:a16="http://schemas.microsoft.com/office/drawing/2014/main" val="1639466125"/>
                    </a:ext>
                  </a:extLst>
                </a:gridCol>
                <a:gridCol w="455676">
                  <a:extLst>
                    <a:ext uri="{9D8B030D-6E8A-4147-A177-3AD203B41FA5}">
                      <a16:colId xmlns:a16="http://schemas.microsoft.com/office/drawing/2014/main" val="3570555910"/>
                    </a:ext>
                  </a:extLst>
                </a:gridCol>
                <a:gridCol w="455676">
                  <a:extLst>
                    <a:ext uri="{9D8B030D-6E8A-4147-A177-3AD203B41FA5}">
                      <a16:colId xmlns:a16="http://schemas.microsoft.com/office/drawing/2014/main" val="472093811"/>
                    </a:ext>
                  </a:extLst>
                </a:gridCol>
                <a:gridCol w="455676">
                  <a:extLst>
                    <a:ext uri="{9D8B030D-6E8A-4147-A177-3AD203B41FA5}">
                      <a16:colId xmlns:a16="http://schemas.microsoft.com/office/drawing/2014/main" val="367352948"/>
                    </a:ext>
                  </a:extLst>
                </a:gridCol>
              </a:tblGrid>
              <a:tr h="370840">
                <a:tc>
                  <a:txBody>
                    <a:bodyPr/>
                    <a:lstStyle/>
                    <a:p>
                      <a:pPr algn="ctr"/>
                      <a:r>
                        <a:rPr lang="en-US" altLang="zh-TW" dirty="0"/>
                        <a:t>0</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5</a:t>
                      </a:r>
                      <a:endParaRPr lang="zh-TW" altLang="en-US" dirty="0"/>
                    </a:p>
                  </a:txBody>
                  <a:tcPr/>
                </a:tc>
                <a:tc>
                  <a:txBody>
                    <a:bodyPr/>
                    <a:lstStyle/>
                    <a:p>
                      <a:pPr algn="ctr"/>
                      <a:r>
                        <a:rPr lang="en-US" altLang="zh-TW" dirty="0"/>
                        <a:t>6</a:t>
                      </a:r>
                      <a:endParaRPr lang="zh-TW" altLang="en-US" dirty="0"/>
                    </a:p>
                  </a:txBody>
                  <a:tcPr/>
                </a:tc>
                <a:tc>
                  <a:txBody>
                    <a:bodyPr/>
                    <a:lstStyle/>
                    <a:p>
                      <a:pPr algn="ctr"/>
                      <a:r>
                        <a:rPr lang="en-US" altLang="zh-TW" dirty="0"/>
                        <a:t>7</a:t>
                      </a:r>
                      <a:endParaRPr lang="zh-TW" altLang="en-US" dirty="0"/>
                    </a:p>
                  </a:txBody>
                  <a:tcPr/>
                </a:tc>
                <a:tc>
                  <a:txBody>
                    <a:bodyPr/>
                    <a:lstStyle/>
                    <a:p>
                      <a:pPr algn="ctr"/>
                      <a:r>
                        <a:rPr lang="en-US" altLang="zh-TW" dirty="0"/>
                        <a:t>8</a:t>
                      </a:r>
                      <a:endParaRPr lang="zh-TW" altLang="en-US" dirty="0"/>
                    </a:p>
                  </a:txBody>
                  <a:tcPr/>
                </a:tc>
                <a:tc>
                  <a:txBody>
                    <a:bodyPr/>
                    <a:lstStyle/>
                    <a:p>
                      <a:pPr algn="ctr"/>
                      <a:r>
                        <a:rPr lang="en-US" altLang="zh-TW" dirty="0"/>
                        <a:t>9</a:t>
                      </a:r>
                      <a:endParaRPr lang="zh-TW" altLang="en-US" dirty="0"/>
                    </a:p>
                  </a:txBody>
                  <a:tcPr/>
                </a:tc>
                <a:tc>
                  <a:txBody>
                    <a:bodyPr/>
                    <a:lstStyle/>
                    <a:p>
                      <a:pPr algn="ctr"/>
                      <a:r>
                        <a:rPr lang="en-US" altLang="zh-TW" dirty="0"/>
                        <a:t>10</a:t>
                      </a:r>
                      <a:endParaRPr lang="zh-TW" altLang="en-US" dirty="0"/>
                    </a:p>
                  </a:txBody>
                  <a:tcPr/>
                </a:tc>
                <a:tc>
                  <a:txBody>
                    <a:bodyPr/>
                    <a:lstStyle/>
                    <a:p>
                      <a:pPr algn="ctr"/>
                      <a:r>
                        <a:rPr lang="en-US" altLang="zh-TW" dirty="0"/>
                        <a:t>11</a:t>
                      </a:r>
                      <a:endParaRPr lang="zh-TW" altLang="en-US" dirty="0"/>
                    </a:p>
                  </a:txBody>
                  <a:tcPr/>
                </a:tc>
                <a:tc>
                  <a:txBody>
                    <a:bodyPr/>
                    <a:lstStyle/>
                    <a:p>
                      <a:pPr algn="ctr"/>
                      <a:r>
                        <a:rPr lang="en-US" altLang="zh-TW" dirty="0"/>
                        <a:t>12</a:t>
                      </a:r>
                      <a:endParaRPr lang="zh-TW" altLang="en-US" dirty="0"/>
                    </a:p>
                  </a:txBody>
                  <a:tcPr/>
                </a:tc>
                <a:tc>
                  <a:txBody>
                    <a:bodyPr/>
                    <a:lstStyle/>
                    <a:p>
                      <a:pPr algn="ctr"/>
                      <a:r>
                        <a:rPr lang="en-US" altLang="zh-TW" dirty="0"/>
                        <a:t>13</a:t>
                      </a:r>
                      <a:endParaRPr lang="zh-TW" altLang="en-US" dirty="0"/>
                    </a:p>
                  </a:txBody>
                  <a:tcPr/>
                </a:tc>
                <a:tc>
                  <a:txBody>
                    <a:bodyPr/>
                    <a:lstStyle/>
                    <a:p>
                      <a:pPr algn="ctr"/>
                      <a:r>
                        <a:rPr lang="en-US" altLang="zh-TW" dirty="0"/>
                        <a:t>14</a:t>
                      </a:r>
                      <a:endParaRPr lang="zh-TW" altLang="en-US" dirty="0"/>
                    </a:p>
                  </a:txBody>
                  <a:tcPr/>
                </a:tc>
                <a:tc>
                  <a:txBody>
                    <a:bodyPr/>
                    <a:lstStyle/>
                    <a:p>
                      <a:pPr algn="ctr"/>
                      <a:r>
                        <a:rPr lang="en-US" altLang="zh-TW" dirty="0"/>
                        <a:t>15</a:t>
                      </a:r>
                      <a:endParaRPr lang="zh-TW" altLang="en-US" dirty="0"/>
                    </a:p>
                  </a:txBody>
                  <a:tcPr/>
                </a:tc>
                <a:tc>
                  <a:txBody>
                    <a:bodyPr/>
                    <a:lstStyle/>
                    <a:p>
                      <a:pPr algn="ctr"/>
                      <a:r>
                        <a:rPr lang="en-US" altLang="zh-TW" dirty="0"/>
                        <a:t>16</a:t>
                      </a:r>
                      <a:endParaRPr lang="zh-TW" altLang="en-US" dirty="0"/>
                    </a:p>
                  </a:txBody>
                  <a:tcPr/>
                </a:tc>
                <a:tc>
                  <a:txBody>
                    <a:bodyPr/>
                    <a:lstStyle/>
                    <a:p>
                      <a:pPr algn="ctr"/>
                      <a:r>
                        <a:rPr lang="en-US" altLang="zh-TW" dirty="0"/>
                        <a:t>17</a:t>
                      </a:r>
                      <a:endParaRPr lang="zh-TW" altLang="en-US" dirty="0"/>
                    </a:p>
                  </a:txBody>
                  <a:tcPr/>
                </a:tc>
                <a:tc>
                  <a:txBody>
                    <a:bodyPr/>
                    <a:lstStyle/>
                    <a:p>
                      <a:pPr algn="ctr"/>
                      <a:r>
                        <a:rPr lang="en-US" altLang="zh-TW" dirty="0"/>
                        <a:t>18</a:t>
                      </a:r>
                      <a:endParaRPr lang="zh-TW" altLang="en-US" dirty="0"/>
                    </a:p>
                  </a:txBody>
                  <a:tcPr/>
                </a:tc>
                <a:tc>
                  <a:txBody>
                    <a:bodyPr/>
                    <a:lstStyle/>
                    <a:p>
                      <a:pPr algn="ctr"/>
                      <a:r>
                        <a:rPr lang="en-US" altLang="zh-TW" dirty="0"/>
                        <a:t>19</a:t>
                      </a:r>
                      <a:endParaRPr lang="zh-TW" altLang="en-US" dirty="0"/>
                    </a:p>
                  </a:txBody>
                  <a:tcPr/>
                </a:tc>
                <a:extLst>
                  <a:ext uri="{0D108BD9-81ED-4DB2-BD59-A6C34878D82A}">
                    <a16:rowId xmlns:a16="http://schemas.microsoft.com/office/drawing/2014/main" val="379876605"/>
                  </a:ext>
                </a:extLst>
              </a:tr>
              <a:tr h="370840">
                <a:tc>
                  <a:txBody>
                    <a:bodyPr/>
                    <a:lstStyle/>
                    <a:p>
                      <a:pPr algn="ctr"/>
                      <a:r>
                        <a:rPr lang="en-US" altLang="zh-TW" baseline="0" dirty="0">
                          <a:solidFill>
                            <a:schemeClr val="tx1"/>
                          </a:solidFill>
                        </a:rPr>
                        <a:t> 0</a:t>
                      </a:r>
                      <a:endParaRPr lang="zh-TW" altLang="en-US" dirty="0">
                        <a:solidFill>
                          <a:schemeClr val="tx1"/>
                        </a:solidFill>
                      </a:endParaRPr>
                    </a:p>
                  </a:txBody>
                  <a:tcPr/>
                </a:tc>
                <a:tc>
                  <a:txBody>
                    <a:bodyPr/>
                    <a:lstStyle/>
                    <a:p>
                      <a:pPr algn="ctr"/>
                      <a:r>
                        <a:rPr lang="en-US" altLang="zh-TW" dirty="0"/>
                        <a:t>1</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7</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5</a:t>
                      </a:r>
                      <a:endParaRPr lang="zh-TW" altLang="en-US" dirty="0"/>
                    </a:p>
                  </a:txBody>
                  <a:tcPr/>
                </a:tc>
                <a:tc>
                  <a:txBody>
                    <a:bodyPr/>
                    <a:lstStyle/>
                    <a:p>
                      <a:pPr algn="ctr"/>
                      <a:r>
                        <a:rPr lang="en-US" altLang="zh-TW" dirty="0"/>
                        <a:t>15</a:t>
                      </a:r>
                      <a:endParaRPr lang="zh-TW" altLang="en-US" dirty="0"/>
                    </a:p>
                  </a:txBody>
                  <a:tcPr/>
                </a:tc>
                <a:tc>
                  <a:txBody>
                    <a:bodyPr/>
                    <a:lstStyle/>
                    <a:p>
                      <a:pPr algn="ctr"/>
                      <a:r>
                        <a:rPr lang="en-US" altLang="zh-TW" dirty="0"/>
                        <a:t>10</a:t>
                      </a:r>
                      <a:endParaRPr lang="zh-TW" altLang="en-US" dirty="0"/>
                    </a:p>
                  </a:txBody>
                  <a:tcPr/>
                </a:tc>
                <a:tc>
                  <a:txBody>
                    <a:bodyPr/>
                    <a:lstStyle/>
                    <a:p>
                      <a:pPr algn="ctr"/>
                      <a:r>
                        <a:rPr lang="en-US" altLang="zh-TW" dirty="0"/>
                        <a:t>13</a:t>
                      </a:r>
                      <a:endParaRPr lang="zh-TW" altLang="en-US" dirty="0"/>
                    </a:p>
                  </a:txBody>
                  <a:tcPr/>
                </a:tc>
                <a:tc>
                  <a:txBody>
                    <a:bodyPr/>
                    <a:lstStyle/>
                    <a:p>
                      <a:pPr algn="ctr"/>
                      <a:r>
                        <a:rPr lang="en-US" altLang="zh-TW" dirty="0"/>
                        <a:t>10</a:t>
                      </a:r>
                      <a:endParaRPr lang="zh-TW" altLang="en-US" dirty="0"/>
                    </a:p>
                  </a:txBody>
                  <a:tcPr/>
                </a:tc>
                <a:tc>
                  <a:txBody>
                    <a:bodyPr/>
                    <a:lstStyle/>
                    <a:p>
                      <a:pPr algn="ctr"/>
                      <a:r>
                        <a:rPr lang="en-US" altLang="zh-TW" dirty="0"/>
                        <a:t>15</a:t>
                      </a:r>
                      <a:endParaRPr lang="zh-TW" altLang="en-US" dirty="0"/>
                    </a:p>
                  </a:txBody>
                  <a:tcPr/>
                </a:tc>
                <a:tc>
                  <a:txBody>
                    <a:bodyPr/>
                    <a:lstStyle/>
                    <a:p>
                      <a:pPr algn="ctr"/>
                      <a:r>
                        <a:rPr lang="en-US" altLang="zh-TW" dirty="0">
                          <a:solidFill>
                            <a:schemeClr val="tx1"/>
                          </a:solidFill>
                        </a:rPr>
                        <a:t>9</a:t>
                      </a:r>
                      <a:endParaRPr lang="zh-TW" altLang="en-US" dirty="0">
                        <a:solidFill>
                          <a:schemeClr val="tx1"/>
                        </a:solidFill>
                      </a:endParaRPr>
                    </a:p>
                  </a:txBody>
                  <a:tcPr/>
                </a:tc>
                <a:tc>
                  <a:txBody>
                    <a:bodyPr/>
                    <a:lstStyle/>
                    <a:p>
                      <a:pPr algn="ctr"/>
                      <a:r>
                        <a:rPr lang="en-US" altLang="zh-TW" dirty="0">
                          <a:solidFill>
                            <a:schemeClr val="tx1"/>
                          </a:solidFill>
                        </a:rPr>
                        <a:t>19</a:t>
                      </a:r>
                      <a:endParaRPr lang="zh-TW" altLang="en-US" dirty="0">
                        <a:solidFill>
                          <a:schemeClr val="tx1"/>
                        </a:solidFill>
                      </a:endParaRPr>
                    </a:p>
                  </a:txBody>
                  <a:tcPr/>
                </a:tc>
                <a:tc>
                  <a:txBody>
                    <a:bodyPr/>
                    <a:lstStyle/>
                    <a:p>
                      <a:pPr algn="ctr"/>
                      <a:r>
                        <a:rPr lang="en-US" altLang="zh-TW" dirty="0"/>
                        <a:t>20</a:t>
                      </a:r>
                      <a:endParaRPr lang="zh-TW" altLang="en-US" dirty="0"/>
                    </a:p>
                  </a:txBody>
                  <a:tcPr/>
                </a:tc>
                <a:tc>
                  <a:txBody>
                    <a:bodyPr/>
                    <a:lstStyle/>
                    <a:p>
                      <a:pPr algn="ctr"/>
                      <a:r>
                        <a:rPr lang="en-US" altLang="zh-TW" dirty="0"/>
                        <a:t>17</a:t>
                      </a:r>
                      <a:endParaRPr lang="zh-TW" altLang="en-US" dirty="0"/>
                    </a:p>
                  </a:txBody>
                  <a:tcPr/>
                </a:tc>
                <a:tc>
                  <a:txBody>
                    <a:bodyPr/>
                    <a:lstStyle/>
                    <a:p>
                      <a:pPr algn="ctr"/>
                      <a:r>
                        <a:rPr lang="en-US" altLang="zh-TW" dirty="0"/>
                        <a:t>16</a:t>
                      </a:r>
                      <a:endParaRPr lang="zh-TW" altLang="en-US" dirty="0"/>
                    </a:p>
                  </a:txBody>
                  <a:tcPr/>
                </a:tc>
                <a:tc>
                  <a:txBody>
                    <a:bodyPr/>
                    <a:lstStyle/>
                    <a:p>
                      <a:pPr algn="ctr"/>
                      <a:r>
                        <a:rPr lang="en-US" altLang="zh-TW" dirty="0"/>
                        <a:t>49</a:t>
                      </a:r>
                      <a:endParaRPr lang="zh-TW" altLang="en-US" dirty="0"/>
                    </a:p>
                  </a:txBody>
                  <a:tcPr/>
                </a:tc>
                <a:tc>
                  <a:txBody>
                    <a:bodyPr/>
                    <a:lstStyle/>
                    <a:p>
                      <a:pPr algn="ctr"/>
                      <a:r>
                        <a:rPr lang="en-US" altLang="zh-TW" dirty="0"/>
                        <a:t>46</a:t>
                      </a:r>
                      <a:endParaRPr lang="zh-TW" altLang="en-US" dirty="0"/>
                    </a:p>
                  </a:txBody>
                  <a:tcPr/>
                </a:tc>
                <a:tc>
                  <a:txBody>
                    <a:bodyPr/>
                    <a:lstStyle/>
                    <a:p>
                      <a:pPr algn="ctr"/>
                      <a:r>
                        <a:rPr lang="en-US" altLang="zh-TW" dirty="0"/>
                        <a:t>53</a:t>
                      </a:r>
                      <a:endParaRPr lang="zh-TW" altLang="en-US" dirty="0"/>
                    </a:p>
                  </a:txBody>
                  <a:tcPr/>
                </a:tc>
                <a:extLst>
                  <a:ext uri="{0D108BD9-81ED-4DB2-BD59-A6C34878D82A}">
                    <a16:rowId xmlns:a16="http://schemas.microsoft.com/office/drawing/2014/main" val="1774951801"/>
                  </a:ext>
                </a:extLst>
              </a:tr>
            </a:tbl>
          </a:graphicData>
        </a:graphic>
      </p:graphicFrame>
      <p:sp>
        <p:nvSpPr>
          <p:cNvPr id="6" name="圓角矩形 5"/>
          <p:cNvSpPr/>
          <p:nvPr/>
        </p:nvSpPr>
        <p:spPr>
          <a:xfrm>
            <a:off x="1645920" y="4348480"/>
            <a:ext cx="444137" cy="812800"/>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圓角矩形 9"/>
          <p:cNvSpPr/>
          <p:nvPr/>
        </p:nvSpPr>
        <p:spPr>
          <a:xfrm>
            <a:off x="2120537" y="4348480"/>
            <a:ext cx="444137" cy="812800"/>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圓角矩形 11"/>
          <p:cNvSpPr/>
          <p:nvPr/>
        </p:nvSpPr>
        <p:spPr>
          <a:xfrm>
            <a:off x="2595154" y="4348480"/>
            <a:ext cx="881576" cy="812800"/>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圓角矩形 12"/>
          <p:cNvSpPr/>
          <p:nvPr/>
        </p:nvSpPr>
        <p:spPr>
          <a:xfrm>
            <a:off x="3507210" y="4341654"/>
            <a:ext cx="1275805" cy="812800"/>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圓角矩形 13"/>
          <p:cNvSpPr/>
          <p:nvPr/>
        </p:nvSpPr>
        <p:spPr>
          <a:xfrm>
            <a:off x="4813496" y="4348480"/>
            <a:ext cx="2740632" cy="812800"/>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圓角矩形 14"/>
          <p:cNvSpPr/>
          <p:nvPr/>
        </p:nvSpPr>
        <p:spPr>
          <a:xfrm>
            <a:off x="7584610" y="4348480"/>
            <a:ext cx="1760358" cy="812800"/>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7" name="表格 6">
            <a:extLst>
              <a:ext uri="{FF2B5EF4-FFF2-40B4-BE49-F238E27FC236}">
                <a16:creationId xmlns:a16="http://schemas.microsoft.com/office/drawing/2014/main" id="{B14EAFA0-1ABE-C01F-20AA-E24C6E473846}"/>
              </a:ext>
            </a:extLst>
          </p:cNvPr>
          <p:cNvGraphicFramePr>
            <a:graphicFrameLocks noGrp="1"/>
          </p:cNvGraphicFramePr>
          <p:nvPr>
            <p:extLst>
              <p:ext uri="{D42A27DB-BD31-4B8C-83A1-F6EECF244321}">
                <p14:modId xmlns:p14="http://schemas.microsoft.com/office/powerpoint/2010/main" val="2506502055"/>
              </p:ext>
            </p:extLst>
          </p:nvPr>
        </p:nvGraphicFramePr>
        <p:xfrm>
          <a:off x="1889760" y="3058160"/>
          <a:ext cx="8128000" cy="741680"/>
        </p:xfrm>
        <a:graphic>
          <a:graphicData uri="http://schemas.openxmlformats.org/drawingml/2006/table">
            <a:tbl>
              <a:tblPr>
                <a:tableStyleId>{5C22544A-7EE6-4342-B048-85BDC9FD1C3A}</a:tableStyleId>
              </a:tblPr>
              <a:tblGrid>
                <a:gridCol w="1016000">
                  <a:extLst>
                    <a:ext uri="{9D8B030D-6E8A-4147-A177-3AD203B41FA5}">
                      <a16:colId xmlns:a16="http://schemas.microsoft.com/office/drawing/2014/main" val="232325015"/>
                    </a:ext>
                  </a:extLst>
                </a:gridCol>
                <a:gridCol w="1016000">
                  <a:extLst>
                    <a:ext uri="{9D8B030D-6E8A-4147-A177-3AD203B41FA5}">
                      <a16:colId xmlns:a16="http://schemas.microsoft.com/office/drawing/2014/main" val="809820525"/>
                    </a:ext>
                  </a:extLst>
                </a:gridCol>
                <a:gridCol w="1016000">
                  <a:extLst>
                    <a:ext uri="{9D8B030D-6E8A-4147-A177-3AD203B41FA5}">
                      <a16:colId xmlns:a16="http://schemas.microsoft.com/office/drawing/2014/main" val="3216279575"/>
                    </a:ext>
                  </a:extLst>
                </a:gridCol>
                <a:gridCol w="1016000">
                  <a:extLst>
                    <a:ext uri="{9D8B030D-6E8A-4147-A177-3AD203B41FA5}">
                      <a16:colId xmlns:a16="http://schemas.microsoft.com/office/drawing/2014/main" val="668291663"/>
                    </a:ext>
                  </a:extLst>
                </a:gridCol>
                <a:gridCol w="1016000">
                  <a:extLst>
                    <a:ext uri="{9D8B030D-6E8A-4147-A177-3AD203B41FA5}">
                      <a16:colId xmlns:a16="http://schemas.microsoft.com/office/drawing/2014/main" val="4109121243"/>
                    </a:ext>
                  </a:extLst>
                </a:gridCol>
                <a:gridCol w="1016000">
                  <a:extLst>
                    <a:ext uri="{9D8B030D-6E8A-4147-A177-3AD203B41FA5}">
                      <a16:colId xmlns:a16="http://schemas.microsoft.com/office/drawing/2014/main" val="2213655556"/>
                    </a:ext>
                  </a:extLst>
                </a:gridCol>
                <a:gridCol w="1016000">
                  <a:extLst>
                    <a:ext uri="{9D8B030D-6E8A-4147-A177-3AD203B41FA5}">
                      <a16:colId xmlns:a16="http://schemas.microsoft.com/office/drawing/2014/main" val="1831011624"/>
                    </a:ext>
                  </a:extLst>
                </a:gridCol>
                <a:gridCol w="1016000">
                  <a:extLst>
                    <a:ext uri="{9D8B030D-6E8A-4147-A177-3AD203B41FA5}">
                      <a16:colId xmlns:a16="http://schemas.microsoft.com/office/drawing/2014/main" val="1673615481"/>
                    </a:ext>
                  </a:extLst>
                </a:gridCol>
              </a:tblGrid>
              <a:tr h="370840">
                <a:tc>
                  <a:txBody>
                    <a:bodyPr/>
                    <a:lstStyle/>
                    <a:p>
                      <a:pPr algn="ctr"/>
                      <a:r>
                        <a:rPr lang="en-US" altLang="zh-TW" dirty="0"/>
                        <a:t>0</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5</a:t>
                      </a:r>
                      <a:endParaRPr lang="zh-TW" altLang="en-US" dirty="0"/>
                    </a:p>
                  </a:txBody>
                  <a:tcPr/>
                </a:tc>
                <a:tc>
                  <a:txBody>
                    <a:bodyPr/>
                    <a:lstStyle/>
                    <a:p>
                      <a:pPr algn="ctr"/>
                      <a:r>
                        <a:rPr lang="en-US" altLang="zh-TW" dirty="0"/>
                        <a:t>6</a:t>
                      </a:r>
                      <a:endParaRPr lang="zh-TW" altLang="en-US" dirty="0"/>
                    </a:p>
                  </a:txBody>
                  <a:tcPr/>
                </a:tc>
                <a:tc>
                  <a:txBody>
                    <a:bodyPr/>
                    <a:lstStyle/>
                    <a:p>
                      <a:pPr algn="ctr"/>
                      <a:r>
                        <a:rPr lang="en-US" altLang="zh-TW" dirty="0"/>
                        <a:t>7-31</a:t>
                      </a:r>
                      <a:endParaRPr lang="zh-TW" altLang="en-US" dirty="0"/>
                    </a:p>
                  </a:txBody>
                  <a:tcPr/>
                </a:tc>
                <a:extLst>
                  <a:ext uri="{0D108BD9-81ED-4DB2-BD59-A6C34878D82A}">
                    <a16:rowId xmlns:a16="http://schemas.microsoft.com/office/drawing/2014/main" val="1181902020"/>
                  </a:ext>
                </a:extLst>
              </a:tr>
              <a:tr h="370840">
                <a:tc>
                  <a:txBody>
                    <a:bodyPr/>
                    <a:lstStyle/>
                    <a:p>
                      <a:pPr algn="ctr"/>
                      <a:r>
                        <a:rPr lang="en-US" altLang="zh-TW" dirty="0"/>
                        <a:t>1</a:t>
                      </a:r>
                      <a:endParaRPr lang="zh-TW" altLang="en-US" dirty="0"/>
                    </a:p>
                  </a:txBody>
                  <a:tcPr/>
                </a:tc>
                <a:tc>
                  <a:txBody>
                    <a:bodyPr/>
                    <a:lstStyle/>
                    <a:p>
                      <a:pPr algn="ctr"/>
                      <a:r>
                        <a:rPr lang="en-US" altLang="zh-TW" dirty="0">
                          <a:solidFill>
                            <a:schemeClr val="tx1"/>
                          </a:solidFill>
                        </a:rPr>
                        <a:t>2</a:t>
                      </a:r>
                      <a:endParaRPr lang="zh-TW" altLang="en-US" dirty="0">
                        <a:solidFill>
                          <a:schemeClr val="tx1"/>
                        </a:solidFill>
                      </a:endParaRPr>
                    </a:p>
                  </a:txBody>
                  <a:tcPr/>
                </a:tc>
                <a:tc>
                  <a:txBody>
                    <a:bodyPr/>
                    <a:lstStyle/>
                    <a:p>
                      <a:pPr algn="ctr"/>
                      <a:r>
                        <a:rPr lang="en-US" altLang="zh-TW" dirty="0"/>
                        <a:t>4</a:t>
                      </a:r>
                      <a:endParaRPr lang="zh-TW" altLang="en-US" dirty="0"/>
                    </a:p>
                  </a:txBody>
                  <a:tcPr/>
                </a:tc>
                <a:tc>
                  <a:txBody>
                    <a:bodyPr/>
                    <a:lstStyle/>
                    <a:p>
                      <a:pPr algn="ctr"/>
                      <a:r>
                        <a:rPr lang="en-US" altLang="zh-TW" dirty="0"/>
                        <a:t>7</a:t>
                      </a:r>
                      <a:endParaRPr lang="zh-TW" altLang="en-US" dirty="0"/>
                    </a:p>
                  </a:txBody>
                  <a:tcPr/>
                </a:tc>
                <a:tc>
                  <a:txBody>
                    <a:bodyPr/>
                    <a:lstStyle/>
                    <a:p>
                      <a:pPr algn="ctr"/>
                      <a:r>
                        <a:rPr lang="en-US" altLang="zh-TW" dirty="0"/>
                        <a:t>13</a:t>
                      </a:r>
                      <a:endParaRPr lang="zh-TW" altLang="en-US" dirty="0"/>
                    </a:p>
                  </a:txBody>
                  <a:tcPr/>
                </a:tc>
                <a:tc>
                  <a:txBody>
                    <a:bodyPr/>
                    <a:lstStyle/>
                    <a:p>
                      <a:pPr algn="ctr"/>
                      <a:r>
                        <a:rPr lang="en-US" altLang="zh-TW" dirty="0"/>
                        <a:t>17</a:t>
                      </a:r>
                      <a:endParaRPr lang="zh-TW" altLang="en-US" dirty="0"/>
                    </a:p>
                  </a:txBody>
                  <a:tcPr/>
                </a:tc>
                <a:tc>
                  <a:txBody>
                    <a:bodyPr/>
                    <a:lstStyle/>
                    <a:p>
                      <a:pPr algn="ctr"/>
                      <a:r>
                        <a:rPr lang="en-US" altLang="zh-TW" dirty="0"/>
                        <a:t>20</a:t>
                      </a:r>
                      <a:endParaRPr lang="zh-TW" altLang="en-US" dirty="0"/>
                    </a:p>
                  </a:txBody>
                  <a:tcPr/>
                </a:tc>
                <a:tc>
                  <a:txBody>
                    <a:bodyPr/>
                    <a:lstStyle/>
                    <a:p>
                      <a:pPr algn="ctr"/>
                      <a:r>
                        <a:rPr lang="en-US" altLang="zh-TW" dirty="0"/>
                        <a:t>20</a:t>
                      </a:r>
                      <a:endParaRPr lang="zh-TW" altLang="en-US" dirty="0"/>
                    </a:p>
                  </a:txBody>
                  <a:tcPr/>
                </a:tc>
                <a:extLst>
                  <a:ext uri="{0D108BD9-81ED-4DB2-BD59-A6C34878D82A}">
                    <a16:rowId xmlns:a16="http://schemas.microsoft.com/office/drawing/2014/main" val="3746804522"/>
                  </a:ext>
                </a:extLst>
              </a:tr>
            </a:tbl>
          </a:graphicData>
        </a:graphic>
      </p:graphicFrame>
      <p:sp>
        <p:nvSpPr>
          <p:cNvPr id="9" name="圓角矩形 14">
            <a:extLst>
              <a:ext uri="{FF2B5EF4-FFF2-40B4-BE49-F238E27FC236}">
                <a16:creationId xmlns:a16="http://schemas.microsoft.com/office/drawing/2014/main" id="{FADFFEB8-DB50-46EC-0645-49080131D84F}"/>
              </a:ext>
            </a:extLst>
          </p:cNvPr>
          <p:cNvSpPr/>
          <p:nvPr/>
        </p:nvSpPr>
        <p:spPr>
          <a:xfrm>
            <a:off x="9375450" y="4329708"/>
            <a:ext cx="1378910" cy="812800"/>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3427356523"/>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Result</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p:txBody>
          <a:bodyPr/>
          <a:lstStyle/>
          <a:p>
            <a:pPr marL="0" indent="0">
              <a:buNone/>
            </a:pPr>
            <a:r>
              <a:rPr lang="en-US" altLang="zh-TW" dirty="0">
                <a:latin typeface="Times New Roman" panose="02020603050405020304" pitchFamily="18" charset="0"/>
                <a:cs typeface="Times New Roman" panose="02020603050405020304" pitchFamily="18" charset="0"/>
              </a:rPr>
              <a:t>Time complexity :</a:t>
            </a:r>
          </a:p>
          <a:p>
            <a:pPr marL="0" indent="0">
              <a:buNone/>
            </a:pPr>
            <a:r>
              <a:rPr lang="en-US" altLang="zh-TW" dirty="0">
                <a:latin typeface="Times New Roman" panose="02020603050405020304" pitchFamily="18" charset="0"/>
                <a:cs typeface="Times New Roman" panose="02020603050405020304" pitchFamily="18" charset="0"/>
              </a:rPr>
              <a:t>Best case : </a:t>
            </a:r>
            <a:r>
              <a:rPr lang="en-US" altLang="zh-TW" i="1" dirty="0">
                <a:latin typeface="Times New Roman" panose="02020603050405020304" pitchFamily="18" charset="0"/>
                <a:cs typeface="Times New Roman" panose="02020603050405020304" pitchFamily="18" charset="0"/>
              </a:rPr>
              <a:t>O</a:t>
            </a:r>
            <a:r>
              <a:rPr lang="en-US" altLang="zh-TW" dirty="0">
                <a:latin typeface="Times New Roman" panose="02020603050405020304" pitchFamily="18" charset="0"/>
                <a:cs typeface="Times New Roman" panose="02020603050405020304" pitchFamily="18" charset="0"/>
              </a:rPr>
              <a:t>(</a:t>
            </a:r>
            <a:r>
              <a:rPr lang="en-US" altLang="zh-TW" i="1" dirty="0" err="1">
                <a:latin typeface="Times New Roman" panose="02020603050405020304" pitchFamily="18" charset="0"/>
                <a:cs typeface="Times New Roman" panose="02020603050405020304" pitchFamily="18" charset="0"/>
              </a:rPr>
              <a:t>nlogn</a:t>
            </a:r>
            <a:r>
              <a:rPr lang="en-US" altLang="zh-TW" dirty="0" err="1">
                <a:latin typeface="Times New Roman" panose="02020603050405020304" pitchFamily="18" charset="0"/>
                <a:cs typeface="Times New Roman" panose="02020603050405020304" pitchFamily="18" charset="0"/>
              </a:rPr>
              <a:t>-</a:t>
            </a:r>
            <a:r>
              <a:rPr lang="en-US" altLang="zh-TW" i="1" dirty="0" err="1">
                <a:latin typeface="Times New Roman" panose="02020603050405020304" pitchFamily="18" charset="0"/>
                <a:cs typeface="Times New Roman" panose="02020603050405020304" pitchFamily="18" charset="0"/>
              </a:rPr>
              <a:t>nlog</a:t>
            </a:r>
            <a:r>
              <a:rPr lang="en-US" altLang="zh-TW" dirty="0">
                <a:latin typeface="Times New Roman" panose="02020603050405020304" pitchFamily="18" charset="0"/>
                <a:cs typeface="Times New Roman" panose="02020603050405020304" pitchFamily="18" charset="0"/>
              </a:rPr>
              <a:t>(</a:t>
            </a:r>
            <a:r>
              <a:rPr lang="en-US" altLang="zh-TW" i="1" dirty="0" err="1">
                <a:latin typeface="Times New Roman" panose="02020603050405020304" pitchFamily="18" charset="0"/>
                <a:cs typeface="Times New Roman" panose="02020603050405020304" pitchFamily="18" charset="0"/>
              </a:rPr>
              <a:t>dmax</a:t>
            </a:r>
            <a:r>
              <a:rPr lang="en-US" altLang="zh-TW" dirty="0">
                <a:latin typeface="Times New Roman" panose="02020603050405020304" pitchFamily="18" charset="0"/>
                <a:cs typeface="Times New Roman" panose="02020603050405020304" pitchFamily="18" charset="0"/>
              </a:rPr>
              <a:t>))</a:t>
            </a:r>
          </a:p>
          <a:p>
            <a:pPr marL="0" indent="0">
              <a:buNone/>
            </a:pPr>
            <a:r>
              <a:rPr lang="en-US" altLang="zh-TW" dirty="0">
                <a:latin typeface="Times New Roman" panose="02020603050405020304" pitchFamily="18" charset="0"/>
                <a:cs typeface="Times New Roman" panose="02020603050405020304" pitchFamily="18" charset="0"/>
              </a:rPr>
              <a:t>Worst case : </a:t>
            </a:r>
            <a:r>
              <a:rPr lang="en-US" altLang="zh-TW" i="1" dirty="0">
                <a:latin typeface="Times New Roman" panose="02020603050405020304" pitchFamily="18" charset="0"/>
                <a:cs typeface="Times New Roman" panose="02020603050405020304" pitchFamily="18" charset="0"/>
              </a:rPr>
              <a:t>O</a:t>
            </a:r>
            <a:r>
              <a:rPr lang="en-US" altLang="zh-TW" dirty="0">
                <a:latin typeface="Times New Roman" panose="02020603050405020304" pitchFamily="18" charset="0"/>
                <a:cs typeface="Times New Roman" panose="02020603050405020304" pitchFamily="18" charset="0"/>
              </a:rPr>
              <a:t>(</a:t>
            </a:r>
            <a:r>
              <a:rPr lang="en-US" altLang="zh-TW" i="1" dirty="0" err="1">
                <a:latin typeface="Times New Roman" panose="02020603050405020304" pitchFamily="18" charset="0"/>
                <a:cs typeface="Times New Roman" panose="02020603050405020304" pitchFamily="18" charset="0"/>
              </a:rPr>
              <a:t>nlogn</a:t>
            </a:r>
            <a:r>
              <a:rPr lang="en-US" altLang="zh-TW" dirty="0">
                <a:latin typeface="Times New Roman" panose="02020603050405020304" pitchFamily="18" charset="0"/>
                <a:cs typeface="Times New Roman" panose="02020603050405020304" pitchFamily="18" charset="0"/>
              </a:rPr>
              <a:t>)</a:t>
            </a:r>
          </a:p>
          <a:p>
            <a:pPr marL="0" indent="0">
              <a:buNone/>
            </a:pPr>
            <a:r>
              <a:rPr lang="en-US" altLang="zh-TW" dirty="0">
                <a:latin typeface="Times New Roman" panose="02020603050405020304" pitchFamily="18" charset="0"/>
                <a:cs typeface="Times New Roman" panose="02020603050405020304" pitchFamily="18" charset="0"/>
              </a:rPr>
              <a:t>Average case : </a:t>
            </a:r>
            <a:r>
              <a:rPr lang="en-US" altLang="zh-TW" i="1" dirty="0">
                <a:latin typeface="Times New Roman" panose="02020603050405020304" pitchFamily="18" charset="0"/>
                <a:cs typeface="Times New Roman" panose="02020603050405020304" pitchFamily="18" charset="0"/>
              </a:rPr>
              <a:t>O</a:t>
            </a:r>
            <a:r>
              <a:rPr lang="en-US" altLang="zh-TW" dirty="0">
                <a:latin typeface="Times New Roman" panose="02020603050405020304" pitchFamily="18" charset="0"/>
                <a:cs typeface="Times New Roman" panose="02020603050405020304" pitchFamily="18" charset="0"/>
              </a:rPr>
              <a:t>(</a:t>
            </a:r>
            <a:r>
              <a:rPr lang="en-US" altLang="zh-TW" i="1" dirty="0" err="1">
                <a:latin typeface="Times New Roman" panose="02020603050405020304" pitchFamily="18" charset="0"/>
                <a:cs typeface="Times New Roman" panose="02020603050405020304" pitchFamily="18" charset="0"/>
              </a:rPr>
              <a:t>nlogn-nlogd</a:t>
            </a:r>
            <a:r>
              <a:rPr lang="en-US" altLang="zh-TW" dirty="0">
                <a:latin typeface="Times New Roman" panose="02020603050405020304" pitchFamily="18" charset="0"/>
                <a:cs typeface="Times New Roman" panose="02020603050405020304" pitchFamily="18" charset="0"/>
              </a:rPr>
              <a:t>)</a:t>
            </a:r>
          </a:p>
          <a:p>
            <a:pPr marL="0" indent="0">
              <a:buNone/>
            </a:pP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C497B8E6-CB28-4350-9E62-3F3C29E41FED}" type="slidenum">
              <a:rPr lang="zh-TW" altLang="en-US" smtClean="0"/>
              <a:t>43</a:t>
            </a:fld>
            <a:endParaRPr lang="zh-TW" altLang="en-US"/>
          </a:p>
        </p:txBody>
      </p:sp>
      <p:pic>
        <p:nvPicPr>
          <p:cNvPr id="5" name="圖片 4"/>
          <p:cNvPicPr>
            <a:picLocks noChangeAspect="1"/>
          </p:cNvPicPr>
          <p:nvPr/>
        </p:nvPicPr>
        <p:blipFill>
          <a:blip r:embed="rId3"/>
          <a:stretch>
            <a:fillRect/>
          </a:stretch>
        </p:blipFill>
        <p:spPr>
          <a:xfrm>
            <a:off x="6623452" y="0"/>
            <a:ext cx="4533006" cy="6903122"/>
          </a:xfrm>
          <a:prstGeom prst="rect">
            <a:avLst/>
          </a:prstGeom>
        </p:spPr>
      </p:pic>
      <p:sp>
        <p:nvSpPr>
          <p:cNvPr id="6" name="圓角矩形 5"/>
          <p:cNvSpPr/>
          <p:nvPr/>
        </p:nvSpPr>
        <p:spPr>
          <a:xfrm>
            <a:off x="6695440" y="1027906"/>
            <a:ext cx="4389120" cy="1918494"/>
          </a:xfrm>
          <a:prstGeom prst="roundRect">
            <a:avLst/>
          </a:prstGeom>
          <a:noFill/>
          <a:ln w="412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圓角矩形 7"/>
          <p:cNvSpPr/>
          <p:nvPr/>
        </p:nvSpPr>
        <p:spPr>
          <a:xfrm>
            <a:off x="6731389" y="2983706"/>
            <a:ext cx="4389120" cy="1918494"/>
          </a:xfrm>
          <a:prstGeom prst="roundRect">
            <a:avLst/>
          </a:prstGeom>
          <a:noFill/>
          <a:ln w="412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圓角矩形 8"/>
          <p:cNvSpPr/>
          <p:nvPr/>
        </p:nvSpPr>
        <p:spPr>
          <a:xfrm>
            <a:off x="6713414" y="4939506"/>
            <a:ext cx="4389120" cy="1918494"/>
          </a:xfrm>
          <a:prstGeom prst="roundRect">
            <a:avLst/>
          </a:prstGeom>
          <a:noFill/>
          <a:ln w="412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文字方塊 13"/>
          <p:cNvSpPr txBox="1"/>
          <p:nvPr/>
        </p:nvSpPr>
        <p:spPr>
          <a:xfrm>
            <a:off x="11120509" y="1774071"/>
            <a:ext cx="1162931" cy="369332"/>
          </a:xfrm>
          <a:prstGeom prst="rect">
            <a:avLst/>
          </a:prstGeom>
          <a:noFill/>
        </p:spPr>
        <p:txBody>
          <a:bodyPr wrap="square" rtlCol="0">
            <a:spAutoFit/>
          </a:bodyPr>
          <a:lstStyle/>
          <a:p>
            <a:pPr algn="ctr"/>
            <a:r>
              <a:rPr lang="en-US" altLang="zh-TW" dirty="0">
                <a:latin typeface="Times New Roman" panose="02020603050405020304" pitchFamily="18" charset="0"/>
                <a:cs typeface="Times New Roman" panose="02020603050405020304" pitchFamily="18" charset="0"/>
              </a:rPr>
              <a:t>Random</a:t>
            </a:r>
            <a:endParaRPr lang="zh-TW" altLang="en-US" dirty="0">
              <a:latin typeface="Times New Roman" panose="02020603050405020304" pitchFamily="18" charset="0"/>
              <a:cs typeface="Times New Roman" panose="02020603050405020304" pitchFamily="18" charset="0"/>
            </a:endParaRPr>
          </a:p>
        </p:txBody>
      </p:sp>
      <p:sp>
        <p:nvSpPr>
          <p:cNvPr id="15" name="文字方塊 14"/>
          <p:cNvSpPr txBox="1"/>
          <p:nvPr/>
        </p:nvSpPr>
        <p:spPr>
          <a:xfrm>
            <a:off x="11153334" y="3695878"/>
            <a:ext cx="1162931" cy="369332"/>
          </a:xfrm>
          <a:prstGeom prst="rect">
            <a:avLst/>
          </a:prstGeom>
          <a:noFill/>
        </p:spPr>
        <p:txBody>
          <a:bodyPr wrap="square" rtlCol="0">
            <a:spAutoFit/>
          </a:bodyPr>
          <a:lstStyle/>
          <a:p>
            <a:pPr algn="ctr"/>
            <a:r>
              <a:rPr lang="en-US" altLang="zh-TW" dirty="0">
                <a:latin typeface="Times New Roman" panose="02020603050405020304" pitchFamily="18" charset="0"/>
                <a:cs typeface="Times New Roman" panose="02020603050405020304" pitchFamily="18" charset="0"/>
              </a:rPr>
              <a:t>Worst</a:t>
            </a:r>
            <a:endParaRPr lang="zh-TW" altLang="en-US" dirty="0">
              <a:latin typeface="Times New Roman" panose="02020603050405020304" pitchFamily="18" charset="0"/>
              <a:cs typeface="Times New Roman" panose="02020603050405020304" pitchFamily="18" charset="0"/>
            </a:endParaRPr>
          </a:p>
        </p:txBody>
      </p:sp>
      <p:sp>
        <p:nvSpPr>
          <p:cNvPr id="16" name="文字方塊 15"/>
          <p:cNvSpPr txBox="1"/>
          <p:nvPr/>
        </p:nvSpPr>
        <p:spPr>
          <a:xfrm>
            <a:off x="11138484" y="5627269"/>
            <a:ext cx="1162931" cy="369332"/>
          </a:xfrm>
          <a:prstGeom prst="rect">
            <a:avLst/>
          </a:prstGeom>
          <a:noFill/>
        </p:spPr>
        <p:txBody>
          <a:bodyPr wrap="square" rtlCol="0">
            <a:spAutoFit/>
          </a:bodyPr>
          <a:lstStyle/>
          <a:p>
            <a:pPr algn="ctr"/>
            <a:r>
              <a:rPr lang="en-US" altLang="zh-TW" dirty="0">
                <a:latin typeface="Times New Roman" panose="02020603050405020304" pitchFamily="18" charset="0"/>
                <a:cs typeface="Times New Roman" panose="02020603050405020304" pitchFamily="18" charset="0"/>
              </a:rPr>
              <a:t>Best</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28367672"/>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Result</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C497B8E6-CB28-4350-9E62-3F3C29E41FED}" type="slidenum">
              <a:rPr lang="zh-TW" altLang="en-US" smtClean="0"/>
              <a:t>44</a:t>
            </a:fld>
            <a:endParaRPr lang="zh-TW" altLang="en-US"/>
          </a:p>
        </p:txBody>
      </p:sp>
      <p:pic>
        <p:nvPicPr>
          <p:cNvPr id="5" name="圖片 4"/>
          <p:cNvPicPr>
            <a:picLocks noChangeAspect="1"/>
          </p:cNvPicPr>
          <p:nvPr/>
        </p:nvPicPr>
        <p:blipFill>
          <a:blip r:embed="rId2"/>
          <a:stretch>
            <a:fillRect/>
          </a:stretch>
        </p:blipFill>
        <p:spPr>
          <a:xfrm>
            <a:off x="1625600" y="2223569"/>
            <a:ext cx="4248743" cy="2857899"/>
          </a:xfrm>
          <a:prstGeom prst="rect">
            <a:avLst/>
          </a:prstGeom>
        </p:spPr>
      </p:pic>
      <p:pic>
        <p:nvPicPr>
          <p:cNvPr id="7" name="圖片 6"/>
          <p:cNvPicPr>
            <a:picLocks noChangeAspect="1"/>
          </p:cNvPicPr>
          <p:nvPr/>
        </p:nvPicPr>
        <p:blipFill>
          <a:blip r:embed="rId3"/>
          <a:stretch>
            <a:fillRect/>
          </a:stretch>
        </p:blipFill>
        <p:spPr>
          <a:xfrm>
            <a:off x="6887240" y="3526449"/>
            <a:ext cx="4134427" cy="2381582"/>
          </a:xfrm>
          <a:prstGeom prst="rect">
            <a:avLst/>
          </a:prstGeom>
        </p:spPr>
      </p:pic>
      <p:sp>
        <p:nvSpPr>
          <p:cNvPr id="8" name="文字方塊 7"/>
          <p:cNvSpPr txBox="1"/>
          <p:nvPr/>
        </p:nvSpPr>
        <p:spPr>
          <a:xfrm>
            <a:off x="6776720" y="6048573"/>
            <a:ext cx="4765040" cy="307777"/>
          </a:xfrm>
          <a:prstGeom prst="rect">
            <a:avLst/>
          </a:prstGeom>
          <a:noFill/>
        </p:spPr>
        <p:txBody>
          <a:bodyPr wrap="square" rtlCol="0">
            <a:spAutoFit/>
          </a:bodyPr>
          <a:lstStyle/>
          <a:p>
            <a:pPr algn="ctr"/>
            <a:r>
              <a:rPr lang="en-US" altLang="zh-TW" sz="1400" dirty="0" err="1">
                <a:latin typeface="Times New Roman" panose="02020603050405020304" pitchFamily="18" charset="0"/>
                <a:cs typeface="Times New Roman" panose="02020603050405020304" pitchFamily="18" charset="0"/>
              </a:rPr>
              <a:t>Comparision</a:t>
            </a:r>
            <a:r>
              <a:rPr lang="en-US" altLang="zh-TW" sz="1400" dirty="0">
                <a:latin typeface="Times New Roman" panose="02020603050405020304" pitchFamily="18" charset="0"/>
                <a:cs typeface="Times New Roman" panose="02020603050405020304" pitchFamily="18" charset="0"/>
              </a:rPr>
              <a:t> Insertion sort and </a:t>
            </a:r>
            <a:r>
              <a:rPr lang="en-US" altLang="zh-TW" sz="1400" dirty="0" err="1">
                <a:latin typeface="Times New Roman" panose="02020603050405020304" pitchFamily="18" charset="0"/>
                <a:cs typeface="Times New Roman" panose="02020603050405020304" pitchFamily="18" charset="0"/>
              </a:rPr>
              <a:t>CutSort</a:t>
            </a:r>
            <a:r>
              <a:rPr lang="en-US" altLang="zh-TW" sz="1400" dirty="0">
                <a:latin typeface="Times New Roman" panose="02020603050405020304" pitchFamily="18" charset="0"/>
                <a:cs typeface="Times New Roman" panose="02020603050405020304" pitchFamily="18" charset="0"/>
              </a:rPr>
              <a:t> + Insertion sort</a:t>
            </a:r>
            <a:endParaRPr lang="zh-TW" altLang="en-US" sz="1400" dirty="0">
              <a:latin typeface="Times New Roman" panose="02020603050405020304" pitchFamily="18" charset="0"/>
              <a:cs typeface="Times New Roman" panose="02020603050405020304" pitchFamily="18" charset="0"/>
            </a:endParaRPr>
          </a:p>
        </p:txBody>
      </p:sp>
      <p:pic>
        <p:nvPicPr>
          <p:cNvPr id="9" name="圖片 8"/>
          <p:cNvPicPr>
            <a:picLocks noChangeAspect="1"/>
          </p:cNvPicPr>
          <p:nvPr/>
        </p:nvPicPr>
        <p:blipFill>
          <a:blip r:embed="rId4"/>
          <a:stretch>
            <a:fillRect/>
          </a:stretch>
        </p:blipFill>
        <p:spPr>
          <a:xfrm>
            <a:off x="6776720" y="371017"/>
            <a:ext cx="4210638" cy="3096057"/>
          </a:xfrm>
          <a:prstGeom prst="rect">
            <a:avLst/>
          </a:prstGeom>
        </p:spPr>
      </p:pic>
    </p:spTree>
    <p:extLst>
      <p:ext uri="{BB962C8B-B14F-4D97-AF65-F5344CB8AC3E}">
        <p14:creationId xmlns:p14="http://schemas.microsoft.com/office/powerpoint/2010/main" val="2365936413"/>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12234</TotalTime>
  <Words>2295</Words>
  <Application>Microsoft Office PowerPoint</Application>
  <PresentationFormat>寬螢幕</PresentationFormat>
  <Paragraphs>1407</Paragraphs>
  <Slides>44</Slides>
  <Notes>6</Notes>
  <HiddenSlides>5</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44</vt:i4>
      </vt:variant>
    </vt:vector>
  </HeadingPairs>
  <TitlesOfParts>
    <vt:vector size="50" baseType="lpstr">
      <vt:lpstr>新細明體</vt:lpstr>
      <vt:lpstr>Arial</vt:lpstr>
      <vt:lpstr>Calibri</vt:lpstr>
      <vt:lpstr>Calibri Light</vt:lpstr>
      <vt:lpstr>Times New Roman</vt:lpstr>
      <vt:lpstr>Office Theme</vt:lpstr>
      <vt:lpstr>Couple Sort</vt:lpstr>
      <vt:lpstr>Abstract</vt:lpstr>
      <vt:lpstr>Merge sort</vt:lpstr>
      <vt:lpstr>Merge sort</vt:lpstr>
      <vt:lpstr>Couple sort</vt:lpstr>
      <vt:lpstr>Paring and swapping</vt:lpstr>
      <vt:lpstr>Paring and swapping</vt:lpstr>
      <vt:lpstr>Result</vt:lpstr>
      <vt:lpstr>Result</vt:lpstr>
      <vt:lpstr>CutShort: A Hybrid Sorting Technique</vt:lpstr>
      <vt:lpstr>Abstract(1/2)</vt:lpstr>
      <vt:lpstr>Abstract(2/2)</vt:lpstr>
      <vt:lpstr>Bucket sort(1/5)</vt:lpstr>
      <vt:lpstr>Bucket sort(2/5)</vt:lpstr>
      <vt:lpstr>Bucket sort(3/5)</vt:lpstr>
      <vt:lpstr>Bucket sort(4/5)</vt:lpstr>
      <vt:lpstr>Bucket sort(5/5)</vt:lpstr>
      <vt:lpstr>Counting sort</vt:lpstr>
      <vt:lpstr>Counting sort</vt:lpstr>
      <vt:lpstr>Counting sort</vt:lpstr>
      <vt:lpstr>Counting sort</vt:lpstr>
      <vt:lpstr>Counting sort</vt:lpstr>
      <vt:lpstr>Counting sort</vt:lpstr>
      <vt:lpstr>Counting sort</vt:lpstr>
      <vt:lpstr>Counting sort</vt:lpstr>
      <vt:lpstr>Counting sort</vt:lpstr>
      <vt:lpstr>Counting sort</vt:lpstr>
      <vt:lpstr>Counting sort</vt:lpstr>
      <vt:lpstr>Cutshort algorithm</vt:lpstr>
      <vt:lpstr>Bit count</vt:lpstr>
      <vt:lpstr>Basis step</vt:lpstr>
      <vt:lpstr>Range definition step</vt:lpstr>
      <vt:lpstr>Repositioning step</vt:lpstr>
      <vt:lpstr>Repositioning step</vt:lpstr>
      <vt:lpstr>Repositioning step</vt:lpstr>
      <vt:lpstr>Repositioning step</vt:lpstr>
      <vt:lpstr>Repositioning step</vt:lpstr>
      <vt:lpstr>Repositioning step</vt:lpstr>
      <vt:lpstr>Repositioning step</vt:lpstr>
      <vt:lpstr>Repositioning step</vt:lpstr>
      <vt:lpstr>Sub-array sorting step</vt:lpstr>
      <vt:lpstr>Sub-array sorting step</vt:lpstr>
      <vt:lpstr>Result</vt:lpstr>
      <vt:lpstr>Result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Substring Inclusion Constraint Longest Common Subsequence Problem Can Be Solved in Quadratic Time</dc:title>
  <dc:creator>Wen Wen Liao</dc:creator>
  <cp:lastModifiedBy>pplab</cp:lastModifiedBy>
  <cp:revision>1242</cp:revision>
  <dcterms:created xsi:type="dcterms:W3CDTF">2022-10-11T15:33:00Z</dcterms:created>
  <dcterms:modified xsi:type="dcterms:W3CDTF">2024-05-29T09:05:40Z</dcterms:modified>
</cp:coreProperties>
</file>