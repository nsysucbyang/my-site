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0"/>
  </p:notesMasterIdLst>
  <p:sldIdLst>
    <p:sldId id="256" r:id="rId2"/>
    <p:sldId id="265" r:id="rId3"/>
    <p:sldId id="266" r:id="rId4"/>
    <p:sldId id="267" r:id="rId5"/>
    <p:sldId id="337" r:id="rId6"/>
    <p:sldId id="321" r:id="rId7"/>
    <p:sldId id="322" r:id="rId8"/>
    <p:sldId id="323" r:id="rId9"/>
    <p:sldId id="324" r:id="rId10"/>
    <p:sldId id="325" r:id="rId11"/>
    <p:sldId id="326" r:id="rId12"/>
    <p:sldId id="327" r:id="rId13"/>
    <p:sldId id="328" r:id="rId14"/>
    <p:sldId id="330" r:id="rId15"/>
    <p:sldId id="331" r:id="rId16"/>
    <p:sldId id="333" r:id="rId17"/>
    <p:sldId id="334" r:id="rId18"/>
    <p:sldId id="335" r:id="rId19"/>
    <p:sldId id="336" r:id="rId20"/>
    <p:sldId id="338" r:id="rId21"/>
    <p:sldId id="344" r:id="rId22"/>
    <p:sldId id="285" r:id="rId23"/>
    <p:sldId id="339" r:id="rId24"/>
    <p:sldId id="340" r:id="rId25"/>
    <p:sldId id="341" r:id="rId26"/>
    <p:sldId id="342" r:id="rId27"/>
    <p:sldId id="343" r:id="rId28"/>
    <p:sldId id="286" r:id="rId2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95" autoAdjust="0"/>
    <p:restoredTop sz="95728"/>
  </p:normalViewPr>
  <p:slideViewPr>
    <p:cSldViewPr snapToGrid="0" snapToObjects="1">
      <p:cViewPr varScale="1">
        <p:scale>
          <a:sx n="70" d="100"/>
          <a:sy n="70" d="100"/>
        </p:scale>
        <p:origin x="70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87B1E-D7BB-234A-BB61-4186E7CB5889}" type="datetimeFigureOut">
              <a:rPr kumimoji="1" lang="zh-TW" altLang="en-US" smtClean="0"/>
              <a:t>2024/1/2</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A56A01-BB7F-2749-98D2-EC6EAA37179B}" type="slidenum">
              <a:rPr kumimoji="1" lang="zh-TW" altLang="en-US" smtClean="0"/>
              <a:t>‹#›</a:t>
            </a:fld>
            <a:endParaRPr kumimoji="1" lang="zh-TW" altLang="en-US"/>
          </a:p>
        </p:txBody>
      </p:sp>
    </p:spTree>
    <p:extLst>
      <p:ext uri="{BB962C8B-B14F-4D97-AF65-F5344CB8AC3E}">
        <p14:creationId xmlns:p14="http://schemas.microsoft.com/office/powerpoint/2010/main" val="139445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4</a:t>
            </a:fld>
            <a:endParaRPr kumimoji="1" lang="zh-TW" altLang="en-US"/>
          </a:p>
        </p:txBody>
      </p:sp>
    </p:spTree>
    <p:extLst>
      <p:ext uri="{BB962C8B-B14F-4D97-AF65-F5344CB8AC3E}">
        <p14:creationId xmlns:p14="http://schemas.microsoft.com/office/powerpoint/2010/main" val="3449788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5</a:t>
            </a:fld>
            <a:endParaRPr kumimoji="1" lang="zh-TW" altLang="en-US"/>
          </a:p>
        </p:txBody>
      </p:sp>
    </p:spTree>
    <p:extLst>
      <p:ext uri="{BB962C8B-B14F-4D97-AF65-F5344CB8AC3E}">
        <p14:creationId xmlns:p14="http://schemas.microsoft.com/office/powerpoint/2010/main" val="2002691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6</a:t>
            </a:fld>
            <a:endParaRPr kumimoji="1" lang="zh-TW" altLang="en-US"/>
          </a:p>
        </p:txBody>
      </p:sp>
    </p:spTree>
    <p:extLst>
      <p:ext uri="{BB962C8B-B14F-4D97-AF65-F5344CB8AC3E}">
        <p14:creationId xmlns:p14="http://schemas.microsoft.com/office/powerpoint/2010/main" val="2408152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7</a:t>
            </a:fld>
            <a:endParaRPr kumimoji="1" lang="zh-TW" altLang="en-US"/>
          </a:p>
        </p:txBody>
      </p:sp>
    </p:spTree>
    <p:extLst>
      <p:ext uri="{BB962C8B-B14F-4D97-AF65-F5344CB8AC3E}">
        <p14:creationId xmlns:p14="http://schemas.microsoft.com/office/powerpoint/2010/main" val="552440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8</a:t>
            </a:fld>
            <a:endParaRPr kumimoji="1" lang="zh-TW" altLang="en-US"/>
          </a:p>
        </p:txBody>
      </p:sp>
    </p:spTree>
    <p:extLst>
      <p:ext uri="{BB962C8B-B14F-4D97-AF65-F5344CB8AC3E}">
        <p14:creationId xmlns:p14="http://schemas.microsoft.com/office/powerpoint/2010/main" val="3071514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9</a:t>
            </a:fld>
            <a:endParaRPr kumimoji="1" lang="zh-TW" altLang="en-US"/>
          </a:p>
        </p:txBody>
      </p:sp>
    </p:spTree>
    <p:extLst>
      <p:ext uri="{BB962C8B-B14F-4D97-AF65-F5344CB8AC3E}">
        <p14:creationId xmlns:p14="http://schemas.microsoft.com/office/powerpoint/2010/main" val="689518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10</a:t>
            </a:fld>
            <a:endParaRPr kumimoji="1" lang="zh-TW" altLang="en-US"/>
          </a:p>
        </p:txBody>
      </p:sp>
    </p:spTree>
    <p:extLst>
      <p:ext uri="{BB962C8B-B14F-4D97-AF65-F5344CB8AC3E}">
        <p14:creationId xmlns:p14="http://schemas.microsoft.com/office/powerpoint/2010/main" val="1182035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11</a:t>
            </a:fld>
            <a:endParaRPr kumimoji="1" lang="zh-TW" altLang="en-US"/>
          </a:p>
        </p:txBody>
      </p:sp>
    </p:spTree>
    <p:extLst>
      <p:ext uri="{BB962C8B-B14F-4D97-AF65-F5344CB8AC3E}">
        <p14:creationId xmlns:p14="http://schemas.microsoft.com/office/powerpoint/2010/main" val="3226802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12</a:t>
            </a:fld>
            <a:endParaRPr kumimoji="1" lang="zh-TW" altLang="en-US"/>
          </a:p>
        </p:txBody>
      </p:sp>
    </p:spTree>
    <p:extLst>
      <p:ext uri="{BB962C8B-B14F-4D97-AF65-F5344CB8AC3E}">
        <p14:creationId xmlns:p14="http://schemas.microsoft.com/office/powerpoint/2010/main" val="32005863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13</a:t>
            </a:fld>
            <a:endParaRPr kumimoji="1" lang="zh-TW" altLang="en-US"/>
          </a:p>
        </p:txBody>
      </p:sp>
    </p:spTree>
    <p:extLst>
      <p:ext uri="{BB962C8B-B14F-4D97-AF65-F5344CB8AC3E}">
        <p14:creationId xmlns:p14="http://schemas.microsoft.com/office/powerpoint/2010/main" val="42329785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14</a:t>
            </a:fld>
            <a:endParaRPr kumimoji="1" lang="zh-TW" altLang="en-US"/>
          </a:p>
        </p:txBody>
      </p:sp>
    </p:spTree>
    <p:extLst>
      <p:ext uri="{BB962C8B-B14F-4D97-AF65-F5344CB8AC3E}">
        <p14:creationId xmlns:p14="http://schemas.microsoft.com/office/powerpoint/2010/main" val="26870045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15</a:t>
            </a:fld>
            <a:endParaRPr kumimoji="1" lang="zh-TW" altLang="en-US"/>
          </a:p>
        </p:txBody>
      </p:sp>
    </p:spTree>
    <p:extLst>
      <p:ext uri="{BB962C8B-B14F-4D97-AF65-F5344CB8AC3E}">
        <p14:creationId xmlns:p14="http://schemas.microsoft.com/office/powerpoint/2010/main" val="13896657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16</a:t>
            </a:fld>
            <a:endParaRPr kumimoji="1" lang="zh-TW" altLang="en-US"/>
          </a:p>
        </p:txBody>
      </p:sp>
    </p:spTree>
    <p:extLst>
      <p:ext uri="{BB962C8B-B14F-4D97-AF65-F5344CB8AC3E}">
        <p14:creationId xmlns:p14="http://schemas.microsoft.com/office/powerpoint/2010/main" val="33279478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17</a:t>
            </a:fld>
            <a:endParaRPr kumimoji="1" lang="zh-TW" altLang="en-US"/>
          </a:p>
        </p:txBody>
      </p:sp>
    </p:spTree>
    <p:extLst>
      <p:ext uri="{BB962C8B-B14F-4D97-AF65-F5344CB8AC3E}">
        <p14:creationId xmlns:p14="http://schemas.microsoft.com/office/powerpoint/2010/main" val="33258751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18</a:t>
            </a:fld>
            <a:endParaRPr kumimoji="1" lang="zh-TW" altLang="en-US"/>
          </a:p>
        </p:txBody>
      </p:sp>
    </p:spTree>
    <p:extLst>
      <p:ext uri="{BB962C8B-B14F-4D97-AF65-F5344CB8AC3E}">
        <p14:creationId xmlns:p14="http://schemas.microsoft.com/office/powerpoint/2010/main" val="34013054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19</a:t>
            </a:fld>
            <a:endParaRPr kumimoji="1" lang="zh-TW" altLang="en-US"/>
          </a:p>
        </p:txBody>
      </p:sp>
    </p:spTree>
    <p:extLst>
      <p:ext uri="{BB962C8B-B14F-4D97-AF65-F5344CB8AC3E}">
        <p14:creationId xmlns:p14="http://schemas.microsoft.com/office/powerpoint/2010/main" val="1273065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20</a:t>
            </a:fld>
            <a:endParaRPr kumimoji="1" lang="zh-TW" altLang="en-US"/>
          </a:p>
        </p:txBody>
      </p:sp>
    </p:spTree>
    <p:extLst>
      <p:ext uri="{BB962C8B-B14F-4D97-AF65-F5344CB8AC3E}">
        <p14:creationId xmlns:p14="http://schemas.microsoft.com/office/powerpoint/2010/main" val="34806575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21</a:t>
            </a:fld>
            <a:endParaRPr kumimoji="1" lang="zh-TW" altLang="en-US"/>
          </a:p>
        </p:txBody>
      </p:sp>
    </p:spTree>
    <p:extLst>
      <p:ext uri="{BB962C8B-B14F-4D97-AF65-F5344CB8AC3E}">
        <p14:creationId xmlns:p14="http://schemas.microsoft.com/office/powerpoint/2010/main" val="16576025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22</a:t>
            </a:fld>
            <a:endParaRPr kumimoji="1" lang="zh-TW" altLang="en-US"/>
          </a:p>
        </p:txBody>
      </p:sp>
    </p:spTree>
    <p:extLst>
      <p:ext uri="{BB962C8B-B14F-4D97-AF65-F5344CB8AC3E}">
        <p14:creationId xmlns:p14="http://schemas.microsoft.com/office/powerpoint/2010/main" val="29835370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23</a:t>
            </a:fld>
            <a:endParaRPr kumimoji="1" lang="zh-TW" altLang="en-US"/>
          </a:p>
        </p:txBody>
      </p:sp>
    </p:spTree>
    <p:extLst>
      <p:ext uri="{BB962C8B-B14F-4D97-AF65-F5344CB8AC3E}">
        <p14:creationId xmlns:p14="http://schemas.microsoft.com/office/powerpoint/2010/main" val="9007699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24</a:t>
            </a:fld>
            <a:endParaRPr kumimoji="1" lang="zh-TW" altLang="en-US"/>
          </a:p>
        </p:txBody>
      </p:sp>
    </p:spTree>
    <p:extLst>
      <p:ext uri="{BB962C8B-B14F-4D97-AF65-F5344CB8AC3E}">
        <p14:creationId xmlns:p14="http://schemas.microsoft.com/office/powerpoint/2010/main" val="23398716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25</a:t>
            </a:fld>
            <a:endParaRPr kumimoji="1" lang="zh-TW" altLang="en-US"/>
          </a:p>
        </p:txBody>
      </p:sp>
    </p:spTree>
    <p:extLst>
      <p:ext uri="{BB962C8B-B14F-4D97-AF65-F5344CB8AC3E}">
        <p14:creationId xmlns:p14="http://schemas.microsoft.com/office/powerpoint/2010/main" val="1516703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26</a:t>
            </a:fld>
            <a:endParaRPr kumimoji="1" lang="zh-TW" altLang="en-US"/>
          </a:p>
        </p:txBody>
      </p:sp>
    </p:spTree>
    <p:extLst>
      <p:ext uri="{BB962C8B-B14F-4D97-AF65-F5344CB8AC3E}">
        <p14:creationId xmlns:p14="http://schemas.microsoft.com/office/powerpoint/2010/main" val="34241511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27</a:t>
            </a:fld>
            <a:endParaRPr kumimoji="1" lang="zh-TW" altLang="en-US"/>
          </a:p>
        </p:txBody>
      </p:sp>
    </p:spTree>
    <p:extLst>
      <p:ext uri="{BB962C8B-B14F-4D97-AF65-F5344CB8AC3E}">
        <p14:creationId xmlns:p14="http://schemas.microsoft.com/office/powerpoint/2010/main" val="28519150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28</a:t>
            </a:fld>
            <a:endParaRPr kumimoji="1" lang="zh-TW" altLang="en-US"/>
          </a:p>
        </p:txBody>
      </p:sp>
    </p:spTree>
    <p:extLst>
      <p:ext uri="{BB962C8B-B14F-4D97-AF65-F5344CB8AC3E}">
        <p14:creationId xmlns:p14="http://schemas.microsoft.com/office/powerpoint/2010/main" val="3684017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D501DD-7617-CF45-952C-148738FE8509}"/>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0349E178-73AA-644C-8223-66BF713642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B653253A-849A-4D45-A3E7-4D1991E4C901}"/>
              </a:ext>
            </a:extLst>
          </p:cNvPr>
          <p:cNvSpPr>
            <a:spLocks noGrp="1"/>
          </p:cNvSpPr>
          <p:nvPr>
            <p:ph type="dt" sz="half" idx="10"/>
          </p:nvPr>
        </p:nvSpPr>
        <p:spPr/>
        <p:txBody>
          <a:bodyPr/>
          <a:lstStyle/>
          <a:p>
            <a:fld id="{A2F653D5-883A-5840-B916-BEC4DF4506D5}" type="datetime1">
              <a:rPr kumimoji="1" lang="zh-TW" altLang="en-US" smtClean="0"/>
              <a:t>2024/1/2</a:t>
            </a:fld>
            <a:endParaRPr kumimoji="1" lang="zh-TW" altLang="en-US"/>
          </a:p>
        </p:txBody>
      </p:sp>
      <p:sp>
        <p:nvSpPr>
          <p:cNvPr id="5" name="頁尾版面配置區 4">
            <a:extLst>
              <a:ext uri="{FF2B5EF4-FFF2-40B4-BE49-F238E27FC236}">
                <a16:creationId xmlns:a16="http://schemas.microsoft.com/office/drawing/2014/main" id="{A6ECDC78-3D4D-404B-AFA4-5B8A4BFDC68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BB6C002C-0479-C74D-9FB3-84645C0AAB3D}"/>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05809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7A464A-FDF4-3341-B07B-24B820E47B20}"/>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4FA333E2-9D9C-8C49-8592-A408903CFAD9}"/>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75D6F474-7FB1-5646-B2F2-525F8D173137}"/>
              </a:ext>
            </a:extLst>
          </p:cNvPr>
          <p:cNvSpPr>
            <a:spLocks noGrp="1"/>
          </p:cNvSpPr>
          <p:nvPr>
            <p:ph type="dt" sz="half" idx="10"/>
          </p:nvPr>
        </p:nvSpPr>
        <p:spPr/>
        <p:txBody>
          <a:bodyPr/>
          <a:lstStyle/>
          <a:p>
            <a:fld id="{252429E5-98E1-4140-9D90-8AD9B393DC63}" type="datetime1">
              <a:rPr kumimoji="1" lang="zh-TW" altLang="en-US" smtClean="0"/>
              <a:t>2024/1/2</a:t>
            </a:fld>
            <a:endParaRPr kumimoji="1" lang="zh-TW" altLang="en-US"/>
          </a:p>
        </p:txBody>
      </p:sp>
      <p:sp>
        <p:nvSpPr>
          <p:cNvPr id="5" name="頁尾版面配置區 4">
            <a:extLst>
              <a:ext uri="{FF2B5EF4-FFF2-40B4-BE49-F238E27FC236}">
                <a16:creationId xmlns:a16="http://schemas.microsoft.com/office/drawing/2014/main" id="{4534CE80-A870-164A-A65F-809FC9C002C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5BB9FA6-21BE-FF46-A0DD-80A4E3E45C48}"/>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238567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6485C0-58BA-C248-AFEC-796DBE7A28BC}"/>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80E020E7-FE89-E04B-A373-97BD15E9BA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C1132D52-ED19-E540-984A-CB07B5F73432}"/>
              </a:ext>
            </a:extLst>
          </p:cNvPr>
          <p:cNvSpPr>
            <a:spLocks noGrp="1"/>
          </p:cNvSpPr>
          <p:nvPr>
            <p:ph type="dt" sz="half" idx="10"/>
          </p:nvPr>
        </p:nvSpPr>
        <p:spPr/>
        <p:txBody>
          <a:bodyPr/>
          <a:lstStyle/>
          <a:p>
            <a:fld id="{0D40C34D-36C3-F34E-AF6E-5E7D513EECD1}" type="datetime1">
              <a:rPr kumimoji="1" lang="zh-TW" altLang="en-US" smtClean="0"/>
              <a:t>2024/1/2</a:t>
            </a:fld>
            <a:endParaRPr kumimoji="1" lang="zh-TW" altLang="en-US"/>
          </a:p>
        </p:txBody>
      </p:sp>
      <p:sp>
        <p:nvSpPr>
          <p:cNvPr id="5" name="頁尾版面配置區 4">
            <a:extLst>
              <a:ext uri="{FF2B5EF4-FFF2-40B4-BE49-F238E27FC236}">
                <a16:creationId xmlns:a16="http://schemas.microsoft.com/office/drawing/2014/main" id="{7A6BDAE5-6429-1646-BE72-C577966D27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1FD161E-0E50-D549-9D79-396E6719964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480730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C827E9-DFE9-224C-9899-DD344BC7F31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BF56C89-BB60-5D4A-B951-F0C1C7545877}"/>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716C126F-4174-1949-9558-B4C272D36FDA}"/>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04765A31-2149-0648-8A59-90D896183FFF}"/>
              </a:ext>
            </a:extLst>
          </p:cNvPr>
          <p:cNvSpPr>
            <a:spLocks noGrp="1"/>
          </p:cNvSpPr>
          <p:nvPr>
            <p:ph type="dt" sz="half" idx="10"/>
          </p:nvPr>
        </p:nvSpPr>
        <p:spPr/>
        <p:txBody>
          <a:bodyPr/>
          <a:lstStyle/>
          <a:p>
            <a:fld id="{82B76D90-58FA-0641-BF29-5E2687B5D06E}" type="datetime1">
              <a:rPr kumimoji="1" lang="zh-TW" altLang="en-US" smtClean="0"/>
              <a:t>2024/1/2</a:t>
            </a:fld>
            <a:endParaRPr kumimoji="1" lang="zh-TW" altLang="en-US"/>
          </a:p>
        </p:txBody>
      </p:sp>
      <p:sp>
        <p:nvSpPr>
          <p:cNvPr id="6" name="頁尾版面配置區 5">
            <a:extLst>
              <a:ext uri="{FF2B5EF4-FFF2-40B4-BE49-F238E27FC236}">
                <a16:creationId xmlns:a16="http://schemas.microsoft.com/office/drawing/2014/main" id="{EEC8BAB3-FB47-3344-B999-5CB7AACA707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3B979C4-5F59-314A-943B-7732149E643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347998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75BCB-A32E-984F-994B-6AD69C183376}"/>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EF3BBA48-11AB-EA42-B26E-97C56E55B8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C045D110-23DF-BA43-8D13-0E9505DCCED9}"/>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B0FA7828-C650-A046-B918-8845F0B6A8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2DE3B6E-6238-D149-9212-48351BD8A3B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4A5BA387-FB25-3242-BD50-C95AE8C57586}"/>
              </a:ext>
            </a:extLst>
          </p:cNvPr>
          <p:cNvSpPr>
            <a:spLocks noGrp="1"/>
          </p:cNvSpPr>
          <p:nvPr>
            <p:ph type="dt" sz="half" idx="10"/>
          </p:nvPr>
        </p:nvSpPr>
        <p:spPr/>
        <p:txBody>
          <a:bodyPr/>
          <a:lstStyle/>
          <a:p>
            <a:fld id="{65C3B0E6-B8C8-474E-B122-D8F5DE0AFAD2}" type="datetime1">
              <a:rPr kumimoji="1" lang="zh-TW" altLang="en-US" smtClean="0"/>
              <a:t>2024/1/2</a:t>
            </a:fld>
            <a:endParaRPr kumimoji="1" lang="zh-TW" altLang="en-US"/>
          </a:p>
        </p:txBody>
      </p:sp>
      <p:sp>
        <p:nvSpPr>
          <p:cNvPr id="8" name="頁尾版面配置區 7">
            <a:extLst>
              <a:ext uri="{FF2B5EF4-FFF2-40B4-BE49-F238E27FC236}">
                <a16:creationId xmlns:a16="http://schemas.microsoft.com/office/drawing/2014/main" id="{DEDC4116-BEB6-7E4E-A4A7-D2553343B24F}"/>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CD0F097C-57D7-B44E-A73C-8373F218B190}"/>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07589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114667-755C-594C-B649-0C584C797C69}"/>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3ABF655D-EEC9-1849-AFE9-30359B4DAFF8}"/>
              </a:ext>
            </a:extLst>
          </p:cNvPr>
          <p:cNvSpPr>
            <a:spLocks noGrp="1"/>
          </p:cNvSpPr>
          <p:nvPr>
            <p:ph type="dt" sz="half" idx="10"/>
          </p:nvPr>
        </p:nvSpPr>
        <p:spPr/>
        <p:txBody>
          <a:bodyPr/>
          <a:lstStyle/>
          <a:p>
            <a:fld id="{8869937B-9027-774A-B9FD-9279ACD255BD}" type="datetime1">
              <a:rPr kumimoji="1" lang="zh-TW" altLang="en-US" smtClean="0"/>
              <a:t>2024/1/2</a:t>
            </a:fld>
            <a:endParaRPr kumimoji="1" lang="zh-TW" altLang="en-US"/>
          </a:p>
        </p:txBody>
      </p:sp>
      <p:sp>
        <p:nvSpPr>
          <p:cNvPr id="4" name="頁尾版面配置區 3">
            <a:extLst>
              <a:ext uri="{FF2B5EF4-FFF2-40B4-BE49-F238E27FC236}">
                <a16:creationId xmlns:a16="http://schemas.microsoft.com/office/drawing/2014/main" id="{135848DC-EF7E-5E45-97D5-BB002916150F}"/>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BEF47D0D-FB63-C04A-88AA-4663F56A5B0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44298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30D0DAB-E3AB-C542-BAF1-FA0813FFFB56}"/>
              </a:ext>
            </a:extLst>
          </p:cNvPr>
          <p:cNvSpPr>
            <a:spLocks noGrp="1"/>
          </p:cNvSpPr>
          <p:nvPr>
            <p:ph type="dt" sz="half" idx="10"/>
          </p:nvPr>
        </p:nvSpPr>
        <p:spPr/>
        <p:txBody>
          <a:bodyPr/>
          <a:lstStyle/>
          <a:p>
            <a:fld id="{6C319104-FA4D-834B-9033-B46E2F34E77F}" type="datetime1">
              <a:rPr kumimoji="1" lang="zh-TW" altLang="en-US" smtClean="0"/>
              <a:t>2024/1/2</a:t>
            </a:fld>
            <a:endParaRPr kumimoji="1" lang="zh-TW" altLang="en-US"/>
          </a:p>
        </p:txBody>
      </p:sp>
      <p:sp>
        <p:nvSpPr>
          <p:cNvPr id="3" name="頁尾版面配置區 2">
            <a:extLst>
              <a:ext uri="{FF2B5EF4-FFF2-40B4-BE49-F238E27FC236}">
                <a16:creationId xmlns:a16="http://schemas.microsoft.com/office/drawing/2014/main" id="{A44257D8-EC9E-534F-9065-715A4574FDC7}"/>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F0029C47-757A-114F-A178-225027BD7FD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78664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6441E4-4620-9244-B66E-26EC9ECBAE2B}"/>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6E2631A-AADB-4344-B902-B53FE9F513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9D2930E1-81A7-6848-925D-24DF95107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34A1FEB3-ECC3-AD41-BEA6-44C6F60FF1DE}"/>
              </a:ext>
            </a:extLst>
          </p:cNvPr>
          <p:cNvSpPr>
            <a:spLocks noGrp="1"/>
          </p:cNvSpPr>
          <p:nvPr>
            <p:ph type="dt" sz="half" idx="10"/>
          </p:nvPr>
        </p:nvSpPr>
        <p:spPr/>
        <p:txBody>
          <a:bodyPr/>
          <a:lstStyle/>
          <a:p>
            <a:fld id="{BAC173C6-1BDC-EF4C-9138-1B867971D82A}" type="datetime1">
              <a:rPr kumimoji="1" lang="zh-TW" altLang="en-US" smtClean="0"/>
              <a:t>2024/1/2</a:t>
            </a:fld>
            <a:endParaRPr kumimoji="1" lang="zh-TW" altLang="en-US"/>
          </a:p>
        </p:txBody>
      </p:sp>
      <p:sp>
        <p:nvSpPr>
          <p:cNvPr id="6" name="頁尾版面配置區 5">
            <a:extLst>
              <a:ext uri="{FF2B5EF4-FFF2-40B4-BE49-F238E27FC236}">
                <a16:creationId xmlns:a16="http://schemas.microsoft.com/office/drawing/2014/main" id="{42CC6D6D-32D3-0F46-8645-9348CDCC2DA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A0AFE86A-1C31-4A46-A584-5E4CEF4AEA2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803353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1D89C4-8B50-834A-81C5-869F9DC9C0F0}"/>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D5534F9E-8511-5F4A-A82F-05692527D3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zh-TW" altLang="en-US"/>
              <a:t>按一下圖示以新增圖片</a:t>
            </a:r>
          </a:p>
        </p:txBody>
      </p:sp>
      <p:sp>
        <p:nvSpPr>
          <p:cNvPr id="4" name="文字版面配置區 3">
            <a:extLst>
              <a:ext uri="{FF2B5EF4-FFF2-40B4-BE49-F238E27FC236}">
                <a16:creationId xmlns:a16="http://schemas.microsoft.com/office/drawing/2014/main" id="{AB5567A0-F6B9-9340-A872-76C4D3094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579205F-B98C-E943-92A5-27963140F3C8}"/>
              </a:ext>
            </a:extLst>
          </p:cNvPr>
          <p:cNvSpPr>
            <a:spLocks noGrp="1"/>
          </p:cNvSpPr>
          <p:nvPr>
            <p:ph type="dt" sz="half" idx="10"/>
          </p:nvPr>
        </p:nvSpPr>
        <p:spPr/>
        <p:txBody>
          <a:bodyPr/>
          <a:lstStyle/>
          <a:p>
            <a:fld id="{5708567F-5EDC-4F4F-93AF-7C8D00AA37FD}" type="datetime1">
              <a:rPr kumimoji="1" lang="zh-TW" altLang="en-US" smtClean="0"/>
              <a:t>2024/1/2</a:t>
            </a:fld>
            <a:endParaRPr kumimoji="1" lang="zh-TW" altLang="en-US"/>
          </a:p>
        </p:txBody>
      </p:sp>
      <p:sp>
        <p:nvSpPr>
          <p:cNvPr id="6" name="頁尾版面配置區 5">
            <a:extLst>
              <a:ext uri="{FF2B5EF4-FFF2-40B4-BE49-F238E27FC236}">
                <a16:creationId xmlns:a16="http://schemas.microsoft.com/office/drawing/2014/main" id="{30A25F96-ED76-8549-9FD6-2B59D2856A98}"/>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0696D537-3F67-CD44-B755-194C465EDB5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313491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D6AB28-6653-9C49-A992-A4247978B7D2}"/>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6E57488-2CEC-AB48-B522-A9BF17B67ED1}"/>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F9DC675-96A7-5740-944C-CAFED91F8875}"/>
              </a:ext>
            </a:extLst>
          </p:cNvPr>
          <p:cNvSpPr>
            <a:spLocks noGrp="1"/>
          </p:cNvSpPr>
          <p:nvPr>
            <p:ph type="dt" sz="half" idx="10"/>
          </p:nvPr>
        </p:nvSpPr>
        <p:spPr/>
        <p:txBody>
          <a:bodyPr/>
          <a:lstStyle/>
          <a:p>
            <a:fld id="{419ABB45-072B-E944-9661-5DAAF6BF234C}" type="datetime1">
              <a:rPr kumimoji="1" lang="zh-TW" altLang="en-US" smtClean="0"/>
              <a:t>2024/1/2</a:t>
            </a:fld>
            <a:endParaRPr kumimoji="1" lang="zh-TW" altLang="en-US"/>
          </a:p>
        </p:txBody>
      </p:sp>
      <p:sp>
        <p:nvSpPr>
          <p:cNvPr id="5" name="頁尾版面配置區 4">
            <a:extLst>
              <a:ext uri="{FF2B5EF4-FFF2-40B4-BE49-F238E27FC236}">
                <a16:creationId xmlns:a16="http://schemas.microsoft.com/office/drawing/2014/main" id="{EE19B60E-DE36-CE48-92C7-29C904047F0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8A11CB14-7E7D-DA4F-95BF-F4F6A71A702C}"/>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413784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3137A97-13EF-684A-A0A9-0B2C4B915BF7}"/>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C14D9E75-6CF5-DE45-9FA4-3A5D546C876F}"/>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9846D7A-FDC0-584E-83DF-7CFDFE86ADAC}"/>
              </a:ext>
            </a:extLst>
          </p:cNvPr>
          <p:cNvSpPr>
            <a:spLocks noGrp="1"/>
          </p:cNvSpPr>
          <p:nvPr>
            <p:ph type="dt" sz="half" idx="10"/>
          </p:nvPr>
        </p:nvSpPr>
        <p:spPr/>
        <p:txBody>
          <a:bodyPr/>
          <a:lstStyle/>
          <a:p>
            <a:fld id="{FA3D0E93-5293-2E45-810C-52C7374A43E9}" type="datetime1">
              <a:rPr kumimoji="1" lang="zh-TW" altLang="en-US" smtClean="0"/>
              <a:t>2024/1/2</a:t>
            </a:fld>
            <a:endParaRPr kumimoji="1" lang="zh-TW" altLang="en-US"/>
          </a:p>
        </p:txBody>
      </p:sp>
      <p:sp>
        <p:nvSpPr>
          <p:cNvPr id="5" name="頁尾版面配置區 4">
            <a:extLst>
              <a:ext uri="{FF2B5EF4-FFF2-40B4-BE49-F238E27FC236}">
                <a16:creationId xmlns:a16="http://schemas.microsoft.com/office/drawing/2014/main" id="{B05227D2-8B70-D046-B3FE-419A3723BF4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0C29F65E-93FE-3541-912C-7DF85AF21685}"/>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853969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422299C-DADF-924C-A256-3B359ECFB5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7C0D55-55DC-8A4F-8D1C-054CD64B8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D4F6F637-18F3-BD4C-908D-9F4BD7CEC2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D2FFB-DAFA-B349-908F-41F05A7F02F7}" type="datetime1">
              <a:rPr kumimoji="1" lang="zh-TW" altLang="en-US" smtClean="0"/>
              <a:t>2024/1/2</a:t>
            </a:fld>
            <a:endParaRPr kumimoji="1" lang="zh-TW" altLang="en-US"/>
          </a:p>
        </p:txBody>
      </p:sp>
      <p:sp>
        <p:nvSpPr>
          <p:cNvPr id="5" name="頁尾版面配置區 4">
            <a:extLst>
              <a:ext uri="{FF2B5EF4-FFF2-40B4-BE49-F238E27FC236}">
                <a16:creationId xmlns:a16="http://schemas.microsoft.com/office/drawing/2014/main" id="{8189E3A8-AF3F-CA42-A297-2EE032B20F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CD309E7D-F646-F04E-B26F-BEF4E72885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96518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gif"/><Relationship Id="rId4" Type="http://schemas.openxmlformats.org/officeDocument/2006/relationships/image" Target="../media/image2.gi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gif"/><Relationship Id="rId5" Type="http://schemas.openxmlformats.org/officeDocument/2006/relationships/image" Target="../media/image7.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5.gif"/><Relationship Id="rId7"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2.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5C7C8A-452E-D943-890A-99D101A85538}"/>
              </a:ext>
            </a:extLst>
          </p:cNvPr>
          <p:cNvSpPr>
            <a:spLocks noGrp="1"/>
          </p:cNvSpPr>
          <p:nvPr>
            <p:ph type="ctrTitle"/>
          </p:nvPr>
        </p:nvSpPr>
        <p:spPr>
          <a:xfrm>
            <a:off x="595993" y="1122363"/>
            <a:ext cx="11000014" cy="2387600"/>
          </a:xfrm>
        </p:spPr>
        <p:txBody>
          <a:bodyPr anchor="ctr">
            <a:normAutofit/>
          </a:bodyPr>
          <a:lstStyle/>
          <a:p>
            <a:r>
              <a:rPr kumimoji="1" lang="en-US" altLang="zh-TW" sz="4800" dirty="0">
                <a:latin typeface="Times New Roman" panose="02020603050405020304" pitchFamily="18" charset="0"/>
                <a:cs typeface="Times New Roman" panose="02020603050405020304" pitchFamily="18" charset="0"/>
              </a:rPr>
              <a:t>Sequence Matching and Genealogy Tree Drawing Based on Edit Distance Algorithm</a:t>
            </a:r>
            <a:endParaRPr kumimoji="1" lang="zh-TW" altLang="en-US" sz="4800" dirty="0">
              <a:latin typeface="Times" pitchFamily="2" charset="0"/>
            </a:endParaRPr>
          </a:p>
        </p:txBody>
      </p:sp>
      <p:sp>
        <p:nvSpPr>
          <p:cNvPr id="3" name="副標題 2">
            <a:extLst>
              <a:ext uri="{FF2B5EF4-FFF2-40B4-BE49-F238E27FC236}">
                <a16:creationId xmlns:a16="http://schemas.microsoft.com/office/drawing/2014/main" id="{AA9CE59C-0A7C-3340-9871-01BB9F00CC93}"/>
              </a:ext>
            </a:extLst>
          </p:cNvPr>
          <p:cNvSpPr>
            <a:spLocks noGrp="1"/>
          </p:cNvSpPr>
          <p:nvPr>
            <p:ph type="subTitle" idx="1"/>
          </p:nvPr>
        </p:nvSpPr>
        <p:spPr>
          <a:xfrm>
            <a:off x="1453486" y="3602038"/>
            <a:ext cx="9285027" cy="1655762"/>
          </a:xfrm>
        </p:spPr>
        <p:txBody>
          <a:bodyPr>
            <a:noAutofit/>
          </a:bodyPr>
          <a:lstStyle/>
          <a:p>
            <a:pPr>
              <a:lnSpc>
                <a:spcPct val="100000"/>
              </a:lnSpc>
            </a:pPr>
            <a:r>
              <a:rPr lang="en-US" altLang="zh-TW" dirty="0" err="1">
                <a:latin typeface="Times New Roman" panose="02020603050405020304" pitchFamily="18" charset="0"/>
                <a:cs typeface="Times New Roman" panose="02020603050405020304" pitchFamily="18" charset="0"/>
              </a:rPr>
              <a:t>Yuxuan</a:t>
            </a:r>
            <a:r>
              <a:rPr lang="en-US" altLang="zh-TW" dirty="0">
                <a:latin typeface="Times New Roman" panose="02020603050405020304" pitchFamily="18" charset="0"/>
                <a:cs typeface="Times New Roman" panose="02020603050405020304" pitchFamily="18" charset="0"/>
              </a:rPr>
              <a:t> Guo, </a:t>
            </a:r>
            <a:r>
              <a:rPr lang="en-US" altLang="zh-TW" dirty="0" err="1">
                <a:latin typeface="Times New Roman" panose="02020603050405020304" pitchFamily="18" charset="0"/>
                <a:cs typeface="Times New Roman" panose="02020603050405020304" pitchFamily="18" charset="0"/>
              </a:rPr>
              <a:t>Wenjian</a:t>
            </a:r>
            <a:r>
              <a:rPr lang="en-US" altLang="zh-TW" dirty="0">
                <a:latin typeface="Times New Roman" panose="02020603050405020304" pitchFamily="18" charset="0"/>
                <a:cs typeface="Times New Roman" panose="02020603050405020304" pitchFamily="18" charset="0"/>
              </a:rPr>
              <a:t> Zhang, </a:t>
            </a:r>
            <a:r>
              <a:rPr lang="en-US" altLang="zh-TW" dirty="0" err="1">
                <a:latin typeface="Times New Roman" panose="02020603050405020304" pitchFamily="18" charset="0"/>
                <a:cs typeface="Times New Roman" panose="02020603050405020304" pitchFamily="18" charset="0"/>
              </a:rPr>
              <a:t>Haochen</a:t>
            </a:r>
            <a:r>
              <a:rPr lang="en-US" altLang="zh-TW" dirty="0">
                <a:latin typeface="Times New Roman" panose="02020603050405020304" pitchFamily="18" charset="0"/>
                <a:cs typeface="Times New Roman" panose="02020603050405020304" pitchFamily="18" charset="0"/>
              </a:rPr>
              <a:t> Cui and Ning Li</a:t>
            </a:r>
          </a:p>
          <a:p>
            <a:pPr>
              <a:lnSpc>
                <a:spcPct val="100000"/>
              </a:lnSpc>
            </a:pPr>
            <a:r>
              <a:rPr lang="en-US" altLang="zh-TW" dirty="0">
                <a:latin typeface="Times New Roman" panose="02020603050405020304" pitchFamily="18" charset="0"/>
                <a:cs typeface="Times New Roman" panose="02020603050405020304" pitchFamily="18" charset="0"/>
              </a:rPr>
              <a:t>2023 3rd International Conference on Frontiers of Electronics, Information and Computation Technologies (ICFEICT), Yangzhou, China</a:t>
            </a:r>
          </a:p>
        </p:txBody>
      </p:sp>
      <p:sp>
        <p:nvSpPr>
          <p:cNvPr id="4" name="文字方塊 3">
            <a:extLst>
              <a:ext uri="{FF2B5EF4-FFF2-40B4-BE49-F238E27FC236}">
                <a16:creationId xmlns:a16="http://schemas.microsoft.com/office/drawing/2014/main" id="{66ED1160-6DCB-BA45-A8E3-C0A533D93526}"/>
              </a:ext>
            </a:extLst>
          </p:cNvPr>
          <p:cNvSpPr txBox="1"/>
          <p:nvPr/>
        </p:nvSpPr>
        <p:spPr>
          <a:xfrm>
            <a:off x="9461868" y="5993027"/>
            <a:ext cx="2573012" cy="646331"/>
          </a:xfrm>
          <a:prstGeom prst="rect">
            <a:avLst/>
          </a:prstGeom>
          <a:noFill/>
        </p:spPr>
        <p:txBody>
          <a:bodyPr wrap="none" rtlCol="0">
            <a:spAutoFit/>
          </a:bodyPr>
          <a:lstStyle/>
          <a:p>
            <a:r>
              <a:rPr kumimoji="1" lang="en-US" altLang="zh-TW" dirty="0">
                <a:latin typeface="Times" pitchFamily="2" charset="0"/>
              </a:rPr>
              <a:t>Presenter: Wen-Yu Chang</a:t>
            </a:r>
          </a:p>
          <a:p>
            <a:r>
              <a:rPr kumimoji="1" lang="en-US" altLang="zh-TW" dirty="0">
                <a:latin typeface="Times" pitchFamily="2" charset="0"/>
              </a:rPr>
              <a:t>Date:</a:t>
            </a:r>
            <a:r>
              <a:rPr kumimoji="1" lang="zh-TW" altLang="en-US" dirty="0">
                <a:latin typeface="Times" pitchFamily="2" charset="0"/>
              </a:rPr>
              <a:t> </a:t>
            </a:r>
            <a:r>
              <a:rPr kumimoji="1" lang="en-US" altLang="zh-TW" dirty="0">
                <a:latin typeface="Times" pitchFamily="2" charset="0"/>
              </a:rPr>
              <a:t>Jan.</a:t>
            </a:r>
            <a:r>
              <a:rPr kumimoji="1" lang="zh-TW" altLang="en-US" dirty="0">
                <a:latin typeface="Times" pitchFamily="2" charset="0"/>
              </a:rPr>
              <a:t> </a:t>
            </a:r>
            <a:r>
              <a:rPr kumimoji="1" lang="en-US" altLang="zh-TW" dirty="0">
                <a:latin typeface="Times" pitchFamily="2" charset="0"/>
              </a:rPr>
              <a:t>2,</a:t>
            </a:r>
            <a:r>
              <a:rPr kumimoji="1" lang="zh-TW" altLang="en-US" dirty="0">
                <a:latin typeface="Times" pitchFamily="2" charset="0"/>
              </a:rPr>
              <a:t> </a:t>
            </a:r>
            <a:r>
              <a:rPr kumimoji="1" lang="en-US" altLang="zh-TW" dirty="0">
                <a:latin typeface="Times" pitchFamily="2" charset="0"/>
              </a:rPr>
              <a:t>2024</a:t>
            </a:r>
            <a:endParaRPr kumimoji="1" lang="zh-TW" altLang="en-US" dirty="0">
              <a:latin typeface="Times" pitchFamily="2" charset="0"/>
            </a:endParaRPr>
          </a:p>
        </p:txBody>
      </p:sp>
    </p:spTree>
    <p:extLst>
      <p:ext uri="{BB962C8B-B14F-4D97-AF65-F5344CB8AC3E}">
        <p14:creationId xmlns:p14="http://schemas.microsoft.com/office/powerpoint/2010/main" val="399427957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Abstract(1/2)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p:txBody>
          <a:bodyPr>
            <a:noAutofit/>
          </a:bodyPr>
          <a:lstStyle/>
          <a:p>
            <a:pPr marL="0" indent="0" algn="just">
              <a:lnSpc>
                <a:spcPct val="150000"/>
              </a:lnSpc>
              <a:buNone/>
            </a:pPr>
            <a:r>
              <a:rPr lang="en-US" altLang="zh-TW" sz="2400" dirty="0">
                <a:latin typeface="Times" pitchFamily="2" charset="0"/>
              </a:rPr>
              <a:t>Sequence homology is widespread in the genetics and evolution of organisms, and is especially evident in families. Sequence homology is often a biological homology between DNA, RNA or protein sequences, and through homology studies, the relationship between two sequences and the evolution and variation of a common ancestral sequence can be demonstrated by their similarity. The edit distance algorithm has a simple structure, high accuracy, and low time complexity. In this paper, the distance between two sequences is determined by a sequence comparison method based on the edit distance algorithm. </a:t>
            </a:r>
            <a:endParaRPr lang="en" altLang="zh-TW" sz="2400" dirty="0">
              <a:latin typeface="Times" pitchFamily="2" charset="0"/>
            </a:endParaRPr>
          </a:p>
        </p:txBody>
      </p:sp>
      <p:sp>
        <p:nvSpPr>
          <p:cNvPr id="4" name="投影片編號版面配置區 3">
            <a:extLst>
              <a:ext uri="{FF2B5EF4-FFF2-40B4-BE49-F238E27FC236}">
                <a16:creationId xmlns:a16="http://schemas.microsoft.com/office/drawing/2014/main" id="{60FFF1FB-1064-484B-B5D3-305DF5596F8C}"/>
              </a:ext>
            </a:extLst>
          </p:cNvPr>
          <p:cNvSpPr>
            <a:spLocks noGrp="1"/>
          </p:cNvSpPr>
          <p:nvPr>
            <p:ph type="sldNum" sz="quarter" idx="12"/>
          </p:nvPr>
        </p:nvSpPr>
        <p:spPr/>
        <p:txBody>
          <a:bodyPr/>
          <a:lstStyle/>
          <a:p>
            <a:fld id="{D1303F21-0339-114F-A835-EDFAC68AEBBB}" type="slidenum">
              <a:rPr kumimoji="1" lang="zh-TW" altLang="en-US" smtClean="0"/>
              <a:t>2</a:t>
            </a:fld>
            <a:endParaRPr kumimoji="1" lang="zh-TW" altLang="en-US"/>
          </a:p>
        </p:txBody>
      </p:sp>
    </p:spTree>
    <p:extLst>
      <p:ext uri="{BB962C8B-B14F-4D97-AF65-F5344CB8AC3E}">
        <p14:creationId xmlns:p14="http://schemas.microsoft.com/office/powerpoint/2010/main" val="406922435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Abstract(2/2)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a:xfrm>
            <a:off x="838200" y="1690688"/>
            <a:ext cx="10515600" cy="4546600"/>
          </a:xfrm>
        </p:spPr>
        <p:txBody>
          <a:bodyPr>
            <a:noAutofit/>
          </a:bodyPr>
          <a:lstStyle/>
          <a:p>
            <a:pPr marL="0" indent="0" algn="just">
              <a:lnSpc>
                <a:spcPct val="150000"/>
              </a:lnSpc>
              <a:buNone/>
            </a:pPr>
            <a:r>
              <a:rPr lang="en-US" altLang="zh-TW" sz="2400" dirty="0">
                <a:latin typeface="Times" pitchFamily="2" charset="0"/>
              </a:rPr>
              <a:t>Subsequently, the complexity and accuracy of the sequence distance algorithm are analyzed, and based on the sequence distance model, a sequence lineage model is designed to determine the ancestral sequences and draw the lineage tree. The algorithm structure of this method is simple, with high accuracy and low time complexity, which has a positive effect on solving the sequence comparison problem.</a:t>
            </a:r>
            <a:endParaRPr lang="en" altLang="zh-TW" sz="2400" dirty="0">
              <a:latin typeface="Times" pitchFamily="2" charset="0"/>
            </a:endParaRPr>
          </a:p>
        </p:txBody>
      </p:sp>
      <p:sp>
        <p:nvSpPr>
          <p:cNvPr id="4" name="投影片編號版面配置區 3">
            <a:extLst>
              <a:ext uri="{FF2B5EF4-FFF2-40B4-BE49-F238E27FC236}">
                <a16:creationId xmlns:a16="http://schemas.microsoft.com/office/drawing/2014/main" id="{D30063C2-B176-C143-AD15-5E06A3E64C16}"/>
              </a:ext>
            </a:extLst>
          </p:cNvPr>
          <p:cNvSpPr>
            <a:spLocks noGrp="1"/>
          </p:cNvSpPr>
          <p:nvPr>
            <p:ph type="sldNum" sz="quarter" idx="12"/>
          </p:nvPr>
        </p:nvSpPr>
        <p:spPr/>
        <p:txBody>
          <a:bodyPr/>
          <a:lstStyle/>
          <a:p>
            <a:fld id="{D1303F21-0339-114F-A835-EDFAC68AEBBB}" type="slidenum">
              <a:rPr kumimoji="1" lang="zh-TW" altLang="en-US" smtClean="0"/>
              <a:t>3</a:t>
            </a:fld>
            <a:endParaRPr kumimoji="1" lang="zh-TW" altLang="en-US"/>
          </a:p>
        </p:txBody>
      </p:sp>
    </p:spTree>
    <p:extLst>
      <p:ext uri="{BB962C8B-B14F-4D97-AF65-F5344CB8AC3E}">
        <p14:creationId xmlns:p14="http://schemas.microsoft.com/office/powerpoint/2010/main" val="160413296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a:latin typeface="Times" pitchFamily="2" charset="0"/>
              </a:rPr>
              <a:t>RNA Base Change Mode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4</a:t>
            </a:fld>
            <a:endParaRPr kumimoji="1" lang="zh-TW" altLang="en-US" dirty="0"/>
          </a:p>
        </p:txBody>
      </p:sp>
      <p:pic>
        <p:nvPicPr>
          <p:cNvPr id="1026" name="Picture 2">
            <a:extLst>
              <a:ext uri="{FF2B5EF4-FFF2-40B4-BE49-F238E27FC236}">
                <a16:creationId xmlns:a16="http://schemas.microsoft.com/office/drawing/2014/main" id="{73C39EBC-9655-4FE8-B051-01F66C5E44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198" y="2103437"/>
            <a:ext cx="4896224" cy="13255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16CA21B-41A4-4C1E-AD4D-92CF13D766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7578" y="2105811"/>
            <a:ext cx="4896222" cy="212567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E1BB2603-0336-4DA2-92BD-D7BCA1F869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3280" y="4689320"/>
            <a:ext cx="4986060" cy="1325563"/>
          </a:xfrm>
          <a:prstGeom prst="rect">
            <a:avLst/>
          </a:prstGeom>
          <a:noFill/>
          <a:extLst>
            <a:ext uri="{909E8E84-426E-40DD-AFC4-6F175D3DCCD1}">
              <a14:hiddenFill xmlns:a14="http://schemas.microsoft.com/office/drawing/2010/main">
                <a:solidFill>
                  <a:srgbClr val="FFFFFF"/>
                </a:solidFill>
              </a14:hiddenFill>
            </a:ext>
          </a:extLst>
        </p:spPr>
      </p:pic>
      <p:sp>
        <p:nvSpPr>
          <p:cNvPr id="6" name="文字方塊 5">
            <a:extLst>
              <a:ext uri="{FF2B5EF4-FFF2-40B4-BE49-F238E27FC236}">
                <a16:creationId xmlns:a16="http://schemas.microsoft.com/office/drawing/2014/main" id="{5249AECB-6ECE-44BD-A92E-5F1E17579A56}"/>
              </a:ext>
            </a:extLst>
          </p:cNvPr>
          <p:cNvSpPr txBox="1"/>
          <p:nvPr/>
        </p:nvSpPr>
        <p:spPr>
          <a:xfrm>
            <a:off x="838198" y="1627890"/>
            <a:ext cx="1173719" cy="461665"/>
          </a:xfrm>
          <a:prstGeom prst="rect">
            <a:avLst/>
          </a:prstGeom>
          <a:noFill/>
        </p:spPr>
        <p:txBody>
          <a:bodyPr wrap="none" rtlCol="0">
            <a:spAutoFit/>
          </a:bodyPr>
          <a:lstStyle/>
          <a:p>
            <a:pPr marL="285750" indent="-285750">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Insert</a:t>
            </a:r>
            <a:endParaRPr lang="zh-TW" altLang="en-US" sz="2400" dirty="0">
              <a:latin typeface="Times" panose="02020603050405020304" pitchFamily="18" charset="0"/>
              <a:cs typeface="Times" panose="02020603050405020304" pitchFamily="18" charset="0"/>
            </a:endParaRPr>
          </a:p>
        </p:txBody>
      </p:sp>
      <p:sp>
        <p:nvSpPr>
          <p:cNvPr id="11" name="文字方塊 10">
            <a:extLst>
              <a:ext uri="{FF2B5EF4-FFF2-40B4-BE49-F238E27FC236}">
                <a16:creationId xmlns:a16="http://schemas.microsoft.com/office/drawing/2014/main" id="{268D088A-6F00-493A-A046-13D5E4D870BC}"/>
              </a:ext>
            </a:extLst>
          </p:cNvPr>
          <p:cNvSpPr txBox="1"/>
          <p:nvPr/>
        </p:nvSpPr>
        <p:spPr>
          <a:xfrm>
            <a:off x="6457578" y="1627889"/>
            <a:ext cx="1396536" cy="461665"/>
          </a:xfrm>
          <a:prstGeom prst="rect">
            <a:avLst/>
          </a:prstGeom>
          <a:noFill/>
        </p:spPr>
        <p:txBody>
          <a:bodyPr wrap="none" rtlCol="0">
            <a:spAutoFit/>
          </a:bodyPr>
          <a:lstStyle/>
          <a:p>
            <a:pPr marL="285750" indent="-285750">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Modify</a:t>
            </a:r>
            <a:endParaRPr lang="zh-TW" altLang="en-US" sz="2400" dirty="0">
              <a:latin typeface="Times" panose="02020603050405020304" pitchFamily="18" charset="0"/>
              <a:cs typeface="Times" panose="02020603050405020304" pitchFamily="18" charset="0"/>
            </a:endParaRPr>
          </a:p>
        </p:txBody>
      </p:sp>
      <p:sp>
        <p:nvSpPr>
          <p:cNvPr id="12" name="文字方塊 11">
            <a:extLst>
              <a:ext uri="{FF2B5EF4-FFF2-40B4-BE49-F238E27FC236}">
                <a16:creationId xmlns:a16="http://schemas.microsoft.com/office/drawing/2014/main" id="{E317A0C2-B01B-4CFC-A4EE-114BBD68D292}"/>
              </a:ext>
            </a:extLst>
          </p:cNvPr>
          <p:cNvSpPr txBox="1"/>
          <p:nvPr/>
        </p:nvSpPr>
        <p:spPr>
          <a:xfrm>
            <a:off x="787703" y="4231489"/>
            <a:ext cx="1274708" cy="461665"/>
          </a:xfrm>
          <a:prstGeom prst="rect">
            <a:avLst/>
          </a:prstGeom>
          <a:noFill/>
        </p:spPr>
        <p:txBody>
          <a:bodyPr wrap="none" rtlCol="0">
            <a:spAutoFit/>
          </a:bodyPr>
          <a:lstStyle/>
          <a:p>
            <a:pPr marL="285750" indent="-285750">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Delete</a:t>
            </a:r>
            <a:endParaRPr lang="zh-TW" altLang="en-US" sz="24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108701107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Edit Distance Algorithm</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5</a:t>
            </a:fld>
            <a:endParaRPr kumimoji="1" lang="zh-TW" altLang="en-US" dirty="0"/>
          </a:p>
        </p:txBody>
      </p:sp>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nvGraphicFramePr>
        <p:xfrm>
          <a:off x="2946000" y="1690688"/>
          <a:ext cx="6300000" cy="4324152"/>
        </p:xfrm>
        <a:graphic>
          <a:graphicData uri="http://schemas.openxmlformats.org/drawingml/2006/table">
            <a:tbl>
              <a:tblPr firstRow="1" bandRow="1">
                <a:tableStyleId>{5C22544A-7EE6-4342-B048-85BDC9FD1C3A}</a:tableStyleId>
              </a:tblPr>
              <a:tblGrid>
                <a:gridCol w="787500">
                  <a:extLst>
                    <a:ext uri="{9D8B030D-6E8A-4147-A177-3AD203B41FA5}">
                      <a16:colId xmlns:a16="http://schemas.microsoft.com/office/drawing/2014/main" val="3242848539"/>
                    </a:ext>
                  </a:extLst>
                </a:gridCol>
                <a:gridCol w="787500">
                  <a:extLst>
                    <a:ext uri="{9D8B030D-6E8A-4147-A177-3AD203B41FA5}">
                      <a16:colId xmlns:a16="http://schemas.microsoft.com/office/drawing/2014/main" val="1216764178"/>
                    </a:ext>
                  </a:extLst>
                </a:gridCol>
                <a:gridCol w="787500">
                  <a:extLst>
                    <a:ext uri="{9D8B030D-6E8A-4147-A177-3AD203B41FA5}">
                      <a16:colId xmlns:a16="http://schemas.microsoft.com/office/drawing/2014/main" val="735761456"/>
                    </a:ext>
                  </a:extLst>
                </a:gridCol>
                <a:gridCol w="787500">
                  <a:extLst>
                    <a:ext uri="{9D8B030D-6E8A-4147-A177-3AD203B41FA5}">
                      <a16:colId xmlns:a16="http://schemas.microsoft.com/office/drawing/2014/main" val="1529620551"/>
                    </a:ext>
                  </a:extLst>
                </a:gridCol>
                <a:gridCol w="787500">
                  <a:extLst>
                    <a:ext uri="{9D8B030D-6E8A-4147-A177-3AD203B41FA5}">
                      <a16:colId xmlns:a16="http://schemas.microsoft.com/office/drawing/2014/main" val="2402787438"/>
                    </a:ext>
                  </a:extLst>
                </a:gridCol>
                <a:gridCol w="787500">
                  <a:extLst>
                    <a:ext uri="{9D8B030D-6E8A-4147-A177-3AD203B41FA5}">
                      <a16:colId xmlns:a16="http://schemas.microsoft.com/office/drawing/2014/main" val="2695976807"/>
                    </a:ext>
                  </a:extLst>
                </a:gridCol>
                <a:gridCol w="787500">
                  <a:extLst>
                    <a:ext uri="{9D8B030D-6E8A-4147-A177-3AD203B41FA5}">
                      <a16:colId xmlns:a16="http://schemas.microsoft.com/office/drawing/2014/main" val="1649336562"/>
                    </a:ext>
                  </a:extLst>
                </a:gridCol>
                <a:gridCol w="787500">
                  <a:extLst>
                    <a:ext uri="{9D8B030D-6E8A-4147-A177-3AD203B41FA5}">
                      <a16:colId xmlns:a16="http://schemas.microsoft.com/office/drawing/2014/main" val="1883552243"/>
                    </a:ext>
                  </a:extLst>
                </a:gridCol>
              </a:tblGrid>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U</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1</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165119"/>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C</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080232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351981"/>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4233049"/>
                  </a:ext>
                </a:extLst>
              </a:tr>
            </a:tbl>
          </a:graphicData>
        </a:graphic>
      </p:graphicFrame>
    </p:spTree>
    <p:extLst>
      <p:ext uri="{BB962C8B-B14F-4D97-AF65-F5344CB8AC3E}">
        <p14:creationId xmlns:p14="http://schemas.microsoft.com/office/powerpoint/2010/main" val="385426205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Edit Distance Algorithm</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6</a:t>
            </a:fld>
            <a:endParaRPr kumimoji="1" lang="zh-TW" altLang="en-US" dirty="0"/>
          </a:p>
        </p:txBody>
      </p:sp>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extLst>
              <p:ext uri="{D42A27DB-BD31-4B8C-83A1-F6EECF244321}">
                <p14:modId xmlns:p14="http://schemas.microsoft.com/office/powerpoint/2010/main" val="826676453"/>
              </p:ext>
            </p:extLst>
          </p:nvPr>
        </p:nvGraphicFramePr>
        <p:xfrm>
          <a:off x="2946000" y="1690688"/>
          <a:ext cx="6300000" cy="4324152"/>
        </p:xfrm>
        <a:graphic>
          <a:graphicData uri="http://schemas.openxmlformats.org/drawingml/2006/table">
            <a:tbl>
              <a:tblPr firstRow="1" bandRow="1">
                <a:tableStyleId>{5C22544A-7EE6-4342-B048-85BDC9FD1C3A}</a:tableStyleId>
              </a:tblPr>
              <a:tblGrid>
                <a:gridCol w="787500">
                  <a:extLst>
                    <a:ext uri="{9D8B030D-6E8A-4147-A177-3AD203B41FA5}">
                      <a16:colId xmlns:a16="http://schemas.microsoft.com/office/drawing/2014/main" val="3242848539"/>
                    </a:ext>
                  </a:extLst>
                </a:gridCol>
                <a:gridCol w="787500">
                  <a:extLst>
                    <a:ext uri="{9D8B030D-6E8A-4147-A177-3AD203B41FA5}">
                      <a16:colId xmlns:a16="http://schemas.microsoft.com/office/drawing/2014/main" val="1216764178"/>
                    </a:ext>
                  </a:extLst>
                </a:gridCol>
                <a:gridCol w="787500">
                  <a:extLst>
                    <a:ext uri="{9D8B030D-6E8A-4147-A177-3AD203B41FA5}">
                      <a16:colId xmlns:a16="http://schemas.microsoft.com/office/drawing/2014/main" val="735761456"/>
                    </a:ext>
                  </a:extLst>
                </a:gridCol>
                <a:gridCol w="787500">
                  <a:extLst>
                    <a:ext uri="{9D8B030D-6E8A-4147-A177-3AD203B41FA5}">
                      <a16:colId xmlns:a16="http://schemas.microsoft.com/office/drawing/2014/main" val="1529620551"/>
                    </a:ext>
                  </a:extLst>
                </a:gridCol>
                <a:gridCol w="787500">
                  <a:extLst>
                    <a:ext uri="{9D8B030D-6E8A-4147-A177-3AD203B41FA5}">
                      <a16:colId xmlns:a16="http://schemas.microsoft.com/office/drawing/2014/main" val="2402787438"/>
                    </a:ext>
                  </a:extLst>
                </a:gridCol>
                <a:gridCol w="787500">
                  <a:extLst>
                    <a:ext uri="{9D8B030D-6E8A-4147-A177-3AD203B41FA5}">
                      <a16:colId xmlns:a16="http://schemas.microsoft.com/office/drawing/2014/main" val="2695976807"/>
                    </a:ext>
                  </a:extLst>
                </a:gridCol>
                <a:gridCol w="787500">
                  <a:extLst>
                    <a:ext uri="{9D8B030D-6E8A-4147-A177-3AD203B41FA5}">
                      <a16:colId xmlns:a16="http://schemas.microsoft.com/office/drawing/2014/main" val="1649336562"/>
                    </a:ext>
                  </a:extLst>
                </a:gridCol>
                <a:gridCol w="787500">
                  <a:extLst>
                    <a:ext uri="{9D8B030D-6E8A-4147-A177-3AD203B41FA5}">
                      <a16:colId xmlns:a16="http://schemas.microsoft.com/office/drawing/2014/main" val="1883552243"/>
                    </a:ext>
                  </a:extLst>
                </a:gridCol>
              </a:tblGrid>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U</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1</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165119"/>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C</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080232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351981"/>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4233049"/>
                  </a:ext>
                </a:extLst>
              </a:tr>
            </a:tbl>
          </a:graphicData>
        </a:graphic>
      </p:graphicFrame>
      <p:cxnSp>
        <p:nvCxnSpPr>
          <p:cNvPr id="6" name="直線單箭頭接點 5">
            <a:extLst>
              <a:ext uri="{FF2B5EF4-FFF2-40B4-BE49-F238E27FC236}">
                <a16:creationId xmlns:a16="http://schemas.microsoft.com/office/drawing/2014/main" id="{9421FCD5-EBFC-42B5-9023-F8DAC23C0288}"/>
              </a:ext>
            </a:extLst>
          </p:cNvPr>
          <p:cNvCxnSpPr>
            <a:cxnSpLocks/>
          </p:cNvCxnSpPr>
          <p:nvPr/>
        </p:nvCxnSpPr>
        <p:spPr>
          <a:xfrm>
            <a:off x="4306529" y="2625213"/>
            <a:ext cx="353961" cy="3048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230361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Edit Distance Algorithm</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7</a:t>
            </a:fld>
            <a:endParaRPr kumimoji="1" lang="zh-TW" altLang="en-US" dirty="0"/>
          </a:p>
        </p:txBody>
      </p:sp>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extLst>
              <p:ext uri="{D42A27DB-BD31-4B8C-83A1-F6EECF244321}">
                <p14:modId xmlns:p14="http://schemas.microsoft.com/office/powerpoint/2010/main" val="871205159"/>
              </p:ext>
            </p:extLst>
          </p:nvPr>
        </p:nvGraphicFramePr>
        <p:xfrm>
          <a:off x="2946000" y="1690688"/>
          <a:ext cx="6300000" cy="4324152"/>
        </p:xfrm>
        <a:graphic>
          <a:graphicData uri="http://schemas.openxmlformats.org/drawingml/2006/table">
            <a:tbl>
              <a:tblPr firstRow="1" bandRow="1">
                <a:tableStyleId>{5C22544A-7EE6-4342-B048-85BDC9FD1C3A}</a:tableStyleId>
              </a:tblPr>
              <a:tblGrid>
                <a:gridCol w="787500">
                  <a:extLst>
                    <a:ext uri="{9D8B030D-6E8A-4147-A177-3AD203B41FA5}">
                      <a16:colId xmlns:a16="http://schemas.microsoft.com/office/drawing/2014/main" val="3242848539"/>
                    </a:ext>
                  </a:extLst>
                </a:gridCol>
                <a:gridCol w="787500">
                  <a:extLst>
                    <a:ext uri="{9D8B030D-6E8A-4147-A177-3AD203B41FA5}">
                      <a16:colId xmlns:a16="http://schemas.microsoft.com/office/drawing/2014/main" val="1216764178"/>
                    </a:ext>
                  </a:extLst>
                </a:gridCol>
                <a:gridCol w="787500">
                  <a:extLst>
                    <a:ext uri="{9D8B030D-6E8A-4147-A177-3AD203B41FA5}">
                      <a16:colId xmlns:a16="http://schemas.microsoft.com/office/drawing/2014/main" val="735761456"/>
                    </a:ext>
                  </a:extLst>
                </a:gridCol>
                <a:gridCol w="787500">
                  <a:extLst>
                    <a:ext uri="{9D8B030D-6E8A-4147-A177-3AD203B41FA5}">
                      <a16:colId xmlns:a16="http://schemas.microsoft.com/office/drawing/2014/main" val="1529620551"/>
                    </a:ext>
                  </a:extLst>
                </a:gridCol>
                <a:gridCol w="787500">
                  <a:extLst>
                    <a:ext uri="{9D8B030D-6E8A-4147-A177-3AD203B41FA5}">
                      <a16:colId xmlns:a16="http://schemas.microsoft.com/office/drawing/2014/main" val="2402787438"/>
                    </a:ext>
                  </a:extLst>
                </a:gridCol>
                <a:gridCol w="787500">
                  <a:extLst>
                    <a:ext uri="{9D8B030D-6E8A-4147-A177-3AD203B41FA5}">
                      <a16:colId xmlns:a16="http://schemas.microsoft.com/office/drawing/2014/main" val="2695976807"/>
                    </a:ext>
                  </a:extLst>
                </a:gridCol>
                <a:gridCol w="787500">
                  <a:extLst>
                    <a:ext uri="{9D8B030D-6E8A-4147-A177-3AD203B41FA5}">
                      <a16:colId xmlns:a16="http://schemas.microsoft.com/office/drawing/2014/main" val="1649336562"/>
                    </a:ext>
                  </a:extLst>
                </a:gridCol>
                <a:gridCol w="787500">
                  <a:extLst>
                    <a:ext uri="{9D8B030D-6E8A-4147-A177-3AD203B41FA5}">
                      <a16:colId xmlns:a16="http://schemas.microsoft.com/office/drawing/2014/main" val="1883552243"/>
                    </a:ext>
                  </a:extLst>
                </a:gridCol>
              </a:tblGrid>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U</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1</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165119"/>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C</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080232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351981"/>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4233049"/>
                  </a:ext>
                </a:extLst>
              </a:tr>
            </a:tbl>
          </a:graphicData>
        </a:graphic>
      </p:graphicFrame>
      <p:cxnSp>
        <p:nvCxnSpPr>
          <p:cNvPr id="5" name="直線單箭頭接點 4">
            <a:extLst>
              <a:ext uri="{FF2B5EF4-FFF2-40B4-BE49-F238E27FC236}">
                <a16:creationId xmlns:a16="http://schemas.microsoft.com/office/drawing/2014/main" id="{AC169433-8FC8-466E-A550-6F58ACE8CE7D}"/>
              </a:ext>
            </a:extLst>
          </p:cNvPr>
          <p:cNvCxnSpPr>
            <a:cxnSpLocks/>
          </p:cNvCxnSpPr>
          <p:nvPr/>
        </p:nvCxnSpPr>
        <p:spPr>
          <a:xfrm>
            <a:off x="5122607" y="2625213"/>
            <a:ext cx="353961" cy="3048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963652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Edit Distance Algorithm</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8</a:t>
            </a:fld>
            <a:endParaRPr kumimoji="1" lang="zh-TW" altLang="en-US" dirty="0"/>
          </a:p>
        </p:txBody>
      </p:sp>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extLst>
              <p:ext uri="{D42A27DB-BD31-4B8C-83A1-F6EECF244321}">
                <p14:modId xmlns:p14="http://schemas.microsoft.com/office/powerpoint/2010/main" val="1891878009"/>
              </p:ext>
            </p:extLst>
          </p:nvPr>
        </p:nvGraphicFramePr>
        <p:xfrm>
          <a:off x="2946000" y="1690688"/>
          <a:ext cx="6300000" cy="4324152"/>
        </p:xfrm>
        <a:graphic>
          <a:graphicData uri="http://schemas.openxmlformats.org/drawingml/2006/table">
            <a:tbl>
              <a:tblPr firstRow="1" bandRow="1">
                <a:tableStyleId>{5C22544A-7EE6-4342-B048-85BDC9FD1C3A}</a:tableStyleId>
              </a:tblPr>
              <a:tblGrid>
                <a:gridCol w="787500">
                  <a:extLst>
                    <a:ext uri="{9D8B030D-6E8A-4147-A177-3AD203B41FA5}">
                      <a16:colId xmlns:a16="http://schemas.microsoft.com/office/drawing/2014/main" val="3242848539"/>
                    </a:ext>
                  </a:extLst>
                </a:gridCol>
                <a:gridCol w="787500">
                  <a:extLst>
                    <a:ext uri="{9D8B030D-6E8A-4147-A177-3AD203B41FA5}">
                      <a16:colId xmlns:a16="http://schemas.microsoft.com/office/drawing/2014/main" val="1216764178"/>
                    </a:ext>
                  </a:extLst>
                </a:gridCol>
                <a:gridCol w="787500">
                  <a:extLst>
                    <a:ext uri="{9D8B030D-6E8A-4147-A177-3AD203B41FA5}">
                      <a16:colId xmlns:a16="http://schemas.microsoft.com/office/drawing/2014/main" val="735761456"/>
                    </a:ext>
                  </a:extLst>
                </a:gridCol>
                <a:gridCol w="787500">
                  <a:extLst>
                    <a:ext uri="{9D8B030D-6E8A-4147-A177-3AD203B41FA5}">
                      <a16:colId xmlns:a16="http://schemas.microsoft.com/office/drawing/2014/main" val="1529620551"/>
                    </a:ext>
                  </a:extLst>
                </a:gridCol>
                <a:gridCol w="787500">
                  <a:extLst>
                    <a:ext uri="{9D8B030D-6E8A-4147-A177-3AD203B41FA5}">
                      <a16:colId xmlns:a16="http://schemas.microsoft.com/office/drawing/2014/main" val="2402787438"/>
                    </a:ext>
                  </a:extLst>
                </a:gridCol>
                <a:gridCol w="787500">
                  <a:extLst>
                    <a:ext uri="{9D8B030D-6E8A-4147-A177-3AD203B41FA5}">
                      <a16:colId xmlns:a16="http://schemas.microsoft.com/office/drawing/2014/main" val="2695976807"/>
                    </a:ext>
                  </a:extLst>
                </a:gridCol>
                <a:gridCol w="787500">
                  <a:extLst>
                    <a:ext uri="{9D8B030D-6E8A-4147-A177-3AD203B41FA5}">
                      <a16:colId xmlns:a16="http://schemas.microsoft.com/office/drawing/2014/main" val="1649336562"/>
                    </a:ext>
                  </a:extLst>
                </a:gridCol>
                <a:gridCol w="787500">
                  <a:extLst>
                    <a:ext uri="{9D8B030D-6E8A-4147-A177-3AD203B41FA5}">
                      <a16:colId xmlns:a16="http://schemas.microsoft.com/office/drawing/2014/main" val="1883552243"/>
                    </a:ext>
                  </a:extLst>
                </a:gridCol>
              </a:tblGrid>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U</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1</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165119"/>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C</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080232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351981"/>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4233049"/>
                  </a:ext>
                </a:extLst>
              </a:tr>
            </a:tbl>
          </a:graphicData>
        </a:graphic>
      </p:graphicFrame>
      <p:cxnSp>
        <p:nvCxnSpPr>
          <p:cNvPr id="5" name="直線單箭頭接點 4">
            <a:extLst>
              <a:ext uri="{FF2B5EF4-FFF2-40B4-BE49-F238E27FC236}">
                <a16:creationId xmlns:a16="http://schemas.microsoft.com/office/drawing/2014/main" id="{0C99C642-1E72-4175-B05F-3FE95A973289}"/>
              </a:ext>
            </a:extLst>
          </p:cNvPr>
          <p:cNvCxnSpPr>
            <a:cxnSpLocks/>
          </p:cNvCxnSpPr>
          <p:nvPr/>
        </p:nvCxnSpPr>
        <p:spPr>
          <a:xfrm>
            <a:off x="5810864" y="3048000"/>
            <a:ext cx="43261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00711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Edit Distance Algorithm</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9</a:t>
            </a:fld>
            <a:endParaRPr kumimoji="1" lang="zh-TW" altLang="en-US" dirty="0"/>
          </a:p>
        </p:txBody>
      </p:sp>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extLst>
              <p:ext uri="{D42A27DB-BD31-4B8C-83A1-F6EECF244321}">
                <p14:modId xmlns:p14="http://schemas.microsoft.com/office/powerpoint/2010/main" val="3250121201"/>
              </p:ext>
            </p:extLst>
          </p:nvPr>
        </p:nvGraphicFramePr>
        <p:xfrm>
          <a:off x="2946000" y="1690688"/>
          <a:ext cx="6300000" cy="4324152"/>
        </p:xfrm>
        <a:graphic>
          <a:graphicData uri="http://schemas.openxmlformats.org/drawingml/2006/table">
            <a:tbl>
              <a:tblPr firstRow="1" bandRow="1">
                <a:tableStyleId>{5C22544A-7EE6-4342-B048-85BDC9FD1C3A}</a:tableStyleId>
              </a:tblPr>
              <a:tblGrid>
                <a:gridCol w="787500">
                  <a:extLst>
                    <a:ext uri="{9D8B030D-6E8A-4147-A177-3AD203B41FA5}">
                      <a16:colId xmlns:a16="http://schemas.microsoft.com/office/drawing/2014/main" val="3242848539"/>
                    </a:ext>
                  </a:extLst>
                </a:gridCol>
                <a:gridCol w="787500">
                  <a:extLst>
                    <a:ext uri="{9D8B030D-6E8A-4147-A177-3AD203B41FA5}">
                      <a16:colId xmlns:a16="http://schemas.microsoft.com/office/drawing/2014/main" val="1216764178"/>
                    </a:ext>
                  </a:extLst>
                </a:gridCol>
                <a:gridCol w="787500">
                  <a:extLst>
                    <a:ext uri="{9D8B030D-6E8A-4147-A177-3AD203B41FA5}">
                      <a16:colId xmlns:a16="http://schemas.microsoft.com/office/drawing/2014/main" val="735761456"/>
                    </a:ext>
                  </a:extLst>
                </a:gridCol>
                <a:gridCol w="787500">
                  <a:extLst>
                    <a:ext uri="{9D8B030D-6E8A-4147-A177-3AD203B41FA5}">
                      <a16:colId xmlns:a16="http://schemas.microsoft.com/office/drawing/2014/main" val="1529620551"/>
                    </a:ext>
                  </a:extLst>
                </a:gridCol>
                <a:gridCol w="787500">
                  <a:extLst>
                    <a:ext uri="{9D8B030D-6E8A-4147-A177-3AD203B41FA5}">
                      <a16:colId xmlns:a16="http://schemas.microsoft.com/office/drawing/2014/main" val="2402787438"/>
                    </a:ext>
                  </a:extLst>
                </a:gridCol>
                <a:gridCol w="787500">
                  <a:extLst>
                    <a:ext uri="{9D8B030D-6E8A-4147-A177-3AD203B41FA5}">
                      <a16:colId xmlns:a16="http://schemas.microsoft.com/office/drawing/2014/main" val="2695976807"/>
                    </a:ext>
                  </a:extLst>
                </a:gridCol>
                <a:gridCol w="787500">
                  <a:extLst>
                    <a:ext uri="{9D8B030D-6E8A-4147-A177-3AD203B41FA5}">
                      <a16:colId xmlns:a16="http://schemas.microsoft.com/office/drawing/2014/main" val="1649336562"/>
                    </a:ext>
                  </a:extLst>
                </a:gridCol>
                <a:gridCol w="787500">
                  <a:extLst>
                    <a:ext uri="{9D8B030D-6E8A-4147-A177-3AD203B41FA5}">
                      <a16:colId xmlns:a16="http://schemas.microsoft.com/office/drawing/2014/main" val="1883552243"/>
                    </a:ext>
                  </a:extLst>
                </a:gridCol>
              </a:tblGrid>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U</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1</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165119"/>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C</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080232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351981"/>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4233049"/>
                  </a:ext>
                </a:extLst>
              </a:tr>
            </a:tbl>
          </a:graphicData>
        </a:graphic>
      </p:graphicFrame>
      <p:cxnSp>
        <p:nvCxnSpPr>
          <p:cNvPr id="5" name="直線單箭頭接點 4">
            <a:extLst>
              <a:ext uri="{FF2B5EF4-FFF2-40B4-BE49-F238E27FC236}">
                <a16:creationId xmlns:a16="http://schemas.microsoft.com/office/drawing/2014/main" id="{10AEC749-C26E-4ECE-84A2-4DF35BD1F0CC}"/>
              </a:ext>
            </a:extLst>
          </p:cNvPr>
          <p:cNvCxnSpPr>
            <a:cxnSpLocks/>
          </p:cNvCxnSpPr>
          <p:nvPr/>
        </p:nvCxnSpPr>
        <p:spPr>
          <a:xfrm>
            <a:off x="6646607" y="3018503"/>
            <a:ext cx="3834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296902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Edit Distance Algorithm</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10</a:t>
            </a:fld>
            <a:endParaRPr kumimoji="1" lang="zh-TW" altLang="en-US" dirty="0"/>
          </a:p>
        </p:txBody>
      </p:sp>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extLst>
              <p:ext uri="{D42A27DB-BD31-4B8C-83A1-F6EECF244321}">
                <p14:modId xmlns:p14="http://schemas.microsoft.com/office/powerpoint/2010/main" val="3037526399"/>
              </p:ext>
            </p:extLst>
          </p:nvPr>
        </p:nvGraphicFramePr>
        <p:xfrm>
          <a:off x="2946000" y="1690688"/>
          <a:ext cx="6300000" cy="4324152"/>
        </p:xfrm>
        <a:graphic>
          <a:graphicData uri="http://schemas.openxmlformats.org/drawingml/2006/table">
            <a:tbl>
              <a:tblPr firstRow="1" bandRow="1">
                <a:tableStyleId>{5C22544A-7EE6-4342-B048-85BDC9FD1C3A}</a:tableStyleId>
              </a:tblPr>
              <a:tblGrid>
                <a:gridCol w="787500">
                  <a:extLst>
                    <a:ext uri="{9D8B030D-6E8A-4147-A177-3AD203B41FA5}">
                      <a16:colId xmlns:a16="http://schemas.microsoft.com/office/drawing/2014/main" val="3242848539"/>
                    </a:ext>
                  </a:extLst>
                </a:gridCol>
                <a:gridCol w="787500">
                  <a:extLst>
                    <a:ext uri="{9D8B030D-6E8A-4147-A177-3AD203B41FA5}">
                      <a16:colId xmlns:a16="http://schemas.microsoft.com/office/drawing/2014/main" val="1216764178"/>
                    </a:ext>
                  </a:extLst>
                </a:gridCol>
                <a:gridCol w="787500">
                  <a:extLst>
                    <a:ext uri="{9D8B030D-6E8A-4147-A177-3AD203B41FA5}">
                      <a16:colId xmlns:a16="http://schemas.microsoft.com/office/drawing/2014/main" val="735761456"/>
                    </a:ext>
                  </a:extLst>
                </a:gridCol>
                <a:gridCol w="787500">
                  <a:extLst>
                    <a:ext uri="{9D8B030D-6E8A-4147-A177-3AD203B41FA5}">
                      <a16:colId xmlns:a16="http://schemas.microsoft.com/office/drawing/2014/main" val="1529620551"/>
                    </a:ext>
                  </a:extLst>
                </a:gridCol>
                <a:gridCol w="787500">
                  <a:extLst>
                    <a:ext uri="{9D8B030D-6E8A-4147-A177-3AD203B41FA5}">
                      <a16:colId xmlns:a16="http://schemas.microsoft.com/office/drawing/2014/main" val="2402787438"/>
                    </a:ext>
                  </a:extLst>
                </a:gridCol>
                <a:gridCol w="787500">
                  <a:extLst>
                    <a:ext uri="{9D8B030D-6E8A-4147-A177-3AD203B41FA5}">
                      <a16:colId xmlns:a16="http://schemas.microsoft.com/office/drawing/2014/main" val="2695976807"/>
                    </a:ext>
                  </a:extLst>
                </a:gridCol>
                <a:gridCol w="787500">
                  <a:extLst>
                    <a:ext uri="{9D8B030D-6E8A-4147-A177-3AD203B41FA5}">
                      <a16:colId xmlns:a16="http://schemas.microsoft.com/office/drawing/2014/main" val="1649336562"/>
                    </a:ext>
                  </a:extLst>
                </a:gridCol>
                <a:gridCol w="787500">
                  <a:extLst>
                    <a:ext uri="{9D8B030D-6E8A-4147-A177-3AD203B41FA5}">
                      <a16:colId xmlns:a16="http://schemas.microsoft.com/office/drawing/2014/main" val="1883552243"/>
                    </a:ext>
                  </a:extLst>
                </a:gridCol>
              </a:tblGrid>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U</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1</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165119"/>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C</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080232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351981"/>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4233049"/>
                  </a:ext>
                </a:extLst>
              </a:tr>
            </a:tbl>
          </a:graphicData>
        </a:graphic>
      </p:graphicFrame>
      <p:cxnSp>
        <p:nvCxnSpPr>
          <p:cNvPr id="5" name="直線單箭頭接點 4">
            <a:extLst>
              <a:ext uri="{FF2B5EF4-FFF2-40B4-BE49-F238E27FC236}">
                <a16:creationId xmlns:a16="http://schemas.microsoft.com/office/drawing/2014/main" id="{0E5050C2-4160-4B29-A17A-C306DD25C387}"/>
              </a:ext>
            </a:extLst>
          </p:cNvPr>
          <p:cNvCxnSpPr>
            <a:cxnSpLocks/>
          </p:cNvCxnSpPr>
          <p:nvPr/>
        </p:nvCxnSpPr>
        <p:spPr>
          <a:xfrm>
            <a:off x="7462685" y="3038167"/>
            <a:ext cx="3834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244228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Edit Distance Algorithm</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11</a:t>
            </a:fld>
            <a:endParaRPr kumimoji="1" lang="zh-TW" altLang="en-US" dirty="0"/>
          </a:p>
        </p:txBody>
      </p:sp>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extLst>
              <p:ext uri="{D42A27DB-BD31-4B8C-83A1-F6EECF244321}">
                <p14:modId xmlns:p14="http://schemas.microsoft.com/office/powerpoint/2010/main" val="2191904612"/>
              </p:ext>
            </p:extLst>
          </p:nvPr>
        </p:nvGraphicFramePr>
        <p:xfrm>
          <a:off x="2946000" y="1690688"/>
          <a:ext cx="6300000" cy="4324152"/>
        </p:xfrm>
        <a:graphic>
          <a:graphicData uri="http://schemas.openxmlformats.org/drawingml/2006/table">
            <a:tbl>
              <a:tblPr firstRow="1" bandRow="1">
                <a:tableStyleId>{5C22544A-7EE6-4342-B048-85BDC9FD1C3A}</a:tableStyleId>
              </a:tblPr>
              <a:tblGrid>
                <a:gridCol w="787500">
                  <a:extLst>
                    <a:ext uri="{9D8B030D-6E8A-4147-A177-3AD203B41FA5}">
                      <a16:colId xmlns:a16="http://schemas.microsoft.com/office/drawing/2014/main" val="3242848539"/>
                    </a:ext>
                  </a:extLst>
                </a:gridCol>
                <a:gridCol w="787500">
                  <a:extLst>
                    <a:ext uri="{9D8B030D-6E8A-4147-A177-3AD203B41FA5}">
                      <a16:colId xmlns:a16="http://schemas.microsoft.com/office/drawing/2014/main" val="1216764178"/>
                    </a:ext>
                  </a:extLst>
                </a:gridCol>
                <a:gridCol w="787500">
                  <a:extLst>
                    <a:ext uri="{9D8B030D-6E8A-4147-A177-3AD203B41FA5}">
                      <a16:colId xmlns:a16="http://schemas.microsoft.com/office/drawing/2014/main" val="735761456"/>
                    </a:ext>
                  </a:extLst>
                </a:gridCol>
                <a:gridCol w="787500">
                  <a:extLst>
                    <a:ext uri="{9D8B030D-6E8A-4147-A177-3AD203B41FA5}">
                      <a16:colId xmlns:a16="http://schemas.microsoft.com/office/drawing/2014/main" val="1529620551"/>
                    </a:ext>
                  </a:extLst>
                </a:gridCol>
                <a:gridCol w="787500">
                  <a:extLst>
                    <a:ext uri="{9D8B030D-6E8A-4147-A177-3AD203B41FA5}">
                      <a16:colId xmlns:a16="http://schemas.microsoft.com/office/drawing/2014/main" val="2402787438"/>
                    </a:ext>
                  </a:extLst>
                </a:gridCol>
                <a:gridCol w="787500">
                  <a:extLst>
                    <a:ext uri="{9D8B030D-6E8A-4147-A177-3AD203B41FA5}">
                      <a16:colId xmlns:a16="http://schemas.microsoft.com/office/drawing/2014/main" val="2695976807"/>
                    </a:ext>
                  </a:extLst>
                </a:gridCol>
                <a:gridCol w="787500">
                  <a:extLst>
                    <a:ext uri="{9D8B030D-6E8A-4147-A177-3AD203B41FA5}">
                      <a16:colId xmlns:a16="http://schemas.microsoft.com/office/drawing/2014/main" val="1649336562"/>
                    </a:ext>
                  </a:extLst>
                </a:gridCol>
                <a:gridCol w="787500">
                  <a:extLst>
                    <a:ext uri="{9D8B030D-6E8A-4147-A177-3AD203B41FA5}">
                      <a16:colId xmlns:a16="http://schemas.microsoft.com/office/drawing/2014/main" val="1883552243"/>
                    </a:ext>
                  </a:extLst>
                </a:gridCol>
              </a:tblGrid>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U</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1</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165119"/>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C</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080232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351981"/>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4233049"/>
                  </a:ext>
                </a:extLst>
              </a:tr>
            </a:tbl>
          </a:graphicData>
        </a:graphic>
      </p:graphicFrame>
      <p:cxnSp>
        <p:nvCxnSpPr>
          <p:cNvPr id="5" name="直線單箭頭接點 4">
            <a:extLst>
              <a:ext uri="{FF2B5EF4-FFF2-40B4-BE49-F238E27FC236}">
                <a16:creationId xmlns:a16="http://schemas.microsoft.com/office/drawing/2014/main" id="{0E5050C2-4160-4B29-A17A-C306DD25C387}"/>
              </a:ext>
            </a:extLst>
          </p:cNvPr>
          <p:cNvCxnSpPr>
            <a:cxnSpLocks/>
          </p:cNvCxnSpPr>
          <p:nvPr/>
        </p:nvCxnSpPr>
        <p:spPr>
          <a:xfrm>
            <a:off x="8227143" y="2615380"/>
            <a:ext cx="383457" cy="31463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561431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Backtracking</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12</a:t>
            </a:fld>
            <a:endParaRPr kumimoji="1" lang="zh-TW" altLang="en-US" dirty="0"/>
          </a:p>
        </p:txBody>
      </p:sp>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extLst>
              <p:ext uri="{D42A27DB-BD31-4B8C-83A1-F6EECF244321}">
                <p14:modId xmlns:p14="http://schemas.microsoft.com/office/powerpoint/2010/main" val="4251079480"/>
              </p:ext>
            </p:extLst>
          </p:nvPr>
        </p:nvGraphicFramePr>
        <p:xfrm>
          <a:off x="1392503" y="1690688"/>
          <a:ext cx="6300000" cy="4324152"/>
        </p:xfrm>
        <a:graphic>
          <a:graphicData uri="http://schemas.openxmlformats.org/drawingml/2006/table">
            <a:tbl>
              <a:tblPr firstRow="1" bandRow="1">
                <a:tableStyleId>{5C22544A-7EE6-4342-B048-85BDC9FD1C3A}</a:tableStyleId>
              </a:tblPr>
              <a:tblGrid>
                <a:gridCol w="787500">
                  <a:extLst>
                    <a:ext uri="{9D8B030D-6E8A-4147-A177-3AD203B41FA5}">
                      <a16:colId xmlns:a16="http://schemas.microsoft.com/office/drawing/2014/main" val="3242848539"/>
                    </a:ext>
                  </a:extLst>
                </a:gridCol>
                <a:gridCol w="787500">
                  <a:extLst>
                    <a:ext uri="{9D8B030D-6E8A-4147-A177-3AD203B41FA5}">
                      <a16:colId xmlns:a16="http://schemas.microsoft.com/office/drawing/2014/main" val="1216764178"/>
                    </a:ext>
                  </a:extLst>
                </a:gridCol>
                <a:gridCol w="787500">
                  <a:extLst>
                    <a:ext uri="{9D8B030D-6E8A-4147-A177-3AD203B41FA5}">
                      <a16:colId xmlns:a16="http://schemas.microsoft.com/office/drawing/2014/main" val="735761456"/>
                    </a:ext>
                  </a:extLst>
                </a:gridCol>
                <a:gridCol w="787500">
                  <a:extLst>
                    <a:ext uri="{9D8B030D-6E8A-4147-A177-3AD203B41FA5}">
                      <a16:colId xmlns:a16="http://schemas.microsoft.com/office/drawing/2014/main" val="1529620551"/>
                    </a:ext>
                  </a:extLst>
                </a:gridCol>
                <a:gridCol w="787500">
                  <a:extLst>
                    <a:ext uri="{9D8B030D-6E8A-4147-A177-3AD203B41FA5}">
                      <a16:colId xmlns:a16="http://schemas.microsoft.com/office/drawing/2014/main" val="2402787438"/>
                    </a:ext>
                  </a:extLst>
                </a:gridCol>
                <a:gridCol w="787500">
                  <a:extLst>
                    <a:ext uri="{9D8B030D-6E8A-4147-A177-3AD203B41FA5}">
                      <a16:colId xmlns:a16="http://schemas.microsoft.com/office/drawing/2014/main" val="2695976807"/>
                    </a:ext>
                  </a:extLst>
                </a:gridCol>
                <a:gridCol w="787500">
                  <a:extLst>
                    <a:ext uri="{9D8B030D-6E8A-4147-A177-3AD203B41FA5}">
                      <a16:colId xmlns:a16="http://schemas.microsoft.com/office/drawing/2014/main" val="1649336562"/>
                    </a:ext>
                  </a:extLst>
                </a:gridCol>
                <a:gridCol w="787500">
                  <a:extLst>
                    <a:ext uri="{9D8B030D-6E8A-4147-A177-3AD203B41FA5}">
                      <a16:colId xmlns:a16="http://schemas.microsoft.com/office/drawing/2014/main" val="1883552243"/>
                    </a:ext>
                  </a:extLst>
                </a:gridCol>
              </a:tblGrid>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U</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1</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165119"/>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C</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080232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351981"/>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4233049"/>
                  </a:ext>
                </a:extLst>
              </a:tr>
            </a:tbl>
          </a:graphicData>
        </a:graphic>
      </p:graphicFrame>
      <p:pic>
        <p:nvPicPr>
          <p:cNvPr id="2050" name="Picture 2">
            <a:extLst>
              <a:ext uri="{FF2B5EF4-FFF2-40B4-BE49-F238E27FC236}">
                <a16:creationId xmlns:a16="http://schemas.microsoft.com/office/drawing/2014/main" id="{C674973C-DCFB-4ECF-A5BA-068EEB4C9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4515" y="1583696"/>
            <a:ext cx="3208388" cy="1518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414298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Backtracking</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13</a:t>
            </a:fld>
            <a:endParaRPr kumimoji="1" lang="zh-TW" altLang="en-US" dirty="0"/>
          </a:p>
        </p:txBody>
      </p:sp>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extLst>
              <p:ext uri="{D42A27DB-BD31-4B8C-83A1-F6EECF244321}">
                <p14:modId xmlns:p14="http://schemas.microsoft.com/office/powerpoint/2010/main" val="3357387211"/>
              </p:ext>
            </p:extLst>
          </p:nvPr>
        </p:nvGraphicFramePr>
        <p:xfrm>
          <a:off x="1392503" y="1690688"/>
          <a:ext cx="6300000" cy="4324152"/>
        </p:xfrm>
        <a:graphic>
          <a:graphicData uri="http://schemas.openxmlformats.org/drawingml/2006/table">
            <a:tbl>
              <a:tblPr firstRow="1" bandRow="1">
                <a:tableStyleId>{5C22544A-7EE6-4342-B048-85BDC9FD1C3A}</a:tableStyleId>
              </a:tblPr>
              <a:tblGrid>
                <a:gridCol w="787500">
                  <a:extLst>
                    <a:ext uri="{9D8B030D-6E8A-4147-A177-3AD203B41FA5}">
                      <a16:colId xmlns:a16="http://schemas.microsoft.com/office/drawing/2014/main" val="3242848539"/>
                    </a:ext>
                  </a:extLst>
                </a:gridCol>
                <a:gridCol w="787500">
                  <a:extLst>
                    <a:ext uri="{9D8B030D-6E8A-4147-A177-3AD203B41FA5}">
                      <a16:colId xmlns:a16="http://schemas.microsoft.com/office/drawing/2014/main" val="1216764178"/>
                    </a:ext>
                  </a:extLst>
                </a:gridCol>
                <a:gridCol w="787500">
                  <a:extLst>
                    <a:ext uri="{9D8B030D-6E8A-4147-A177-3AD203B41FA5}">
                      <a16:colId xmlns:a16="http://schemas.microsoft.com/office/drawing/2014/main" val="735761456"/>
                    </a:ext>
                  </a:extLst>
                </a:gridCol>
                <a:gridCol w="787500">
                  <a:extLst>
                    <a:ext uri="{9D8B030D-6E8A-4147-A177-3AD203B41FA5}">
                      <a16:colId xmlns:a16="http://schemas.microsoft.com/office/drawing/2014/main" val="1529620551"/>
                    </a:ext>
                  </a:extLst>
                </a:gridCol>
                <a:gridCol w="787500">
                  <a:extLst>
                    <a:ext uri="{9D8B030D-6E8A-4147-A177-3AD203B41FA5}">
                      <a16:colId xmlns:a16="http://schemas.microsoft.com/office/drawing/2014/main" val="2402787438"/>
                    </a:ext>
                  </a:extLst>
                </a:gridCol>
                <a:gridCol w="787500">
                  <a:extLst>
                    <a:ext uri="{9D8B030D-6E8A-4147-A177-3AD203B41FA5}">
                      <a16:colId xmlns:a16="http://schemas.microsoft.com/office/drawing/2014/main" val="2695976807"/>
                    </a:ext>
                  </a:extLst>
                </a:gridCol>
                <a:gridCol w="787500">
                  <a:extLst>
                    <a:ext uri="{9D8B030D-6E8A-4147-A177-3AD203B41FA5}">
                      <a16:colId xmlns:a16="http://schemas.microsoft.com/office/drawing/2014/main" val="1649336562"/>
                    </a:ext>
                  </a:extLst>
                </a:gridCol>
                <a:gridCol w="787500">
                  <a:extLst>
                    <a:ext uri="{9D8B030D-6E8A-4147-A177-3AD203B41FA5}">
                      <a16:colId xmlns:a16="http://schemas.microsoft.com/office/drawing/2014/main" val="1883552243"/>
                    </a:ext>
                  </a:extLst>
                </a:gridCol>
              </a:tblGrid>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982726943"/>
                  </a:ext>
                </a:extLst>
              </a:tr>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U</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1</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165119"/>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C</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080232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351981"/>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4233049"/>
                  </a:ext>
                </a:extLst>
              </a:tr>
            </a:tbl>
          </a:graphicData>
        </a:graphic>
      </p:graphicFrame>
      <p:pic>
        <p:nvPicPr>
          <p:cNvPr id="2050" name="Picture 2">
            <a:extLst>
              <a:ext uri="{FF2B5EF4-FFF2-40B4-BE49-F238E27FC236}">
                <a16:creationId xmlns:a16="http://schemas.microsoft.com/office/drawing/2014/main" id="{C674973C-DCFB-4ECF-A5BA-068EEB4C9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4515" y="1583696"/>
            <a:ext cx="3208388" cy="1518637"/>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直線單箭頭接點 15">
            <a:extLst>
              <a:ext uri="{FF2B5EF4-FFF2-40B4-BE49-F238E27FC236}">
                <a16:creationId xmlns:a16="http://schemas.microsoft.com/office/drawing/2014/main" id="{23469BFA-AED0-4C8F-8046-BEB822EE3306}"/>
              </a:ext>
            </a:extLst>
          </p:cNvPr>
          <p:cNvCxnSpPr>
            <a:cxnSpLocks/>
          </p:cNvCxnSpPr>
          <p:nvPr/>
        </p:nvCxnSpPr>
        <p:spPr>
          <a:xfrm flipH="1" flipV="1">
            <a:off x="6730183" y="5329085"/>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885800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Backtracking</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14</a:t>
            </a:fld>
            <a:endParaRPr kumimoji="1" lang="zh-TW" altLang="en-US" dirty="0"/>
          </a:p>
        </p:txBody>
      </p:sp>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extLst>
              <p:ext uri="{D42A27DB-BD31-4B8C-83A1-F6EECF244321}">
                <p14:modId xmlns:p14="http://schemas.microsoft.com/office/powerpoint/2010/main" val="2375044670"/>
              </p:ext>
            </p:extLst>
          </p:nvPr>
        </p:nvGraphicFramePr>
        <p:xfrm>
          <a:off x="1392503" y="1690688"/>
          <a:ext cx="6300000" cy="4324152"/>
        </p:xfrm>
        <a:graphic>
          <a:graphicData uri="http://schemas.openxmlformats.org/drawingml/2006/table">
            <a:tbl>
              <a:tblPr firstRow="1" bandRow="1">
                <a:tableStyleId>{5C22544A-7EE6-4342-B048-85BDC9FD1C3A}</a:tableStyleId>
              </a:tblPr>
              <a:tblGrid>
                <a:gridCol w="787500">
                  <a:extLst>
                    <a:ext uri="{9D8B030D-6E8A-4147-A177-3AD203B41FA5}">
                      <a16:colId xmlns:a16="http://schemas.microsoft.com/office/drawing/2014/main" val="3242848539"/>
                    </a:ext>
                  </a:extLst>
                </a:gridCol>
                <a:gridCol w="787500">
                  <a:extLst>
                    <a:ext uri="{9D8B030D-6E8A-4147-A177-3AD203B41FA5}">
                      <a16:colId xmlns:a16="http://schemas.microsoft.com/office/drawing/2014/main" val="1216764178"/>
                    </a:ext>
                  </a:extLst>
                </a:gridCol>
                <a:gridCol w="787500">
                  <a:extLst>
                    <a:ext uri="{9D8B030D-6E8A-4147-A177-3AD203B41FA5}">
                      <a16:colId xmlns:a16="http://schemas.microsoft.com/office/drawing/2014/main" val="735761456"/>
                    </a:ext>
                  </a:extLst>
                </a:gridCol>
                <a:gridCol w="787500">
                  <a:extLst>
                    <a:ext uri="{9D8B030D-6E8A-4147-A177-3AD203B41FA5}">
                      <a16:colId xmlns:a16="http://schemas.microsoft.com/office/drawing/2014/main" val="1529620551"/>
                    </a:ext>
                  </a:extLst>
                </a:gridCol>
                <a:gridCol w="787500">
                  <a:extLst>
                    <a:ext uri="{9D8B030D-6E8A-4147-A177-3AD203B41FA5}">
                      <a16:colId xmlns:a16="http://schemas.microsoft.com/office/drawing/2014/main" val="2402787438"/>
                    </a:ext>
                  </a:extLst>
                </a:gridCol>
                <a:gridCol w="787500">
                  <a:extLst>
                    <a:ext uri="{9D8B030D-6E8A-4147-A177-3AD203B41FA5}">
                      <a16:colId xmlns:a16="http://schemas.microsoft.com/office/drawing/2014/main" val="2695976807"/>
                    </a:ext>
                  </a:extLst>
                </a:gridCol>
                <a:gridCol w="787500">
                  <a:extLst>
                    <a:ext uri="{9D8B030D-6E8A-4147-A177-3AD203B41FA5}">
                      <a16:colId xmlns:a16="http://schemas.microsoft.com/office/drawing/2014/main" val="1649336562"/>
                    </a:ext>
                  </a:extLst>
                </a:gridCol>
                <a:gridCol w="787500">
                  <a:extLst>
                    <a:ext uri="{9D8B030D-6E8A-4147-A177-3AD203B41FA5}">
                      <a16:colId xmlns:a16="http://schemas.microsoft.com/office/drawing/2014/main" val="1883552243"/>
                    </a:ext>
                  </a:extLst>
                </a:gridCol>
              </a:tblGrid>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U</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1</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165119"/>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C</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080232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351981"/>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4233049"/>
                  </a:ext>
                </a:extLst>
              </a:tr>
            </a:tbl>
          </a:graphicData>
        </a:graphic>
      </p:graphicFrame>
      <p:pic>
        <p:nvPicPr>
          <p:cNvPr id="2050" name="Picture 2">
            <a:extLst>
              <a:ext uri="{FF2B5EF4-FFF2-40B4-BE49-F238E27FC236}">
                <a16:creationId xmlns:a16="http://schemas.microsoft.com/office/drawing/2014/main" id="{C674973C-DCFB-4ECF-A5BA-068EEB4C9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4515" y="1583696"/>
            <a:ext cx="3208388" cy="1518637"/>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直線單箭頭接點 15">
            <a:extLst>
              <a:ext uri="{FF2B5EF4-FFF2-40B4-BE49-F238E27FC236}">
                <a16:creationId xmlns:a16="http://schemas.microsoft.com/office/drawing/2014/main" id="{23469BFA-AED0-4C8F-8046-BEB822EE3306}"/>
              </a:ext>
            </a:extLst>
          </p:cNvPr>
          <p:cNvCxnSpPr>
            <a:cxnSpLocks/>
          </p:cNvCxnSpPr>
          <p:nvPr/>
        </p:nvCxnSpPr>
        <p:spPr>
          <a:xfrm flipH="1" flipV="1">
            <a:off x="6730183" y="5329085"/>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30AA35F1-D5DD-4456-945C-FE57E9ED5180}"/>
              </a:ext>
            </a:extLst>
          </p:cNvPr>
          <p:cNvCxnSpPr>
            <a:cxnSpLocks/>
          </p:cNvCxnSpPr>
          <p:nvPr/>
        </p:nvCxnSpPr>
        <p:spPr>
          <a:xfrm flipH="1" flipV="1">
            <a:off x="5963267" y="4738358"/>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文字方塊 4">
            <a:extLst>
              <a:ext uri="{FF2B5EF4-FFF2-40B4-BE49-F238E27FC236}">
                <a16:creationId xmlns:a16="http://schemas.microsoft.com/office/drawing/2014/main" id="{FABE2F54-D667-46CB-ADFF-48D248F4CC9C}"/>
              </a:ext>
            </a:extLst>
          </p:cNvPr>
          <p:cNvSpPr txBox="1"/>
          <p:nvPr/>
        </p:nvSpPr>
        <p:spPr>
          <a:xfrm>
            <a:off x="8344515" y="3255890"/>
            <a:ext cx="2516073" cy="461665"/>
          </a:xfrm>
          <a:prstGeom prst="rect">
            <a:avLst/>
          </a:prstGeom>
          <a:noFill/>
        </p:spPr>
        <p:txBody>
          <a:bodyPr wrap="none" rtlCol="0">
            <a:spAutoFit/>
          </a:bodyPr>
          <a:lstStyle/>
          <a:p>
            <a:pPr marL="457200" indent="-457200">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Replace C to A</a:t>
            </a:r>
          </a:p>
        </p:txBody>
      </p:sp>
    </p:spTree>
    <p:extLst>
      <p:ext uri="{BB962C8B-B14F-4D97-AF65-F5344CB8AC3E}">
        <p14:creationId xmlns:p14="http://schemas.microsoft.com/office/powerpoint/2010/main" val="282810431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Backtracking</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15</a:t>
            </a:fld>
            <a:endParaRPr kumimoji="1" lang="zh-TW" altLang="en-US" dirty="0"/>
          </a:p>
        </p:txBody>
      </p:sp>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extLst>
              <p:ext uri="{D42A27DB-BD31-4B8C-83A1-F6EECF244321}">
                <p14:modId xmlns:p14="http://schemas.microsoft.com/office/powerpoint/2010/main" val="2260014580"/>
              </p:ext>
            </p:extLst>
          </p:nvPr>
        </p:nvGraphicFramePr>
        <p:xfrm>
          <a:off x="1392503" y="1690688"/>
          <a:ext cx="6300000" cy="4324152"/>
        </p:xfrm>
        <a:graphic>
          <a:graphicData uri="http://schemas.openxmlformats.org/drawingml/2006/table">
            <a:tbl>
              <a:tblPr firstRow="1" bandRow="1">
                <a:tableStyleId>{5C22544A-7EE6-4342-B048-85BDC9FD1C3A}</a:tableStyleId>
              </a:tblPr>
              <a:tblGrid>
                <a:gridCol w="787500">
                  <a:extLst>
                    <a:ext uri="{9D8B030D-6E8A-4147-A177-3AD203B41FA5}">
                      <a16:colId xmlns:a16="http://schemas.microsoft.com/office/drawing/2014/main" val="3242848539"/>
                    </a:ext>
                  </a:extLst>
                </a:gridCol>
                <a:gridCol w="787500">
                  <a:extLst>
                    <a:ext uri="{9D8B030D-6E8A-4147-A177-3AD203B41FA5}">
                      <a16:colId xmlns:a16="http://schemas.microsoft.com/office/drawing/2014/main" val="1216764178"/>
                    </a:ext>
                  </a:extLst>
                </a:gridCol>
                <a:gridCol w="787500">
                  <a:extLst>
                    <a:ext uri="{9D8B030D-6E8A-4147-A177-3AD203B41FA5}">
                      <a16:colId xmlns:a16="http://schemas.microsoft.com/office/drawing/2014/main" val="735761456"/>
                    </a:ext>
                  </a:extLst>
                </a:gridCol>
                <a:gridCol w="787500">
                  <a:extLst>
                    <a:ext uri="{9D8B030D-6E8A-4147-A177-3AD203B41FA5}">
                      <a16:colId xmlns:a16="http://schemas.microsoft.com/office/drawing/2014/main" val="1529620551"/>
                    </a:ext>
                  </a:extLst>
                </a:gridCol>
                <a:gridCol w="787500">
                  <a:extLst>
                    <a:ext uri="{9D8B030D-6E8A-4147-A177-3AD203B41FA5}">
                      <a16:colId xmlns:a16="http://schemas.microsoft.com/office/drawing/2014/main" val="2402787438"/>
                    </a:ext>
                  </a:extLst>
                </a:gridCol>
                <a:gridCol w="787500">
                  <a:extLst>
                    <a:ext uri="{9D8B030D-6E8A-4147-A177-3AD203B41FA5}">
                      <a16:colId xmlns:a16="http://schemas.microsoft.com/office/drawing/2014/main" val="2695976807"/>
                    </a:ext>
                  </a:extLst>
                </a:gridCol>
                <a:gridCol w="787500">
                  <a:extLst>
                    <a:ext uri="{9D8B030D-6E8A-4147-A177-3AD203B41FA5}">
                      <a16:colId xmlns:a16="http://schemas.microsoft.com/office/drawing/2014/main" val="1649336562"/>
                    </a:ext>
                  </a:extLst>
                </a:gridCol>
                <a:gridCol w="787500">
                  <a:extLst>
                    <a:ext uri="{9D8B030D-6E8A-4147-A177-3AD203B41FA5}">
                      <a16:colId xmlns:a16="http://schemas.microsoft.com/office/drawing/2014/main" val="1883552243"/>
                    </a:ext>
                  </a:extLst>
                </a:gridCol>
              </a:tblGrid>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U</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1</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165119"/>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C</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080232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351981"/>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4233049"/>
                  </a:ext>
                </a:extLst>
              </a:tr>
            </a:tbl>
          </a:graphicData>
        </a:graphic>
      </p:graphicFrame>
      <p:pic>
        <p:nvPicPr>
          <p:cNvPr id="2050" name="Picture 2">
            <a:extLst>
              <a:ext uri="{FF2B5EF4-FFF2-40B4-BE49-F238E27FC236}">
                <a16:creationId xmlns:a16="http://schemas.microsoft.com/office/drawing/2014/main" id="{C674973C-DCFB-4ECF-A5BA-068EEB4C9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4515" y="1583696"/>
            <a:ext cx="3208388" cy="1518637"/>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直線單箭頭接點 15">
            <a:extLst>
              <a:ext uri="{FF2B5EF4-FFF2-40B4-BE49-F238E27FC236}">
                <a16:creationId xmlns:a16="http://schemas.microsoft.com/office/drawing/2014/main" id="{23469BFA-AED0-4C8F-8046-BEB822EE3306}"/>
              </a:ext>
            </a:extLst>
          </p:cNvPr>
          <p:cNvCxnSpPr>
            <a:cxnSpLocks/>
          </p:cNvCxnSpPr>
          <p:nvPr/>
        </p:nvCxnSpPr>
        <p:spPr>
          <a:xfrm flipH="1" flipV="1">
            <a:off x="6730183" y="5329085"/>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30AA35F1-D5DD-4456-945C-FE57E9ED5180}"/>
              </a:ext>
            </a:extLst>
          </p:cNvPr>
          <p:cNvCxnSpPr>
            <a:cxnSpLocks/>
          </p:cNvCxnSpPr>
          <p:nvPr/>
        </p:nvCxnSpPr>
        <p:spPr>
          <a:xfrm flipH="1" flipV="1">
            <a:off x="5963267" y="4758022"/>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文字方塊 4">
            <a:extLst>
              <a:ext uri="{FF2B5EF4-FFF2-40B4-BE49-F238E27FC236}">
                <a16:creationId xmlns:a16="http://schemas.microsoft.com/office/drawing/2014/main" id="{FABE2F54-D667-46CB-ADFF-48D248F4CC9C}"/>
              </a:ext>
            </a:extLst>
          </p:cNvPr>
          <p:cNvSpPr txBox="1"/>
          <p:nvPr/>
        </p:nvSpPr>
        <p:spPr>
          <a:xfrm>
            <a:off x="8344515" y="3255890"/>
            <a:ext cx="3701975" cy="461665"/>
          </a:xfrm>
          <a:prstGeom prst="rect">
            <a:avLst/>
          </a:prstGeom>
          <a:noFill/>
        </p:spPr>
        <p:txBody>
          <a:bodyPr wrap="none" rtlCol="0">
            <a:spAutoFit/>
          </a:bodyPr>
          <a:lstStyle/>
          <a:p>
            <a:pPr marL="342900" indent="-342900">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Insert A between G and A</a:t>
            </a:r>
            <a:endParaRPr lang="zh-TW" altLang="en-US" sz="2400" dirty="0">
              <a:latin typeface="Times" panose="02020603050405020304" pitchFamily="18" charset="0"/>
              <a:cs typeface="Times" panose="02020603050405020304" pitchFamily="18" charset="0"/>
            </a:endParaRPr>
          </a:p>
        </p:txBody>
      </p:sp>
      <p:cxnSp>
        <p:nvCxnSpPr>
          <p:cNvPr id="18" name="直線單箭頭接點 17">
            <a:extLst>
              <a:ext uri="{FF2B5EF4-FFF2-40B4-BE49-F238E27FC236}">
                <a16:creationId xmlns:a16="http://schemas.microsoft.com/office/drawing/2014/main" id="{6842AF32-FCB3-4869-A7C0-BD0E36445F1C}"/>
              </a:ext>
            </a:extLst>
          </p:cNvPr>
          <p:cNvCxnSpPr>
            <a:cxnSpLocks/>
          </p:cNvCxnSpPr>
          <p:nvPr/>
        </p:nvCxnSpPr>
        <p:spPr>
          <a:xfrm flipH="1" flipV="1">
            <a:off x="5722375" y="4254162"/>
            <a:ext cx="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573646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Backtracking</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16</a:t>
            </a:fld>
            <a:endParaRPr kumimoji="1" lang="zh-TW" altLang="en-US" dirty="0"/>
          </a:p>
        </p:txBody>
      </p:sp>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extLst>
              <p:ext uri="{D42A27DB-BD31-4B8C-83A1-F6EECF244321}">
                <p14:modId xmlns:p14="http://schemas.microsoft.com/office/powerpoint/2010/main" val="4250246838"/>
              </p:ext>
            </p:extLst>
          </p:nvPr>
        </p:nvGraphicFramePr>
        <p:xfrm>
          <a:off x="1392503" y="1690688"/>
          <a:ext cx="6300000" cy="4324152"/>
        </p:xfrm>
        <a:graphic>
          <a:graphicData uri="http://schemas.openxmlformats.org/drawingml/2006/table">
            <a:tbl>
              <a:tblPr firstRow="1" bandRow="1">
                <a:tableStyleId>{5C22544A-7EE6-4342-B048-85BDC9FD1C3A}</a:tableStyleId>
              </a:tblPr>
              <a:tblGrid>
                <a:gridCol w="787500">
                  <a:extLst>
                    <a:ext uri="{9D8B030D-6E8A-4147-A177-3AD203B41FA5}">
                      <a16:colId xmlns:a16="http://schemas.microsoft.com/office/drawing/2014/main" val="3242848539"/>
                    </a:ext>
                  </a:extLst>
                </a:gridCol>
                <a:gridCol w="787500">
                  <a:extLst>
                    <a:ext uri="{9D8B030D-6E8A-4147-A177-3AD203B41FA5}">
                      <a16:colId xmlns:a16="http://schemas.microsoft.com/office/drawing/2014/main" val="1216764178"/>
                    </a:ext>
                  </a:extLst>
                </a:gridCol>
                <a:gridCol w="787500">
                  <a:extLst>
                    <a:ext uri="{9D8B030D-6E8A-4147-A177-3AD203B41FA5}">
                      <a16:colId xmlns:a16="http://schemas.microsoft.com/office/drawing/2014/main" val="735761456"/>
                    </a:ext>
                  </a:extLst>
                </a:gridCol>
                <a:gridCol w="787500">
                  <a:extLst>
                    <a:ext uri="{9D8B030D-6E8A-4147-A177-3AD203B41FA5}">
                      <a16:colId xmlns:a16="http://schemas.microsoft.com/office/drawing/2014/main" val="1529620551"/>
                    </a:ext>
                  </a:extLst>
                </a:gridCol>
                <a:gridCol w="787500">
                  <a:extLst>
                    <a:ext uri="{9D8B030D-6E8A-4147-A177-3AD203B41FA5}">
                      <a16:colId xmlns:a16="http://schemas.microsoft.com/office/drawing/2014/main" val="2402787438"/>
                    </a:ext>
                  </a:extLst>
                </a:gridCol>
                <a:gridCol w="787500">
                  <a:extLst>
                    <a:ext uri="{9D8B030D-6E8A-4147-A177-3AD203B41FA5}">
                      <a16:colId xmlns:a16="http://schemas.microsoft.com/office/drawing/2014/main" val="2695976807"/>
                    </a:ext>
                  </a:extLst>
                </a:gridCol>
                <a:gridCol w="787500">
                  <a:extLst>
                    <a:ext uri="{9D8B030D-6E8A-4147-A177-3AD203B41FA5}">
                      <a16:colId xmlns:a16="http://schemas.microsoft.com/office/drawing/2014/main" val="1649336562"/>
                    </a:ext>
                  </a:extLst>
                </a:gridCol>
                <a:gridCol w="787500">
                  <a:extLst>
                    <a:ext uri="{9D8B030D-6E8A-4147-A177-3AD203B41FA5}">
                      <a16:colId xmlns:a16="http://schemas.microsoft.com/office/drawing/2014/main" val="1883552243"/>
                    </a:ext>
                  </a:extLst>
                </a:gridCol>
              </a:tblGrid>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U</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1</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165119"/>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C</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080232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351981"/>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4233049"/>
                  </a:ext>
                </a:extLst>
              </a:tr>
            </a:tbl>
          </a:graphicData>
        </a:graphic>
      </p:graphicFrame>
      <p:pic>
        <p:nvPicPr>
          <p:cNvPr id="2050" name="Picture 2">
            <a:extLst>
              <a:ext uri="{FF2B5EF4-FFF2-40B4-BE49-F238E27FC236}">
                <a16:creationId xmlns:a16="http://schemas.microsoft.com/office/drawing/2014/main" id="{C674973C-DCFB-4ECF-A5BA-068EEB4C9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4515" y="1583696"/>
            <a:ext cx="3208388" cy="1518637"/>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直線單箭頭接點 15">
            <a:extLst>
              <a:ext uri="{FF2B5EF4-FFF2-40B4-BE49-F238E27FC236}">
                <a16:creationId xmlns:a16="http://schemas.microsoft.com/office/drawing/2014/main" id="{23469BFA-AED0-4C8F-8046-BEB822EE3306}"/>
              </a:ext>
            </a:extLst>
          </p:cNvPr>
          <p:cNvCxnSpPr>
            <a:cxnSpLocks/>
          </p:cNvCxnSpPr>
          <p:nvPr/>
        </p:nvCxnSpPr>
        <p:spPr>
          <a:xfrm flipH="1" flipV="1">
            <a:off x="6730183" y="5329085"/>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30AA35F1-D5DD-4456-945C-FE57E9ED5180}"/>
              </a:ext>
            </a:extLst>
          </p:cNvPr>
          <p:cNvCxnSpPr>
            <a:cxnSpLocks/>
          </p:cNvCxnSpPr>
          <p:nvPr/>
        </p:nvCxnSpPr>
        <p:spPr>
          <a:xfrm flipH="1" flipV="1">
            <a:off x="5963267" y="4758022"/>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6842AF32-FCB3-4869-A7C0-BD0E36445F1C}"/>
              </a:ext>
            </a:extLst>
          </p:cNvPr>
          <p:cNvCxnSpPr>
            <a:cxnSpLocks/>
          </p:cNvCxnSpPr>
          <p:nvPr/>
        </p:nvCxnSpPr>
        <p:spPr>
          <a:xfrm flipH="1" flipV="1">
            <a:off x="5722375" y="4254162"/>
            <a:ext cx="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B1121F1D-4B97-4E59-95A8-1EF81844362C}"/>
              </a:ext>
            </a:extLst>
          </p:cNvPr>
          <p:cNvCxnSpPr>
            <a:cxnSpLocks/>
          </p:cNvCxnSpPr>
          <p:nvPr/>
        </p:nvCxnSpPr>
        <p:spPr>
          <a:xfrm flipH="1" flipV="1">
            <a:off x="5161938" y="3710197"/>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567537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Backtracking</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17</a:t>
            </a:fld>
            <a:endParaRPr kumimoji="1" lang="zh-TW" altLang="en-US" dirty="0"/>
          </a:p>
        </p:txBody>
      </p:sp>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extLst>
              <p:ext uri="{D42A27DB-BD31-4B8C-83A1-F6EECF244321}">
                <p14:modId xmlns:p14="http://schemas.microsoft.com/office/powerpoint/2010/main" val="3501350363"/>
              </p:ext>
            </p:extLst>
          </p:nvPr>
        </p:nvGraphicFramePr>
        <p:xfrm>
          <a:off x="1392503" y="1690688"/>
          <a:ext cx="6300000" cy="4324152"/>
        </p:xfrm>
        <a:graphic>
          <a:graphicData uri="http://schemas.openxmlformats.org/drawingml/2006/table">
            <a:tbl>
              <a:tblPr firstRow="1" bandRow="1">
                <a:tableStyleId>{5C22544A-7EE6-4342-B048-85BDC9FD1C3A}</a:tableStyleId>
              </a:tblPr>
              <a:tblGrid>
                <a:gridCol w="787500">
                  <a:extLst>
                    <a:ext uri="{9D8B030D-6E8A-4147-A177-3AD203B41FA5}">
                      <a16:colId xmlns:a16="http://schemas.microsoft.com/office/drawing/2014/main" val="3242848539"/>
                    </a:ext>
                  </a:extLst>
                </a:gridCol>
                <a:gridCol w="787500">
                  <a:extLst>
                    <a:ext uri="{9D8B030D-6E8A-4147-A177-3AD203B41FA5}">
                      <a16:colId xmlns:a16="http://schemas.microsoft.com/office/drawing/2014/main" val="1216764178"/>
                    </a:ext>
                  </a:extLst>
                </a:gridCol>
                <a:gridCol w="787500">
                  <a:extLst>
                    <a:ext uri="{9D8B030D-6E8A-4147-A177-3AD203B41FA5}">
                      <a16:colId xmlns:a16="http://schemas.microsoft.com/office/drawing/2014/main" val="735761456"/>
                    </a:ext>
                  </a:extLst>
                </a:gridCol>
                <a:gridCol w="787500">
                  <a:extLst>
                    <a:ext uri="{9D8B030D-6E8A-4147-A177-3AD203B41FA5}">
                      <a16:colId xmlns:a16="http://schemas.microsoft.com/office/drawing/2014/main" val="1529620551"/>
                    </a:ext>
                  </a:extLst>
                </a:gridCol>
                <a:gridCol w="787500">
                  <a:extLst>
                    <a:ext uri="{9D8B030D-6E8A-4147-A177-3AD203B41FA5}">
                      <a16:colId xmlns:a16="http://schemas.microsoft.com/office/drawing/2014/main" val="2402787438"/>
                    </a:ext>
                  </a:extLst>
                </a:gridCol>
                <a:gridCol w="787500">
                  <a:extLst>
                    <a:ext uri="{9D8B030D-6E8A-4147-A177-3AD203B41FA5}">
                      <a16:colId xmlns:a16="http://schemas.microsoft.com/office/drawing/2014/main" val="2695976807"/>
                    </a:ext>
                  </a:extLst>
                </a:gridCol>
                <a:gridCol w="787500">
                  <a:extLst>
                    <a:ext uri="{9D8B030D-6E8A-4147-A177-3AD203B41FA5}">
                      <a16:colId xmlns:a16="http://schemas.microsoft.com/office/drawing/2014/main" val="1649336562"/>
                    </a:ext>
                  </a:extLst>
                </a:gridCol>
                <a:gridCol w="787500">
                  <a:extLst>
                    <a:ext uri="{9D8B030D-6E8A-4147-A177-3AD203B41FA5}">
                      <a16:colId xmlns:a16="http://schemas.microsoft.com/office/drawing/2014/main" val="1883552243"/>
                    </a:ext>
                  </a:extLst>
                </a:gridCol>
              </a:tblGrid>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U</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1</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165119"/>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C</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080232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351981"/>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4233049"/>
                  </a:ext>
                </a:extLst>
              </a:tr>
            </a:tbl>
          </a:graphicData>
        </a:graphic>
      </p:graphicFrame>
      <p:pic>
        <p:nvPicPr>
          <p:cNvPr id="2050" name="Picture 2">
            <a:extLst>
              <a:ext uri="{FF2B5EF4-FFF2-40B4-BE49-F238E27FC236}">
                <a16:creationId xmlns:a16="http://schemas.microsoft.com/office/drawing/2014/main" id="{C674973C-DCFB-4ECF-A5BA-068EEB4C9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4515" y="1583696"/>
            <a:ext cx="3208388" cy="1518637"/>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直線單箭頭接點 15">
            <a:extLst>
              <a:ext uri="{FF2B5EF4-FFF2-40B4-BE49-F238E27FC236}">
                <a16:creationId xmlns:a16="http://schemas.microsoft.com/office/drawing/2014/main" id="{23469BFA-AED0-4C8F-8046-BEB822EE3306}"/>
              </a:ext>
            </a:extLst>
          </p:cNvPr>
          <p:cNvCxnSpPr>
            <a:cxnSpLocks/>
          </p:cNvCxnSpPr>
          <p:nvPr/>
        </p:nvCxnSpPr>
        <p:spPr>
          <a:xfrm flipH="1" flipV="1">
            <a:off x="6730183" y="5329085"/>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30AA35F1-D5DD-4456-945C-FE57E9ED5180}"/>
              </a:ext>
            </a:extLst>
          </p:cNvPr>
          <p:cNvCxnSpPr>
            <a:cxnSpLocks/>
          </p:cNvCxnSpPr>
          <p:nvPr/>
        </p:nvCxnSpPr>
        <p:spPr>
          <a:xfrm flipH="1" flipV="1">
            <a:off x="5963267" y="4758022"/>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6842AF32-FCB3-4869-A7C0-BD0E36445F1C}"/>
              </a:ext>
            </a:extLst>
          </p:cNvPr>
          <p:cNvCxnSpPr>
            <a:cxnSpLocks/>
          </p:cNvCxnSpPr>
          <p:nvPr/>
        </p:nvCxnSpPr>
        <p:spPr>
          <a:xfrm flipH="1" flipV="1">
            <a:off x="5722375" y="4254162"/>
            <a:ext cx="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B1121F1D-4B97-4E59-95A8-1EF81844362C}"/>
              </a:ext>
            </a:extLst>
          </p:cNvPr>
          <p:cNvCxnSpPr>
            <a:cxnSpLocks/>
          </p:cNvCxnSpPr>
          <p:nvPr/>
        </p:nvCxnSpPr>
        <p:spPr>
          <a:xfrm flipH="1" flipV="1">
            <a:off x="5161938" y="3710197"/>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794FAD3B-B866-401C-B415-C6388318ED92}"/>
              </a:ext>
            </a:extLst>
          </p:cNvPr>
          <p:cNvCxnSpPr>
            <a:cxnSpLocks/>
          </p:cNvCxnSpPr>
          <p:nvPr/>
        </p:nvCxnSpPr>
        <p:spPr>
          <a:xfrm flipH="1" flipV="1">
            <a:off x="4392562" y="3185358"/>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17154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Backtracking</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18</a:t>
            </a:fld>
            <a:endParaRPr kumimoji="1" lang="zh-TW" altLang="en-US" dirty="0"/>
          </a:p>
        </p:txBody>
      </p:sp>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extLst>
              <p:ext uri="{D42A27DB-BD31-4B8C-83A1-F6EECF244321}">
                <p14:modId xmlns:p14="http://schemas.microsoft.com/office/powerpoint/2010/main" val="3631858626"/>
              </p:ext>
            </p:extLst>
          </p:nvPr>
        </p:nvGraphicFramePr>
        <p:xfrm>
          <a:off x="1392503" y="1690688"/>
          <a:ext cx="6300000" cy="4324152"/>
        </p:xfrm>
        <a:graphic>
          <a:graphicData uri="http://schemas.openxmlformats.org/drawingml/2006/table">
            <a:tbl>
              <a:tblPr firstRow="1" bandRow="1">
                <a:tableStyleId>{5C22544A-7EE6-4342-B048-85BDC9FD1C3A}</a:tableStyleId>
              </a:tblPr>
              <a:tblGrid>
                <a:gridCol w="787500">
                  <a:extLst>
                    <a:ext uri="{9D8B030D-6E8A-4147-A177-3AD203B41FA5}">
                      <a16:colId xmlns:a16="http://schemas.microsoft.com/office/drawing/2014/main" val="3242848539"/>
                    </a:ext>
                  </a:extLst>
                </a:gridCol>
                <a:gridCol w="787500">
                  <a:extLst>
                    <a:ext uri="{9D8B030D-6E8A-4147-A177-3AD203B41FA5}">
                      <a16:colId xmlns:a16="http://schemas.microsoft.com/office/drawing/2014/main" val="1216764178"/>
                    </a:ext>
                  </a:extLst>
                </a:gridCol>
                <a:gridCol w="787500">
                  <a:extLst>
                    <a:ext uri="{9D8B030D-6E8A-4147-A177-3AD203B41FA5}">
                      <a16:colId xmlns:a16="http://schemas.microsoft.com/office/drawing/2014/main" val="735761456"/>
                    </a:ext>
                  </a:extLst>
                </a:gridCol>
                <a:gridCol w="787500">
                  <a:extLst>
                    <a:ext uri="{9D8B030D-6E8A-4147-A177-3AD203B41FA5}">
                      <a16:colId xmlns:a16="http://schemas.microsoft.com/office/drawing/2014/main" val="1529620551"/>
                    </a:ext>
                  </a:extLst>
                </a:gridCol>
                <a:gridCol w="787500">
                  <a:extLst>
                    <a:ext uri="{9D8B030D-6E8A-4147-A177-3AD203B41FA5}">
                      <a16:colId xmlns:a16="http://schemas.microsoft.com/office/drawing/2014/main" val="2402787438"/>
                    </a:ext>
                  </a:extLst>
                </a:gridCol>
                <a:gridCol w="787500">
                  <a:extLst>
                    <a:ext uri="{9D8B030D-6E8A-4147-A177-3AD203B41FA5}">
                      <a16:colId xmlns:a16="http://schemas.microsoft.com/office/drawing/2014/main" val="2695976807"/>
                    </a:ext>
                  </a:extLst>
                </a:gridCol>
                <a:gridCol w="787500">
                  <a:extLst>
                    <a:ext uri="{9D8B030D-6E8A-4147-A177-3AD203B41FA5}">
                      <a16:colId xmlns:a16="http://schemas.microsoft.com/office/drawing/2014/main" val="1649336562"/>
                    </a:ext>
                  </a:extLst>
                </a:gridCol>
                <a:gridCol w="787500">
                  <a:extLst>
                    <a:ext uri="{9D8B030D-6E8A-4147-A177-3AD203B41FA5}">
                      <a16:colId xmlns:a16="http://schemas.microsoft.com/office/drawing/2014/main" val="1883552243"/>
                    </a:ext>
                  </a:extLst>
                </a:gridCol>
              </a:tblGrid>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U</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1</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165119"/>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C</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080232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351981"/>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4233049"/>
                  </a:ext>
                </a:extLst>
              </a:tr>
            </a:tbl>
          </a:graphicData>
        </a:graphic>
      </p:graphicFrame>
      <p:pic>
        <p:nvPicPr>
          <p:cNvPr id="2050" name="Picture 2">
            <a:extLst>
              <a:ext uri="{FF2B5EF4-FFF2-40B4-BE49-F238E27FC236}">
                <a16:creationId xmlns:a16="http://schemas.microsoft.com/office/drawing/2014/main" id="{C674973C-DCFB-4ECF-A5BA-068EEB4C9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4515" y="1583696"/>
            <a:ext cx="3208388" cy="1518637"/>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直線單箭頭接點 15">
            <a:extLst>
              <a:ext uri="{FF2B5EF4-FFF2-40B4-BE49-F238E27FC236}">
                <a16:creationId xmlns:a16="http://schemas.microsoft.com/office/drawing/2014/main" id="{23469BFA-AED0-4C8F-8046-BEB822EE3306}"/>
              </a:ext>
            </a:extLst>
          </p:cNvPr>
          <p:cNvCxnSpPr>
            <a:cxnSpLocks/>
          </p:cNvCxnSpPr>
          <p:nvPr/>
        </p:nvCxnSpPr>
        <p:spPr>
          <a:xfrm flipH="1" flipV="1">
            <a:off x="6730183" y="5329085"/>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30AA35F1-D5DD-4456-945C-FE57E9ED5180}"/>
              </a:ext>
            </a:extLst>
          </p:cNvPr>
          <p:cNvCxnSpPr>
            <a:cxnSpLocks/>
          </p:cNvCxnSpPr>
          <p:nvPr/>
        </p:nvCxnSpPr>
        <p:spPr>
          <a:xfrm flipH="1" flipV="1">
            <a:off x="5963267" y="4758022"/>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6842AF32-FCB3-4869-A7C0-BD0E36445F1C}"/>
              </a:ext>
            </a:extLst>
          </p:cNvPr>
          <p:cNvCxnSpPr>
            <a:cxnSpLocks/>
          </p:cNvCxnSpPr>
          <p:nvPr/>
        </p:nvCxnSpPr>
        <p:spPr>
          <a:xfrm flipH="1" flipV="1">
            <a:off x="5722375" y="4254162"/>
            <a:ext cx="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B1121F1D-4B97-4E59-95A8-1EF81844362C}"/>
              </a:ext>
            </a:extLst>
          </p:cNvPr>
          <p:cNvCxnSpPr>
            <a:cxnSpLocks/>
          </p:cNvCxnSpPr>
          <p:nvPr/>
        </p:nvCxnSpPr>
        <p:spPr>
          <a:xfrm flipH="1" flipV="1">
            <a:off x="5161938" y="3710197"/>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794FAD3B-B866-401C-B415-C6388318ED92}"/>
              </a:ext>
            </a:extLst>
          </p:cNvPr>
          <p:cNvCxnSpPr>
            <a:cxnSpLocks/>
          </p:cNvCxnSpPr>
          <p:nvPr/>
        </p:nvCxnSpPr>
        <p:spPr>
          <a:xfrm flipH="1" flipV="1">
            <a:off x="4392562" y="3185358"/>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5ADB7D45-F523-47BF-BA52-2AE2B386283A}"/>
              </a:ext>
            </a:extLst>
          </p:cNvPr>
          <p:cNvCxnSpPr>
            <a:cxnSpLocks/>
          </p:cNvCxnSpPr>
          <p:nvPr/>
        </p:nvCxnSpPr>
        <p:spPr>
          <a:xfrm flipH="1" flipV="1">
            <a:off x="3601065" y="2647963"/>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586140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Backtracking</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19</a:t>
            </a:fld>
            <a:endParaRPr kumimoji="1" lang="zh-TW" altLang="en-US" dirty="0"/>
          </a:p>
        </p:txBody>
      </p:sp>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extLst>
              <p:ext uri="{D42A27DB-BD31-4B8C-83A1-F6EECF244321}">
                <p14:modId xmlns:p14="http://schemas.microsoft.com/office/powerpoint/2010/main" val="3191288104"/>
              </p:ext>
            </p:extLst>
          </p:nvPr>
        </p:nvGraphicFramePr>
        <p:xfrm>
          <a:off x="1392503" y="1690688"/>
          <a:ext cx="6300000" cy="4324152"/>
        </p:xfrm>
        <a:graphic>
          <a:graphicData uri="http://schemas.openxmlformats.org/drawingml/2006/table">
            <a:tbl>
              <a:tblPr firstRow="1" bandRow="1">
                <a:tableStyleId>{5C22544A-7EE6-4342-B048-85BDC9FD1C3A}</a:tableStyleId>
              </a:tblPr>
              <a:tblGrid>
                <a:gridCol w="787500">
                  <a:extLst>
                    <a:ext uri="{9D8B030D-6E8A-4147-A177-3AD203B41FA5}">
                      <a16:colId xmlns:a16="http://schemas.microsoft.com/office/drawing/2014/main" val="3242848539"/>
                    </a:ext>
                  </a:extLst>
                </a:gridCol>
                <a:gridCol w="787500">
                  <a:extLst>
                    <a:ext uri="{9D8B030D-6E8A-4147-A177-3AD203B41FA5}">
                      <a16:colId xmlns:a16="http://schemas.microsoft.com/office/drawing/2014/main" val="1216764178"/>
                    </a:ext>
                  </a:extLst>
                </a:gridCol>
                <a:gridCol w="787500">
                  <a:extLst>
                    <a:ext uri="{9D8B030D-6E8A-4147-A177-3AD203B41FA5}">
                      <a16:colId xmlns:a16="http://schemas.microsoft.com/office/drawing/2014/main" val="735761456"/>
                    </a:ext>
                  </a:extLst>
                </a:gridCol>
                <a:gridCol w="787500">
                  <a:extLst>
                    <a:ext uri="{9D8B030D-6E8A-4147-A177-3AD203B41FA5}">
                      <a16:colId xmlns:a16="http://schemas.microsoft.com/office/drawing/2014/main" val="1529620551"/>
                    </a:ext>
                  </a:extLst>
                </a:gridCol>
                <a:gridCol w="787500">
                  <a:extLst>
                    <a:ext uri="{9D8B030D-6E8A-4147-A177-3AD203B41FA5}">
                      <a16:colId xmlns:a16="http://schemas.microsoft.com/office/drawing/2014/main" val="2402787438"/>
                    </a:ext>
                  </a:extLst>
                </a:gridCol>
                <a:gridCol w="787500">
                  <a:extLst>
                    <a:ext uri="{9D8B030D-6E8A-4147-A177-3AD203B41FA5}">
                      <a16:colId xmlns:a16="http://schemas.microsoft.com/office/drawing/2014/main" val="2695976807"/>
                    </a:ext>
                  </a:extLst>
                </a:gridCol>
                <a:gridCol w="787500">
                  <a:extLst>
                    <a:ext uri="{9D8B030D-6E8A-4147-A177-3AD203B41FA5}">
                      <a16:colId xmlns:a16="http://schemas.microsoft.com/office/drawing/2014/main" val="1649336562"/>
                    </a:ext>
                  </a:extLst>
                </a:gridCol>
                <a:gridCol w="787500">
                  <a:extLst>
                    <a:ext uri="{9D8B030D-6E8A-4147-A177-3AD203B41FA5}">
                      <a16:colId xmlns:a16="http://schemas.microsoft.com/office/drawing/2014/main" val="1883552243"/>
                    </a:ext>
                  </a:extLst>
                </a:gridCol>
              </a:tblGrid>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U</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1</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165119"/>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C</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080232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351981"/>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4233049"/>
                  </a:ext>
                </a:extLst>
              </a:tr>
            </a:tbl>
          </a:graphicData>
        </a:graphic>
      </p:graphicFrame>
      <p:pic>
        <p:nvPicPr>
          <p:cNvPr id="2050" name="Picture 2">
            <a:extLst>
              <a:ext uri="{FF2B5EF4-FFF2-40B4-BE49-F238E27FC236}">
                <a16:creationId xmlns:a16="http://schemas.microsoft.com/office/drawing/2014/main" id="{C674973C-DCFB-4ECF-A5BA-068EEB4C9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4515" y="1583696"/>
            <a:ext cx="3208388" cy="1518637"/>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直線單箭頭接點 15">
            <a:extLst>
              <a:ext uri="{FF2B5EF4-FFF2-40B4-BE49-F238E27FC236}">
                <a16:creationId xmlns:a16="http://schemas.microsoft.com/office/drawing/2014/main" id="{23469BFA-AED0-4C8F-8046-BEB822EE3306}"/>
              </a:ext>
            </a:extLst>
          </p:cNvPr>
          <p:cNvCxnSpPr>
            <a:cxnSpLocks/>
          </p:cNvCxnSpPr>
          <p:nvPr/>
        </p:nvCxnSpPr>
        <p:spPr>
          <a:xfrm flipH="1" flipV="1">
            <a:off x="6730183" y="5329085"/>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30AA35F1-D5DD-4456-945C-FE57E9ED5180}"/>
              </a:ext>
            </a:extLst>
          </p:cNvPr>
          <p:cNvCxnSpPr>
            <a:cxnSpLocks/>
          </p:cNvCxnSpPr>
          <p:nvPr/>
        </p:nvCxnSpPr>
        <p:spPr>
          <a:xfrm flipH="1" flipV="1">
            <a:off x="5963267" y="4758022"/>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文字方塊 4">
            <a:extLst>
              <a:ext uri="{FF2B5EF4-FFF2-40B4-BE49-F238E27FC236}">
                <a16:creationId xmlns:a16="http://schemas.microsoft.com/office/drawing/2014/main" id="{FABE2F54-D667-46CB-ADFF-48D248F4CC9C}"/>
              </a:ext>
            </a:extLst>
          </p:cNvPr>
          <p:cNvSpPr txBox="1"/>
          <p:nvPr/>
        </p:nvSpPr>
        <p:spPr>
          <a:xfrm>
            <a:off x="8344515" y="3255890"/>
            <a:ext cx="1675139" cy="461665"/>
          </a:xfrm>
          <a:prstGeom prst="rect">
            <a:avLst/>
          </a:prstGeom>
          <a:noFill/>
        </p:spPr>
        <p:txBody>
          <a:bodyPr wrap="none" rtlCol="0">
            <a:spAutoFit/>
          </a:bodyPr>
          <a:lstStyle/>
          <a:p>
            <a:pPr marL="342900" indent="-342900">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Delete A </a:t>
            </a:r>
            <a:endParaRPr lang="zh-TW" altLang="en-US" sz="2400" dirty="0">
              <a:latin typeface="Times" panose="02020603050405020304" pitchFamily="18" charset="0"/>
              <a:cs typeface="Times" panose="02020603050405020304" pitchFamily="18" charset="0"/>
            </a:endParaRPr>
          </a:p>
        </p:txBody>
      </p:sp>
      <p:cxnSp>
        <p:nvCxnSpPr>
          <p:cNvPr id="18" name="直線單箭頭接點 17">
            <a:extLst>
              <a:ext uri="{FF2B5EF4-FFF2-40B4-BE49-F238E27FC236}">
                <a16:creationId xmlns:a16="http://schemas.microsoft.com/office/drawing/2014/main" id="{6842AF32-FCB3-4869-A7C0-BD0E36445F1C}"/>
              </a:ext>
            </a:extLst>
          </p:cNvPr>
          <p:cNvCxnSpPr>
            <a:cxnSpLocks/>
          </p:cNvCxnSpPr>
          <p:nvPr/>
        </p:nvCxnSpPr>
        <p:spPr>
          <a:xfrm flipH="1" flipV="1">
            <a:off x="5722375" y="4254162"/>
            <a:ext cx="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B1121F1D-4B97-4E59-95A8-1EF81844362C}"/>
              </a:ext>
            </a:extLst>
          </p:cNvPr>
          <p:cNvCxnSpPr>
            <a:cxnSpLocks/>
          </p:cNvCxnSpPr>
          <p:nvPr/>
        </p:nvCxnSpPr>
        <p:spPr>
          <a:xfrm flipH="1" flipV="1">
            <a:off x="5161938" y="3710197"/>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794FAD3B-B866-401C-B415-C6388318ED92}"/>
              </a:ext>
            </a:extLst>
          </p:cNvPr>
          <p:cNvCxnSpPr>
            <a:cxnSpLocks/>
          </p:cNvCxnSpPr>
          <p:nvPr/>
        </p:nvCxnSpPr>
        <p:spPr>
          <a:xfrm flipH="1" flipV="1">
            <a:off x="4392562" y="3185358"/>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5ADB7D45-F523-47BF-BA52-2AE2B386283A}"/>
              </a:ext>
            </a:extLst>
          </p:cNvPr>
          <p:cNvCxnSpPr>
            <a:cxnSpLocks/>
          </p:cNvCxnSpPr>
          <p:nvPr/>
        </p:nvCxnSpPr>
        <p:spPr>
          <a:xfrm flipH="1" flipV="1">
            <a:off x="3601065" y="2647963"/>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9B90B9E3-145B-4F30-9387-EF1EEFCCE006}"/>
              </a:ext>
            </a:extLst>
          </p:cNvPr>
          <p:cNvCxnSpPr>
            <a:cxnSpLocks/>
          </p:cNvCxnSpPr>
          <p:nvPr/>
        </p:nvCxnSpPr>
        <p:spPr>
          <a:xfrm flipH="1">
            <a:off x="2802808" y="2503799"/>
            <a:ext cx="34166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994811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Backtracking</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20</a:t>
            </a:fld>
            <a:endParaRPr kumimoji="1" lang="zh-TW" altLang="en-US" dirty="0"/>
          </a:p>
        </p:txBody>
      </p:sp>
      <p:graphicFrame>
        <p:nvGraphicFramePr>
          <p:cNvPr id="3" name="表格 6">
            <a:extLst>
              <a:ext uri="{FF2B5EF4-FFF2-40B4-BE49-F238E27FC236}">
                <a16:creationId xmlns:a16="http://schemas.microsoft.com/office/drawing/2014/main" id="{42174BB8-A6CB-46BD-8270-49270CF8530C}"/>
              </a:ext>
            </a:extLst>
          </p:cNvPr>
          <p:cNvGraphicFramePr>
            <a:graphicFrameLocks noGrp="1"/>
          </p:cNvGraphicFramePr>
          <p:nvPr>
            <p:extLst>
              <p:ext uri="{D42A27DB-BD31-4B8C-83A1-F6EECF244321}">
                <p14:modId xmlns:p14="http://schemas.microsoft.com/office/powerpoint/2010/main" val="2146848775"/>
              </p:ext>
            </p:extLst>
          </p:nvPr>
        </p:nvGraphicFramePr>
        <p:xfrm>
          <a:off x="1392503" y="1690688"/>
          <a:ext cx="6300000" cy="4324152"/>
        </p:xfrm>
        <a:graphic>
          <a:graphicData uri="http://schemas.openxmlformats.org/drawingml/2006/table">
            <a:tbl>
              <a:tblPr firstRow="1" bandRow="1">
                <a:tableStyleId>{5C22544A-7EE6-4342-B048-85BDC9FD1C3A}</a:tableStyleId>
              </a:tblPr>
              <a:tblGrid>
                <a:gridCol w="787500">
                  <a:extLst>
                    <a:ext uri="{9D8B030D-6E8A-4147-A177-3AD203B41FA5}">
                      <a16:colId xmlns:a16="http://schemas.microsoft.com/office/drawing/2014/main" val="3242848539"/>
                    </a:ext>
                  </a:extLst>
                </a:gridCol>
                <a:gridCol w="787500">
                  <a:extLst>
                    <a:ext uri="{9D8B030D-6E8A-4147-A177-3AD203B41FA5}">
                      <a16:colId xmlns:a16="http://schemas.microsoft.com/office/drawing/2014/main" val="1216764178"/>
                    </a:ext>
                  </a:extLst>
                </a:gridCol>
                <a:gridCol w="787500">
                  <a:extLst>
                    <a:ext uri="{9D8B030D-6E8A-4147-A177-3AD203B41FA5}">
                      <a16:colId xmlns:a16="http://schemas.microsoft.com/office/drawing/2014/main" val="735761456"/>
                    </a:ext>
                  </a:extLst>
                </a:gridCol>
                <a:gridCol w="787500">
                  <a:extLst>
                    <a:ext uri="{9D8B030D-6E8A-4147-A177-3AD203B41FA5}">
                      <a16:colId xmlns:a16="http://schemas.microsoft.com/office/drawing/2014/main" val="1529620551"/>
                    </a:ext>
                  </a:extLst>
                </a:gridCol>
                <a:gridCol w="787500">
                  <a:extLst>
                    <a:ext uri="{9D8B030D-6E8A-4147-A177-3AD203B41FA5}">
                      <a16:colId xmlns:a16="http://schemas.microsoft.com/office/drawing/2014/main" val="2402787438"/>
                    </a:ext>
                  </a:extLst>
                </a:gridCol>
                <a:gridCol w="787500">
                  <a:extLst>
                    <a:ext uri="{9D8B030D-6E8A-4147-A177-3AD203B41FA5}">
                      <a16:colId xmlns:a16="http://schemas.microsoft.com/office/drawing/2014/main" val="2695976807"/>
                    </a:ext>
                  </a:extLst>
                </a:gridCol>
                <a:gridCol w="787500">
                  <a:extLst>
                    <a:ext uri="{9D8B030D-6E8A-4147-A177-3AD203B41FA5}">
                      <a16:colId xmlns:a16="http://schemas.microsoft.com/office/drawing/2014/main" val="1649336562"/>
                    </a:ext>
                  </a:extLst>
                </a:gridCol>
                <a:gridCol w="787500">
                  <a:extLst>
                    <a:ext uri="{9D8B030D-6E8A-4147-A177-3AD203B41FA5}">
                      <a16:colId xmlns:a16="http://schemas.microsoft.com/office/drawing/2014/main" val="1883552243"/>
                    </a:ext>
                  </a:extLst>
                </a:gridCol>
              </a:tblGrid>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C</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0</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U</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1</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165119"/>
                  </a:ext>
                </a:extLst>
              </a:tr>
              <a:tr h="540519">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C</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G</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0802326"/>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351981"/>
                  </a:ext>
                </a:extLst>
              </a:tr>
              <a:tr h="540519">
                <a:tc>
                  <a:txBody>
                    <a:bodyPr/>
                    <a:lstStyle/>
                    <a:p>
                      <a:pPr algn="ctr"/>
                      <a:r>
                        <a:rPr lang="en-US" altLang="zh-TW" sz="2400" b="0" dirty="0">
                          <a:solidFill>
                            <a:schemeClr val="tx1"/>
                          </a:solidFill>
                          <a:latin typeface="Times" panose="02020603050405020304" pitchFamily="18" charset="0"/>
                          <a:cs typeface="Times" panose="02020603050405020304" pitchFamily="18" charset="0"/>
                        </a:rPr>
                        <a:t>U</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4233049"/>
                  </a:ext>
                </a:extLst>
              </a:tr>
            </a:tbl>
          </a:graphicData>
        </a:graphic>
      </p:graphicFrame>
      <p:pic>
        <p:nvPicPr>
          <p:cNvPr id="2050" name="Picture 2">
            <a:extLst>
              <a:ext uri="{FF2B5EF4-FFF2-40B4-BE49-F238E27FC236}">
                <a16:creationId xmlns:a16="http://schemas.microsoft.com/office/drawing/2014/main" id="{C674973C-DCFB-4ECF-A5BA-068EEB4C9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4515" y="1583696"/>
            <a:ext cx="3208388" cy="1518637"/>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直線單箭頭接點 15">
            <a:extLst>
              <a:ext uri="{FF2B5EF4-FFF2-40B4-BE49-F238E27FC236}">
                <a16:creationId xmlns:a16="http://schemas.microsoft.com/office/drawing/2014/main" id="{23469BFA-AED0-4C8F-8046-BEB822EE3306}"/>
              </a:ext>
            </a:extLst>
          </p:cNvPr>
          <p:cNvCxnSpPr>
            <a:cxnSpLocks/>
          </p:cNvCxnSpPr>
          <p:nvPr/>
        </p:nvCxnSpPr>
        <p:spPr>
          <a:xfrm flipH="1" flipV="1">
            <a:off x="6730183" y="5329085"/>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30AA35F1-D5DD-4456-945C-FE57E9ED5180}"/>
              </a:ext>
            </a:extLst>
          </p:cNvPr>
          <p:cNvCxnSpPr>
            <a:cxnSpLocks/>
          </p:cNvCxnSpPr>
          <p:nvPr/>
        </p:nvCxnSpPr>
        <p:spPr>
          <a:xfrm flipH="1" flipV="1">
            <a:off x="5963267" y="4758022"/>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文字方塊 4">
            <a:extLst>
              <a:ext uri="{FF2B5EF4-FFF2-40B4-BE49-F238E27FC236}">
                <a16:creationId xmlns:a16="http://schemas.microsoft.com/office/drawing/2014/main" id="{FABE2F54-D667-46CB-ADFF-48D248F4CC9C}"/>
              </a:ext>
            </a:extLst>
          </p:cNvPr>
          <p:cNvSpPr txBox="1"/>
          <p:nvPr/>
        </p:nvSpPr>
        <p:spPr>
          <a:xfrm>
            <a:off x="8344515" y="3294698"/>
            <a:ext cx="2682145" cy="1200329"/>
          </a:xfrm>
          <a:prstGeom prst="rect">
            <a:avLst/>
          </a:prstGeom>
          <a:noFill/>
        </p:spPr>
        <p:txBody>
          <a:bodyPr wrap="none" rtlCol="0">
            <a:spAutoFit/>
          </a:bodyPr>
          <a:lstStyle/>
          <a:p>
            <a:pPr marL="342900" indent="-342900">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AUCG - CU</a:t>
            </a:r>
          </a:p>
          <a:p>
            <a:r>
              <a:rPr lang="zh-TW" altLang="en-US" sz="2400" dirty="0">
                <a:latin typeface="Times" panose="02020603050405020304" pitchFamily="18" charset="0"/>
                <a:cs typeface="Times" panose="02020603050405020304" pitchFamily="18" charset="0"/>
              </a:rPr>
              <a:t> </a:t>
            </a:r>
            <a:r>
              <a:rPr lang="en-US" altLang="zh-TW" sz="2400" dirty="0">
                <a:latin typeface="Times" panose="02020603050405020304" pitchFamily="18" charset="0"/>
                <a:cs typeface="Times" panose="02020603050405020304" pitchFamily="18" charset="0"/>
              </a:rPr>
              <a:t>    - UCGAAU</a:t>
            </a:r>
          </a:p>
          <a:p>
            <a:pPr marL="342900" indent="-342900">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The distance is 3.</a:t>
            </a:r>
            <a:endParaRPr lang="zh-TW" altLang="en-US" sz="2400" dirty="0">
              <a:latin typeface="Times" panose="02020603050405020304" pitchFamily="18" charset="0"/>
              <a:cs typeface="Times" panose="02020603050405020304" pitchFamily="18" charset="0"/>
            </a:endParaRPr>
          </a:p>
        </p:txBody>
      </p:sp>
      <p:cxnSp>
        <p:nvCxnSpPr>
          <p:cNvPr id="18" name="直線單箭頭接點 17">
            <a:extLst>
              <a:ext uri="{FF2B5EF4-FFF2-40B4-BE49-F238E27FC236}">
                <a16:creationId xmlns:a16="http://schemas.microsoft.com/office/drawing/2014/main" id="{6842AF32-FCB3-4869-A7C0-BD0E36445F1C}"/>
              </a:ext>
            </a:extLst>
          </p:cNvPr>
          <p:cNvCxnSpPr>
            <a:cxnSpLocks/>
          </p:cNvCxnSpPr>
          <p:nvPr/>
        </p:nvCxnSpPr>
        <p:spPr>
          <a:xfrm flipH="1" flipV="1">
            <a:off x="5722375" y="4254162"/>
            <a:ext cx="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B1121F1D-4B97-4E59-95A8-1EF81844362C}"/>
              </a:ext>
            </a:extLst>
          </p:cNvPr>
          <p:cNvCxnSpPr>
            <a:cxnSpLocks/>
          </p:cNvCxnSpPr>
          <p:nvPr/>
        </p:nvCxnSpPr>
        <p:spPr>
          <a:xfrm flipH="1" flipV="1">
            <a:off x="5161938" y="3710197"/>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794FAD3B-B866-401C-B415-C6388318ED92}"/>
              </a:ext>
            </a:extLst>
          </p:cNvPr>
          <p:cNvCxnSpPr>
            <a:cxnSpLocks/>
          </p:cNvCxnSpPr>
          <p:nvPr/>
        </p:nvCxnSpPr>
        <p:spPr>
          <a:xfrm flipH="1" flipV="1">
            <a:off x="4392562" y="3185358"/>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5ADB7D45-F523-47BF-BA52-2AE2B386283A}"/>
              </a:ext>
            </a:extLst>
          </p:cNvPr>
          <p:cNvCxnSpPr>
            <a:cxnSpLocks/>
          </p:cNvCxnSpPr>
          <p:nvPr/>
        </p:nvCxnSpPr>
        <p:spPr>
          <a:xfrm flipH="1" flipV="1">
            <a:off x="3601065" y="2647963"/>
            <a:ext cx="299881" cy="2851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9B90B9E3-145B-4F30-9387-EF1EEFCCE006}"/>
              </a:ext>
            </a:extLst>
          </p:cNvPr>
          <p:cNvCxnSpPr>
            <a:cxnSpLocks/>
          </p:cNvCxnSpPr>
          <p:nvPr/>
        </p:nvCxnSpPr>
        <p:spPr>
          <a:xfrm flipH="1">
            <a:off x="2802808" y="2503799"/>
            <a:ext cx="341669"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900078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pPr/>
                <a14:m>
                  <m:oMathPara xmlns:m="http://schemas.openxmlformats.org/officeDocument/2006/math">
                    <m:oMathParaPr>
                      <m:jc m:val="left"/>
                    </m:oMathParaPr>
                    <m:oMath xmlns:m="http://schemas.openxmlformats.org/officeDocument/2006/math">
                      <m:sSub>
                        <m:sSubPr>
                          <m:ctrlPr>
                            <a:rPr lang="en-US" altLang="zh-TW" sz="4400" b="0" i="1" dirty="0" smtClean="0">
                              <a:latin typeface="Cambria Math" panose="02040503050406030204" pitchFamily="18" charset="0"/>
                              <a:cs typeface="Times" panose="02020603050405020304" pitchFamily="18" charset="0"/>
                            </a:rPr>
                          </m:ctrlPr>
                        </m:sSubPr>
                        <m:e>
                          <m:r>
                            <a:rPr lang="en-US" altLang="zh-TW" sz="4400" b="0" i="1" dirty="0" smtClean="0">
                              <a:latin typeface="Cambria Math" panose="02040503050406030204" pitchFamily="18" charset="0"/>
                              <a:cs typeface="Times" panose="02020603050405020304" pitchFamily="18" charset="0"/>
                            </a:rPr>
                            <m:t>𝑑𝑖𝑠𝑡</m:t>
                          </m:r>
                        </m:e>
                        <m:sub>
                          <m:r>
                            <a:rPr lang="en-US" altLang="zh-TW" sz="4400" b="0" i="1" dirty="0" smtClean="0">
                              <a:latin typeface="Cambria Math" panose="02040503050406030204" pitchFamily="18" charset="0"/>
                              <a:cs typeface="Times" panose="02020603050405020304" pitchFamily="18" charset="0"/>
                            </a:rPr>
                            <m:t>𝑒𝑑𝑖𝑡</m:t>
                          </m:r>
                        </m:sub>
                      </m:sSub>
                      <m:d>
                        <m:dPr>
                          <m:ctrlPr>
                            <a:rPr lang="en-US" altLang="zh-TW" sz="4400" b="0" i="1" dirty="0" smtClean="0">
                              <a:latin typeface="Cambria Math" panose="02040503050406030204" pitchFamily="18" charset="0"/>
                              <a:cs typeface="Times" panose="02020603050405020304" pitchFamily="18" charset="0"/>
                            </a:rPr>
                          </m:ctrlPr>
                        </m:dPr>
                        <m:e>
                          <m:r>
                            <a:rPr lang="en-US" altLang="zh-TW" sz="4400" b="0" i="1" dirty="0" smtClean="0">
                              <a:latin typeface="Cambria Math" panose="02040503050406030204" pitchFamily="18" charset="0"/>
                              <a:cs typeface="Times" panose="02020603050405020304" pitchFamily="18" charset="0"/>
                            </a:rPr>
                            <m:t>𝑖</m:t>
                          </m:r>
                          <m:r>
                            <a:rPr lang="en-US" altLang="zh-TW" sz="4400" b="0" i="1" dirty="0" smtClean="0">
                              <a:latin typeface="Cambria Math" panose="02040503050406030204" pitchFamily="18" charset="0"/>
                              <a:cs typeface="Times" panose="02020603050405020304" pitchFamily="18" charset="0"/>
                            </a:rPr>
                            <m:t>, </m:t>
                          </m:r>
                          <m:r>
                            <a:rPr lang="en-US" altLang="zh-TW" sz="4400" b="0" i="1" dirty="0" smtClean="0">
                              <a:latin typeface="Cambria Math" panose="02040503050406030204" pitchFamily="18" charset="0"/>
                              <a:cs typeface="Times" panose="02020603050405020304" pitchFamily="18" charset="0"/>
                            </a:rPr>
                            <m:t>𝑗</m:t>
                          </m:r>
                        </m:e>
                      </m:d>
                    </m:oMath>
                  </m:oMathPara>
                </a14:m>
                <a:endParaRPr kumimoji="1" lang="zh-TW" altLang="en-US" dirty="0">
                  <a:latin typeface="Times" pitchFamily="2" charset="0"/>
                </a:endParaRPr>
              </a:p>
            </p:txBody>
          </p:sp>
        </mc:Choice>
        <mc:Fallback xmlns="">
          <p:sp>
            <p:nvSpPr>
              <p:cNvPr id="2" name="標題 1">
                <a:extLst>
                  <a:ext uri="{FF2B5EF4-FFF2-40B4-BE49-F238E27FC236}">
                    <a16:creationId xmlns:a16="http://schemas.microsoft.com/office/drawing/2014/main" id="{D305438D-F4BF-BC45-90BC-8CDF5398A9FA}"/>
                  </a:ext>
                </a:extLst>
              </p:cNvPr>
              <p:cNvSpPr>
                <a:spLocks noGrp="1" noRot="1" noChangeAspect="1" noMove="1" noResize="1" noEditPoints="1" noAdjustHandles="1" noChangeArrowheads="1" noChangeShapeType="1" noTextEdit="1"/>
              </p:cNvSpPr>
              <p:nvPr>
                <p:ph type="title"/>
              </p:nvPr>
            </p:nvSpPr>
            <p:spPr>
              <a:blipFill>
                <a:blip r:embed="rId3"/>
                <a:stretch>
                  <a:fillRect/>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21</a:t>
            </a:fld>
            <a:endParaRPr kumimoji="1" lang="zh-TW" altLang="en-US" dirty="0"/>
          </a:p>
        </p:txBody>
      </p:sp>
      <p:graphicFrame>
        <p:nvGraphicFramePr>
          <p:cNvPr id="23" name="表格 6">
            <a:extLst>
              <a:ext uri="{FF2B5EF4-FFF2-40B4-BE49-F238E27FC236}">
                <a16:creationId xmlns:a16="http://schemas.microsoft.com/office/drawing/2014/main" id="{2E36D1AE-CBCF-4802-8487-B4063DC47513}"/>
              </a:ext>
            </a:extLst>
          </p:cNvPr>
          <p:cNvGraphicFramePr>
            <a:graphicFrameLocks noGrp="1"/>
          </p:cNvGraphicFramePr>
          <p:nvPr>
            <p:extLst>
              <p:ext uri="{D42A27DB-BD31-4B8C-83A1-F6EECF244321}">
                <p14:modId xmlns:p14="http://schemas.microsoft.com/office/powerpoint/2010/main" val="1857350174"/>
              </p:ext>
            </p:extLst>
          </p:nvPr>
        </p:nvGraphicFramePr>
        <p:xfrm>
          <a:off x="1074530" y="1743667"/>
          <a:ext cx="6051042" cy="4665663"/>
        </p:xfrm>
        <a:graphic>
          <a:graphicData uri="http://schemas.openxmlformats.org/drawingml/2006/table">
            <a:tbl>
              <a:tblPr firstRow="1" bandRow="1">
                <a:tableStyleId>{5C22544A-7EE6-4342-B048-85BDC9FD1C3A}</a:tableStyleId>
              </a:tblPr>
              <a:tblGrid>
                <a:gridCol w="672338">
                  <a:extLst>
                    <a:ext uri="{9D8B030D-6E8A-4147-A177-3AD203B41FA5}">
                      <a16:colId xmlns:a16="http://schemas.microsoft.com/office/drawing/2014/main" val="3242848539"/>
                    </a:ext>
                  </a:extLst>
                </a:gridCol>
                <a:gridCol w="672338">
                  <a:extLst>
                    <a:ext uri="{9D8B030D-6E8A-4147-A177-3AD203B41FA5}">
                      <a16:colId xmlns:a16="http://schemas.microsoft.com/office/drawing/2014/main" val="1216764178"/>
                    </a:ext>
                  </a:extLst>
                </a:gridCol>
                <a:gridCol w="672338">
                  <a:extLst>
                    <a:ext uri="{9D8B030D-6E8A-4147-A177-3AD203B41FA5}">
                      <a16:colId xmlns:a16="http://schemas.microsoft.com/office/drawing/2014/main" val="735761456"/>
                    </a:ext>
                  </a:extLst>
                </a:gridCol>
                <a:gridCol w="672338">
                  <a:extLst>
                    <a:ext uri="{9D8B030D-6E8A-4147-A177-3AD203B41FA5}">
                      <a16:colId xmlns:a16="http://schemas.microsoft.com/office/drawing/2014/main" val="1529620551"/>
                    </a:ext>
                  </a:extLst>
                </a:gridCol>
                <a:gridCol w="672338">
                  <a:extLst>
                    <a:ext uri="{9D8B030D-6E8A-4147-A177-3AD203B41FA5}">
                      <a16:colId xmlns:a16="http://schemas.microsoft.com/office/drawing/2014/main" val="2402787438"/>
                    </a:ext>
                  </a:extLst>
                </a:gridCol>
                <a:gridCol w="672338">
                  <a:extLst>
                    <a:ext uri="{9D8B030D-6E8A-4147-A177-3AD203B41FA5}">
                      <a16:colId xmlns:a16="http://schemas.microsoft.com/office/drawing/2014/main" val="2695976807"/>
                    </a:ext>
                  </a:extLst>
                </a:gridCol>
                <a:gridCol w="672338">
                  <a:extLst>
                    <a:ext uri="{9D8B030D-6E8A-4147-A177-3AD203B41FA5}">
                      <a16:colId xmlns:a16="http://schemas.microsoft.com/office/drawing/2014/main" val="1649336562"/>
                    </a:ext>
                  </a:extLst>
                </a:gridCol>
                <a:gridCol w="672338">
                  <a:extLst>
                    <a:ext uri="{9D8B030D-6E8A-4147-A177-3AD203B41FA5}">
                      <a16:colId xmlns:a16="http://schemas.microsoft.com/office/drawing/2014/main" val="1883552243"/>
                    </a:ext>
                  </a:extLst>
                </a:gridCol>
                <a:gridCol w="672338">
                  <a:extLst>
                    <a:ext uri="{9D8B030D-6E8A-4147-A177-3AD203B41FA5}">
                      <a16:colId xmlns:a16="http://schemas.microsoft.com/office/drawing/2014/main" val="1499301736"/>
                    </a:ext>
                  </a:extLst>
                </a:gridCol>
              </a:tblGrid>
              <a:tr h="518407">
                <a:tc>
                  <a:txBody>
                    <a:bodyPr/>
                    <a:lstStyle/>
                    <a:p>
                      <a:pPr algn="ct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18407">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r h="518407">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3</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165119"/>
                  </a:ext>
                </a:extLst>
              </a:tr>
              <a:tr h="518407">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3</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i="0" dirty="0">
                          <a:solidFill>
                            <a:schemeClr val="tx1"/>
                          </a:solidFill>
                          <a:latin typeface="Times" panose="02020603050405020304" pitchFamily="18" charset="0"/>
                          <a:cs typeface="Times" panose="02020603050405020304" pitchFamily="18" charset="0"/>
                        </a:rPr>
                        <a:t>2</a:t>
                      </a:r>
                      <a:endParaRPr lang="zh-TW" altLang="en-US" sz="2400" b="0" i="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45053646"/>
                  </a:ext>
                </a:extLst>
              </a:tr>
              <a:tr h="518407">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29765776"/>
                  </a:ext>
                </a:extLst>
              </a:tr>
              <a:tr h="518407">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0802326"/>
                  </a:ext>
                </a:extLst>
              </a:tr>
              <a:tr h="518407">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8351981"/>
                  </a:ext>
                </a:extLst>
              </a:tr>
              <a:tr h="518407">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4233049"/>
                  </a:ext>
                </a:extLst>
              </a:tr>
              <a:tr h="518407">
                <a:tc>
                  <a:txBody>
                    <a:bodyPr/>
                    <a:lstStyle/>
                    <a:p>
                      <a:pPr algn="ctr"/>
                      <a:r>
                        <a:rPr lang="en-US" altLang="zh-TW" sz="2400" b="0" dirty="0">
                          <a:solidFill>
                            <a:schemeClr val="tx1"/>
                          </a:solidFill>
                          <a:latin typeface="Times" panose="02020603050405020304" pitchFamily="18" charset="0"/>
                          <a:cs typeface="Times" panose="02020603050405020304" pitchFamily="18" charset="0"/>
                        </a:rPr>
                        <a:t>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543438"/>
                  </a:ext>
                </a:extLst>
              </a:tr>
            </a:tbl>
          </a:graphicData>
        </a:graphic>
      </p:graphicFrame>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D77315C2-37AC-4B27-938E-37DBFF9547B0}"/>
                  </a:ext>
                </a:extLst>
              </p:cNvPr>
              <p:cNvSpPr txBox="1"/>
              <p:nvPr/>
            </p:nvSpPr>
            <p:spPr>
              <a:xfrm>
                <a:off x="1064698" y="1843528"/>
                <a:ext cx="36913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dirty="0" smtClean="0">
                          <a:latin typeface="Cambria Math" panose="02040503050406030204" pitchFamily="18" charset="0"/>
                          <a:cs typeface="Times" panose="02020603050405020304" pitchFamily="18" charset="0"/>
                        </a:rPr>
                        <m:t>𝑖</m:t>
                      </m:r>
                    </m:oMath>
                  </m:oMathPara>
                </a14:m>
                <a:endParaRPr lang="en-US" altLang="zh-TW" sz="2400" dirty="0">
                  <a:latin typeface="Times" panose="02020603050405020304" pitchFamily="18" charset="0"/>
                  <a:cs typeface="Times" panose="02020603050405020304" pitchFamily="18" charset="0"/>
                </a:endParaRPr>
              </a:p>
            </p:txBody>
          </p:sp>
        </mc:Choice>
        <mc:Fallback xmlns="">
          <p:sp>
            <p:nvSpPr>
              <p:cNvPr id="24" name="文字方塊 23">
                <a:extLst>
                  <a:ext uri="{FF2B5EF4-FFF2-40B4-BE49-F238E27FC236}">
                    <a16:creationId xmlns:a16="http://schemas.microsoft.com/office/drawing/2014/main" id="{D77315C2-37AC-4B27-938E-37DBFF9547B0}"/>
                  </a:ext>
                </a:extLst>
              </p:cNvPr>
              <p:cNvSpPr txBox="1">
                <a:spLocks noRot="1" noChangeAspect="1" noMove="1" noResize="1" noEditPoints="1" noAdjustHandles="1" noChangeArrowheads="1" noChangeShapeType="1" noTextEdit="1"/>
              </p:cNvSpPr>
              <p:nvPr/>
            </p:nvSpPr>
            <p:spPr>
              <a:xfrm>
                <a:off x="1064698" y="1843528"/>
                <a:ext cx="369139" cy="46166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FC1794C1-4854-4431-9A21-5BB4088632C6}"/>
                  </a:ext>
                </a:extLst>
              </p:cNvPr>
              <p:cNvSpPr txBox="1"/>
              <p:nvPr/>
            </p:nvSpPr>
            <p:spPr>
              <a:xfrm>
                <a:off x="1453501" y="1665902"/>
                <a:ext cx="369139"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cs typeface="Times" panose="02020603050405020304" pitchFamily="18" charset="0"/>
                        </a:rPr>
                        <m:t>𝑗</m:t>
                      </m:r>
                    </m:oMath>
                  </m:oMathPara>
                </a14:m>
                <a:endParaRPr lang="en-US" altLang="zh-TW" sz="2400" dirty="0">
                  <a:latin typeface="Times" panose="02020603050405020304" pitchFamily="18" charset="0"/>
                  <a:cs typeface="Times" panose="02020603050405020304" pitchFamily="18" charset="0"/>
                </a:endParaRPr>
              </a:p>
            </p:txBody>
          </p:sp>
        </mc:Choice>
        <mc:Fallback xmlns="">
          <p:sp>
            <p:nvSpPr>
              <p:cNvPr id="26" name="文字方塊 25">
                <a:extLst>
                  <a:ext uri="{FF2B5EF4-FFF2-40B4-BE49-F238E27FC236}">
                    <a16:creationId xmlns:a16="http://schemas.microsoft.com/office/drawing/2014/main" id="{FC1794C1-4854-4431-9A21-5BB4088632C6}"/>
                  </a:ext>
                </a:extLst>
              </p:cNvPr>
              <p:cNvSpPr txBox="1">
                <a:spLocks noRot="1" noChangeAspect="1" noMove="1" noResize="1" noEditPoints="1" noAdjustHandles="1" noChangeArrowheads="1" noChangeShapeType="1" noTextEdit="1"/>
              </p:cNvSpPr>
              <p:nvPr/>
            </p:nvSpPr>
            <p:spPr>
              <a:xfrm>
                <a:off x="1453501" y="1665902"/>
                <a:ext cx="369139" cy="461665"/>
              </a:xfrm>
              <a:prstGeom prst="rect">
                <a:avLst/>
              </a:prstGeom>
              <a:blipFill>
                <a:blip r:embed="rId5"/>
                <a:stretch>
                  <a:fillRect l="-3279" r="-1639" b="-18421"/>
                </a:stretch>
              </a:blipFill>
            </p:spPr>
            <p:txBody>
              <a:bodyPr/>
              <a:lstStyle/>
              <a:p>
                <a:r>
                  <a:rPr lang="zh-TW" altLang="en-US">
                    <a:noFill/>
                  </a:rPr>
                  <a:t> </a:t>
                </a:r>
              </a:p>
            </p:txBody>
          </p:sp>
        </mc:Fallback>
      </mc:AlternateContent>
      <p:pic>
        <p:nvPicPr>
          <p:cNvPr id="27" name="Picture 2">
            <a:extLst>
              <a:ext uri="{FF2B5EF4-FFF2-40B4-BE49-F238E27FC236}">
                <a16:creationId xmlns:a16="http://schemas.microsoft.com/office/drawing/2014/main" id="{35CC43F0-D2DA-499F-A3EE-31E20DD2D80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50755"/>
          <a:stretch/>
        </p:blipFill>
        <p:spPr bwMode="auto">
          <a:xfrm>
            <a:off x="7431855" y="1743667"/>
            <a:ext cx="4440594" cy="3321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004388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Genealogy Tree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22</a:t>
            </a:fld>
            <a:endParaRPr kumimoji="1" lang="zh-TW" altLang="en-US" dirty="0"/>
          </a:p>
        </p:txBody>
      </p:sp>
      <p:pic>
        <p:nvPicPr>
          <p:cNvPr id="3074" name="Picture 2">
            <a:extLst>
              <a:ext uri="{FF2B5EF4-FFF2-40B4-BE49-F238E27FC236}">
                <a16:creationId xmlns:a16="http://schemas.microsoft.com/office/drawing/2014/main" id="{CD5EE565-AFD4-4F65-B1A4-2EEFA05450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755"/>
          <a:stretch/>
        </p:blipFill>
        <p:spPr bwMode="auto">
          <a:xfrm>
            <a:off x="7125928" y="1654078"/>
            <a:ext cx="4746521" cy="3549843"/>
          </a:xfrm>
          <a:prstGeom prst="rect">
            <a:avLst/>
          </a:prstGeom>
          <a:noFill/>
          <a:extLst>
            <a:ext uri="{909E8E84-426E-40DD-AFC4-6F175D3DCCD1}">
              <a14:hiddenFill xmlns:a14="http://schemas.microsoft.com/office/drawing/2010/main">
                <a:solidFill>
                  <a:srgbClr val="FFFFFF"/>
                </a:solidFill>
              </a14:hiddenFill>
            </a:ext>
          </a:extLst>
        </p:spPr>
      </p:pic>
      <p:pic>
        <p:nvPicPr>
          <p:cNvPr id="6" name="圖片 5">
            <a:extLst>
              <a:ext uri="{FF2B5EF4-FFF2-40B4-BE49-F238E27FC236}">
                <a16:creationId xmlns:a16="http://schemas.microsoft.com/office/drawing/2014/main" id="{66094214-9A39-4E29-BA4E-76061A215454}"/>
              </a:ext>
            </a:extLst>
          </p:cNvPr>
          <p:cNvPicPr>
            <a:picLocks noChangeAspect="1"/>
          </p:cNvPicPr>
          <p:nvPr/>
        </p:nvPicPr>
        <p:blipFill>
          <a:blip r:embed="rId4"/>
          <a:stretch>
            <a:fillRect/>
          </a:stretch>
        </p:blipFill>
        <p:spPr>
          <a:xfrm>
            <a:off x="1032753" y="3777276"/>
            <a:ext cx="4922052" cy="1325563"/>
          </a:xfrm>
          <a:prstGeom prst="rect">
            <a:avLst/>
          </a:prstGeom>
        </p:spPr>
      </p:pic>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8D4F7E88-F6C0-413C-8D0A-7BB02F09C842}"/>
                  </a:ext>
                </a:extLst>
              </p:cNvPr>
              <p:cNvSpPr txBox="1"/>
              <p:nvPr/>
            </p:nvSpPr>
            <p:spPr>
              <a:xfrm>
                <a:off x="838201" y="1672686"/>
                <a:ext cx="6211528" cy="2308324"/>
              </a:xfrm>
              <a:prstGeom prst="rect">
                <a:avLst/>
              </a:prstGeom>
              <a:noFill/>
            </p:spPr>
            <p:txBody>
              <a:bodyPr wrap="square" rtlCol="0">
                <a:spAutoFit/>
              </a:bodyPr>
              <a:lstStyle/>
              <a:p>
                <a:pPr marL="457200" indent="-457200">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After calculating </a:t>
                </a:r>
                <a14:m>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b="0" i="1" dirty="0" smtClean="0">
                            <a:latin typeface="Cambria Math" panose="02040503050406030204" pitchFamily="18" charset="0"/>
                            <a:cs typeface="Times" panose="02020603050405020304" pitchFamily="18" charset="0"/>
                          </a:rPr>
                          <m:t>𝑎𝑙𝑙</m:t>
                        </m:r>
                      </m:e>
                      <m:sub>
                        <m:r>
                          <a:rPr lang="en-US" altLang="zh-TW" sz="2400" b="0" i="1" dirty="0" smtClean="0">
                            <a:latin typeface="Cambria Math" panose="02040503050406030204" pitchFamily="18" charset="0"/>
                            <a:cs typeface="Times" panose="02020603050405020304" pitchFamily="18" charset="0"/>
                          </a:rPr>
                          <m:t>𝑑𝑖𝑠𝑡</m:t>
                        </m:r>
                      </m:sub>
                    </m:sSub>
                    <m:r>
                      <a:rPr lang="en-US" altLang="zh-TW" sz="2400" i="1" dirty="0" smtClean="0">
                        <a:latin typeface="Cambria Math" panose="02040503050406030204" pitchFamily="18" charset="0"/>
                        <a:cs typeface="Times" panose="02020603050405020304" pitchFamily="18" charset="0"/>
                      </a:rPr>
                      <m:t> </m:t>
                    </m:r>
                  </m:oMath>
                </a14:m>
                <a:r>
                  <a:rPr lang="en-US" altLang="zh-TW" sz="2400" b="0" i="0" dirty="0">
                    <a:solidFill>
                      <a:srgbClr val="333333"/>
                    </a:solidFill>
                    <a:effectLst/>
                    <a:latin typeface="Georgia" panose="02040502050405020303" pitchFamily="18" charset="0"/>
                  </a:rPr>
                  <a:t>for each sequence, we select the smallest sequence as the ancestor node.</a:t>
                </a:r>
              </a:p>
              <a:p>
                <a:pPr marL="457200" indent="-457200">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Sort </a:t>
                </a:r>
                <a14:m>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b="0" i="1" dirty="0" smtClean="0">
                            <a:latin typeface="Cambria Math" panose="02040503050406030204" pitchFamily="18" charset="0"/>
                            <a:cs typeface="Times" panose="02020603050405020304" pitchFamily="18" charset="0"/>
                          </a:rPr>
                          <m:t>𝑎𝑙𝑙</m:t>
                        </m:r>
                      </m:e>
                      <m:sub>
                        <m:r>
                          <a:rPr lang="en-US" altLang="zh-TW" sz="2400" b="0" i="1" dirty="0" smtClean="0">
                            <a:latin typeface="Cambria Math" panose="02040503050406030204" pitchFamily="18" charset="0"/>
                            <a:cs typeface="Times" panose="02020603050405020304" pitchFamily="18" charset="0"/>
                          </a:rPr>
                          <m:t>𝑑𝑖𝑠𝑡</m:t>
                        </m:r>
                      </m:sub>
                    </m:sSub>
                  </m:oMath>
                </a14:m>
                <a:r>
                  <a:rPr lang="en-US" altLang="zh-TW" sz="2400" dirty="0">
                    <a:latin typeface="Times" panose="02020603050405020304" pitchFamily="18" charset="0"/>
                    <a:cs typeface="Times" panose="02020603050405020304" pitchFamily="18" charset="0"/>
                  </a:rPr>
                  <a:t> of each node except the ancestor node from smallest to largest and find the first node closest to the ancestor node.</a:t>
                </a:r>
              </a:p>
            </p:txBody>
          </p:sp>
        </mc:Choice>
        <mc:Fallback xmlns="">
          <p:sp>
            <p:nvSpPr>
              <p:cNvPr id="17" name="文字方塊 16">
                <a:extLst>
                  <a:ext uri="{FF2B5EF4-FFF2-40B4-BE49-F238E27FC236}">
                    <a16:creationId xmlns:a16="http://schemas.microsoft.com/office/drawing/2014/main" id="{8D4F7E88-F6C0-413C-8D0A-7BB02F09C842}"/>
                  </a:ext>
                </a:extLst>
              </p:cNvPr>
              <p:cNvSpPr txBox="1">
                <a:spLocks noRot="1" noChangeAspect="1" noMove="1" noResize="1" noEditPoints="1" noAdjustHandles="1" noChangeArrowheads="1" noChangeShapeType="1" noTextEdit="1"/>
              </p:cNvSpPr>
              <p:nvPr/>
            </p:nvSpPr>
            <p:spPr>
              <a:xfrm>
                <a:off x="838201" y="1672686"/>
                <a:ext cx="6211528" cy="2308324"/>
              </a:xfrm>
              <a:prstGeom prst="rect">
                <a:avLst/>
              </a:prstGeom>
              <a:blipFill>
                <a:blip r:embed="rId5"/>
                <a:stretch>
                  <a:fillRect l="-1375" t="-2111" r="-1277" b="-501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91630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Genealogy Tree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23</a:t>
            </a:fld>
            <a:endParaRPr kumimoji="1" lang="zh-TW" altLang="en-US" dirty="0"/>
          </a:p>
        </p:txBody>
      </p:sp>
      <p:sp>
        <p:nvSpPr>
          <p:cNvPr id="3" name="文字方塊 2">
            <a:extLst>
              <a:ext uri="{FF2B5EF4-FFF2-40B4-BE49-F238E27FC236}">
                <a16:creationId xmlns:a16="http://schemas.microsoft.com/office/drawing/2014/main" id="{3CA367D3-A235-40E5-8A9D-7736067B4E87}"/>
              </a:ext>
            </a:extLst>
          </p:cNvPr>
          <p:cNvSpPr txBox="1"/>
          <p:nvPr/>
        </p:nvSpPr>
        <p:spPr>
          <a:xfrm>
            <a:off x="1163437" y="1931419"/>
            <a:ext cx="1760962" cy="859531"/>
          </a:xfrm>
          <a:prstGeom prst="rect">
            <a:avLst/>
          </a:prstGeom>
          <a:noFill/>
        </p:spPr>
        <p:txBody>
          <a:bodyPr wrap="square" rtlCol="0">
            <a:spAutoFit/>
          </a:bodyPr>
          <a:lstStyle/>
          <a:p>
            <a:r>
              <a:rPr lang="en-US" altLang="zh-TW" sz="2400" dirty="0">
                <a:latin typeface="Times" panose="02020603050405020304" pitchFamily="18" charset="0"/>
                <a:cs typeface="Times" panose="02020603050405020304" pitchFamily="18" charset="0"/>
              </a:rPr>
              <a:t>AUCG - CU</a:t>
            </a:r>
          </a:p>
          <a:p>
            <a:r>
              <a:rPr lang="en-US" altLang="zh-TW" sz="2400" dirty="0">
                <a:latin typeface="Times" panose="02020603050405020304" pitchFamily="18" charset="0"/>
                <a:cs typeface="Times" panose="02020603050405020304" pitchFamily="18" charset="0"/>
              </a:rPr>
              <a:t> - UCGAAU</a:t>
            </a:r>
          </a:p>
        </p:txBody>
      </p:sp>
      <p:pic>
        <p:nvPicPr>
          <p:cNvPr id="3074" name="Picture 2">
            <a:extLst>
              <a:ext uri="{FF2B5EF4-FFF2-40B4-BE49-F238E27FC236}">
                <a16:creationId xmlns:a16="http://schemas.microsoft.com/office/drawing/2014/main" id="{CD5EE565-AFD4-4F65-B1A4-2EEFA05450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755"/>
          <a:stretch/>
        </p:blipFill>
        <p:spPr bwMode="auto">
          <a:xfrm>
            <a:off x="7470977" y="1469754"/>
            <a:ext cx="4208060" cy="3147137"/>
          </a:xfrm>
          <a:prstGeom prst="rect">
            <a:avLst/>
          </a:prstGeom>
          <a:noFill/>
          <a:extLst>
            <a:ext uri="{909E8E84-426E-40DD-AFC4-6F175D3DCCD1}">
              <a14:hiddenFill xmlns:a14="http://schemas.microsoft.com/office/drawing/2010/main">
                <a:solidFill>
                  <a:srgbClr val="FFFFFF"/>
                </a:solidFill>
              </a14:hiddenFill>
            </a:ext>
          </a:extLst>
        </p:spPr>
      </p:pic>
      <p:sp>
        <p:nvSpPr>
          <p:cNvPr id="9" name="文字方塊 8">
            <a:extLst>
              <a:ext uri="{FF2B5EF4-FFF2-40B4-BE49-F238E27FC236}">
                <a16:creationId xmlns:a16="http://schemas.microsoft.com/office/drawing/2014/main" id="{558787D4-D59C-405B-BAFD-87260B6621BB}"/>
              </a:ext>
            </a:extLst>
          </p:cNvPr>
          <p:cNvSpPr txBox="1"/>
          <p:nvPr/>
        </p:nvSpPr>
        <p:spPr>
          <a:xfrm>
            <a:off x="1163437" y="3247505"/>
            <a:ext cx="1760962" cy="859531"/>
          </a:xfrm>
          <a:prstGeom prst="rect">
            <a:avLst/>
          </a:prstGeom>
          <a:noFill/>
        </p:spPr>
        <p:txBody>
          <a:bodyPr wrap="square" rtlCol="0">
            <a:spAutoFit/>
          </a:bodyPr>
          <a:lstStyle/>
          <a:p>
            <a:r>
              <a:rPr lang="en-US" altLang="zh-TW" sz="2400" dirty="0">
                <a:latin typeface="Times" panose="02020603050405020304" pitchFamily="18" charset="0"/>
                <a:cs typeface="Times" panose="02020603050405020304" pitchFamily="18" charset="0"/>
              </a:rPr>
              <a:t>AUCGCU</a:t>
            </a:r>
          </a:p>
          <a:p>
            <a:r>
              <a:rPr lang="en-US" altLang="zh-TW" sz="2400" dirty="0">
                <a:latin typeface="Times" panose="02020603050405020304" pitchFamily="18" charset="0"/>
                <a:cs typeface="Times" panose="02020603050405020304" pitchFamily="18" charset="0"/>
              </a:rPr>
              <a:t>AUCCGU</a:t>
            </a:r>
          </a:p>
        </p:txBody>
      </p:sp>
      <p:sp>
        <p:nvSpPr>
          <p:cNvPr id="10" name="文字方塊 9">
            <a:extLst>
              <a:ext uri="{FF2B5EF4-FFF2-40B4-BE49-F238E27FC236}">
                <a16:creationId xmlns:a16="http://schemas.microsoft.com/office/drawing/2014/main" id="{2486849D-5650-4D74-801A-A57F889E3380}"/>
              </a:ext>
            </a:extLst>
          </p:cNvPr>
          <p:cNvSpPr txBox="1"/>
          <p:nvPr/>
        </p:nvSpPr>
        <p:spPr>
          <a:xfrm>
            <a:off x="1163437" y="4569190"/>
            <a:ext cx="1760962" cy="859531"/>
          </a:xfrm>
          <a:prstGeom prst="rect">
            <a:avLst/>
          </a:prstGeom>
          <a:noFill/>
        </p:spPr>
        <p:txBody>
          <a:bodyPr wrap="square" rtlCol="0">
            <a:spAutoFit/>
          </a:bodyPr>
          <a:lstStyle/>
          <a:p>
            <a:r>
              <a:rPr lang="en-US" altLang="zh-TW" sz="2400" dirty="0">
                <a:latin typeface="Times" panose="02020603050405020304" pitchFamily="18" charset="0"/>
                <a:cs typeface="Times" panose="02020603050405020304" pitchFamily="18" charset="0"/>
              </a:rPr>
              <a:t>AUCGCU</a:t>
            </a:r>
          </a:p>
          <a:p>
            <a:r>
              <a:rPr lang="en-US" altLang="zh-TW" sz="2400" dirty="0">
                <a:latin typeface="Times" panose="02020603050405020304" pitchFamily="18" charset="0"/>
                <a:cs typeface="Times" panose="02020603050405020304" pitchFamily="18" charset="0"/>
              </a:rPr>
              <a:t>AUC</a:t>
            </a:r>
            <a:r>
              <a:rPr lang="zh-TW" altLang="en-US" sz="2400" dirty="0">
                <a:latin typeface="Times" panose="02020603050405020304" pitchFamily="18" charset="0"/>
                <a:cs typeface="Times" panose="02020603050405020304" pitchFamily="18" charset="0"/>
              </a:rPr>
              <a:t> </a:t>
            </a:r>
            <a:r>
              <a:rPr lang="en-US" altLang="zh-TW" sz="2400" dirty="0">
                <a:latin typeface="Times" panose="02020603050405020304" pitchFamily="18" charset="0"/>
                <a:cs typeface="Times" panose="02020603050405020304" pitchFamily="18" charset="0"/>
              </a:rPr>
              <a:t>- UG</a:t>
            </a:r>
          </a:p>
        </p:txBody>
      </p:sp>
      <p:sp>
        <p:nvSpPr>
          <p:cNvPr id="11" name="文字方塊 10">
            <a:extLst>
              <a:ext uri="{FF2B5EF4-FFF2-40B4-BE49-F238E27FC236}">
                <a16:creationId xmlns:a16="http://schemas.microsoft.com/office/drawing/2014/main" id="{27B0C126-5845-4E99-B485-DCFBC60436A2}"/>
              </a:ext>
            </a:extLst>
          </p:cNvPr>
          <p:cNvSpPr txBox="1"/>
          <p:nvPr/>
        </p:nvSpPr>
        <p:spPr>
          <a:xfrm>
            <a:off x="1163437" y="5890386"/>
            <a:ext cx="1760962" cy="859531"/>
          </a:xfrm>
          <a:prstGeom prst="rect">
            <a:avLst/>
          </a:prstGeom>
          <a:noFill/>
        </p:spPr>
        <p:txBody>
          <a:bodyPr wrap="square" rtlCol="0">
            <a:spAutoFit/>
          </a:bodyPr>
          <a:lstStyle/>
          <a:p>
            <a:r>
              <a:rPr lang="en-US" altLang="zh-TW" sz="2400" dirty="0">
                <a:latin typeface="Times" panose="02020603050405020304" pitchFamily="18" charset="0"/>
                <a:cs typeface="Times" panose="02020603050405020304" pitchFamily="18" charset="0"/>
              </a:rPr>
              <a:t>AUCGCU</a:t>
            </a:r>
          </a:p>
          <a:p>
            <a:r>
              <a:rPr lang="en-US" altLang="zh-TW" sz="2400" dirty="0">
                <a:latin typeface="Times" panose="02020603050405020304" pitchFamily="18" charset="0"/>
                <a:cs typeface="Times" panose="02020603050405020304" pitchFamily="18" charset="0"/>
              </a:rPr>
              <a:t>A - GGUA</a:t>
            </a:r>
          </a:p>
        </p:txBody>
      </p:sp>
      <p:sp>
        <p:nvSpPr>
          <p:cNvPr id="12" name="文字方塊 11">
            <a:extLst>
              <a:ext uri="{FF2B5EF4-FFF2-40B4-BE49-F238E27FC236}">
                <a16:creationId xmlns:a16="http://schemas.microsoft.com/office/drawing/2014/main" id="{E64FD670-1592-45DD-BB15-AC0A58CB7F13}"/>
              </a:ext>
            </a:extLst>
          </p:cNvPr>
          <p:cNvSpPr txBox="1"/>
          <p:nvPr/>
        </p:nvSpPr>
        <p:spPr>
          <a:xfrm>
            <a:off x="4335038" y="1935697"/>
            <a:ext cx="1760962" cy="859531"/>
          </a:xfrm>
          <a:prstGeom prst="rect">
            <a:avLst/>
          </a:prstGeom>
          <a:noFill/>
        </p:spPr>
        <p:txBody>
          <a:bodyPr wrap="square" rtlCol="0">
            <a:spAutoFit/>
          </a:bodyPr>
          <a:lstStyle/>
          <a:p>
            <a:r>
              <a:rPr lang="en-US" altLang="zh-TW" sz="2400" dirty="0">
                <a:latin typeface="Times" panose="02020603050405020304" pitchFamily="18" charset="0"/>
                <a:cs typeface="Times" panose="02020603050405020304" pitchFamily="18" charset="0"/>
              </a:rPr>
              <a:t>AUCGCU - </a:t>
            </a:r>
          </a:p>
          <a:p>
            <a:r>
              <a:rPr lang="en-US" altLang="zh-TW" sz="2400" dirty="0">
                <a:latin typeface="Times" panose="02020603050405020304" pitchFamily="18" charset="0"/>
                <a:cs typeface="Times" panose="02020603050405020304" pitchFamily="18" charset="0"/>
              </a:rPr>
              <a:t>A - - GCUA</a:t>
            </a:r>
          </a:p>
        </p:txBody>
      </p:sp>
      <p:sp>
        <p:nvSpPr>
          <p:cNvPr id="13" name="文字方塊 12">
            <a:extLst>
              <a:ext uri="{FF2B5EF4-FFF2-40B4-BE49-F238E27FC236}">
                <a16:creationId xmlns:a16="http://schemas.microsoft.com/office/drawing/2014/main" id="{ED0AA355-6962-4479-9312-7CB5C8072B33}"/>
              </a:ext>
            </a:extLst>
          </p:cNvPr>
          <p:cNvSpPr txBox="1"/>
          <p:nvPr/>
        </p:nvSpPr>
        <p:spPr>
          <a:xfrm>
            <a:off x="4335038" y="4583456"/>
            <a:ext cx="1760962" cy="830997"/>
          </a:xfrm>
          <a:prstGeom prst="rect">
            <a:avLst/>
          </a:prstGeom>
          <a:noFill/>
        </p:spPr>
        <p:txBody>
          <a:bodyPr wrap="square" rtlCol="0">
            <a:spAutoFit/>
          </a:bodyPr>
          <a:lstStyle/>
          <a:p>
            <a:r>
              <a:rPr lang="en-US" altLang="zh-TW" sz="2400" dirty="0">
                <a:latin typeface="Times" panose="02020603050405020304" pitchFamily="18" charset="0"/>
                <a:cs typeface="Times" panose="02020603050405020304" pitchFamily="18" charset="0"/>
              </a:rPr>
              <a:t>AUCGCU</a:t>
            </a:r>
          </a:p>
          <a:p>
            <a:r>
              <a:rPr lang="en-US" altLang="zh-TW" sz="2400" dirty="0">
                <a:latin typeface="Times" panose="02020603050405020304" pitchFamily="18" charset="0"/>
                <a:cs typeface="Times" panose="02020603050405020304" pitchFamily="18" charset="0"/>
              </a:rPr>
              <a:t>UAAGCA</a:t>
            </a:r>
          </a:p>
        </p:txBody>
      </p:sp>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65046689-0FBB-447C-A5E7-4121920BF037}"/>
                  </a:ext>
                </a:extLst>
              </p:cNvPr>
              <p:cNvSpPr txBox="1"/>
              <p:nvPr/>
            </p:nvSpPr>
            <p:spPr>
              <a:xfrm>
                <a:off x="838200" y="1464137"/>
                <a:ext cx="2808654" cy="461665"/>
              </a:xfrm>
              <a:prstGeom prst="rect">
                <a:avLst/>
              </a:prstGeom>
              <a:noFill/>
            </p:spPr>
            <p:txBody>
              <a:bodyPr wrap="none" rtlCol="0">
                <a:spAutoFit/>
              </a:bodyPr>
              <a:lstStyle/>
              <a:p>
                <a:pPr marL="342900" indent="-342900">
                  <a:buFont typeface="Arial" panose="020B0604020202020204" pitchFamily="34" charset="0"/>
                  <a:buChar char="•"/>
                </a:pPr>
                <a14:m>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i="1" dirty="0">
                            <a:latin typeface="Cambria Math" panose="02040503050406030204" pitchFamily="18" charset="0"/>
                            <a:cs typeface="Times" panose="02020603050405020304" pitchFamily="18" charset="0"/>
                          </a:rPr>
                          <m:t>𝑑𝑖𝑠𝑡</m:t>
                        </m:r>
                      </m:e>
                      <m:sub>
                        <m:r>
                          <a:rPr lang="en-US" altLang="zh-TW" sz="2400" b="0" i="1" dirty="0" smtClean="0">
                            <a:latin typeface="Cambria Math" panose="02040503050406030204" pitchFamily="18" charset="0"/>
                            <a:cs typeface="Times" panose="02020603050405020304" pitchFamily="18" charset="0"/>
                          </a:rPr>
                          <m:t>𝑒𝑑𝑖𝑡</m:t>
                        </m:r>
                      </m:sub>
                    </m:sSub>
                    <m:d>
                      <m:dPr>
                        <m:ctrlPr>
                          <a:rPr lang="en-US" altLang="zh-TW" sz="2400" b="0" i="1" dirty="0" smtClean="0">
                            <a:latin typeface="Cambria Math" panose="02040503050406030204" pitchFamily="18" charset="0"/>
                            <a:cs typeface="Times" panose="02020603050405020304" pitchFamily="18" charset="0"/>
                          </a:rPr>
                        </m:ctrlPr>
                      </m:dPr>
                      <m:e>
                        <m:r>
                          <a:rPr lang="en-US" altLang="zh-TW" sz="2400" i="1" dirty="0" smtClean="0">
                            <a:latin typeface="Cambria Math" panose="02040503050406030204" pitchFamily="18" charset="0"/>
                            <a:cs typeface="Times" panose="02020603050405020304" pitchFamily="18" charset="0"/>
                          </a:rPr>
                          <m:t>1, 2</m:t>
                        </m:r>
                      </m:e>
                    </m:d>
                    <m:r>
                      <a:rPr lang="en-US" altLang="zh-TW" sz="2400" b="0" i="1" dirty="0" smtClean="0">
                        <a:latin typeface="Cambria Math" panose="02040503050406030204" pitchFamily="18" charset="0"/>
                        <a:cs typeface="Times" panose="02020603050405020304" pitchFamily="18" charset="0"/>
                      </a:rPr>
                      <m:t>=3</m:t>
                    </m:r>
                  </m:oMath>
                </a14:m>
                <a:endParaRPr lang="en-US" altLang="zh-TW" sz="2400" b="0" dirty="0">
                  <a:latin typeface="Times" panose="02020603050405020304" pitchFamily="18" charset="0"/>
                  <a:cs typeface="Times" panose="02020603050405020304" pitchFamily="18" charset="0"/>
                </a:endParaRPr>
              </a:p>
            </p:txBody>
          </p:sp>
        </mc:Choice>
        <mc:Fallback xmlns="">
          <p:sp>
            <p:nvSpPr>
              <p:cNvPr id="15" name="文字方塊 14">
                <a:extLst>
                  <a:ext uri="{FF2B5EF4-FFF2-40B4-BE49-F238E27FC236}">
                    <a16:creationId xmlns:a16="http://schemas.microsoft.com/office/drawing/2014/main" id="{65046689-0FBB-447C-A5E7-4121920BF037}"/>
                  </a:ext>
                </a:extLst>
              </p:cNvPr>
              <p:cNvSpPr txBox="1">
                <a:spLocks noRot="1" noChangeAspect="1" noMove="1" noResize="1" noEditPoints="1" noAdjustHandles="1" noChangeArrowheads="1" noChangeShapeType="1" noTextEdit="1"/>
              </p:cNvSpPr>
              <p:nvPr/>
            </p:nvSpPr>
            <p:spPr>
              <a:xfrm>
                <a:off x="838200" y="1464137"/>
                <a:ext cx="2808654" cy="461665"/>
              </a:xfrm>
              <a:prstGeom prst="rect">
                <a:avLst/>
              </a:prstGeom>
              <a:blipFill>
                <a:blip r:embed="rId4"/>
                <a:stretch>
                  <a:fillRect l="-3043" t="-5263"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6E60C40-4E14-4BC1-A023-75A7C56F47FF}"/>
                  </a:ext>
                </a:extLst>
              </p:cNvPr>
              <p:cNvSpPr txBox="1"/>
              <p:nvPr/>
            </p:nvSpPr>
            <p:spPr>
              <a:xfrm>
                <a:off x="838200" y="2785351"/>
                <a:ext cx="2808654" cy="461665"/>
              </a:xfrm>
              <a:prstGeom prst="rect">
                <a:avLst/>
              </a:prstGeom>
              <a:noFill/>
            </p:spPr>
            <p:txBody>
              <a:bodyPr wrap="none" rtlCol="0">
                <a:spAutoFit/>
              </a:bodyPr>
              <a:lstStyle/>
              <a:p>
                <a:pPr marL="342900" indent="-342900">
                  <a:buFont typeface="Arial" panose="020B0604020202020204" pitchFamily="34" charset="0"/>
                  <a:buChar char="•"/>
                </a:pPr>
                <a14:m>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i="1" dirty="0">
                            <a:latin typeface="Cambria Math" panose="02040503050406030204" pitchFamily="18" charset="0"/>
                            <a:cs typeface="Times" panose="02020603050405020304" pitchFamily="18" charset="0"/>
                          </a:rPr>
                          <m:t>𝑑𝑖𝑠𝑡</m:t>
                        </m:r>
                      </m:e>
                      <m:sub>
                        <m:r>
                          <a:rPr lang="en-US" altLang="zh-TW" sz="2400" b="0" i="1" dirty="0" smtClean="0">
                            <a:latin typeface="Cambria Math" panose="02040503050406030204" pitchFamily="18" charset="0"/>
                            <a:cs typeface="Times" panose="02020603050405020304" pitchFamily="18" charset="0"/>
                          </a:rPr>
                          <m:t>𝑒𝑑𝑖𝑡</m:t>
                        </m:r>
                      </m:sub>
                    </m:sSub>
                    <m:d>
                      <m:dPr>
                        <m:ctrlPr>
                          <a:rPr lang="en-US" altLang="zh-TW" sz="2400" b="0" i="1" dirty="0" smtClean="0">
                            <a:latin typeface="Cambria Math" panose="02040503050406030204" pitchFamily="18" charset="0"/>
                            <a:cs typeface="Times" panose="02020603050405020304" pitchFamily="18" charset="0"/>
                          </a:rPr>
                        </m:ctrlPr>
                      </m:dPr>
                      <m:e>
                        <m:r>
                          <a:rPr lang="en-US" altLang="zh-TW" sz="2400" i="1" dirty="0" smtClean="0">
                            <a:latin typeface="Cambria Math" panose="02040503050406030204" pitchFamily="18" charset="0"/>
                            <a:cs typeface="Times" panose="02020603050405020304" pitchFamily="18" charset="0"/>
                          </a:rPr>
                          <m:t>1, </m:t>
                        </m:r>
                        <m:r>
                          <a:rPr lang="en-US" altLang="zh-TW" sz="2400" b="0" i="1" dirty="0" smtClean="0">
                            <a:latin typeface="Cambria Math" panose="02040503050406030204" pitchFamily="18" charset="0"/>
                            <a:cs typeface="Times" panose="02020603050405020304" pitchFamily="18" charset="0"/>
                          </a:rPr>
                          <m:t>3</m:t>
                        </m:r>
                      </m:e>
                    </m:d>
                    <m:r>
                      <a:rPr lang="en-US" altLang="zh-TW" sz="2400" b="0" i="1" dirty="0" smtClean="0">
                        <a:latin typeface="Cambria Math" panose="02040503050406030204" pitchFamily="18" charset="0"/>
                        <a:cs typeface="Times" panose="02020603050405020304" pitchFamily="18" charset="0"/>
                      </a:rPr>
                      <m:t>=2</m:t>
                    </m:r>
                  </m:oMath>
                </a14:m>
                <a:endParaRPr lang="en-US" altLang="zh-TW" sz="2400" dirty="0">
                  <a:latin typeface="Times" panose="02020603050405020304" pitchFamily="18" charset="0"/>
                  <a:cs typeface="Times" panose="02020603050405020304" pitchFamily="18" charset="0"/>
                </a:endParaRPr>
              </a:p>
            </p:txBody>
          </p:sp>
        </mc:Choice>
        <mc:Fallback xmlns="">
          <p:sp>
            <p:nvSpPr>
              <p:cNvPr id="16" name="文字方塊 15">
                <a:extLst>
                  <a:ext uri="{FF2B5EF4-FFF2-40B4-BE49-F238E27FC236}">
                    <a16:creationId xmlns:a16="http://schemas.microsoft.com/office/drawing/2014/main" id="{36E60C40-4E14-4BC1-A023-75A7C56F47FF}"/>
                  </a:ext>
                </a:extLst>
              </p:cNvPr>
              <p:cNvSpPr txBox="1">
                <a:spLocks noRot="1" noChangeAspect="1" noMove="1" noResize="1" noEditPoints="1" noAdjustHandles="1" noChangeArrowheads="1" noChangeShapeType="1" noTextEdit="1"/>
              </p:cNvSpPr>
              <p:nvPr/>
            </p:nvSpPr>
            <p:spPr>
              <a:xfrm>
                <a:off x="838200" y="2785351"/>
                <a:ext cx="2808654" cy="461665"/>
              </a:xfrm>
              <a:prstGeom prst="rect">
                <a:avLst/>
              </a:prstGeom>
              <a:blipFill>
                <a:blip r:embed="rId5"/>
                <a:stretch>
                  <a:fillRect l="-3043" t="-5263"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3B7B2B2E-CF4B-457A-81E1-7014B1B5E0B0}"/>
                  </a:ext>
                </a:extLst>
              </p:cNvPr>
              <p:cNvSpPr txBox="1"/>
              <p:nvPr/>
            </p:nvSpPr>
            <p:spPr>
              <a:xfrm>
                <a:off x="838200" y="4107525"/>
                <a:ext cx="2808654" cy="461665"/>
              </a:xfrm>
              <a:prstGeom prst="rect">
                <a:avLst/>
              </a:prstGeom>
              <a:noFill/>
            </p:spPr>
            <p:txBody>
              <a:bodyPr wrap="none" rtlCol="0">
                <a:spAutoFit/>
              </a:bodyPr>
              <a:lstStyle/>
              <a:p>
                <a:pPr marL="342900" indent="-342900">
                  <a:buFont typeface="Arial" panose="020B0604020202020204" pitchFamily="34" charset="0"/>
                  <a:buChar char="•"/>
                </a:pPr>
                <a14:m>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i="1" dirty="0">
                            <a:latin typeface="Cambria Math" panose="02040503050406030204" pitchFamily="18" charset="0"/>
                            <a:cs typeface="Times" panose="02020603050405020304" pitchFamily="18" charset="0"/>
                          </a:rPr>
                          <m:t>𝑑𝑖𝑠𝑡</m:t>
                        </m:r>
                      </m:e>
                      <m:sub>
                        <m:r>
                          <a:rPr lang="en-US" altLang="zh-TW" sz="2400" b="0" i="1" dirty="0" smtClean="0">
                            <a:latin typeface="Cambria Math" panose="02040503050406030204" pitchFamily="18" charset="0"/>
                            <a:cs typeface="Times" panose="02020603050405020304" pitchFamily="18" charset="0"/>
                          </a:rPr>
                          <m:t>𝑒𝑑𝑖𝑡</m:t>
                        </m:r>
                      </m:sub>
                    </m:sSub>
                    <m:d>
                      <m:dPr>
                        <m:ctrlPr>
                          <a:rPr lang="en-US" altLang="zh-TW" sz="2400" b="0" i="1" dirty="0" smtClean="0">
                            <a:latin typeface="Cambria Math" panose="02040503050406030204" pitchFamily="18" charset="0"/>
                            <a:cs typeface="Times" panose="02020603050405020304" pitchFamily="18" charset="0"/>
                          </a:rPr>
                        </m:ctrlPr>
                      </m:dPr>
                      <m:e>
                        <m:r>
                          <a:rPr lang="en-US" altLang="zh-TW" sz="2400" i="1" dirty="0" smtClean="0">
                            <a:latin typeface="Cambria Math" panose="02040503050406030204" pitchFamily="18" charset="0"/>
                            <a:cs typeface="Times" panose="02020603050405020304" pitchFamily="18" charset="0"/>
                          </a:rPr>
                          <m:t>1, </m:t>
                        </m:r>
                        <m:r>
                          <a:rPr lang="en-US" altLang="zh-TW" sz="2400" b="0" i="1" dirty="0" smtClean="0">
                            <a:latin typeface="Cambria Math" panose="02040503050406030204" pitchFamily="18" charset="0"/>
                            <a:cs typeface="Times" panose="02020603050405020304" pitchFamily="18" charset="0"/>
                          </a:rPr>
                          <m:t>4</m:t>
                        </m:r>
                      </m:e>
                    </m:d>
                    <m:r>
                      <a:rPr lang="en-US" altLang="zh-TW" sz="2400" b="0" i="1" dirty="0" smtClean="0">
                        <a:latin typeface="Cambria Math" panose="02040503050406030204" pitchFamily="18" charset="0"/>
                        <a:cs typeface="Times" panose="02020603050405020304" pitchFamily="18" charset="0"/>
                      </a:rPr>
                      <m:t>=3</m:t>
                    </m:r>
                  </m:oMath>
                </a14:m>
                <a:endParaRPr lang="en-US" altLang="zh-TW" sz="2400" dirty="0">
                  <a:latin typeface="Times" panose="02020603050405020304" pitchFamily="18" charset="0"/>
                  <a:cs typeface="Times" panose="02020603050405020304" pitchFamily="18" charset="0"/>
                </a:endParaRPr>
              </a:p>
            </p:txBody>
          </p:sp>
        </mc:Choice>
        <mc:Fallback xmlns="">
          <p:sp>
            <p:nvSpPr>
              <p:cNvPr id="14" name="文字方塊 13">
                <a:extLst>
                  <a:ext uri="{FF2B5EF4-FFF2-40B4-BE49-F238E27FC236}">
                    <a16:creationId xmlns:a16="http://schemas.microsoft.com/office/drawing/2014/main" id="{3B7B2B2E-CF4B-457A-81E1-7014B1B5E0B0}"/>
                  </a:ext>
                </a:extLst>
              </p:cNvPr>
              <p:cNvSpPr txBox="1">
                <a:spLocks noRot="1" noChangeAspect="1" noMove="1" noResize="1" noEditPoints="1" noAdjustHandles="1" noChangeArrowheads="1" noChangeShapeType="1" noTextEdit="1"/>
              </p:cNvSpPr>
              <p:nvPr/>
            </p:nvSpPr>
            <p:spPr>
              <a:xfrm>
                <a:off x="838200" y="4107525"/>
                <a:ext cx="2808654" cy="461665"/>
              </a:xfrm>
              <a:prstGeom prst="rect">
                <a:avLst/>
              </a:prstGeom>
              <a:blipFill>
                <a:blip r:embed="rId6"/>
                <a:stretch>
                  <a:fillRect l="-3043" t="-5263"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FD02EBA8-0EA1-4E42-8240-3CF7D288FB2C}"/>
                  </a:ext>
                </a:extLst>
              </p:cNvPr>
              <p:cNvSpPr txBox="1"/>
              <p:nvPr/>
            </p:nvSpPr>
            <p:spPr>
              <a:xfrm>
                <a:off x="838200" y="5428721"/>
                <a:ext cx="2808654" cy="461665"/>
              </a:xfrm>
              <a:prstGeom prst="rect">
                <a:avLst/>
              </a:prstGeom>
              <a:noFill/>
            </p:spPr>
            <p:txBody>
              <a:bodyPr wrap="none" rtlCol="0">
                <a:spAutoFit/>
              </a:bodyPr>
              <a:lstStyle/>
              <a:p>
                <a:pPr marL="342900" indent="-342900">
                  <a:buFont typeface="Arial" panose="020B0604020202020204" pitchFamily="34" charset="0"/>
                  <a:buChar char="•"/>
                </a:pPr>
                <a14:m>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i="1" dirty="0">
                            <a:latin typeface="Cambria Math" panose="02040503050406030204" pitchFamily="18" charset="0"/>
                            <a:cs typeface="Times" panose="02020603050405020304" pitchFamily="18" charset="0"/>
                          </a:rPr>
                          <m:t>𝑑𝑖𝑠𝑡</m:t>
                        </m:r>
                      </m:e>
                      <m:sub>
                        <m:r>
                          <a:rPr lang="en-US" altLang="zh-TW" sz="2400" b="0" i="1" dirty="0" smtClean="0">
                            <a:latin typeface="Cambria Math" panose="02040503050406030204" pitchFamily="18" charset="0"/>
                            <a:cs typeface="Times" panose="02020603050405020304" pitchFamily="18" charset="0"/>
                          </a:rPr>
                          <m:t>𝑒𝑑𝑖𝑡</m:t>
                        </m:r>
                      </m:sub>
                    </m:sSub>
                    <m:d>
                      <m:dPr>
                        <m:ctrlPr>
                          <a:rPr lang="en-US" altLang="zh-TW" sz="2400" b="0" i="1" dirty="0" smtClean="0">
                            <a:latin typeface="Cambria Math" panose="02040503050406030204" pitchFamily="18" charset="0"/>
                            <a:cs typeface="Times" panose="02020603050405020304" pitchFamily="18" charset="0"/>
                          </a:rPr>
                        </m:ctrlPr>
                      </m:dPr>
                      <m:e>
                        <m:r>
                          <a:rPr lang="en-US" altLang="zh-TW" sz="2400" i="1" dirty="0" smtClean="0">
                            <a:latin typeface="Cambria Math" panose="02040503050406030204" pitchFamily="18" charset="0"/>
                            <a:cs typeface="Times" panose="02020603050405020304" pitchFamily="18" charset="0"/>
                          </a:rPr>
                          <m:t>1, </m:t>
                        </m:r>
                        <m:r>
                          <a:rPr lang="en-US" altLang="zh-TW" sz="2400" b="0" i="1" dirty="0" smtClean="0">
                            <a:latin typeface="Cambria Math" panose="02040503050406030204" pitchFamily="18" charset="0"/>
                            <a:cs typeface="Times" panose="02020603050405020304" pitchFamily="18" charset="0"/>
                          </a:rPr>
                          <m:t>5</m:t>
                        </m:r>
                      </m:e>
                    </m:d>
                    <m:r>
                      <a:rPr lang="en-US" altLang="zh-TW" sz="2400" b="0" i="1" dirty="0" smtClean="0">
                        <a:latin typeface="Cambria Math" panose="02040503050406030204" pitchFamily="18" charset="0"/>
                        <a:cs typeface="Times" panose="02020603050405020304" pitchFamily="18" charset="0"/>
                      </a:rPr>
                      <m:t>=</m:t>
                    </m:r>
                    <m:r>
                      <a:rPr lang="en-US" altLang="zh-TW" sz="2400" b="0" i="0" dirty="0" smtClean="0">
                        <a:latin typeface="Cambria Math" panose="02040503050406030204" pitchFamily="18" charset="0"/>
                        <a:cs typeface="Times" panose="02020603050405020304" pitchFamily="18" charset="0"/>
                      </a:rPr>
                      <m:t>4</m:t>
                    </m:r>
                  </m:oMath>
                </a14:m>
                <a:endParaRPr lang="en-US" altLang="zh-TW" sz="2400" dirty="0">
                  <a:latin typeface="Times" panose="02020603050405020304" pitchFamily="18" charset="0"/>
                  <a:cs typeface="Times" panose="02020603050405020304" pitchFamily="18" charset="0"/>
                </a:endParaRPr>
              </a:p>
            </p:txBody>
          </p:sp>
        </mc:Choice>
        <mc:Fallback xmlns="">
          <p:sp>
            <p:nvSpPr>
              <p:cNvPr id="17" name="文字方塊 16">
                <a:extLst>
                  <a:ext uri="{FF2B5EF4-FFF2-40B4-BE49-F238E27FC236}">
                    <a16:creationId xmlns:a16="http://schemas.microsoft.com/office/drawing/2014/main" id="{FD02EBA8-0EA1-4E42-8240-3CF7D288FB2C}"/>
                  </a:ext>
                </a:extLst>
              </p:cNvPr>
              <p:cNvSpPr txBox="1">
                <a:spLocks noRot="1" noChangeAspect="1" noMove="1" noResize="1" noEditPoints="1" noAdjustHandles="1" noChangeArrowheads="1" noChangeShapeType="1" noTextEdit="1"/>
              </p:cNvSpPr>
              <p:nvPr/>
            </p:nvSpPr>
            <p:spPr>
              <a:xfrm>
                <a:off x="838200" y="5428721"/>
                <a:ext cx="2808654" cy="461665"/>
              </a:xfrm>
              <a:prstGeom prst="rect">
                <a:avLst/>
              </a:prstGeom>
              <a:blipFill>
                <a:blip r:embed="rId7"/>
                <a:stretch>
                  <a:fillRect l="-3043" t="-5333"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C1CFD9C8-0397-440B-8122-43C4C4929A3B}"/>
                  </a:ext>
                </a:extLst>
              </p:cNvPr>
              <p:cNvSpPr txBox="1"/>
              <p:nvPr/>
            </p:nvSpPr>
            <p:spPr>
              <a:xfrm>
                <a:off x="3972091" y="1469754"/>
                <a:ext cx="2808654" cy="461665"/>
              </a:xfrm>
              <a:prstGeom prst="rect">
                <a:avLst/>
              </a:prstGeom>
              <a:noFill/>
            </p:spPr>
            <p:txBody>
              <a:bodyPr wrap="none" rtlCol="0">
                <a:spAutoFit/>
              </a:bodyPr>
              <a:lstStyle/>
              <a:p>
                <a:pPr marL="342900" indent="-342900">
                  <a:buFont typeface="Arial" panose="020B0604020202020204" pitchFamily="34" charset="0"/>
                  <a:buChar char="•"/>
                </a:pPr>
                <a14:m>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i="1" dirty="0">
                            <a:latin typeface="Cambria Math" panose="02040503050406030204" pitchFamily="18" charset="0"/>
                            <a:cs typeface="Times" panose="02020603050405020304" pitchFamily="18" charset="0"/>
                          </a:rPr>
                          <m:t>𝑑𝑖𝑠𝑡</m:t>
                        </m:r>
                      </m:e>
                      <m:sub>
                        <m:r>
                          <a:rPr lang="en-US" altLang="zh-TW" sz="2400" b="0" i="1" dirty="0" smtClean="0">
                            <a:latin typeface="Cambria Math" panose="02040503050406030204" pitchFamily="18" charset="0"/>
                            <a:cs typeface="Times" panose="02020603050405020304" pitchFamily="18" charset="0"/>
                          </a:rPr>
                          <m:t>𝑒𝑑𝑖𝑡</m:t>
                        </m:r>
                      </m:sub>
                    </m:sSub>
                    <m:d>
                      <m:dPr>
                        <m:ctrlPr>
                          <a:rPr lang="en-US" altLang="zh-TW" sz="2400" b="0" i="1" dirty="0" smtClean="0">
                            <a:latin typeface="Cambria Math" panose="02040503050406030204" pitchFamily="18" charset="0"/>
                            <a:cs typeface="Times" panose="02020603050405020304" pitchFamily="18" charset="0"/>
                          </a:rPr>
                        </m:ctrlPr>
                      </m:dPr>
                      <m:e>
                        <m:r>
                          <a:rPr lang="en-US" altLang="zh-TW" sz="2400" i="1" dirty="0" smtClean="0">
                            <a:latin typeface="Cambria Math" panose="02040503050406030204" pitchFamily="18" charset="0"/>
                            <a:cs typeface="Times" panose="02020603050405020304" pitchFamily="18" charset="0"/>
                          </a:rPr>
                          <m:t>1, </m:t>
                        </m:r>
                        <m:r>
                          <a:rPr lang="en-US" altLang="zh-TW" sz="2400" b="0" i="1" dirty="0" smtClean="0">
                            <a:latin typeface="Cambria Math" panose="02040503050406030204" pitchFamily="18" charset="0"/>
                            <a:cs typeface="Times" panose="02020603050405020304" pitchFamily="18" charset="0"/>
                          </a:rPr>
                          <m:t>6</m:t>
                        </m:r>
                      </m:e>
                    </m:d>
                    <m:r>
                      <a:rPr lang="en-US" altLang="zh-TW" sz="2400" b="0" i="1" dirty="0" smtClean="0">
                        <a:latin typeface="Cambria Math" panose="02040503050406030204" pitchFamily="18" charset="0"/>
                        <a:cs typeface="Times" panose="02020603050405020304" pitchFamily="18" charset="0"/>
                      </a:rPr>
                      <m:t>=3</m:t>
                    </m:r>
                  </m:oMath>
                </a14:m>
                <a:endParaRPr lang="en-US" altLang="zh-TW" sz="2400" dirty="0">
                  <a:latin typeface="Times" panose="02020603050405020304" pitchFamily="18" charset="0"/>
                  <a:cs typeface="Times" panose="02020603050405020304" pitchFamily="18" charset="0"/>
                </a:endParaRPr>
              </a:p>
            </p:txBody>
          </p:sp>
        </mc:Choice>
        <mc:Fallback xmlns="">
          <p:sp>
            <p:nvSpPr>
              <p:cNvPr id="18" name="文字方塊 17">
                <a:extLst>
                  <a:ext uri="{FF2B5EF4-FFF2-40B4-BE49-F238E27FC236}">
                    <a16:creationId xmlns:a16="http://schemas.microsoft.com/office/drawing/2014/main" id="{C1CFD9C8-0397-440B-8122-43C4C4929A3B}"/>
                  </a:ext>
                </a:extLst>
              </p:cNvPr>
              <p:cNvSpPr txBox="1">
                <a:spLocks noRot="1" noChangeAspect="1" noMove="1" noResize="1" noEditPoints="1" noAdjustHandles="1" noChangeArrowheads="1" noChangeShapeType="1" noTextEdit="1"/>
              </p:cNvSpPr>
              <p:nvPr/>
            </p:nvSpPr>
            <p:spPr>
              <a:xfrm>
                <a:off x="3972091" y="1469754"/>
                <a:ext cx="2808654" cy="461665"/>
              </a:xfrm>
              <a:prstGeom prst="rect">
                <a:avLst/>
              </a:prstGeom>
              <a:blipFill>
                <a:blip r:embed="rId8"/>
                <a:stretch>
                  <a:fillRect l="-3043" t="-5263"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F3068A6E-E1DF-43E5-8C28-604827FC8F92}"/>
                  </a:ext>
                </a:extLst>
              </p:cNvPr>
              <p:cNvSpPr txBox="1"/>
              <p:nvPr/>
            </p:nvSpPr>
            <p:spPr>
              <a:xfrm>
                <a:off x="3972091" y="2790950"/>
                <a:ext cx="2808654" cy="461665"/>
              </a:xfrm>
              <a:prstGeom prst="rect">
                <a:avLst/>
              </a:prstGeom>
              <a:noFill/>
            </p:spPr>
            <p:txBody>
              <a:bodyPr wrap="none" rtlCol="0">
                <a:spAutoFit/>
              </a:bodyPr>
              <a:lstStyle/>
              <a:p>
                <a:pPr marL="342900" indent="-342900">
                  <a:buFont typeface="Arial" panose="020B0604020202020204" pitchFamily="34" charset="0"/>
                  <a:buChar char="•"/>
                </a:pPr>
                <a14:m>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i="1" dirty="0">
                            <a:latin typeface="Cambria Math" panose="02040503050406030204" pitchFamily="18" charset="0"/>
                            <a:cs typeface="Times" panose="02020603050405020304" pitchFamily="18" charset="0"/>
                          </a:rPr>
                          <m:t>𝑑𝑖𝑠𝑡</m:t>
                        </m:r>
                      </m:e>
                      <m:sub>
                        <m:r>
                          <a:rPr lang="en-US" altLang="zh-TW" sz="2400" b="0" i="1" dirty="0" smtClean="0">
                            <a:latin typeface="Cambria Math" panose="02040503050406030204" pitchFamily="18" charset="0"/>
                            <a:cs typeface="Times" panose="02020603050405020304" pitchFamily="18" charset="0"/>
                          </a:rPr>
                          <m:t>𝑒𝑑𝑖𝑡</m:t>
                        </m:r>
                      </m:sub>
                    </m:sSub>
                    <m:d>
                      <m:dPr>
                        <m:ctrlPr>
                          <a:rPr lang="en-US" altLang="zh-TW" sz="2400" b="0" i="1" dirty="0" smtClean="0">
                            <a:latin typeface="Cambria Math" panose="02040503050406030204" pitchFamily="18" charset="0"/>
                            <a:cs typeface="Times" panose="02020603050405020304" pitchFamily="18" charset="0"/>
                          </a:rPr>
                        </m:ctrlPr>
                      </m:dPr>
                      <m:e>
                        <m:r>
                          <a:rPr lang="en-US" altLang="zh-TW" sz="2400" i="1" dirty="0" smtClean="0">
                            <a:latin typeface="Cambria Math" panose="02040503050406030204" pitchFamily="18" charset="0"/>
                            <a:cs typeface="Times" panose="02020603050405020304" pitchFamily="18" charset="0"/>
                          </a:rPr>
                          <m:t>1, </m:t>
                        </m:r>
                        <m:r>
                          <a:rPr lang="en-US" altLang="zh-TW" sz="2400" b="0" i="1" dirty="0" smtClean="0">
                            <a:latin typeface="Cambria Math" panose="02040503050406030204" pitchFamily="18" charset="0"/>
                            <a:cs typeface="Times" panose="02020603050405020304" pitchFamily="18" charset="0"/>
                          </a:rPr>
                          <m:t>7</m:t>
                        </m:r>
                      </m:e>
                    </m:d>
                    <m:r>
                      <a:rPr lang="en-US" altLang="zh-TW" sz="2400" b="0" i="1" dirty="0" smtClean="0">
                        <a:latin typeface="Cambria Math" panose="02040503050406030204" pitchFamily="18" charset="0"/>
                        <a:cs typeface="Times" panose="02020603050405020304" pitchFamily="18" charset="0"/>
                      </a:rPr>
                      <m:t>=3</m:t>
                    </m:r>
                  </m:oMath>
                </a14:m>
                <a:endParaRPr lang="en-US" altLang="zh-TW" sz="2400" dirty="0">
                  <a:latin typeface="Times" panose="02020603050405020304" pitchFamily="18" charset="0"/>
                  <a:cs typeface="Times" panose="02020603050405020304" pitchFamily="18" charset="0"/>
                </a:endParaRPr>
              </a:p>
            </p:txBody>
          </p:sp>
        </mc:Choice>
        <mc:Fallback xmlns="">
          <p:sp>
            <p:nvSpPr>
              <p:cNvPr id="19" name="文字方塊 18">
                <a:extLst>
                  <a:ext uri="{FF2B5EF4-FFF2-40B4-BE49-F238E27FC236}">
                    <a16:creationId xmlns:a16="http://schemas.microsoft.com/office/drawing/2014/main" id="{F3068A6E-E1DF-43E5-8C28-604827FC8F92}"/>
                  </a:ext>
                </a:extLst>
              </p:cNvPr>
              <p:cNvSpPr txBox="1">
                <a:spLocks noRot="1" noChangeAspect="1" noMove="1" noResize="1" noEditPoints="1" noAdjustHandles="1" noChangeArrowheads="1" noChangeShapeType="1" noTextEdit="1"/>
              </p:cNvSpPr>
              <p:nvPr/>
            </p:nvSpPr>
            <p:spPr>
              <a:xfrm>
                <a:off x="3972091" y="2790950"/>
                <a:ext cx="2808654" cy="461665"/>
              </a:xfrm>
              <a:prstGeom prst="rect">
                <a:avLst/>
              </a:prstGeom>
              <a:blipFill>
                <a:blip r:embed="rId9"/>
                <a:stretch>
                  <a:fillRect l="-3043" t="-5263"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7F8673FF-F263-4D26-9191-694ADA989782}"/>
                  </a:ext>
                </a:extLst>
              </p:cNvPr>
              <p:cNvSpPr txBox="1"/>
              <p:nvPr/>
            </p:nvSpPr>
            <p:spPr>
              <a:xfrm>
                <a:off x="3972091" y="4103591"/>
                <a:ext cx="2808654" cy="461665"/>
              </a:xfrm>
              <a:prstGeom prst="rect">
                <a:avLst/>
              </a:prstGeom>
              <a:noFill/>
            </p:spPr>
            <p:txBody>
              <a:bodyPr wrap="none" rtlCol="0">
                <a:spAutoFit/>
              </a:bodyPr>
              <a:lstStyle/>
              <a:p>
                <a:pPr marL="342900" indent="-342900">
                  <a:buFont typeface="Arial" panose="020B0604020202020204" pitchFamily="34" charset="0"/>
                  <a:buChar char="•"/>
                </a:pPr>
                <a14:m>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i="1" dirty="0">
                            <a:latin typeface="Cambria Math" panose="02040503050406030204" pitchFamily="18" charset="0"/>
                            <a:cs typeface="Times" panose="02020603050405020304" pitchFamily="18" charset="0"/>
                          </a:rPr>
                          <m:t>𝑑𝑖𝑠𝑡</m:t>
                        </m:r>
                      </m:e>
                      <m:sub>
                        <m:r>
                          <a:rPr lang="en-US" altLang="zh-TW" sz="2400" b="0" i="1" dirty="0" smtClean="0">
                            <a:latin typeface="Cambria Math" panose="02040503050406030204" pitchFamily="18" charset="0"/>
                            <a:cs typeface="Times" panose="02020603050405020304" pitchFamily="18" charset="0"/>
                          </a:rPr>
                          <m:t>𝑒𝑑𝑖𝑡</m:t>
                        </m:r>
                      </m:sub>
                    </m:sSub>
                    <m:d>
                      <m:dPr>
                        <m:ctrlPr>
                          <a:rPr lang="en-US" altLang="zh-TW" sz="2400" b="0" i="1" dirty="0" smtClean="0">
                            <a:latin typeface="Cambria Math" panose="02040503050406030204" pitchFamily="18" charset="0"/>
                            <a:cs typeface="Times" panose="02020603050405020304" pitchFamily="18" charset="0"/>
                          </a:rPr>
                        </m:ctrlPr>
                      </m:dPr>
                      <m:e>
                        <m:r>
                          <a:rPr lang="en-US" altLang="zh-TW" sz="2400" i="1" dirty="0" smtClean="0">
                            <a:latin typeface="Cambria Math" panose="02040503050406030204" pitchFamily="18" charset="0"/>
                            <a:cs typeface="Times" panose="02020603050405020304" pitchFamily="18" charset="0"/>
                          </a:rPr>
                          <m:t>1, </m:t>
                        </m:r>
                        <m:r>
                          <a:rPr lang="en-US" altLang="zh-TW" sz="2400" b="0" i="1" dirty="0" smtClean="0">
                            <a:latin typeface="Cambria Math" panose="02040503050406030204" pitchFamily="18" charset="0"/>
                            <a:cs typeface="Times" panose="02020603050405020304" pitchFamily="18" charset="0"/>
                          </a:rPr>
                          <m:t>8</m:t>
                        </m:r>
                      </m:e>
                    </m:d>
                    <m:r>
                      <a:rPr lang="en-US" altLang="zh-TW" sz="2400" b="0" i="1" dirty="0" smtClean="0">
                        <a:latin typeface="Cambria Math" panose="02040503050406030204" pitchFamily="18" charset="0"/>
                        <a:cs typeface="Times" panose="02020603050405020304" pitchFamily="18" charset="0"/>
                      </a:rPr>
                      <m:t>=4</m:t>
                    </m:r>
                  </m:oMath>
                </a14:m>
                <a:endParaRPr lang="en-US" altLang="zh-TW" sz="2400" dirty="0">
                  <a:latin typeface="Times" panose="02020603050405020304" pitchFamily="18" charset="0"/>
                  <a:cs typeface="Times" panose="02020603050405020304" pitchFamily="18" charset="0"/>
                </a:endParaRPr>
              </a:p>
            </p:txBody>
          </p:sp>
        </mc:Choice>
        <mc:Fallback xmlns="">
          <p:sp>
            <p:nvSpPr>
              <p:cNvPr id="20" name="文字方塊 19">
                <a:extLst>
                  <a:ext uri="{FF2B5EF4-FFF2-40B4-BE49-F238E27FC236}">
                    <a16:creationId xmlns:a16="http://schemas.microsoft.com/office/drawing/2014/main" id="{7F8673FF-F263-4D26-9191-694ADA989782}"/>
                  </a:ext>
                </a:extLst>
              </p:cNvPr>
              <p:cNvSpPr txBox="1">
                <a:spLocks noRot="1" noChangeAspect="1" noMove="1" noResize="1" noEditPoints="1" noAdjustHandles="1" noChangeArrowheads="1" noChangeShapeType="1" noTextEdit="1"/>
              </p:cNvSpPr>
              <p:nvPr/>
            </p:nvSpPr>
            <p:spPr>
              <a:xfrm>
                <a:off x="3972091" y="4103591"/>
                <a:ext cx="2808654" cy="461665"/>
              </a:xfrm>
              <a:prstGeom prst="rect">
                <a:avLst/>
              </a:prstGeom>
              <a:blipFill>
                <a:blip r:embed="rId10"/>
                <a:stretch>
                  <a:fillRect l="-3043" t="-5263" b="-25000"/>
                </a:stretch>
              </a:blipFill>
            </p:spPr>
            <p:txBody>
              <a:bodyPr/>
              <a:lstStyle/>
              <a:p>
                <a:r>
                  <a:rPr lang="zh-TW" altLang="en-US">
                    <a:noFill/>
                  </a:rPr>
                  <a:t> </a:t>
                </a:r>
              </a:p>
            </p:txBody>
          </p:sp>
        </mc:Fallback>
      </mc:AlternateContent>
      <p:sp>
        <p:nvSpPr>
          <p:cNvPr id="21" name="文字方塊 20">
            <a:extLst>
              <a:ext uri="{FF2B5EF4-FFF2-40B4-BE49-F238E27FC236}">
                <a16:creationId xmlns:a16="http://schemas.microsoft.com/office/drawing/2014/main" id="{EAA1BA3E-89A9-4F62-81F7-6FA059FE75D7}"/>
              </a:ext>
            </a:extLst>
          </p:cNvPr>
          <p:cNvSpPr txBox="1"/>
          <p:nvPr/>
        </p:nvSpPr>
        <p:spPr>
          <a:xfrm>
            <a:off x="4335038" y="3270815"/>
            <a:ext cx="1760962" cy="830997"/>
          </a:xfrm>
          <a:prstGeom prst="rect">
            <a:avLst/>
          </a:prstGeom>
          <a:noFill/>
        </p:spPr>
        <p:txBody>
          <a:bodyPr wrap="square" rtlCol="0">
            <a:spAutoFit/>
          </a:bodyPr>
          <a:lstStyle/>
          <a:p>
            <a:r>
              <a:rPr lang="en-US" altLang="zh-TW" sz="2400" dirty="0">
                <a:latin typeface="Times" panose="02020603050405020304" pitchFamily="18" charset="0"/>
                <a:cs typeface="Times" panose="02020603050405020304" pitchFamily="18" charset="0"/>
              </a:rPr>
              <a:t>AUCGCU</a:t>
            </a:r>
          </a:p>
          <a:p>
            <a:r>
              <a:rPr lang="en-US" altLang="zh-TW" sz="2400" dirty="0">
                <a:latin typeface="Times" panose="02020603050405020304" pitchFamily="18" charset="0"/>
                <a:cs typeface="Times" panose="02020603050405020304" pitchFamily="18" charset="0"/>
              </a:rPr>
              <a:t> - CGGCU</a:t>
            </a:r>
          </a:p>
        </p:txBody>
      </p:sp>
      <p:sp>
        <p:nvSpPr>
          <p:cNvPr id="5" name="文字方塊 4">
            <a:extLst>
              <a:ext uri="{FF2B5EF4-FFF2-40B4-BE49-F238E27FC236}">
                <a16:creationId xmlns:a16="http://schemas.microsoft.com/office/drawing/2014/main" id="{7B46E8C8-A7FE-4ABD-B713-E67E02133858}"/>
              </a:ext>
            </a:extLst>
          </p:cNvPr>
          <p:cNvSpPr txBox="1"/>
          <p:nvPr/>
        </p:nvSpPr>
        <p:spPr>
          <a:xfrm>
            <a:off x="5638800" y="2974258"/>
            <a:ext cx="65" cy="276999"/>
          </a:xfrm>
          <a:prstGeom prst="rect">
            <a:avLst/>
          </a:prstGeom>
          <a:noFill/>
        </p:spPr>
        <p:txBody>
          <a:bodyPr wrap="none" lIns="0" tIns="0" rIns="0" bIns="0" rtlCol="0">
            <a:spAutoFit/>
          </a:bodyPr>
          <a:lstStyle/>
          <a:p>
            <a:endParaRPr lang="zh-TW" altLang="en-US" dirty="0"/>
          </a:p>
        </p:txBody>
      </p:sp>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C0B5ABC6-7347-4AB7-98E3-DAB08E355767}"/>
                  </a:ext>
                </a:extLst>
              </p:cNvPr>
              <p:cNvSpPr txBox="1"/>
              <p:nvPr/>
            </p:nvSpPr>
            <p:spPr>
              <a:xfrm>
                <a:off x="7468820" y="4768121"/>
                <a:ext cx="224407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b="0" i="1" dirty="0" smtClean="0">
                              <a:latin typeface="Cambria Math" panose="02040503050406030204" pitchFamily="18" charset="0"/>
                              <a:cs typeface="Times" panose="02020603050405020304" pitchFamily="18" charset="0"/>
                            </a:rPr>
                            <m:t>𝑎𝑙𝑙</m:t>
                          </m:r>
                        </m:e>
                        <m:sub>
                          <m:r>
                            <a:rPr lang="en-US" altLang="zh-TW" sz="2400" b="0" i="1" dirty="0" smtClean="0">
                              <a:latin typeface="Cambria Math" panose="02040503050406030204" pitchFamily="18" charset="0"/>
                              <a:cs typeface="Times" panose="02020603050405020304" pitchFamily="18" charset="0"/>
                            </a:rPr>
                            <m:t>𝑑𝑖𝑠𝑡</m:t>
                          </m:r>
                        </m:sub>
                      </m:sSub>
                      <m:d>
                        <m:dPr>
                          <m:ctrlPr>
                            <a:rPr lang="en-US" altLang="zh-TW" sz="2400" b="0" i="1" dirty="0" smtClean="0">
                              <a:latin typeface="Cambria Math" panose="02040503050406030204" pitchFamily="18" charset="0"/>
                              <a:cs typeface="Times" panose="02020603050405020304" pitchFamily="18" charset="0"/>
                            </a:rPr>
                          </m:ctrlPr>
                        </m:dPr>
                        <m:e>
                          <m:r>
                            <a:rPr lang="en-US" altLang="zh-TW" sz="2400" i="1" dirty="0" smtClean="0">
                              <a:latin typeface="Cambria Math" panose="02040503050406030204" pitchFamily="18" charset="0"/>
                              <a:cs typeface="Times" panose="02020603050405020304" pitchFamily="18" charset="0"/>
                            </a:rPr>
                            <m:t>1</m:t>
                          </m:r>
                        </m:e>
                      </m:d>
                      <m:r>
                        <a:rPr lang="en-US" altLang="zh-TW" sz="2400" b="0" i="1" dirty="0" smtClean="0">
                          <a:latin typeface="Cambria Math" panose="02040503050406030204" pitchFamily="18" charset="0"/>
                          <a:cs typeface="Times" panose="02020603050405020304" pitchFamily="18" charset="0"/>
                        </a:rPr>
                        <m:t>=22</m:t>
                      </m:r>
                    </m:oMath>
                  </m:oMathPara>
                </a14:m>
                <a:endParaRPr lang="en-US" altLang="zh-TW" sz="2400" dirty="0">
                  <a:latin typeface="Times" panose="02020603050405020304" pitchFamily="18" charset="0"/>
                  <a:cs typeface="Times" panose="02020603050405020304" pitchFamily="18" charset="0"/>
                </a:endParaRPr>
              </a:p>
            </p:txBody>
          </p:sp>
        </mc:Choice>
        <mc:Fallback xmlns="">
          <p:sp>
            <p:nvSpPr>
              <p:cNvPr id="22" name="文字方塊 21">
                <a:extLst>
                  <a:ext uri="{FF2B5EF4-FFF2-40B4-BE49-F238E27FC236}">
                    <a16:creationId xmlns:a16="http://schemas.microsoft.com/office/drawing/2014/main" id="{C0B5ABC6-7347-4AB7-98E3-DAB08E355767}"/>
                  </a:ext>
                </a:extLst>
              </p:cNvPr>
              <p:cNvSpPr txBox="1">
                <a:spLocks noRot="1" noChangeAspect="1" noMove="1" noResize="1" noEditPoints="1" noAdjustHandles="1" noChangeArrowheads="1" noChangeShapeType="1" noTextEdit="1"/>
              </p:cNvSpPr>
              <p:nvPr/>
            </p:nvSpPr>
            <p:spPr>
              <a:xfrm>
                <a:off x="7468820" y="4768121"/>
                <a:ext cx="2244076" cy="461665"/>
              </a:xfrm>
              <a:prstGeom prst="rect">
                <a:avLst/>
              </a:prstGeom>
              <a:blipFill>
                <a:blip r:embed="rId11"/>
                <a:stretch>
                  <a:fillRect b="-394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7221357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B6B0A126-45F7-4A8A-B892-3C65DBC4D3F7}"/>
              </a:ext>
            </a:extLst>
          </p:cNvPr>
          <p:cNvSpPr/>
          <p:nvPr/>
        </p:nvSpPr>
        <p:spPr>
          <a:xfrm>
            <a:off x="3145828" y="2019469"/>
            <a:ext cx="983226" cy="9416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Genealogy Tree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24</a:t>
            </a:fld>
            <a:endParaRPr kumimoji="1" lang="zh-TW" altLang="en-US" dirty="0"/>
          </a:p>
        </p:txBody>
      </p:sp>
      <p:sp>
        <p:nvSpPr>
          <p:cNvPr id="6" name="橢圓 5">
            <a:extLst>
              <a:ext uri="{FF2B5EF4-FFF2-40B4-BE49-F238E27FC236}">
                <a16:creationId xmlns:a16="http://schemas.microsoft.com/office/drawing/2014/main" id="{AE06C515-F66D-421A-9F2B-6F0B8CBDA92F}"/>
              </a:ext>
            </a:extLst>
          </p:cNvPr>
          <p:cNvSpPr/>
          <p:nvPr/>
        </p:nvSpPr>
        <p:spPr>
          <a:xfrm>
            <a:off x="3322810" y="2165827"/>
            <a:ext cx="629264" cy="64893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panose="02020603050405020304" pitchFamily="18" charset="0"/>
                <a:cs typeface="Times" panose="02020603050405020304" pitchFamily="18" charset="0"/>
              </a:rPr>
              <a:t>6</a:t>
            </a:r>
            <a:endParaRPr lang="zh-TW" altLang="en-US" sz="2400" dirty="0">
              <a:solidFill>
                <a:schemeClr val="tx1"/>
              </a:solidFill>
              <a:latin typeface="Times" panose="02020603050405020304" pitchFamily="18" charset="0"/>
              <a:cs typeface="Times" panose="02020603050405020304" pitchFamily="18" charset="0"/>
            </a:endParaRPr>
          </a:p>
        </p:txBody>
      </p:sp>
      <p:pic>
        <p:nvPicPr>
          <p:cNvPr id="24" name="Picture 2">
            <a:extLst>
              <a:ext uri="{FF2B5EF4-FFF2-40B4-BE49-F238E27FC236}">
                <a16:creationId xmlns:a16="http://schemas.microsoft.com/office/drawing/2014/main" id="{84AF9834-0797-47C0-B754-4CB06F56AE0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755"/>
          <a:stretch/>
        </p:blipFill>
        <p:spPr bwMode="auto">
          <a:xfrm>
            <a:off x="7246374" y="1855432"/>
            <a:ext cx="4436191" cy="331775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3846AA37-99F9-46D0-9541-7CEDA7F707F1}"/>
                  </a:ext>
                </a:extLst>
              </p:cNvPr>
              <p:cNvSpPr txBox="1"/>
              <p:nvPr/>
            </p:nvSpPr>
            <p:spPr>
              <a:xfrm>
                <a:off x="1693123" y="2259458"/>
                <a:ext cx="145270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b="0" i="1" dirty="0" smtClean="0">
                              <a:latin typeface="Cambria Math" panose="02040503050406030204" pitchFamily="18" charset="0"/>
                              <a:cs typeface="Times" panose="02020603050405020304" pitchFamily="18" charset="0"/>
                            </a:rPr>
                            <m:t>𝑐𝑙𝑎𝑠𝑠</m:t>
                          </m:r>
                        </m:e>
                        <m:sub>
                          <m:r>
                            <a:rPr lang="en-US" altLang="zh-TW" sz="2400" b="0" i="1" dirty="0" smtClean="0">
                              <a:latin typeface="Cambria Math" panose="02040503050406030204" pitchFamily="18" charset="0"/>
                              <a:cs typeface="Times" panose="02020603050405020304" pitchFamily="18" charset="0"/>
                            </a:rPr>
                            <m:t>𝑟𝑜𝑜𝑡</m:t>
                          </m:r>
                        </m:sub>
                      </m:sSub>
                    </m:oMath>
                  </m:oMathPara>
                </a14:m>
                <a:endParaRPr lang="en-US" altLang="zh-TW" sz="2400" dirty="0">
                  <a:latin typeface="Times" panose="02020603050405020304" pitchFamily="18" charset="0"/>
                  <a:cs typeface="Times" panose="02020603050405020304" pitchFamily="18" charset="0"/>
                </a:endParaRPr>
              </a:p>
            </p:txBody>
          </p:sp>
        </mc:Choice>
        <mc:Fallback xmlns="">
          <p:sp>
            <p:nvSpPr>
              <p:cNvPr id="26" name="文字方塊 25">
                <a:extLst>
                  <a:ext uri="{FF2B5EF4-FFF2-40B4-BE49-F238E27FC236}">
                    <a16:creationId xmlns:a16="http://schemas.microsoft.com/office/drawing/2014/main" id="{3846AA37-99F9-46D0-9541-7CEDA7F707F1}"/>
                  </a:ext>
                </a:extLst>
              </p:cNvPr>
              <p:cNvSpPr txBox="1">
                <a:spLocks noRot="1" noChangeAspect="1" noMove="1" noResize="1" noEditPoints="1" noAdjustHandles="1" noChangeArrowheads="1" noChangeShapeType="1" noTextEdit="1"/>
              </p:cNvSpPr>
              <p:nvPr/>
            </p:nvSpPr>
            <p:spPr>
              <a:xfrm>
                <a:off x="1693123" y="2259458"/>
                <a:ext cx="1452705" cy="461665"/>
              </a:xfrm>
              <a:prstGeom prst="rect">
                <a:avLst/>
              </a:prstGeom>
              <a:blipFill>
                <a:blip r:embed="rId4"/>
                <a:stretch>
                  <a:fillRect b="-2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27" name="表格 6">
                <a:extLst>
                  <a:ext uri="{FF2B5EF4-FFF2-40B4-BE49-F238E27FC236}">
                    <a16:creationId xmlns:a16="http://schemas.microsoft.com/office/drawing/2014/main" id="{51D93E6D-3C7C-41E2-81A1-908E83541DAD}"/>
                  </a:ext>
                </a:extLst>
              </p:cNvPr>
              <p:cNvGraphicFramePr>
                <a:graphicFrameLocks noGrp="1"/>
              </p:cNvGraphicFramePr>
              <p:nvPr>
                <p:extLst>
                  <p:ext uri="{D42A27DB-BD31-4B8C-83A1-F6EECF244321}">
                    <p14:modId xmlns:p14="http://schemas.microsoft.com/office/powerpoint/2010/main" val="2640791358"/>
                  </p:ext>
                </p:extLst>
              </p:nvPr>
            </p:nvGraphicFramePr>
            <p:xfrm>
              <a:off x="5582389" y="487387"/>
              <a:ext cx="6100176" cy="1081038"/>
            </p:xfrm>
            <a:graphic>
              <a:graphicData uri="http://schemas.openxmlformats.org/drawingml/2006/table">
                <a:tbl>
                  <a:tblPr firstRow="1" bandRow="1">
                    <a:tableStyleId>{5C22544A-7EE6-4342-B048-85BDC9FD1C3A}</a:tableStyleId>
                  </a:tblPr>
                  <a:tblGrid>
                    <a:gridCol w="1268856">
                      <a:extLst>
                        <a:ext uri="{9D8B030D-6E8A-4147-A177-3AD203B41FA5}">
                          <a16:colId xmlns:a16="http://schemas.microsoft.com/office/drawing/2014/main" val="3242848539"/>
                        </a:ext>
                      </a:extLst>
                    </a:gridCol>
                    <a:gridCol w="603915">
                      <a:extLst>
                        <a:ext uri="{9D8B030D-6E8A-4147-A177-3AD203B41FA5}">
                          <a16:colId xmlns:a16="http://schemas.microsoft.com/office/drawing/2014/main" val="1216764178"/>
                        </a:ext>
                      </a:extLst>
                    </a:gridCol>
                    <a:gridCol w="603915">
                      <a:extLst>
                        <a:ext uri="{9D8B030D-6E8A-4147-A177-3AD203B41FA5}">
                          <a16:colId xmlns:a16="http://schemas.microsoft.com/office/drawing/2014/main" val="735761456"/>
                        </a:ext>
                      </a:extLst>
                    </a:gridCol>
                    <a:gridCol w="603915">
                      <a:extLst>
                        <a:ext uri="{9D8B030D-6E8A-4147-A177-3AD203B41FA5}">
                          <a16:colId xmlns:a16="http://schemas.microsoft.com/office/drawing/2014/main" val="1529620551"/>
                        </a:ext>
                      </a:extLst>
                    </a:gridCol>
                    <a:gridCol w="603915">
                      <a:extLst>
                        <a:ext uri="{9D8B030D-6E8A-4147-A177-3AD203B41FA5}">
                          <a16:colId xmlns:a16="http://schemas.microsoft.com/office/drawing/2014/main" val="2402787438"/>
                        </a:ext>
                      </a:extLst>
                    </a:gridCol>
                    <a:gridCol w="603915">
                      <a:extLst>
                        <a:ext uri="{9D8B030D-6E8A-4147-A177-3AD203B41FA5}">
                          <a16:colId xmlns:a16="http://schemas.microsoft.com/office/drawing/2014/main" val="2695976807"/>
                        </a:ext>
                      </a:extLst>
                    </a:gridCol>
                    <a:gridCol w="603915">
                      <a:extLst>
                        <a:ext uri="{9D8B030D-6E8A-4147-A177-3AD203B41FA5}">
                          <a16:colId xmlns:a16="http://schemas.microsoft.com/office/drawing/2014/main" val="1649336562"/>
                        </a:ext>
                      </a:extLst>
                    </a:gridCol>
                    <a:gridCol w="603915">
                      <a:extLst>
                        <a:ext uri="{9D8B030D-6E8A-4147-A177-3AD203B41FA5}">
                          <a16:colId xmlns:a16="http://schemas.microsoft.com/office/drawing/2014/main" val="1883552243"/>
                        </a:ext>
                      </a:extLst>
                    </a:gridCol>
                    <a:gridCol w="603915">
                      <a:extLst>
                        <a:ext uri="{9D8B030D-6E8A-4147-A177-3AD203B41FA5}">
                          <a16:colId xmlns:a16="http://schemas.microsoft.com/office/drawing/2014/main" val="3766584528"/>
                        </a:ext>
                      </a:extLst>
                    </a:gridCol>
                  </a:tblGrid>
                  <a:tr h="540519">
                    <a:tc>
                      <a:txBody>
                        <a:bodyPr/>
                        <a:lstStyle/>
                        <a:p>
                          <a:pPr algn="ctr"/>
                          <a:r>
                            <a:rPr lang="en-US" altLang="zh-TW" sz="2400" b="0" dirty="0" err="1">
                              <a:solidFill>
                                <a:schemeClr val="tx1"/>
                              </a:solidFill>
                              <a:latin typeface="Times" panose="02020603050405020304" pitchFamily="18" charset="0"/>
                              <a:cs typeface="Times" panose="02020603050405020304" pitchFamily="18" charset="0"/>
                            </a:rPr>
                            <a:t>i</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b="0" i="1" dirty="0" smtClean="0">
                                        <a:latin typeface="Cambria Math" panose="02040503050406030204" pitchFamily="18" charset="0"/>
                                        <a:cs typeface="Times" panose="02020603050405020304" pitchFamily="18" charset="0"/>
                                      </a:rPr>
                                      <m:t>𝑎𝑙𝑙</m:t>
                                    </m:r>
                                  </m:e>
                                  <m:sub>
                                    <m:r>
                                      <a:rPr lang="en-US" altLang="zh-TW" sz="2400" b="0" i="1" dirty="0" smtClean="0">
                                        <a:latin typeface="Cambria Math" panose="02040503050406030204" pitchFamily="18" charset="0"/>
                                        <a:cs typeface="Times" panose="02020603050405020304" pitchFamily="18" charset="0"/>
                                      </a:rPr>
                                      <m:t>𝑑𝑖𝑠𝑡</m:t>
                                    </m:r>
                                  </m:sub>
                                </m:sSub>
                              </m:oMath>
                            </m:oMathPara>
                          </a14:m>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bl>
              </a:graphicData>
            </a:graphic>
          </p:graphicFrame>
        </mc:Choice>
        <mc:Fallback xmlns="">
          <p:graphicFrame>
            <p:nvGraphicFramePr>
              <p:cNvPr id="27" name="表格 6">
                <a:extLst>
                  <a:ext uri="{FF2B5EF4-FFF2-40B4-BE49-F238E27FC236}">
                    <a16:creationId xmlns:a16="http://schemas.microsoft.com/office/drawing/2014/main" id="{51D93E6D-3C7C-41E2-81A1-908E83541DAD}"/>
                  </a:ext>
                </a:extLst>
              </p:cNvPr>
              <p:cNvGraphicFramePr>
                <a:graphicFrameLocks noGrp="1"/>
              </p:cNvGraphicFramePr>
              <p:nvPr>
                <p:extLst>
                  <p:ext uri="{D42A27DB-BD31-4B8C-83A1-F6EECF244321}">
                    <p14:modId xmlns:p14="http://schemas.microsoft.com/office/powerpoint/2010/main" val="2640791358"/>
                  </p:ext>
                </p:extLst>
              </p:nvPr>
            </p:nvGraphicFramePr>
            <p:xfrm>
              <a:off x="5582389" y="487387"/>
              <a:ext cx="6100176" cy="1081038"/>
            </p:xfrm>
            <a:graphic>
              <a:graphicData uri="http://schemas.openxmlformats.org/drawingml/2006/table">
                <a:tbl>
                  <a:tblPr firstRow="1" bandRow="1">
                    <a:tableStyleId>{5C22544A-7EE6-4342-B048-85BDC9FD1C3A}</a:tableStyleId>
                  </a:tblPr>
                  <a:tblGrid>
                    <a:gridCol w="1268856">
                      <a:extLst>
                        <a:ext uri="{9D8B030D-6E8A-4147-A177-3AD203B41FA5}">
                          <a16:colId xmlns:a16="http://schemas.microsoft.com/office/drawing/2014/main" val="3242848539"/>
                        </a:ext>
                      </a:extLst>
                    </a:gridCol>
                    <a:gridCol w="603915">
                      <a:extLst>
                        <a:ext uri="{9D8B030D-6E8A-4147-A177-3AD203B41FA5}">
                          <a16:colId xmlns:a16="http://schemas.microsoft.com/office/drawing/2014/main" val="1216764178"/>
                        </a:ext>
                      </a:extLst>
                    </a:gridCol>
                    <a:gridCol w="603915">
                      <a:extLst>
                        <a:ext uri="{9D8B030D-6E8A-4147-A177-3AD203B41FA5}">
                          <a16:colId xmlns:a16="http://schemas.microsoft.com/office/drawing/2014/main" val="735761456"/>
                        </a:ext>
                      </a:extLst>
                    </a:gridCol>
                    <a:gridCol w="603915">
                      <a:extLst>
                        <a:ext uri="{9D8B030D-6E8A-4147-A177-3AD203B41FA5}">
                          <a16:colId xmlns:a16="http://schemas.microsoft.com/office/drawing/2014/main" val="1529620551"/>
                        </a:ext>
                      </a:extLst>
                    </a:gridCol>
                    <a:gridCol w="603915">
                      <a:extLst>
                        <a:ext uri="{9D8B030D-6E8A-4147-A177-3AD203B41FA5}">
                          <a16:colId xmlns:a16="http://schemas.microsoft.com/office/drawing/2014/main" val="2402787438"/>
                        </a:ext>
                      </a:extLst>
                    </a:gridCol>
                    <a:gridCol w="603915">
                      <a:extLst>
                        <a:ext uri="{9D8B030D-6E8A-4147-A177-3AD203B41FA5}">
                          <a16:colId xmlns:a16="http://schemas.microsoft.com/office/drawing/2014/main" val="2695976807"/>
                        </a:ext>
                      </a:extLst>
                    </a:gridCol>
                    <a:gridCol w="603915">
                      <a:extLst>
                        <a:ext uri="{9D8B030D-6E8A-4147-A177-3AD203B41FA5}">
                          <a16:colId xmlns:a16="http://schemas.microsoft.com/office/drawing/2014/main" val="1649336562"/>
                        </a:ext>
                      </a:extLst>
                    </a:gridCol>
                    <a:gridCol w="603915">
                      <a:extLst>
                        <a:ext uri="{9D8B030D-6E8A-4147-A177-3AD203B41FA5}">
                          <a16:colId xmlns:a16="http://schemas.microsoft.com/office/drawing/2014/main" val="1883552243"/>
                        </a:ext>
                      </a:extLst>
                    </a:gridCol>
                    <a:gridCol w="603915">
                      <a:extLst>
                        <a:ext uri="{9D8B030D-6E8A-4147-A177-3AD203B41FA5}">
                          <a16:colId xmlns:a16="http://schemas.microsoft.com/office/drawing/2014/main" val="3766584528"/>
                        </a:ext>
                      </a:extLst>
                    </a:gridCol>
                  </a:tblGrid>
                  <a:tr h="540519">
                    <a:tc>
                      <a:txBody>
                        <a:bodyPr/>
                        <a:lstStyle/>
                        <a:p>
                          <a:pPr algn="ctr"/>
                          <a:r>
                            <a:rPr lang="en-US" altLang="zh-TW" sz="2400" b="0" dirty="0" err="1">
                              <a:solidFill>
                                <a:schemeClr val="tx1"/>
                              </a:solidFill>
                              <a:latin typeface="Times" panose="02020603050405020304" pitchFamily="18" charset="0"/>
                              <a:cs typeface="Times" panose="02020603050405020304" pitchFamily="18" charset="0"/>
                            </a:rPr>
                            <a:t>i</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81" t="-102247" r="-382692" b="-16854"/>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bl>
              </a:graphicData>
            </a:graphic>
          </p:graphicFrame>
        </mc:Fallback>
      </mc:AlternateContent>
    </p:spTree>
    <p:extLst>
      <p:ext uri="{BB962C8B-B14F-4D97-AF65-F5344CB8AC3E}">
        <p14:creationId xmlns:p14="http://schemas.microsoft.com/office/powerpoint/2010/main" val="412227383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Genealogy Tree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25</a:t>
            </a:fld>
            <a:endParaRPr kumimoji="1" lang="zh-TW" altLang="en-US" dirty="0"/>
          </a:p>
        </p:txBody>
      </p:sp>
      <p:pic>
        <p:nvPicPr>
          <p:cNvPr id="24" name="Picture 2">
            <a:extLst>
              <a:ext uri="{FF2B5EF4-FFF2-40B4-BE49-F238E27FC236}">
                <a16:creationId xmlns:a16="http://schemas.microsoft.com/office/drawing/2014/main" id="{84AF9834-0797-47C0-B754-4CB06F56AE0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755"/>
          <a:stretch/>
        </p:blipFill>
        <p:spPr bwMode="auto">
          <a:xfrm>
            <a:off x="7246374" y="1855432"/>
            <a:ext cx="4436191" cy="331775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ED528442-723F-4AF3-92D6-726BEC2B02FA}"/>
                  </a:ext>
                </a:extLst>
              </p:cNvPr>
              <p:cNvSpPr txBox="1"/>
              <p:nvPr/>
            </p:nvSpPr>
            <p:spPr>
              <a:xfrm>
                <a:off x="7246374" y="5173184"/>
                <a:ext cx="3985194" cy="1200329"/>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altLang="zh-TW" sz="2400" i="1" dirty="0" smtClean="0">
                              <a:latin typeface="Cambria Math" panose="02040503050406030204" pitchFamily="18" charset="0"/>
                              <a:cs typeface="Times" panose="02020603050405020304" pitchFamily="18" charset="0"/>
                            </a:rPr>
                          </m:ctrlPr>
                        </m:sSubPr>
                        <m:e>
                          <m:r>
                            <a:rPr lang="en-US" altLang="zh-TW" sz="2400" i="1" dirty="0">
                              <a:latin typeface="Cambria Math" panose="02040503050406030204" pitchFamily="18" charset="0"/>
                              <a:cs typeface="Times" panose="02020603050405020304" pitchFamily="18" charset="0"/>
                            </a:rPr>
                            <m:t>𝑑𝑖𝑠𝑡</m:t>
                          </m:r>
                        </m:e>
                        <m:sub>
                          <m:r>
                            <a:rPr lang="en-US" altLang="zh-TW" sz="2400" i="1" dirty="0">
                              <a:latin typeface="Cambria Math" panose="02040503050406030204" pitchFamily="18" charset="0"/>
                              <a:cs typeface="Times" panose="02020603050405020304" pitchFamily="18" charset="0"/>
                            </a:rPr>
                            <m:t>𝑒𝑑𝑖𝑡</m:t>
                          </m:r>
                        </m:sub>
                      </m:sSub>
                      <m:d>
                        <m:dPr>
                          <m:ctrlPr>
                            <a:rPr lang="en-US" altLang="zh-TW" sz="2400" i="1" dirty="0">
                              <a:latin typeface="Cambria Math" panose="02040503050406030204" pitchFamily="18" charset="0"/>
                              <a:cs typeface="Times" panose="02020603050405020304" pitchFamily="18" charset="0"/>
                            </a:rPr>
                          </m:ctrlPr>
                        </m:dPr>
                        <m:e>
                          <m:r>
                            <a:rPr lang="en-US" altLang="zh-TW" sz="2400" i="1" dirty="0">
                              <a:latin typeface="Cambria Math" panose="02040503050406030204" pitchFamily="18" charset="0"/>
                              <a:cs typeface="Times" panose="02020603050405020304" pitchFamily="18" charset="0"/>
                            </a:rPr>
                            <m:t>6, 5</m:t>
                          </m:r>
                        </m:e>
                      </m:d>
                      <m:r>
                        <a:rPr lang="en-US" altLang="zh-TW" sz="2400" i="1" dirty="0">
                          <a:latin typeface="Cambria Math" panose="02040503050406030204" pitchFamily="18" charset="0"/>
                          <a:cs typeface="Times" panose="02020603050405020304" pitchFamily="18" charset="0"/>
                        </a:rPr>
                        <m:t>=1</m:t>
                      </m:r>
                    </m:oMath>
                  </m:oMathPara>
                </a14:m>
                <a:endParaRPr lang="en-US" altLang="zh-TW" sz="2400" dirty="0">
                  <a:latin typeface="Times" panose="02020603050405020304" pitchFamily="18" charset="0"/>
                  <a:cs typeface="Times" panose="02020603050405020304" pitchFamily="18" charset="0"/>
                </a:endParaRPr>
              </a:p>
              <a:p>
                <a:pPr/>
                <a14:m>
                  <m:oMathPara xmlns:m="http://schemas.openxmlformats.org/officeDocument/2006/math">
                    <m:oMathParaPr>
                      <m:jc m:val="left"/>
                    </m:oMathParaPr>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b="0" i="1" dirty="0" smtClean="0">
                              <a:latin typeface="Cambria Math" panose="02040503050406030204" pitchFamily="18" charset="0"/>
                              <a:cs typeface="Times" panose="02020603050405020304" pitchFamily="18" charset="0"/>
                            </a:rPr>
                            <m:t>𝑑𝑖𝑠𝑡</m:t>
                          </m:r>
                        </m:e>
                        <m:sub>
                          <m:r>
                            <a:rPr lang="en-US" altLang="zh-TW" sz="2400" b="0" i="1" dirty="0" smtClean="0">
                              <a:latin typeface="Cambria Math" panose="02040503050406030204" pitchFamily="18" charset="0"/>
                              <a:cs typeface="Times" panose="02020603050405020304" pitchFamily="18" charset="0"/>
                            </a:rPr>
                            <m:t>𝑒𝑑𝑖𝑡</m:t>
                          </m:r>
                        </m:sub>
                      </m:sSub>
                      <m:d>
                        <m:dPr>
                          <m:ctrlPr>
                            <a:rPr lang="en-US" altLang="zh-TW" sz="2400" b="0" i="1" dirty="0" smtClean="0">
                              <a:latin typeface="Cambria Math" panose="02040503050406030204" pitchFamily="18" charset="0"/>
                              <a:cs typeface="Times" panose="02020603050405020304" pitchFamily="18" charset="0"/>
                            </a:rPr>
                          </m:ctrlPr>
                        </m:dPr>
                        <m:e>
                          <m:r>
                            <a:rPr lang="en-US" altLang="zh-TW" sz="2400" b="0" i="1" dirty="0" smtClean="0">
                              <a:latin typeface="Cambria Math" panose="02040503050406030204" pitchFamily="18" charset="0"/>
                              <a:cs typeface="Times" panose="02020603050405020304" pitchFamily="18" charset="0"/>
                            </a:rPr>
                            <m:t>6, 1</m:t>
                          </m:r>
                        </m:e>
                      </m:d>
                      <m:r>
                        <a:rPr lang="en-US" altLang="zh-TW" sz="2400" b="0" i="1" dirty="0" smtClean="0">
                          <a:latin typeface="Cambria Math" panose="02040503050406030204" pitchFamily="18" charset="0"/>
                          <a:cs typeface="Times" panose="02020603050405020304" pitchFamily="18" charset="0"/>
                        </a:rPr>
                        <m:t>=3</m:t>
                      </m:r>
                    </m:oMath>
                  </m:oMathPara>
                </a14:m>
                <a:endParaRPr lang="en-US" altLang="zh-TW" sz="2400" b="0" dirty="0">
                  <a:latin typeface="Times" panose="02020603050405020304" pitchFamily="18" charset="0"/>
                  <a:cs typeface="Times" panose="02020603050405020304" pitchFamily="18" charset="0"/>
                </a:endParaRPr>
              </a:p>
              <a:p>
                <a14:m>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b="0" i="1" dirty="0" smtClean="0">
                            <a:latin typeface="Cambria Math" panose="02040503050406030204" pitchFamily="18" charset="0"/>
                            <a:cs typeface="Times" panose="02020603050405020304" pitchFamily="18" charset="0"/>
                          </a:rPr>
                          <m:t>𝑑𝑖𝑠𝑡</m:t>
                        </m:r>
                      </m:e>
                      <m:sub>
                        <m:r>
                          <a:rPr lang="en-US" altLang="zh-TW" sz="2400" b="0" i="1" dirty="0" smtClean="0">
                            <a:latin typeface="Cambria Math" panose="02040503050406030204" pitchFamily="18" charset="0"/>
                            <a:cs typeface="Times" panose="02020603050405020304" pitchFamily="18" charset="0"/>
                          </a:rPr>
                          <m:t>𝑒𝑑𝑖𝑡</m:t>
                        </m:r>
                      </m:sub>
                    </m:sSub>
                    <m:d>
                      <m:dPr>
                        <m:ctrlPr>
                          <a:rPr lang="en-US" altLang="zh-TW" sz="2400" b="0" i="1" dirty="0" smtClean="0">
                            <a:latin typeface="Cambria Math" panose="02040503050406030204" pitchFamily="18" charset="0"/>
                            <a:cs typeface="Times" panose="02020603050405020304" pitchFamily="18" charset="0"/>
                          </a:rPr>
                        </m:ctrlPr>
                      </m:dPr>
                      <m:e>
                        <m:r>
                          <a:rPr lang="en-US" altLang="zh-TW" sz="2400" b="0" i="1" dirty="0" smtClean="0">
                            <a:latin typeface="Cambria Math" panose="02040503050406030204" pitchFamily="18" charset="0"/>
                            <a:cs typeface="Times" panose="02020603050405020304" pitchFamily="18" charset="0"/>
                          </a:rPr>
                          <m:t>6, 5</m:t>
                        </m:r>
                      </m:e>
                    </m:d>
                    <m:r>
                      <a:rPr lang="en-US" altLang="zh-TW" sz="2400" b="0" i="1" dirty="0" smtClean="0">
                        <a:latin typeface="Cambria Math" panose="02040503050406030204" pitchFamily="18" charset="0"/>
                        <a:cs typeface="Times" panose="02020603050405020304" pitchFamily="18" charset="0"/>
                      </a:rPr>
                      <m:t>&lt;</m:t>
                    </m:r>
                  </m:oMath>
                </a14:m>
                <a:r>
                  <a:rPr lang="en-US" altLang="zh-TW" sz="2400" dirty="0">
                    <a:cs typeface="Times" panose="02020603050405020304" pitchFamily="18" charset="0"/>
                  </a:rPr>
                  <a:t> </a:t>
                </a:r>
                <a14:m>
                  <m:oMath xmlns:m="http://schemas.openxmlformats.org/officeDocument/2006/math">
                    <m:sSub>
                      <m:sSubPr>
                        <m:ctrlPr>
                          <a:rPr lang="en-US" altLang="zh-TW" sz="2400" i="1" dirty="0">
                            <a:latin typeface="Cambria Math" panose="02040503050406030204" pitchFamily="18" charset="0"/>
                            <a:cs typeface="Times" panose="02020603050405020304" pitchFamily="18" charset="0"/>
                          </a:rPr>
                        </m:ctrlPr>
                      </m:sSubPr>
                      <m:e>
                        <m:r>
                          <a:rPr lang="en-US" altLang="zh-TW" sz="2400" i="1" dirty="0">
                            <a:latin typeface="Cambria Math" panose="02040503050406030204" pitchFamily="18" charset="0"/>
                            <a:cs typeface="Times" panose="02020603050405020304" pitchFamily="18" charset="0"/>
                          </a:rPr>
                          <m:t>𝑑𝑖𝑠𝑡</m:t>
                        </m:r>
                      </m:e>
                      <m:sub>
                        <m:r>
                          <a:rPr lang="en-US" altLang="zh-TW" sz="2400" i="1" dirty="0">
                            <a:latin typeface="Cambria Math" panose="02040503050406030204" pitchFamily="18" charset="0"/>
                            <a:cs typeface="Times" panose="02020603050405020304" pitchFamily="18" charset="0"/>
                          </a:rPr>
                          <m:t>𝑒𝑑𝑖𝑡</m:t>
                        </m:r>
                      </m:sub>
                    </m:sSub>
                    <m:d>
                      <m:dPr>
                        <m:ctrlPr>
                          <a:rPr lang="en-US" altLang="zh-TW" sz="2400" i="1" dirty="0">
                            <a:latin typeface="Cambria Math" panose="02040503050406030204" pitchFamily="18" charset="0"/>
                            <a:cs typeface="Times" panose="02020603050405020304" pitchFamily="18" charset="0"/>
                          </a:rPr>
                        </m:ctrlPr>
                      </m:dPr>
                      <m:e>
                        <m:r>
                          <a:rPr lang="en-US" altLang="zh-TW" sz="2400" b="0" i="1" dirty="0" smtClean="0">
                            <a:latin typeface="Cambria Math" panose="02040503050406030204" pitchFamily="18" charset="0"/>
                            <a:cs typeface="Times" panose="02020603050405020304" pitchFamily="18" charset="0"/>
                          </a:rPr>
                          <m:t>6,</m:t>
                        </m:r>
                        <m:r>
                          <a:rPr lang="en-US" altLang="zh-TW" sz="2400" i="1" dirty="0">
                            <a:latin typeface="Cambria Math" panose="02040503050406030204" pitchFamily="18" charset="0"/>
                            <a:cs typeface="Times" panose="02020603050405020304" pitchFamily="18" charset="0"/>
                          </a:rPr>
                          <m:t> </m:t>
                        </m:r>
                        <m:r>
                          <a:rPr lang="en-US" altLang="zh-TW" sz="2400" b="0" i="1" dirty="0" smtClean="0">
                            <a:latin typeface="Cambria Math" panose="02040503050406030204" pitchFamily="18" charset="0"/>
                            <a:cs typeface="Times" panose="02020603050405020304" pitchFamily="18" charset="0"/>
                          </a:rPr>
                          <m:t>1</m:t>
                        </m:r>
                      </m:e>
                    </m:d>
                  </m:oMath>
                </a14:m>
                <a:endParaRPr lang="en-US" altLang="zh-TW" sz="2400" dirty="0">
                  <a:latin typeface="Times" panose="02020603050405020304" pitchFamily="18" charset="0"/>
                  <a:cs typeface="Times" panose="02020603050405020304" pitchFamily="18" charset="0"/>
                </a:endParaRPr>
              </a:p>
            </p:txBody>
          </p:sp>
        </mc:Choice>
        <mc:Fallback xmlns="">
          <p:sp>
            <p:nvSpPr>
              <p:cNvPr id="8" name="文字方塊 7">
                <a:extLst>
                  <a:ext uri="{FF2B5EF4-FFF2-40B4-BE49-F238E27FC236}">
                    <a16:creationId xmlns:a16="http://schemas.microsoft.com/office/drawing/2014/main" id="{ED528442-723F-4AF3-92D6-726BEC2B02FA}"/>
                  </a:ext>
                </a:extLst>
              </p:cNvPr>
              <p:cNvSpPr txBox="1">
                <a:spLocks noRot="1" noChangeAspect="1" noMove="1" noResize="1" noEditPoints="1" noAdjustHandles="1" noChangeArrowheads="1" noChangeShapeType="1" noTextEdit="1"/>
              </p:cNvSpPr>
              <p:nvPr/>
            </p:nvSpPr>
            <p:spPr>
              <a:xfrm>
                <a:off x="7246374" y="5173184"/>
                <a:ext cx="3985194" cy="1200329"/>
              </a:xfrm>
              <a:prstGeom prst="rect">
                <a:avLst/>
              </a:prstGeom>
              <a:blipFill>
                <a:blip r:embed="rId4"/>
                <a:stretch>
                  <a:fillRect l="-459"/>
                </a:stretch>
              </a:blipFill>
            </p:spPr>
            <p:txBody>
              <a:bodyPr/>
              <a:lstStyle/>
              <a:p>
                <a:r>
                  <a:rPr lang="zh-TW" altLang="en-US">
                    <a:noFill/>
                  </a:rPr>
                  <a:t> </a:t>
                </a:r>
              </a:p>
            </p:txBody>
          </p:sp>
        </mc:Fallback>
      </mc:AlternateContent>
      <p:sp>
        <p:nvSpPr>
          <p:cNvPr id="13" name="橢圓 12">
            <a:extLst>
              <a:ext uri="{FF2B5EF4-FFF2-40B4-BE49-F238E27FC236}">
                <a16:creationId xmlns:a16="http://schemas.microsoft.com/office/drawing/2014/main" id="{6F9556A2-29EF-49B7-A447-894C9F5C17A5}"/>
              </a:ext>
            </a:extLst>
          </p:cNvPr>
          <p:cNvSpPr/>
          <p:nvPr/>
        </p:nvSpPr>
        <p:spPr>
          <a:xfrm>
            <a:off x="3322810" y="2165827"/>
            <a:ext cx="629264" cy="64893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panose="02020603050405020304" pitchFamily="18" charset="0"/>
                <a:cs typeface="Times" panose="02020603050405020304" pitchFamily="18" charset="0"/>
              </a:rPr>
              <a:t>6</a:t>
            </a:r>
            <a:endParaRPr lang="zh-TW" altLang="en-US" sz="2400" dirty="0">
              <a:solidFill>
                <a:schemeClr val="tx1"/>
              </a:solidFill>
              <a:latin typeface="Times" panose="02020603050405020304" pitchFamily="18" charset="0"/>
              <a:cs typeface="Times" panose="02020603050405020304" pitchFamily="18" charset="0"/>
            </a:endParaRPr>
          </a:p>
        </p:txBody>
      </p:sp>
      <p:sp>
        <p:nvSpPr>
          <p:cNvPr id="15" name="橢圓 14">
            <a:extLst>
              <a:ext uri="{FF2B5EF4-FFF2-40B4-BE49-F238E27FC236}">
                <a16:creationId xmlns:a16="http://schemas.microsoft.com/office/drawing/2014/main" id="{1FE16CEF-0220-4389-B479-C4C3B09AAF02}"/>
              </a:ext>
            </a:extLst>
          </p:cNvPr>
          <p:cNvSpPr/>
          <p:nvPr/>
        </p:nvSpPr>
        <p:spPr>
          <a:xfrm>
            <a:off x="2560411" y="2986548"/>
            <a:ext cx="629264" cy="64893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panose="02020603050405020304" pitchFamily="18" charset="0"/>
                <a:cs typeface="Times" panose="02020603050405020304" pitchFamily="18" charset="0"/>
              </a:rPr>
              <a:t>5</a:t>
            </a:r>
            <a:endParaRPr lang="zh-TW" altLang="en-US" sz="2400" dirty="0">
              <a:solidFill>
                <a:schemeClr val="tx1"/>
              </a:solidFill>
              <a:latin typeface="Times" panose="02020603050405020304" pitchFamily="18" charset="0"/>
              <a:cs typeface="Times" panose="02020603050405020304" pitchFamily="18" charset="0"/>
            </a:endParaRPr>
          </a:p>
        </p:txBody>
      </p:sp>
      <p:cxnSp>
        <p:nvCxnSpPr>
          <p:cNvPr id="16" name="直線單箭頭接點 15">
            <a:extLst>
              <a:ext uri="{FF2B5EF4-FFF2-40B4-BE49-F238E27FC236}">
                <a16:creationId xmlns:a16="http://schemas.microsoft.com/office/drawing/2014/main" id="{63E9E9F3-DC91-4696-9B1E-C7D7BCAFC167}"/>
              </a:ext>
            </a:extLst>
          </p:cNvPr>
          <p:cNvCxnSpPr>
            <a:stCxn id="13" idx="3"/>
            <a:endCxn id="15" idx="7"/>
          </p:cNvCxnSpPr>
          <p:nvPr/>
        </p:nvCxnSpPr>
        <p:spPr>
          <a:xfrm flipH="1">
            <a:off x="3097521" y="2719723"/>
            <a:ext cx="317443" cy="36185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626235CA-AF00-4B8E-9BBB-79A5D87F12A2}"/>
                  </a:ext>
                </a:extLst>
              </p:cNvPr>
              <p:cNvSpPr txBox="1"/>
              <p:nvPr/>
            </p:nvSpPr>
            <p:spPr>
              <a:xfrm>
                <a:off x="1376261" y="2254879"/>
                <a:ext cx="145270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b="0" i="1" dirty="0" smtClean="0">
                              <a:latin typeface="Cambria Math" panose="02040503050406030204" pitchFamily="18" charset="0"/>
                              <a:cs typeface="Times" panose="02020603050405020304" pitchFamily="18" charset="0"/>
                            </a:rPr>
                            <m:t>𝑐𝑙𝑎𝑠𝑠</m:t>
                          </m:r>
                        </m:e>
                        <m:sub>
                          <m:r>
                            <a:rPr lang="en-US" altLang="zh-TW" sz="2400" b="0" i="1" dirty="0" smtClean="0">
                              <a:latin typeface="Cambria Math" panose="02040503050406030204" pitchFamily="18" charset="0"/>
                              <a:cs typeface="Times" panose="02020603050405020304" pitchFamily="18" charset="0"/>
                            </a:rPr>
                            <m:t>𝑟𝑜𝑜𝑡</m:t>
                          </m:r>
                        </m:sub>
                      </m:sSub>
                    </m:oMath>
                  </m:oMathPara>
                </a14:m>
                <a:endParaRPr lang="en-US" altLang="zh-TW" sz="2400" dirty="0">
                  <a:latin typeface="Times" panose="02020603050405020304" pitchFamily="18" charset="0"/>
                  <a:cs typeface="Times" panose="02020603050405020304" pitchFamily="18" charset="0"/>
                </a:endParaRPr>
              </a:p>
            </p:txBody>
          </p:sp>
        </mc:Choice>
        <mc:Fallback xmlns="">
          <p:sp>
            <p:nvSpPr>
              <p:cNvPr id="21" name="文字方塊 20">
                <a:extLst>
                  <a:ext uri="{FF2B5EF4-FFF2-40B4-BE49-F238E27FC236}">
                    <a16:creationId xmlns:a16="http://schemas.microsoft.com/office/drawing/2014/main" id="{626235CA-AF00-4B8E-9BBB-79A5D87F12A2}"/>
                  </a:ext>
                </a:extLst>
              </p:cNvPr>
              <p:cNvSpPr txBox="1">
                <a:spLocks noRot="1" noChangeAspect="1" noMove="1" noResize="1" noEditPoints="1" noAdjustHandles="1" noChangeArrowheads="1" noChangeShapeType="1" noTextEdit="1"/>
              </p:cNvSpPr>
              <p:nvPr/>
            </p:nvSpPr>
            <p:spPr>
              <a:xfrm>
                <a:off x="1376261" y="2254879"/>
                <a:ext cx="1452705" cy="461665"/>
              </a:xfrm>
              <a:prstGeom prst="rect">
                <a:avLst/>
              </a:prstGeom>
              <a:blipFill>
                <a:blip r:embed="rId5"/>
                <a:stretch>
                  <a:fillRect b="-1316"/>
                </a:stretch>
              </a:blipFill>
            </p:spPr>
            <p:txBody>
              <a:bodyPr/>
              <a:lstStyle/>
              <a:p>
                <a:r>
                  <a:rPr lang="zh-TW" altLang="en-US">
                    <a:noFill/>
                  </a:rPr>
                  <a:t> </a:t>
                </a:r>
              </a:p>
            </p:txBody>
          </p:sp>
        </mc:Fallback>
      </mc:AlternateContent>
      <p:sp>
        <p:nvSpPr>
          <p:cNvPr id="22" name="矩形 21">
            <a:extLst>
              <a:ext uri="{FF2B5EF4-FFF2-40B4-BE49-F238E27FC236}">
                <a16:creationId xmlns:a16="http://schemas.microsoft.com/office/drawing/2014/main" id="{64B9486F-AEE4-44D3-B47C-3F937C31885E}"/>
              </a:ext>
            </a:extLst>
          </p:cNvPr>
          <p:cNvSpPr/>
          <p:nvPr/>
        </p:nvSpPr>
        <p:spPr>
          <a:xfrm>
            <a:off x="3145828" y="2019469"/>
            <a:ext cx="983226" cy="9416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26" name="表格 6">
                <a:extLst>
                  <a:ext uri="{FF2B5EF4-FFF2-40B4-BE49-F238E27FC236}">
                    <a16:creationId xmlns:a16="http://schemas.microsoft.com/office/drawing/2014/main" id="{F182BEE0-D7A7-4B23-A042-2092D6D01763}"/>
                  </a:ext>
                </a:extLst>
              </p:cNvPr>
              <p:cNvGraphicFramePr>
                <a:graphicFrameLocks noGrp="1"/>
              </p:cNvGraphicFramePr>
              <p:nvPr>
                <p:extLst>
                  <p:ext uri="{D42A27DB-BD31-4B8C-83A1-F6EECF244321}">
                    <p14:modId xmlns:p14="http://schemas.microsoft.com/office/powerpoint/2010/main" val="271462440"/>
                  </p:ext>
                </p:extLst>
              </p:nvPr>
            </p:nvGraphicFramePr>
            <p:xfrm>
              <a:off x="5582389" y="487387"/>
              <a:ext cx="6100176" cy="1081038"/>
            </p:xfrm>
            <a:graphic>
              <a:graphicData uri="http://schemas.openxmlformats.org/drawingml/2006/table">
                <a:tbl>
                  <a:tblPr firstRow="1" bandRow="1">
                    <a:tableStyleId>{5C22544A-7EE6-4342-B048-85BDC9FD1C3A}</a:tableStyleId>
                  </a:tblPr>
                  <a:tblGrid>
                    <a:gridCol w="1268856">
                      <a:extLst>
                        <a:ext uri="{9D8B030D-6E8A-4147-A177-3AD203B41FA5}">
                          <a16:colId xmlns:a16="http://schemas.microsoft.com/office/drawing/2014/main" val="3242848539"/>
                        </a:ext>
                      </a:extLst>
                    </a:gridCol>
                    <a:gridCol w="603915">
                      <a:extLst>
                        <a:ext uri="{9D8B030D-6E8A-4147-A177-3AD203B41FA5}">
                          <a16:colId xmlns:a16="http://schemas.microsoft.com/office/drawing/2014/main" val="1216764178"/>
                        </a:ext>
                      </a:extLst>
                    </a:gridCol>
                    <a:gridCol w="603915">
                      <a:extLst>
                        <a:ext uri="{9D8B030D-6E8A-4147-A177-3AD203B41FA5}">
                          <a16:colId xmlns:a16="http://schemas.microsoft.com/office/drawing/2014/main" val="735761456"/>
                        </a:ext>
                      </a:extLst>
                    </a:gridCol>
                    <a:gridCol w="603915">
                      <a:extLst>
                        <a:ext uri="{9D8B030D-6E8A-4147-A177-3AD203B41FA5}">
                          <a16:colId xmlns:a16="http://schemas.microsoft.com/office/drawing/2014/main" val="1529620551"/>
                        </a:ext>
                      </a:extLst>
                    </a:gridCol>
                    <a:gridCol w="603915">
                      <a:extLst>
                        <a:ext uri="{9D8B030D-6E8A-4147-A177-3AD203B41FA5}">
                          <a16:colId xmlns:a16="http://schemas.microsoft.com/office/drawing/2014/main" val="2402787438"/>
                        </a:ext>
                      </a:extLst>
                    </a:gridCol>
                    <a:gridCol w="603915">
                      <a:extLst>
                        <a:ext uri="{9D8B030D-6E8A-4147-A177-3AD203B41FA5}">
                          <a16:colId xmlns:a16="http://schemas.microsoft.com/office/drawing/2014/main" val="2695976807"/>
                        </a:ext>
                      </a:extLst>
                    </a:gridCol>
                    <a:gridCol w="603915">
                      <a:extLst>
                        <a:ext uri="{9D8B030D-6E8A-4147-A177-3AD203B41FA5}">
                          <a16:colId xmlns:a16="http://schemas.microsoft.com/office/drawing/2014/main" val="1649336562"/>
                        </a:ext>
                      </a:extLst>
                    </a:gridCol>
                    <a:gridCol w="603915">
                      <a:extLst>
                        <a:ext uri="{9D8B030D-6E8A-4147-A177-3AD203B41FA5}">
                          <a16:colId xmlns:a16="http://schemas.microsoft.com/office/drawing/2014/main" val="1883552243"/>
                        </a:ext>
                      </a:extLst>
                    </a:gridCol>
                    <a:gridCol w="603915">
                      <a:extLst>
                        <a:ext uri="{9D8B030D-6E8A-4147-A177-3AD203B41FA5}">
                          <a16:colId xmlns:a16="http://schemas.microsoft.com/office/drawing/2014/main" val="3766584528"/>
                        </a:ext>
                      </a:extLst>
                    </a:gridCol>
                  </a:tblGrid>
                  <a:tr h="540519">
                    <a:tc>
                      <a:txBody>
                        <a:bodyPr/>
                        <a:lstStyle/>
                        <a:p>
                          <a:pPr algn="ctr"/>
                          <a:r>
                            <a:rPr lang="en-US" altLang="zh-TW" sz="2400" b="0" dirty="0" err="1">
                              <a:solidFill>
                                <a:schemeClr val="tx1"/>
                              </a:solidFill>
                              <a:latin typeface="Times" panose="02020603050405020304" pitchFamily="18" charset="0"/>
                              <a:cs typeface="Times" panose="02020603050405020304" pitchFamily="18" charset="0"/>
                            </a:rPr>
                            <a:t>i</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b="0" i="1" dirty="0" smtClean="0">
                                        <a:latin typeface="Cambria Math" panose="02040503050406030204" pitchFamily="18" charset="0"/>
                                        <a:cs typeface="Times" panose="02020603050405020304" pitchFamily="18" charset="0"/>
                                      </a:rPr>
                                      <m:t>𝑎𝑙𝑙</m:t>
                                    </m:r>
                                  </m:e>
                                  <m:sub>
                                    <m:r>
                                      <a:rPr lang="en-US" altLang="zh-TW" sz="2400" b="0" i="1" dirty="0" smtClean="0">
                                        <a:latin typeface="Cambria Math" panose="02040503050406030204" pitchFamily="18" charset="0"/>
                                        <a:cs typeface="Times" panose="02020603050405020304" pitchFamily="18" charset="0"/>
                                      </a:rPr>
                                      <m:t>𝑑𝑖𝑠𝑡</m:t>
                                    </m:r>
                                  </m:sub>
                                </m:sSub>
                              </m:oMath>
                            </m:oMathPara>
                          </a14:m>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bl>
              </a:graphicData>
            </a:graphic>
          </p:graphicFrame>
        </mc:Choice>
        <mc:Fallback xmlns="">
          <p:graphicFrame>
            <p:nvGraphicFramePr>
              <p:cNvPr id="26" name="表格 6">
                <a:extLst>
                  <a:ext uri="{FF2B5EF4-FFF2-40B4-BE49-F238E27FC236}">
                    <a16:creationId xmlns:a16="http://schemas.microsoft.com/office/drawing/2014/main" id="{F182BEE0-D7A7-4B23-A042-2092D6D01763}"/>
                  </a:ext>
                </a:extLst>
              </p:cNvPr>
              <p:cNvGraphicFramePr>
                <a:graphicFrameLocks noGrp="1"/>
              </p:cNvGraphicFramePr>
              <p:nvPr>
                <p:extLst>
                  <p:ext uri="{D42A27DB-BD31-4B8C-83A1-F6EECF244321}">
                    <p14:modId xmlns:p14="http://schemas.microsoft.com/office/powerpoint/2010/main" val="271462440"/>
                  </p:ext>
                </p:extLst>
              </p:nvPr>
            </p:nvGraphicFramePr>
            <p:xfrm>
              <a:off x="5582389" y="487387"/>
              <a:ext cx="6100176" cy="1081038"/>
            </p:xfrm>
            <a:graphic>
              <a:graphicData uri="http://schemas.openxmlformats.org/drawingml/2006/table">
                <a:tbl>
                  <a:tblPr firstRow="1" bandRow="1">
                    <a:tableStyleId>{5C22544A-7EE6-4342-B048-85BDC9FD1C3A}</a:tableStyleId>
                  </a:tblPr>
                  <a:tblGrid>
                    <a:gridCol w="1268856">
                      <a:extLst>
                        <a:ext uri="{9D8B030D-6E8A-4147-A177-3AD203B41FA5}">
                          <a16:colId xmlns:a16="http://schemas.microsoft.com/office/drawing/2014/main" val="3242848539"/>
                        </a:ext>
                      </a:extLst>
                    </a:gridCol>
                    <a:gridCol w="603915">
                      <a:extLst>
                        <a:ext uri="{9D8B030D-6E8A-4147-A177-3AD203B41FA5}">
                          <a16:colId xmlns:a16="http://schemas.microsoft.com/office/drawing/2014/main" val="1216764178"/>
                        </a:ext>
                      </a:extLst>
                    </a:gridCol>
                    <a:gridCol w="603915">
                      <a:extLst>
                        <a:ext uri="{9D8B030D-6E8A-4147-A177-3AD203B41FA5}">
                          <a16:colId xmlns:a16="http://schemas.microsoft.com/office/drawing/2014/main" val="735761456"/>
                        </a:ext>
                      </a:extLst>
                    </a:gridCol>
                    <a:gridCol w="603915">
                      <a:extLst>
                        <a:ext uri="{9D8B030D-6E8A-4147-A177-3AD203B41FA5}">
                          <a16:colId xmlns:a16="http://schemas.microsoft.com/office/drawing/2014/main" val="1529620551"/>
                        </a:ext>
                      </a:extLst>
                    </a:gridCol>
                    <a:gridCol w="603915">
                      <a:extLst>
                        <a:ext uri="{9D8B030D-6E8A-4147-A177-3AD203B41FA5}">
                          <a16:colId xmlns:a16="http://schemas.microsoft.com/office/drawing/2014/main" val="2402787438"/>
                        </a:ext>
                      </a:extLst>
                    </a:gridCol>
                    <a:gridCol w="603915">
                      <a:extLst>
                        <a:ext uri="{9D8B030D-6E8A-4147-A177-3AD203B41FA5}">
                          <a16:colId xmlns:a16="http://schemas.microsoft.com/office/drawing/2014/main" val="2695976807"/>
                        </a:ext>
                      </a:extLst>
                    </a:gridCol>
                    <a:gridCol w="603915">
                      <a:extLst>
                        <a:ext uri="{9D8B030D-6E8A-4147-A177-3AD203B41FA5}">
                          <a16:colId xmlns:a16="http://schemas.microsoft.com/office/drawing/2014/main" val="1649336562"/>
                        </a:ext>
                      </a:extLst>
                    </a:gridCol>
                    <a:gridCol w="603915">
                      <a:extLst>
                        <a:ext uri="{9D8B030D-6E8A-4147-A177-3AD203B41FA5}">
                          <a16:colId xmlns:a16="http://schemas.microsoft.com/office/drawing/2014/main" val="1883552243"/>
                        </a:ext>
                      </a:extLst>
                    </a:gridCol>
                    <a:gridCol w="603915">
                      <a:extLst>
                        <a:ext uri="{9D8B030D-6E8A-4147-A177-3AD203B41FA5}">
                          <a16:colId xmlns:a16="http://schemas.microsoft.com/office/drawing/2014/main" val="3766584528"/>
                        </a:ext>
                      </a:extLst>
                    </a:gridCol>
                  </a:tblGrid>
                  <a:tr h="540519">
                    <a:tc>
                      <a:txBody>
                        <a:bodyPr/>
                        <a:lstStyle/>
                        <a:p>
                          <a:pPr algn="ctr"/>
                          <a:r>
                            <a:rPr lang="en-US" altLang="zh-TW" sz="2400" b="0" dirty="0" err="1">
                              <a:solidFill>
                                <a:schemeClr val="tx1"/>
                              </a:solidFill>
                              <a:latin typeface="Times" panose="02020603050405020304" pitchFamily="18" charset="0"/>
                              <a:cs typeface="Times" panose="02020603050405020304" pitchFamily="18" charset="0"/>
                            </a:rPr>
                            <a:t>i</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81" t="-102247" r="-382692" b="-16854"/>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bl>
              </a:graphicData>
            </a:graphic>
          </p:graphicFrame>
        </mc:Fallback>
      </mc:AlternateContent>
    </p:spTree>
    <p:extLst>
      <p:ext uri="{BB962C8B-B14F-4D97-AF65-F5344CB8AC3E}">
        <p14:creationId xmlns:p14="http://schemas.microsoft.com/office/powerpoint/2010/main" val="275845561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Genealogy Tree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26</a:t>
            </a:fld>
            <a:endParaRPr kumimoji="1" lang="zh-TW" altLang="en-US" dirty="0"/>
          </a:p>
        </p:txBody>
      </p:sp>
      <p:sp>
        <p:nvSpPr>
          <p:cNvPr id="6" name="橢圓 5">
            <a:extLst>
              <a:ext uri="{FF2B5EF4-FFF2-40B4-BE49-F238E27FC236}">
                <a16:creationId xmlns:a16="http://schemas.microsoft.com/office/drawing/2014/main" id="{AE06C515-F66D-421A-9F2B-6F0B8CBDA92F}"/>
              </a:ext>
            </a:extLst>
          </p:cNvPr>
          <p:cNvSpPr/>
          <p:nvPr/>
        </p:nvSpPr>
        <p:spPr>
          <a:xfrm>
            <a:off x="3322810" y="2165827"/>
            <a:ext cx="629264" cy="64893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panose="02020603050405020304" pitchFamily="18" charset="0"/>
                <a:cs typeface="Times" panose="02020603050405020304" pitchFamily="18" charset="0"/>
              </a:rPr>
              <a:t>6</a:t>
            </a:r>
            <a:endParaRPr lang="zh-TW" altLang="en-US" sz="2400" dirty="0">
              <a:solidFill>
                <a:schemeClr val="tx1"/>
              </a:solidFill>
              <a:latin typeface="Times" panose="02020603050405020304" pitchFamily="18" charset="0"/>
              <a:cs typeface="Times" panose="02020603050405020304" pitchFamily="18" charset="0"/>
            </a:endParaRPr>
          </a:p>
        </p:txBody>
      </p:sp>
      <p:pic>
        <p:nvPicPr>
          <p:cNvPr id="24" name="Picture 2">
            <a:extLst>
              <a:ext uri="{FF2B5EF4-FFF2-40B4-BE49-F238E27FC236}">
                <a16:creationId xmlns:a16="http://schemas.microsoft.com/office/drawing/2014/main" id="{84AF9834-0797-47C0-B754-4CB06F56AE0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755"/>
          <a:stretch/>
        </p:blipFill>
        <p:spPr bwMode="auto">
          <a:xfrm>
            <a:off x="7246374" y="1855432"/>
            <a:ext cx="4436191" cy="331775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ED528442-723F-4AF3-92D6-726BEC2B02FA}"/>
                  </a:ext>
                </a:extLst>
              </p:cNvPr>
              <p:cNvSpPr txBox="1"/>
              <p:nvPr/>
            </p:nvSpPr>
            <p:spPr>
              <a:xfrm>
                <a:off x="7246374" y="5173184"/>
                <a:ext cx="3985194" cy="1200329"/>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altLang="zh-TW" sz="2400" i="1" dirty="0" smtClean="0">
                              <a:latin typeface="Cambria Math" panose="02040503050406030204" pitchFamily="18" charset="0"/>
                              <a:cs typeface="Times" panose="02020603050405020304" pitchFamily="18" charset="0"/>
                            </a:rPr>
                          </m:ctrlPr>
                        </m:sSubPr>
                        <m:e>
                          <m:r>
                            <a:rPr lang="en-US" altLang="zh-TW" sz="2400" i="1" dirty="0">
                              <a:latin typeface="Cambria Math" panose="02040503050406030204" pitchFamily="18" charset="0"/>
                              <a:cs typeface="Times" panose="02020603050405020304" pitchFamily="18" charset="0"/>
                            </a:rPr>
                            <m:t>𝑑𝑖𝑠𝑡</m:t>
                          </m:r>
                        </m:e>
                        <m:sub>
                          <m:r>
                            <a:rPr lang="en-US" altLang="zh-TW" sz="2400" i="1" dirty="0">
                              <a:latin typeface="Cambria Math" panose="02040503050406030204" pitchFamily="18" charset="0"/>
                              <a:cs typeface="Times" panose="02020603050405020304" pitchFamily="18" charset="0"/>
                            </a:rPr>
                            <m:t>𝑒𝑑𝑖𝑡</m:t>
                          </m:r>
                        </m:sub>
                      </m:sSub>
                      <m:d>
                        <m:dPr>
                          <m:ctrlPr>
                            <a:rPr lang="en-US" altLang="zh-TW" sz="2400" i="1" dirty="0">
                              <a:latin typeface="Cambria Math" panose="02040503050406030204" pitchFamily="18" charset="0"/>
                              <a:cs typeface="Times" panose="02020603050405020304" pitchFamily="18" charset="0"/>
                            </a:rPr>
                          </m:ctrlPr>
                        </m:dPr>
                        <m:e>
                          <m:r>
                            <a:rPr lang="en-US" altLang="zh-TW" sz="2400" i="1" dirty="0">
                              <a:latin typeface="Cambria Math" panose="02040503050406030204" pitchFamily="18" charset="0"/>
                              <a:cs typeface="Times" panose="02020603050405020304" pitchFamily="18" charset="0"/>
                            </a:rPr>
                            <m:t>6, </m:t>
                          </m:r>
                          <m:r>
                            <a:rPr lang="en-US" altLang="zh-TW" sz="2400" b="0" i="1" dirty="0" smtClean="0">
                              <a:latin typeface="Cambria Math" panose="02040503050406030204" pitchFamily="18" charset="0"/>
                              <a:cs typeface="Times" panose="02020603050405020304" pitchFamily="18" charset="0"/>
                            </a:rPr>
                            <m:t>1</m:t>
                          </m:r>
                        </m:e>
                      </m:d>
                      <m:r>
                        <a:rPr lang="en-US" altLang="zh-TW" sz="2400" i="1" dirty="0">
                          <a:latin typeface="Cambria Math" panose="02040503050406030204" pitchFamily="18" charset="0"/>
                          <a:cs typeface="Times" panose="02020603050405020304" pitchFamily="18" charset="0"/>
                        </a:rPr>
                        <m:t>=</m:t>
                      </m:r>
                      <m:r>
                        <a:rPr lang="en-US" altLang="zh-TW" sz="2400" b="0" i="1" dirty="0" smtClean="0">
                          <a:latin typeface="Cambria Math" panose="02040503050406030204" pitchFamily="18" charset="0"/>
                          <a:cs typeface="Times" panose="02020603050405020304" pitchFamily="18" charset="0"/>
                        </a:rPr>
                        <m:t>3</m:t>
                      </m:r>
                    </m:oMath>
                  </m:oMathPara>
                </a14:m>
                <a:endParaRPr lang="en-US" altLang="zh-TW" sz="2400" dirty="0">
                  <a:latin typeface="Times" panose="02020603050405020304" pitchFamily="18" charset="0"/>
                  <a:cs typeface="Times" panose="02020603050405020304" pitchFamily="18" charset="0"/>
                </a:endParaRPr>
              </a:p>
              <a:p>
                <a:pPr/>
                <a14:m>
                  <m:oMathPara xmlns:m="http://schemas.openxmlformats.org/officeDocument/2006/math">
                    <m:oMathParaPr>
                      <m:jc m:val="left"/>
                    </m:oMathParaPr>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b="0" i="1" dirty="0" smtClean="0">
                              <a:latin typeface="Cambria Math" panose="02040503050406030204" pitchFamily="18" charset="0"/>
                              <a:cs typeface="Times" panose="02020603050405020304" pitchFamily="18" charset="0"/>
                            </a:rPr>
                            <m:t>𝑑𝑖𝑠𝑡</m:t>
                          </m:r>
                        </m:e>
                        <m:sub>
                          <m:r>
                            <a:rPr lang="en-US" altLang="zh-TW" sz="2400" b="0" i="1" dirty="0" smtClean="0">
                              <a:latin typeface="Cambria Math" panose="02040503050406030204" pitchFamily="18" charset="0"/>
                              <a:cs typeface="Times" panose="02020603050405020304" pitchFamily="18" charset="0"/>
                            </a:rPr>
                            <m:t>𝑒𝑑𝑖𝑡</m:t>
                          </m:r>
                        </m:sub>
                      </m:sSub>
                      <m:d>
                        <m:dPr>
                          <m:ctrlPr>
                            <a:rPr lang="en-US" altLang="zh-TW" sz="2400" b="0" i="1" dirty="0" smtClean="0">
                              <a:latin typeface="Cambria Math" panose="02040503050406030204" pitchFamily="18" charset="0"/>
                              <a:cs typeface="Times" panose="02020603050405020304" pitchFamily="18" charset="0"/>
                            </a:rPr>
                          </m:ctrlPr>
                        </m:dPr>
                        <m:e>
                          <m:r>
                            <a:rPr lang="en-US" altLang="zh-TW" sz="2400" b="0" i="1" dirty="0" smtClean="0">
                              <a:latin typeface="Cambria Math" panose="02040503050406030204" pitchFamily="18" charset="0"/>
                              <a:cs typeface="Times" panose="02020603050405020304" pitchFamily="18" charset="0"/>
                            </a:rPr>
                            <m:t>5, 1</m:t>
                          </m:r>
                        </m:e>
                      </m:d>
                      <m:r>
                        <a:rPr lang="en-US" altLang="zh-TW" sz="2400" b="0" i="1" dirty="0" smtClean="0">
                          <a:latin typeface="Cambria Math" panose="02040503050406030204" pitchFamily="18" charset="0"/>
                          <a:cs typeface="Times" panose="02020603050405020304" pitchFamily="18" charset="0"/>
                        </a:rPr>
                        <m:t>=4</m:t>
                      </m:r>
                    </m:oMath>
                  </m:oMathPara>
                </a14:m>
                <a:endParaRPr lang="en-US" altLang="zh-TW" sz="2400" b="0" dirty="0">
                  <a:latin typeface="Times" panose="02020603050405020304" pitchFamily="18" charset="0"/>
                  <a:cs typeface="Times" panose="02020603050405020304" pitchFamily="18" charset="0"/>
                </a:endParaRPr>
              </a:p>
              <a:p>
                <a14:m>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b="0" i="1" dirty="0" smtClean="0">
                            <a:latin typeface="Cambria Math" panose="02040503050406030204" pitchFamily="18" charset="0"/>
                            <a:cs typeface="Times" panose="02020603050405020304" pitchFamily="18" charset="0"/>
                          </a:rPr>
                          <m:t>𝑑𝑖𝑠𝑡</m:t>
                        </m:r>
                      </m:e>
                      <m:sub>
                        <m:r>
                          <a:rPr lang="en-US" altLang="zh-TW" sz="2400" b="0" i="1" dirty="0" smtClean="0">
                            <a:latin typeface="Cambria Math" panose="02040503050406030204" pitchFamily="18" charset="0"/>
                            <a:cs typeface="Times" panose="02020603050405020304" pitchFamily="18" charset="0"/>
                          </a:rPr>
                          <m:t>𝑒𝑑𝑖𝑡</m:t>
                        </m:r>
                      </m:sub>
                    </m:sSub>
                    <m:d>
                      <m:dPr>
                        <m:ctrlPr>
                          <a:rPr lang="en-US" altLang="zh-TW" sz="2400" b="0" i="1" dirty="0" smtClean="0">
                            <a:latin typeface="Cambria Math" panose="02040503050406030204" pitchFamily="18" charset="0"/>
                            <a:cs typeface="Times" panose="02020603050405020304" pitchFamily="18" charset="0"/>
                          </a:rPr>
                        </m:ctrlPr>
                      </m:dPr>
                      <m:e>
                        <m:r>
                          <a:rPr lang="en-US" altLang="zh-TW" sz="2400" b="0" i="1" dirty="0" smtClean="0">
                            <a:latin typeface="Cambria Math" panose="02040503050406030204" pitchFamily="18" charset="0"/>
                            <a:cs typeface="Times" panose="02020603050405020304" pitchFamily="18" charset="0"/>
                          </a:rPr>
                          <m:t>6, 1</m:t>
                        </m:r>
                      </m:e>
                    </m:d>
                    <m:r>
                      <a:rPr lang="en-US" altLang="zh-TW" sz="2400" b="0" i="1" dirty="0" smtClean="0">
                        <a:latin typeface="Cambria Math" panose="02040503050406030204" pitchFamily="18" charset="0"/>
                        <a:cs typeface="Times" panose="02020603050405020304" pitchFamily="18" charset="0"/>
                      </a:rPr>
                      <m:t>&lt;</m:t>
                    </m:r>
                  </m:oMath>
                </a14:m>
                <a:r>
                  <a:rPr lang="en-US" altLang="zh-TW" sz="2400" dirty="0">
                    <a:cs typeface="Times" panose="02020603050405020304" pitchFamily="18" charset="0"/>
                  </a:rPr>
                  <a:t> </a:t>
                </a:r>
                <a14:m>
                  <m:oMath xmlns:m="http://schemas.openxmlformats.org/officeDocument/2006/math">
                    <m:sSub>
                      <m:sSubPr>
                        <m:ctrlPr>
                          <a:rPr lang="en-US" altLang="zh-TW" sz="2400" i="1" dirty="0">
                            <a:latin typeface="Cambria Math" panose="02040503050406030204" pitchFamily="18" charset="0"/>
                            <a:cs typeface="Times" panose="02020603050405020304" pitchFamily="18" charset="0"/>
                          </a:rPr>
                        </m:ctrlPr>
                      </m:sSubPr>
                      <m:e>
                        <m:r>
                          <a:rPr lang="en-US" altLang="zh-TW" sz="2400" i="1" dirty="0">
                            <a:latin typeface="Cambria Math" panose="02040503050406030204" pitchFamily="18" charset="0"/>
                            <a:cs typeface="Times" panose="02020603050405020304" pitchFamily="18" charset="0"/>
                          </a:rPr>
                          <m:t>𝑑𝑖𝑠𝑡</m:t>
                        </m:r>
                      </m:e>
                      <m:sub>
                        <m:r>
                          <a:rPr lang="en-US" altLang="zh-TW" sz="2400" i="1" dirty="0">
                            <a:latin typeface="Cambria Math" panose="02040503050406030204" pitchFamily="18" charset="0"/>
                            <a:cs typeface="Times" panose="02020603050405020304" pitchFamily="18" charset="0"/>
                          </a:rPr>
                          <m:t>𝑒𝑑𝑖𝑡</m:t>
                        </m:r>
                      </m:sub>
                    </m:sSub>
                    <m:d>
                      <m:dPr>
                        <m:ctrlPr>
                          <a:rPr lang="en-US" altLang="zh-TW" sz="2400" i="1" dirty="0">
                            <a:latin typeface="Cambria Math" panose="02040503050406030204" pitchFamily="18" charset="0"/>
                            <a:cs typeface="Times" panose="02020603050405020304" pitchFamily="18" charset="0"/>
                          </a:rPr>
                        </m:ctrlPr>
                      </m:dPr>
                      <m:e>
                        <m:r>
                          <a:rPr lang="en-US" altLang="zh-TW" sz="2400" b="0" i="1" dirty="0" smtClean="0">
                            <a:latin typeface="Cambria Math" panose="02040503050406030204" pitchFamily="18" charset="0"/>
                            <a:cs typeface="Times" panose="02020603050405020304" pitchFamily="18" charset="0"/>
                          </a:rPr>
                          <m:t>5</m:t>
                        </m:r>
                        <m:r>
                          <a:rPr lang="en-US" altLang="zh-TW" sz="2400" i="1" dirty="0">
                            <a:latin typeface="Cambria Math" panose="02040503050406030204" pitchFamily="18" charset="0"/>
                            <a:cs typeface="Times" panose="02020603050405020304" pitchFamily="18" charset="0"/>
                          </a:rPr>
                          <m:t>, 1</m:t>
                        </m:r>
                      </m:e>
                    </m:d>
                  </m:oMath>
                </a14:m>
                <a:endParaRPr lang="en-US" altLang="zh-TW" sz="2400" dirty="0">
                  <a:latin typeface="Times" panose="02020603050405020304" pitchFamily="18" charset="0"/>
                  <a:cs typeface="Times" panose="02020603050405020304" pitchFamily="18" charset="0"/>
                </a:endParaRPr>
              </a:p>
            </p:txBody>
          </p:sp>
        </mc:Choice>
        <mc:Fallback xmlns="">
          <p:sp>
            <p:nvSpPr>
              <p:cNvPr id="8" name="文字方塊 7">
                <a:extLst>
                  <a:ext uri="{FF2B5EF4-FFF2-40B4-BE49-F238E27FC236}">
                    <a16:creationId xmlns:a16="http://schemas.microsoft.com/office/drawing/2014/main" id="{ED528442-723F-4AF3-92D6-726BEC2B02FA}"/>
                  </a:ext>
                </a:extLst>
              </p:cNvPr>
              <p:cNvSpPr txBox="1">
                <a:spLocks noRot="1" noChangeAspect="1" noMove="1" noResize="1" noEditPoints="1" noAdjustHandles="1" noChangeArrowheads="1" noChangeShapeType="1" noTextEdit="1"/>
              </p:cNvSpPr>
              <p:nvPr/>
            </p:nvSpPr>
            <p:spPr>
              <a:xfrm>
                <a:off x="7246374" y="5173184"/>
                <a:ext cx="3985194" cy="1200329"/>
              </a:xfrm>
              <a:prstGeom prst="rect">
                <a:avLst/>
              </a:prstGeom>
              <a:blipFill>
                <a:blip r:embed="rId4"/>
                <a:stretch>
                  <a:fillRect l="-459"/>
                </a:stretch>
              </a:blipFill>
            </p:spPr>
            <p:txBody>
              <a:bodyPr/>
              <a:lstStyle/>
              <a:p>
                <a:r>
                  <a:rPr lang="zh-TW" altLang="en-US">
                    <a:noFill/>
                  </a:rPr>
                  <a:t> </a:t>
                </a:r>
              </a:p>
            </p:txBody>
          </p:sp>
        </mc:Fallback>
      </mc:AlternateContent>
      <p:sp>
        <p:nvSpPr>
          <p:cNvPr id="9" name="橢圓 8">
            <a:extLst>
              <a:ext uri="{FF2B5EF4-FFF2-40B4-BE49-F238E27FC236}">
                <a16:creationId xmlns:a16="http://schemas.microsoft.com/office/drawing/2014/main" id="{6611EE8F-1698-40F6-A1FB-08BA23FBB11C}"/>
              </a:ext>
            </a:extLst>
          </p:cNvPr>
          <p:cNvSpPr/>
          <p:nvPr/>
        </p:nvSpPr>
        <p:spPr>
          <a:xfrm>
            <a:off x="2560411" y="2986548"/>
            <a:ext cx="629264" cy="64893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panose="02020603050405020304" pitchFamily="18" charset="0"/>
                <a:cs typeface="Times" panose="02020603050405020304" pitchFamily="18" charset="0"/>
              </a:rPr>
              <a:t>5</a:t>
            </a:r>
            <a:endParaRPr lang="zh-TW" altLang="en-US" sz="2400" dirty="0">
              <a:solidFill>
                <a:schemeClr val="tx1"/>
              </a:solidFill>
              <a:latin typeface="Times" panose="02020603050405020304" pitchFamily="18" charset="0"/>
              <a:cs typeface="Times" panose="02020603050405020304" pitchFamily="18" charset="0"/>
            </a:endParaRPr>
          </a:p>
        </p:txBody>
      </p:sp>
      <p:cxnSp>
        <p:nvCxnSpPr>
          <p:cNvPr id="5" name="直線單箭頭接點 4">
            <a:extLst>
              <a:ext uri="{FF2B5EF4-FFF2-40B4-BE49-F238E27FC236}">
                <a16:creationId xmlns:a16="http://schemas.microsoft.com/office/drawing/2014/main" id="{97560D61-1192-4FBA-ADAB-D0D907A388ED}"/>
              </a:ext>
            </a:extLst>
          </p:cNvPr>
          <p:cNvCxnSpPr>
            <a:stCxn id="6" idx="3"/>
            <a:endCxn id="9" idx="7"/>
          </p:cNvCxnSpPr>
          <p:nvPr/>
        </p:nvCxnSpPr>
        <p:spPr>
          <a:xfrm flipH="1">
            <a:off x="3097521" y="2719723"/>
            <a:ext cx="317443" cy="36185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橢圓 10">
            <a:extLst>
              <a:ext uri="{FF2B5EF4-FFF2-40B4-BE49-F238E27FC236}">
                <a16:creationId xmlns:a16="http://schemas.microsoft.com/office/drawing/2014/main" id="{3FDFC41C-5D64-4832-9BF7-7978B38CD76B}"/>
              </a:ext>
            </a:extLst>
          </p:cNvPr>
          <p:cNvSpPr/>
          <p:nvPr/>
        </p:nvSpPr>
        <p:spPr>
          <a:xfrm>
            <a:off x="4103715" y="2986548"/>
            <a:ext cx="629264" cy="64893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panose="02020603050405020304" pitchFamily="18" charset="0"/>
                <a:cs typeface="Times" panose="02020603050405020304" pitchFamily="18" charset="0"/>
              </a:rPr>
              <a:t>1</a:t>
            </a:r>
            <a:endParaRPr lang="zh-TW" altLang="en-US" sz="2400" dirty="0">
              <a:solidFill>
                <a:schemeClr val="tx1"/>
              </a:solidFill>
              <a:latin typeface="Times" panose="02020603050405020304" pitchFamily="18" charset="0"/>
              <a:cs typeface="Times" panose="02020603050405020304" pitchFamily="18" charset="0"/>
            </a:endParaRPr>
          </a:p>
        </p:txBody>
      </p:sp>
      <p:cxnSp>
        <p:nvCxnSpPr>
          <p:cNvPr id="12" name="直線單箭頭接點 11">
            <a:extLst>
              <a:ext uri="{FF2B5EF4-FFF2-40B4-BE49-F238E27FC236}">
                <a16:creationId xmlns:a16="http://schemas.microsoft.com/office/drawing/2014/main" id="{DE63FD3C-A086-4ED7-837B-DAB188304DE2}"/>
              </a:ext>
            </a:extLst>
          </p:cNvPr>
          <p:cNvCxnSpPr>
            <a:cxnSpLocks/>
            <a:stCxn id="6" idx="5"/>
            <a:endCxn id="11" idx="1"/>
          </p:cNvCxnSpPr>
          <p:nvPr/>
        </p:nvCxnSpPr>
        <p:spPr>
          <a:xfrm>
            <a:off x="3859920" y="2719723"/>
            <a:ext cx="335949" cy="36185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A6EAE1CF-400D-467B-809B-B4A0097837A6}"/>
              </a:ext>
            </a:extLst>
          </p:cNvPr>
          <p:cNvSpPr/>
          <p:nvPr/>
        </p:nvSpPr>
        <p:spPr>
          <a:xfrm rot="2424004">
            <a:off x="2769916" y="1888395"/>
            <a:ext cx="983226" cy="204097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38BD1C99-BEC8-4327-9F8C-2A6D1424CEFB}"/>
                  </a:ext>
                </a:extLst>
              </p:cNvPr>
              <p:cNvSpPr txBox="1"/>
              <p:nvPr/>
            </p:nvSpPr>
            <p:spPr>
              <a:xfrm>
                <a:off x="1376261" y="2254879"/>
                <a:ext cx="145270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b="0" i="1" dirty="0" smtClean="0">
                              <a:latin typeface="Cambria Math" panose="02040503050406030204" pitchFamily="18" charset="0"/>
                              <a:cs typeface="Times" panose="02020603050405020304" pitchFamily="18" charset="0"/>
                            </a:rPr>
                            <m:t>𝑐𝑙𝑎𝑠𝑠</m:t>
                          </m:r>
                        </m:e>
                        <m:sub>
                          <m:r>
                            <a:rPr lang="en-US" altLang="zh-TW" sz="2400" b="0" i="1" dirty="0" smtClean="0">
                              <a:latin typeface="Cambria Math" panose="02040503050406030204" pitchFamily="18" charset="0"/>
                              <a:cs typeface="Times" panose="02020603050405020304" pitchFamily="18" charset="0"/>
                            </a:rPr>
                            <m:t>𝑟𝑜𝑜𝑡</m:t>
                          </m:r>
                        </m:sub>
                      </m:sSub>
                    </m:oMath>
                  </m:oMathPara>
                </a14:m>
                <a:endParaRPr lang="en-US" altLang="zh-TW" sz="2400" dirty="0">
                  <a:latin typeface="Times" panose="02020603050405020304" pitchFamily="18" charset="0"/>
                  <a:cs typeface="Times" panose="02020603050405020304" pitchFamily="18" charset="0"/>
                </a:endParaRPr>
              </a:p>
            </p:txBody>
          </p:sp>
        </mc:Choice>
        <mc:Fallback xmlns="">
          <p:sp>
            <p:nvSpPr>
              <p:cNvPr id="21" name="文字方塊 20">
                <a:extLst>
                  <a:ext uri="{FF2B5EF4-FFF2-40B4-BE49-F238E27FC236}">
                    <a16:creationId xmlns:a16="http://schemas.microsoft.com/office/drawing/2014/main" id="{38BD1C99-BEC8-4327-9F8C-2A6D1424CEFB}"/>
                  </a:ext>
                </a:extLst>
              </p:cNvPr>
              <p:cNvSpPr txBox="1">
                <a:spLocks noRot="1" noChangeAspect="1" noMove="1" noResize="1" noEditPoints="1" noAdjustHandles="1" noChangeArrowheads="1" noChangeShapeType="1" noTextEdit="1"/>
              </p:cNvSpPr>
              <p:nvPr/>
            </p:nvSpPr>
            <p:spPr>
              <a:xfrm>
                <a:off x="1376261" y="2254879"/>
                <a:ext cx="1452705" cy="461665"/>
              </a:xfrm>
              <a:prstGeom prst="rect">
                <a:avLst/>
              </a:prstGeom>
              <a:blipFill>
                <a:blip r:embed="rId5"/>
                <a:stretch>
                  <a:fillRect b="-1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22" name="表格 6">
                <a:extLst>
                  <a:ext uri="{FF2B5EF4-FFF2-40B4-BE49-F238E27FC236}">
                    <a16:creationId xmlns:a16="http://schemas.microsoft.com/office/drawing/2014/main" id="{6D99FAFC-2D9D-48F9-AC1F-119BF5AC7770}"/>
                  </a:ext>
                </a:extLst>
              </p:cNvPr>
              <p:cNvGraphicFramePr>
                <a:graphicFrameLocks noGrp="1"/>
              </p:cNvGraphicFramePr>
              <p:nvPr>
                <p:extLst>
                  <p:ext uri="{D42A27DB-BD31-4B8C-83A1-F6EECF244321}">
                    <p14:modId xmlns:p14="http://schemas.microsoft.com/office/powerpoint/2010/main" val="2028658273"/>
                  </p:ext>
                </p:extLst>
              </p:nvPr>
            </p:nvGraphicFramePr>
            <p:xfrm>
              <a:off x="5582389" y="487387"/>
              <a:ext cx="6100176" cy="1081038"/>
            </p:xfrm>
            <a:graphic>
              <a:graphicData uri="http://schemas.openxmlformats.org/drawingml/2006/table">
                <a:tbl>
                  <a:tblPr firstRow="1" bandRow="1">
                    <a:tableStyleId>{5C22544A-7EE6-4342-B048-85BDC9FD1C3A}</a:tableStyleId>
                  </a:tblPr>
                  <a:tblGrid>
                    <a:gridCol w="1268856">
                      <a:extLst>
                        <a:ext uri="{9D8B030D-6E8A-4147-A177-3AD203B41FA5}">
                          <a16:colId xmlns:a16="http://schemas.microsoft.com/office/drawing/2014/main" val="3242848539"/>
                        </a:ext>
                      </a:extLst>
                    </a:gridCol>
                    <a:gridCol w="603915">
                      <a:extLst>
                        <a:ext uri="{9D8B030D-6E8A-4147-A177-3AD203B41FA5}">
                          <a16:colId xmlns:a16="http://schemas.microsoft.com/office/drawing/2014/main" val="1216764178"/>
                        </a:ext>
                      </a:extLst>
                    </a:gridCol>
                    <a:gridCol w="603915">
                      <a:extLst>
                        <a:ext uri="{9D8B030D-6E8A-4147-A177-3AD203B41FA5}">
                          <a16:colId xmlns:a16="http://schemas.microsoft.com/office/drawing/2014/main" val="735761456"/>
                        </a:ext>
                      </a:extLst>
                    </a:gridCol>
                    <a:gridCol w="603915">
                      <a:extLst>
                        <a:ext uri="{9D8B030D-6E8A-4147-A177-3AD203B41FA5}">
                          <a16:colId xmlns:a16="http://schemas.microsoft.com/office/drawing/2014/main" val="1529620551"/>
                        </a:ext>
                      </a:extLst>
                    </a:gridCol>
                    <a:gridCol w="603915">
                      <a:extLst>
                        <a:ext uri="{9D8B030D-6E8A-4147-A177-3AD203B41FA5}">
                          <a16:colId xmlns:a16="http://schemas.microsoft.com/office/drawing/2014/main" val="2402787438"/>
                        </a:ext>
                      </a:extLst>
                    </a:gridCol>
                    <a:gridCol w="603915">
                      <a:extLst>
                        <a:ext uri="{9D8B030D-6E8A-4147-A177-3AD203B41FA5}">
                          <a16:colId xmlns:a16="http://schemas.microsoft.com/office/drawing/2014/main" val="2695976807"/>
                        </a:ext>
                      </a:extLst>
                    </a:gridCol>
                    <a:gridCol w="603915">
                      <a:extLst>
                        <a:ext uri="{9D8B030D-6E8A-4147-A177-3AD203B41FA5}">
                          <a16:colId xmlns:a16="http://schemas.microsoft.com/office/drawing/2014/main" val="1649336562"/>
                        </a:ext>
                      </a:extLst>
                    </a:gridCol>
                    <a:gridCol w="603915">
                      <a:extLst>
                        <a:ext uri="{9D8B030D-6E8A-4147-A177-3AD203B41FA5}">
                          <a16:colId xmlns:a16="http://schemas.microsoft.com/office/drawing/2014/main" val="1883552243"/>
                        </a:ext>
                      </a:extLst>
                    </a:gridCol>
                    <a:gridCol w="603915">
                      <a:extLst>
                        <a:ext uri="{9D8B030D-6E8A-4147-A177-3AD203B41FA5}">
                          <a16:colId xmlns:a16="http://schemas.microsoft.com/office/drawing/2014/main" val="3766584528"/>
                        </a:ext>
                      </a:extLst>
                    </a:gridCol>
                  </a:tblGrid>
                  <a:tr h="540519">
                    <a:tc>
                      <a:txBody>
                        <a:bodyPr/>
                        <a:lstStyle/>
                        <a:p>
                          <a:pPr algn="ctr"/>
                          <a:r>
                            <a:rPr lang="en-US" altLang="zh-TW" sz="2400" b="0" dirty="0" err="1">
                              <a:solidFill>
                                <a:schemeClr val="tx1"/>
                              </a:solidFill>
                              <a:latin typeface="Times" panose="02020603050405020304" pitchFamily="18" charset="0"/>
                              <a:cs typeface="Times" panose="02020603050405020304" pitchFamily="18" charset="0"/>
                            </a:rPr>
                            <a:t>i</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b="0" i="1" dirty="0" smtClean="0">
                                        <a:latin typeface="Cambria Math" panose="02040503050406030204" pitchFamily="18" charset="0"/>
                                        <a:cs typeface="Times" panose="02020603050405020304" pitchFamily="18" charset="0"/>
                                      </a:rPr>
                                    </m:ctrlPr>
                                  </m:sSubPr>
                                  <m:e>
                                    <m:r>
                                      <a:rPr lang="en-US" altLang="zh-TW" sz="2400" b="0" i="1" dirty="0" smtClean="0">
                                        <a:latin typeface="Cambria Math" panose="02040503050406030204" pitchFamily="18" charset="0"/>
                                        <a:cs typeface="Times" panose="02020603050405020304" pitchFamily="18" charset="0"/>
                                      </a:rPr>
                                      <m:t>𝑎𝑙𝑙</m:t>
                                    </m:r>
                                  </m:e>
                                  <m:sub>
                                    <m:r>
                                      <a:rPr lang="en-US" altLang="zh-TW" sz="2400" b="0" i="1" dirty="0" smtClean="0">
                                        <a:latin typeface="Cambria Math" panose="02040503050406030204" pitchFamily="18" charset="0"/>
                                        <a:cs typeface="Times" panose="02020603050405020304" pitchFamily="18" charset="0"/>
                                      </a:rPr>
                                      <m:t>𝑑𝑖𝑠𝑡</m:t>
                                    </m:r>
                                  </m:sub>
                                </m:sSub>
                              </m:oMath>
                            </m:oMathPara>
                          </a14:m>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bl>
              </a:graphicData>
            </a:graphic>
          </p:graphicFrame>
        </mc:Choice>
        <mc:Fallback xmlns="">
          <p:graphicFrame>
            <p:nvGraphicFramePr>
              <p:cNvPr id="22" name="表格 6">
                <a:extLst>
                  <a:ext uri="{FF2B5EF4-FFF2-40B4-BE49-F238E27FC236}">
                    <a16:creationId xmlns:a16="http://schemas.microsoft.com/office/drawing/2014/main" id="{6D99FAFC-2D9D-48F9-AC1F-119BF5AC7770}"/>
                  </a:ext>
                </a:extLst>
              </p:cNvPr>
              <p:cNvGraphicFramePr>
                <a:graphicFrameLocks noGrp="1"/>
              </p:cNvGraphicFramePr>
              <p:nvPr>
                <p:extLst>
                  <p:ext uri="{D42A27DB-BD31-4B8C-83A1-F6EECF244321}">
                    <p14:modId xmlns:p14="http://schemas.microsoft.com/office/powerpoint/2010/main" val="2028658273"/>
                  </p:ext>
                </p:extLst>
              </p:nvPr>
            </p:nvGraphicFramePr>
            <p:xfrm>
              <a:off x="5582389" y="487387"/>
              <a:ext cx="6100176" cy="1081038"/>
            </p:xfrm>
            <a:graphic>
              <a:graphicData uri="http://schemas.openxmlformats.org/drawingml/2006/table">
                <a:tbl>
                  <a:tblPr firstRow="1" bandRow="1">
                    <a:tableStyleId>{5C22544A-7EE6-4342-B048-85BDC9FD1C3A}</a:tableStyleId>
                  </a:tblPr>
                  <a:tblGrid>
                    <a:gridCol w="1268856">
                      <a:extLst>
                        <a:ext uri="{9D8B030D-6E8A-4147-A177-3AD203B41FA5}">
                          <a16:colId xmlns:a16="http://schemas.microsoft.com/office/drawing/2014/main" val="3242848539"/>
                        </a:ext>
                      </a:extLst>
                    </a:gridCol>
                    <a:gridCol w="603915">
                      <a:extLst>
                        <a:ext uri="{9D8B030D-6E8A-4147-A177-3AD203B41FA5}">
                          <a16:colId xmlns:a16="http://schemas.microsoft.com/office/drawing/2014/main" val="1216764178"/>
                        </a:ext>
                      </a:extLst>
                    </a:gridCol>
                    <a:gridCol w="603915">
                      <a:extLst>
                        <a:ext uri="{9D8B030D-6E8A-4147-A177-3AD203B41FA5}">
                          <a16:colId xmlns:a16="http://schemas.microsoft.com/office/drawing/2014/main" val="735761456"/>
                        </a:ext>
                      </a:extLst>
                    </a:gridCol>
                    <a:gridCol w="603915">
                      <a:extLst>
                        <a:ext uri="{9D8B030D-6E8A-4147-A177-3AD203B41FA5}">
                          <a16:colId xmlns:a16="http://schemas.microsoft.com/office/drawing/2014/main" val="1529620551"/>
                        </a:ext>
                      </a:extLst>
                    </a:gridCol>
                    <a:gridCol w="603915">
                      <a:extLst>
                        <a:ext uri="{9D8B030D-6E8A-4147-A177-3AD203B41FA5}">
                          <a16:colId xmlns:a16="http://schemas.microsoft.com/office/drawing/2014/main" val="2402787438"/>
                        </a:ext>
                      </a:extLst>
                    </a:gridCol>
                    <a:gridCol w="603915">
                      <a:extLst>
                        <a:ext uri="{9D8B030D-6E8A-4147-A177-3AD203B41FA5}">
                          <a16:colId xmlns:a16="http://schemas.microsoft.com/office/drawing/2014/main" val="2695976807"/>
                        </a:ext>
                      </a:extLst>
                    </a:gridCol>
                    <a:gridCol w="603915">
                      <a:extLst>
                        <a:ext uri="{9D8B030D-6E8A-4147-A177-3AD203B41FA5}">
                          <a16:colId xmlns:a16="http://schemas.microsoft.com/office/drawing/2014/main" val="1649336562"/>
                        </a:ext>
                      </a:extLst>
                    </a:gridCol>
                    <a:gridCol w="603915">
                      <a:extLst>
                        <a:ext uri="{9D8B030D-6E8A-4147-A177-3AD203B41FA5}">
                          <a16:colId xmlns:a16="http://schemas.microsoft.com/office/drawing/2014/main" val="1883552243"/>
                        </a:ext>
                      </a:extLst>
                    </a:gridCol>
                    <a:gridCol w="603915">
                      <a:extLst>
                        <a:ext uri="{9D8B030D-6E8A-4147-A177-3AD203B41FA5}">
                          <a16:colId xmlns:a16="http://schemas.microsoft.com/office/drawing/2014/main" val="3766584528"/>
                        </a:ext>
                      </a:extLst>
                    </a:gridCol>
                  </a:tblGrid>
                  <a:tr h="540519">
                    <a:tc>
                      <a:txBody>
                        <a:bodyPr/>
                        <a:lstStyle/>
                        <a:p>
                          <a:pPr algn="ctr"/>
                          <a:r>
                            <a:rPr lang="en-US" altLang="zh-TW" sz="2400" b="0" dirty="0" err="1">
                              <a:solidFill>
                                <a:schemeClr val="tx1"/>
                              </a:solidFill>
                              <a:latin typeface="Times" panose="02020603050405020304" pitchFamily="18" charset="0"/>
                              <a:cs typeface="Times" panose="02020603050405020304" pitchFamily="18" charset="0"/>
                            </a:rPr>
                            <a:t>i</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6</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2726943"/>
                      </a:ext>
                    </a:extLst>
                  </a:tr>
                  <a:tr h="540519">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81" t="-102247" r="-382692" b="-16854"/>
                          </a:stretch>
                        </a:blip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21</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27</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25</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23</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24</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400" b="0" dirty="0">
                              <a:solidFill>
                                <a:schemeClr val="tx1"/>
                              </a:solidFill>
                              <a:latin typeface="Times" panose="02020603050405020304" pitchFamily="18" charset="0"/>
                              <a:cs typeface="Times" panose="02020603050405020304" pitchFamily="18" charset="0"/>
                            </a:rPr>
                            <a:t>28</a:t>
                          </a:r>
                          <a:endParaRPr lang="zh-TW" altLang="en-US" sz="2400" b="0" dirty="0">
                            <a:solidFill>
                              <a:schemeClr val="tx1"/>
                            </a:solidFill>
                            <a:latin typeface="Times" panose="02020603050405020304" pitchFamily="18" charset="0"/>
                            <a:cs typeface="Times"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5206924"/>
                      </a:ext>
                    </a:extLst>
                  </a:tr>
                </a:tbl>
              </a:graphicData>
            </a:graphic>
          </p:graphicFrame>
        </mc:Fallback>
      </mc:AlternateContent>
    </p:spTree>
    <p:extLst>
      <p:ext uri="{BB962C8B-B14F-4D97-AF65-F5344CB8AC3E}">
        <p14:creationId xmlns:p14="http://schemas.microsoft.com/office/powerpoint/2010/main" val="361118178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Genealogy Tree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27</a:t>
            </a:fld>
            <a:endParaRPr kumimoji="1" lang="zh-TW" altLang="en-US" dirty="0"/>
          </a:p>
        </p:txBody>
      </p:sp>
      <p:sp>
        <p:nvSpPr>
          <p:cNvPr id="6" name="橢圓 5">
            <a:extLst>
              <a:ext uri="{FF2B5EF4-FFF2-40B4-BE49-F238E27FC236}">
                <a16:creationId xmlns:a16="http://schemas.microsoft.com/office/drawing/2014/main" id="{AE06C515-F66D-421A-9F2B-6F0B8CBDA92F}"/>
              </a:ext>
            </a:extLst>
          </p:cNvPr>
          <p:cNvSpPr/>
          <p:nvPr/>
        </p:nvSpPr>
        <p:spPr>
          <a:xfrm>
            <a:off x="3322810" y="2165827"/>
            <a:ext cx="629264" cy="64893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panose="02020603050405020304" pitchFamily="18" charset="0"/>
                <a:cs typeface="Times" panose="02020603050405020304" pitchFamily="18" charset="0"/>
              </a:rPr>
              <a:t>6</a:t>
            </a:r>
            <a:endParaRPr lang="zh-TW" altLang="en-US" sz="2400" dirty="0">
              <a:solidFill>
                <a:schemeClr val="tx1"/>
              </a:solidFill>
              <a:latin typeface="Times" panose="02020603050405020304" pitchFamily="18" charset="0"/>
              <a:cs typeface="Times" panose="02020603050405020304" pitchFamily="18" charset="0"/>
            </a:endParaRPr>
          </a:p>
        </p:txBody>
      </p:sp>
      <p:pic>
        <p:nvPicPr>
          <p:cNvPr id="24" name="Picture 2">
            <a:extLst>
              <a:ext uri="{FF2B5EF4-FFF2-40B4-BE49-F238E27FC236}">
                <a16:creationId xmlns:a16="http://schemas.microsoft.com/office/drawing/2014/main" id="{84AF9834-0797-47C0-B754-4CB06F56AE0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755"/>
          <a:stretch/>
        </p:blipFill>
        <p:spPr bwMode="auto">
          <a:xfrm>
            <a:off x="7246374" y="1855432"/>
            <a:ext cx="4436191" cy="3317752"/>
          </a:xfrm>
          <a:prstGeom prst="rect">
            <a:avLst/>
          </a:prstGeom>
          <a:noFill/>
          <a:extLst>
            <a:ext uri="{909E8E84-426E-40DD-AFC4-6F175D3DCCD1}">
              <a14:hiddenFill xmlns:a14="http://schemas.microsoft.com/office/drawing/2010/main">
                <a:solidFill>
                  <a:srgbClr val="FFFFFF"/>
                </a:solidFill>
              </a14:hiddenFill>
            </a:ext>
          </a:extLst>
        </p:spPr>
      </p:pic>
      <p:sp>
        <p:nvSpPr>
          <p:cNvPr id="9" name="橢圓 8">
            <a:extLst>
              <a:ext uri="{FF2B5EF4-FFF2-40B4-BE49-F238E27FC236}">
                <a16:creationId xmlns:a16="http://schemas.microsoft.com/office/drawing/2014/main" id="{6611EE8F-1698-40F6-A1FB-08BA23FBB11C}"/>
              </a:ext>
            </a:extLst>
          </p:cNvPr>
          <p:cNvSpPr/>
          <p:nvPr/>
        </p:nvSpPr>
        <p:spPr>
          <a:xfrm>
            <a:off x="2560411" y="2986548"/>
            <a:ext cx="629264" cy="64893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panose="02020603050405020304" pitchFamily="18" charset="0"/>
                <a:cs typeface="Times" panose="02020603050405020304" pitchFamily="18" charset="0"/>
              </a:rPr>
              <a:t>5</a:t>
            </a:r>
            <a:endParaRPr lang="zh-TW" altLang="en-US" sz="2400" dirty="0">
              <a:solidFill>
                <a:schemeClr val="tx1"/>
              </a:solidFill>
              <a:latin typeface="Times" panose="02020603050405020304" pitchFamily="18" charset="0"/>
              <a:cs typeface="Times" panose="02020603050405020304" pitchFamily="18" charset="0"/>
            </a:endParaRPr>
          </a:p>
        </p:txBody>
      </p:sp>
      <p:cxnSp>
        <p:nvCxnSpPr>
          <p:cNvPr id="5" name="直線單箭頭接點 4">
            <a:extLst>
              <a:ext uri="{FF2B5EF4-FFF2-40B4-BE49-F238E27FC236}">
                <a16:creationId xmlns:a16="http://schemas.microsoft.com/office/drawing/2014/main" id="{97560D61-1192-4FBA-ADAB-D0D907A388ED}"/>
              </a:ext>
            </a:extLst>
          </p:cNvPr>
          <p:cNvCxnSpPr>
            <a:stCxn id="6" idx="3"/>
            <a:endCxn id="9" idx="7"/>
          </p:cNvCxnSpPr>
          <p:nvPr/>
        </p:nvCxnSpPr>
        <p:spPr>
          <a:xfrm flipH="1">
            <a:off x="3097521" y="2719723"/>
            <a:ext cx="317443" cy="36185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橢圓 10">
            <a:extLst>
              <a:ext uri="{FF2B5EF4-FFF2-40B4-BE49-F238E27FC236}">
                <a16:creationId xmlns:a16="http://schemas.microsoft.com/office/drawing/2014/main" id="{3FDFC41C-5D64-4832-9BF7-7978B38CD76B}"/>
              </a:ext>
            </a:extLst>
          </p:cNvPr>
          <p:cNvSpPr/>
          <p:nvPr/>
        </p:nvSpPr>
        <p:spPr>
          <a:xfrm>
            <a:off x="4103715" y="2986548"/>
            <a:ext cx="629264" cy="64893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panose="02020603050405020304" pitchFamily="18" charset="0"/>
                <a:cs typeface="Times" panose="02020603050405020304" pitchFamily="18" charset="0"/>
              </a:rPr>
              <a:t>1</a:t>
            </a:r>
            <a:endParaRPr lang="zh-TW" altLang="en-US" sz="2400" dirty="0">
              <a:solidFill>
                <a:schemeClr val="tx1"/>
              </a:solidFill>
              <a:latin typeface="Times" panose="02020603050405020304" pitchFamily="18" charset="0"/>
              <a:cs typeface="Times" panose="02020603050405020304" pitchFamily="18" charset="0"/>
            </a:endParaRPr>
          </a:p>
        </p:txBody>
      </p:sp>
      <p:cxnSp>
        <p:nvCxnSpPr>
          <p:cNvPr id="12" name="直線單箭頭接點 11">
            <a:extLst>
              <a:ext uri="{FF2B5EF4-FFF2-40B4-BE49-F238E27FC236}">
                <a16:creationId xmlns:a16="http://schemas.microsoft.com/office/drawing/2014/main" id="{DE63FD3C-A086-4ED7-837B-DAB188304DE2}"/>
              </a:ext>
            </a:extLst>
          </p:cNvPr>
          <p:cNvCxnSpPr>
            <a:cxnSpLocks/>
            <a:stCxn id="6" idx="5"/>
            <a:endCxn id="11" idx="1"/>
          </p:cNvCxnSpPr>
          <p:nvPr/>
        </p:nvCxnSpPr>
        <p:spPr>
          <a:xfrm>
            <a:off x="3859920" y="2719723"/>
            <a:ext cx="335949" cy="36185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橢圓 14">
            <a:extLst>
              <a:ext uri="{FF2B5EF4-FFF2-40B4-BE49-F238E27FC236}">
                <a16:creationId xmlns:a16="http://schemas.microsoft.com/office/drawing/2014/main" id="{6B3EDE57-1B87-475D-A2AD-D46410DFD3D8}"/>
              </a:ext>
            </a:extLst>
          </p:cNvPr>
          <p:cNvSpPr/>
          <p:nvPr/>
        </p:nvSpPr>
        <p:spPr>
          <a:xfrm>
            <a:off x="1788760" y="3814645"/>
            <a:ext cx="629264" cy="64893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panose="02020603050405020304" pitchFamily="18" charset="0"/>
                <a:cs typeface="Times" panose="02020603050405020304" pitchFamily="18" charset="0"/>
              </a:rPr>
              <a:t>8</a:t>
            </a:r>
            <a:endParaRPr lang="zh-TW" altLang="en-US" sz="2400" dirty="0">
              <a:solidFill>
                <a:schemeClr val="tx1"/>
              </a:solidFill>
              <a:latin typeface="Times" panose="02020603050405020304" pitchFamily="18" charset="0"/>
              <a:cs typeface="Times" panose="02020603050405020304" pitchFamily="18" charset="0"/>
            </a:endParaRPr>
          </a:p>
        </p:txBody>
      </p:sp>
      <p:cxnSp>
        <p:nvCxnSpPr>
          <p:cNvPr id="16" name="直線單箭頭接點 15">
            <a:extLst>
              <a:ext uri="{FF2B5EF4-FFF2-40B4-BE49-F238E27FC236}">
                <a16:creationId xmlns:a16="http://schemas.microsoft.com/office/drawing/2014/main" id="{63085401-2FB6-4A25-A9C1-3681DE8B55C3}"/>
              </a:ext>
            </a:extLst>
          </p:cNvPr>
          <p:cNvCxnSpPr>
            <a:cxnSpLocks/>
            <a:stCxn id="9" idx="3"/>
            <a:endCxn id="15" idx="7"/>
          </p:cNvCxnSpPr>
          <p:nvPr/>
        </p:nvCxnSpPr>
        <p:spPr>
          <a:xfrm flipH="1">
            <a:off x="2325870" y="3540444"/>
            <a:ext cx="326695" cy="3692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橢圓 17">
            <a:extLst>
              <a:ext uri="{FF2B5EF4-FFF2-40B4-BE49-F238E27FC236}">
                <a16:creationId xmlns:a16="http://schemas.microsoft.com/office/drawing/2014/main" id="{B87189F9-6212-4B6C-9339-1F16EBE8CA16}"/>
              </a:ext>
            </a:extLst>
          </p:cNvPr>
          <p:cNvSpPr/>
          <p:nvPr/>
        </p:nvSpPr>
        <p:spPr>
          <a:xfrm>
            <a:off x="3360269" y="3814645"/>
            <a:ext cx="629264" cy="64893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panose="02020603050405020304" pitchFamily="18" charset="0"/>
                <a:cs typeface="Times" panose="02020603050405020304" pitchFamily="18" charset="0"/>
              </a:rPr>
              <a:t>3</a:t>
            </a:r>
            <a:endParaRPr lang="zh-TW" altLang="en-US" sz="2400" dirty="0">
              <a:solidFill>
                <a:schemeClr val="tx1"/>
              </a:solidFill>
              <a:latin typeface="Times" panose="02020603050405020304" pitchFamily="18" charset="0"/>
              <a:cs typeface="Times" panose="02020603050405020304" pitchFamily="18" charset="0"/>
            </a:endParaRPr>
          </a:p>
        </p:txBody>
      </p:sp>
      <p:cxnSp>
        <p:nvCxnSpPr>
          <p:cNvPr id="19" name="直線單箭頭接點 18">
            <a:extLst>
              <a:ext uri="{FF2B5EF4-FFF2-40B4-BE49-F238E27FC236}">
                <a16:creationId xmlns:a16="http://schemas.microsoft.com/office/drawing/2014/main" id="{2AB9C6FE-BFBA-4564-A155-EE7C9F1EA568}"/>
              </a:ext>
            </a:extLst>
          </p:cNvPr>
          <p:cNvCxnSpPr>
            <a:cxnSpLocks/>
            <a:stCxn id="11" idx="3"/>
            <a:endCxn id="18" idx="7"/>
          </p:cNvCxnSpPr>
          <p:nvPr/>
        </p:nvCxnSpPr>
        <p:spPr>
          <a:xfrm flipH="1">
            <a:off x="3897379" y="3540444"/>
            <a:ext cx="298490" cy="3692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橢圓 24">
            <a:extLst>
              <a:ext uri="{FF2B5EF4-FFF2-40B4-BE49-F238E27FC236}">
                <a16:creationId xmlns:a16="http://schemas.microsoft.com/office/drawing/2014/main" id="{02A3708E-5A39-46F2-8F35-E035B67AB9C7}"/>
              </a:ext>
            </a:extLst>
          </p:cNvPr>
          <p:cNvSpPr/>
          <p:nvPr/>
        </p:nvSpPr>
        <p:spPr>
          <a:xfrm>
            <a:off x="4864566" y="3814645"/>
            <a:ext cx="629264" cy="64893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panose="02020603050405020304" pitchFamily="18" charset="0"/>
                <a:cs typeface="Times" panose="02020603050405020304" pitchFamily="18" charset="0"/>
              </a:rPr>
              <a:t>7</a:t>
            </a:r>
            <a:endParaRPr lang="zh-TW" altLang="en-US" sz="2400" dirty="0">
              <a:solidFill>
                <a:schemeClr val="tx1"/>
              </a:solidFill>
              <a:latin typeface="Times" panose="02020603050405020304" pitchFamily="18" charset="0"/>
              <a:cs typeface="Times" panose="02020603050405020304" pitchFamily="18" charset="0"/>
            </a:endParaRPr>
          </a:p>
        </p:txBody>
      </p:sp>
      <p:cxnSp>
        <p:nvCxnSpPr>
          <p:cNvPr id="26" name="直線單箭頭接點 25">
            <a:extLst>
              <a:ext uri="{FF2B5EF4-FFF2-40B4-BE49-F238E27FC236}">
                <a16:creationId xmlns:a16="http://schemas.microsoft.com/office/drawing/2014/main" id="{15BBBB9F-AC73-4264-9528-EBE451336A6B}"/>
              </a:ext>
            </a:extLst>
          </p:cNvPr>
          <p:cNvCxnSpPr>
            <a:cxnSpLocks/>
            <a:stCxn id="11" idx="5"/>
            <a:endCxn id="25" idx="1"/>
          </p:cNvCxnSpPr>
          <p:nvPr/>
        </p:nvCxnSpPr>
        <p:spPr>
          <a:xfrm>
            <a:off x="4640825" y="3540444"/>
            <a:ext cx="315895" cy="3692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橢圓 27">
            <a:extLst>
              <a:ext uri="{FF2B5EF4-FFF2-40B4-BE49-F238E27FC236}">
                <a16:creationId xmlns:a16="http://schemas.microsoft.com/office/drawing/2014/main" id="{E2ADAEDE-12BE-49C6-9A24-2EEBF314F0EA}"/>
              </a:ext>
            </a:extLst>
          </p:cNvPr>
          <p:cNvSpPr/>
          <p:nvPr/>
        </p:nvSpPr>
        <p:spPr>
          <a:xfrm>
            <a:off x="2574589" y="4664513"/>
            <a:ext cx="629264" cy="64893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panose="02020603050405020304" pitchFamily="18" charset="0"/>
                <a:cs typeface="Times" panose="02020603050405020304" pitchFamily="18" charset="0"/>
              </a:rPr>
              <a:t>4</a:t>
            </a:r>
            <a:endParaRPr lang="zh-TW" altLang="en-US" sz="2400" dirty="0">
              <a:solidFill>
                <a:schemeClr val="tx1"/>
              </a:solidFill>
              <a:latin typeface="Times" panose="02020603050405020304" pitchFamily="18" charset="0"/>
              <a:cs typeface="Times" panose="02020603050405020304" pitchFamily="18" charset="0"/>
            </a:endParaRPr>
          </a:p>
        </p:txBody>
      </p:sp>
      <p:cxnSp>
        <p:nvCxnSpPr>
          <p:cNvPr id="29" name="直線單箭頭接點 28">
            <a:extLst>
              <a:ext uri="{FF2B5EF4-FFF2-40B4-BE49-F238E27FC236}">
                <a16:creationId xmlns:a16="http://schemas.microsoft.com/office/drawing/2014/main" id="{330878CA-24C7-4278-A9DD-A68C20E510FD}"/>
              </a:ext>
            </a:extLst>
          </p:cNvPr>
          <p:cNvCxnSpPr>
            <a:cxnSpLocks/>
            <a:stCxn id="18" idx="3"/>
            <a:endCxn id="28" idx="7"/>
          </p:cNvCxnSpPr>
          <p:nvPr/>
        </p:nvCxnSpPr>
        <p:spPr>
          <a:xfrm flipH="1">
            <a:off x="3111699" y="4368541"/>
            <a:ext cx="340724" cy="39100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橢圓 31">
            <a:extLst>
              <a:ext uri="{FF2B5EF4-FFF2-40B4-BE49-F238E27FC236}">
                <a16:creationId xmlns:a16="http://schemas.microsoft.com/office/drawing/2014/main" id="{01FDDCC3-64CC-4307-B1AC-BC049C121FD5}"/>
              </a:ext>
            </a:extLst>
          </p:cNvPr>
          <p:cNvSpPr/>
          <p:nvPr/>
        </p:nvSpPr>
        <p:spPr>
          <a:xfrm>
            <a:off x="4103715" y="3856992"/>
            <a:ext cx="629264" cy="64893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chemeClr val="tx1"/>
                </a:solidFill>
                <a:latin typeface="Times" panose="02020603050405020304" pitchFamily="18" charset="0"/>
                <a:cs typeface="Times" panose="02020603050405020304" pitchFamily="18" charset="0"/>
              </a:rPr>
              <a:t>2</a:t>
            </a:r>
            <a:endParaRPr lang="zh-TW" altLang="en-US" sz="2400" dirty="0">
              <a:solidFill>
                <a:schemeClr val="tx1"/>
              </a:solidFill>
              <a:latin typeface="Times" panose="02020603050405020304" pitchFamily="18" charset="0"/>
              <a:cs typeface="Times" panose="02020603050405020304" pitchFamily="18" charset="0"/>
            </a:endParaRPr>
          </a:p>
        </p:txBody>
      </p:sp>
      <p:cxnSp>
        <p:nvCxnSpPr>
          <p:cNvPr id="33" name="直線單箭頭接點 32">
            <a:extLst>
              <a:ext uri="{FF2B5EF4-FFF2-40B4-BE49-F238E27FC236}">
                <a16:creationId xmlns:a16="http://schemas.microsoft.com/office/drawing/2014/main" id="{9870DE68-71AE-41A7-A657-DE81657CE2F6}"/>
              </a:ext>
            </a:extLst>
          </p:cNvPr>
          <p:cNvCxnSpPr>
            <a:cxnSpLocks/>
            <a:stCxn id="11" idx="4"/>
            <a:endCxn id="32" idx="0"/>
          </p:cNvCxnSpPr>
          <p:nvPr/>
        </p:nvCxnSpPr>
        <p:spPr>
          <a:xfrm>
            <a:off x="4418347" y="3635478"/>
            <a:ext cx="0" cy="2215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568738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Time Complexity</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28</a:t>
            </a:fld>
            <a:endParaRPr kumimoji="1" lang="zh-TW" altLang="en-US" dirty="0"/>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B4EB748-0678-4520-8639-6E11DCF986D9}"/>
                  </a:ext>
                </a:extLst>
              </p:cNvPr>
              <p:cNvSpPr txBox="1"/>
              <p:nvPr/>
            </p:nvSpPr>
            <p:spPr>
              <a:xfrm>
                <a:off x="838199" y="1691866"/>
                <a:ext cx="10515601" cy="830997"/>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The edit distance algorithm: O</a:t>
                </a:r>
                <a14:m>
                  <m:oMath xmlns:m="http://schemas.openxmlformats.org/officeDocument/2006/math">
                    <m:d>
                      <m:dPr>
                        <m:ctrlPr>
                          <a:rPr lang="en-US" altLang="zh-TW" sz="2400" b="0" i="1" dirty="0" smtClean="0">
                            <a:latin typeface="Cambria Math" panose="02040503050406030204" pitchFamily="18" charset="0"/>
                            <a:cs typeface="Times" panose="02020603050405020304" pitchFamily="18" charset="0"/>
                          </a:rPr>
                        </m:ctrlPr>
                      </m:dPr>
                      <m:e>
                        <m:r>
                          <a:rPr lang="en-US" altLang="zh-TW" sz="2400" b="0" i="1" dirty="0" smtClean="0">
                            <a:latin typeface="Cambria Math" panose="02040503050406030204" pitchFamily="18" charset="0"/>
                            <a:cs typeface="Times" panose="02020603050405020304" pitchFamily="18" charset="0"/>
                          </a:rPr>
                          <m:t>𝑚𝑛</m:t>
                        </m:r>
                      </m:e>
                    </m:d>
                  </m:oMath>
                </a14:m>
                <a:endParaRPr lang="en-US" altLang="zh-TW" sz="2400" dirty="0">
                  <a:latin typeface="Times" panose="02020603050405020304" pitchFamily="18" charset="0"/>
                  <a:cs typeface="Times" panose="02020603050405020304" pitchFamily="18" charset="0"/>
                </a:endParaRPr>
              </a:p>
              <a:p>
                <a:pPr marL="342900" indent="-342900">
                  <a:buFont typeface="Arial" panose="020B0604020202020204" pitchFamily="34" charset="0"/>
                  <a:buChar char="•"/>
                </a:pPr>
                <a:r>
                  <a:rPr lang="en-US" altLang="zh-TW" sz="2400" dirty="0">
                    <a:latin typeface="Times" panose="02020603050405020304" pitchFamily="18" charset="0"/>
                    <a:cs typeface="Times" panose="02020603050405020304" pitchFamily="18" charset="0"/>
                  </a:rPr>
                  <a:t>Mapping Genealogical Trees: O</a:t>
                </a:r>
                <a14:m>
                  <m:oMath xmlns:m="http://schemas.openxmlformats.org/officeDocument/2006/math">
                    <m:d>
                      <m:dPr>
                        <m:ctrlPr>
                          <a:rPr lang="en-US" altLang="zh-TW" sz="2400" b="0" i="1" dirty="0" smtClean="0">
                            <a:latin typeface="Cambria Math" panose="02040503050406030204" pitchFamily="18" charset="0"/>
                            <a:cs typeface="Times" panose="02020603050405020304" pitchFamily="18" charset="0"/>
                          </a:rPr>
                        </m:ctrlPr>
                      </m:dPr>
                      <m:e>
                        <m:r>
                          <a:rPr lang="en-US" altLang="zh-TW" sz="2400" b="0" i="1" dirty="0" smtClean="0">
                            <a:latin typeface="Cambria Math" panose="02040503050406030204" pitchFamily="18" charset="0"/>
                            <a:cs typeface="Times" panose="02020603050405020304" pitchFamily="18" charset="0"/>
                          </a:rPr>
                          <m:t>𝑛</m:t>
                        </m:r>
                        <m:func>
                          <m:funcPr>
                            <m:ctrlPr>
                              <a:rPr lang="en-US" altLang="zh-TW" sz="2400" b="0" i="1" dirty="0" smtClean="0">
                                <a:latin typeface="Cambria Math" panose="02040503050406030204" pitchFamily="18" charset="0"/>
                                <a:cs typeface="Times" panose="02020603050405020304" pitchFamily="18" charset="0"/>
                              </a:rPr>
                            </m:ctrlPr>
                          </m:funcPr>
                          <m:fName>
                            <m:r>
                              <m:rPr>
                                <m:sty m:val="p"/>
                              </m:rPr>
                              <a:rPr lang="en-US" altLang="zh-TW" sz="2400" b="0" i="0" dirty="0" smtClean="0">
                                <a:latin typeface="Cambria Math" panose="02040503050406030204" pitchFamily="18" charset="0"/>
                                <a:cs typeface="Times" panose="02020603050405020304" pitchFamily="18" charset="0"/>
                              </a:rPr>
                              <m:t>log</m:t>
                            </m:r>
                          </m:fName>
                          <m:e>
                            <m:r>
                              <a:rPr lang="en-US" altLang="zh-TW" sz="2400" b="0" i="1" dirty="0" smtClean="0">
                                <a:latin typeface="Cambria Math" panose="02040503050406030204" pitchFamily="18" charset="0"/>
                                <a:cs typeface="Times" panose="02020603050405020304" pitchFamily="18" charset="0"/>
                              </a:rPr>
                              <m:t>𝑛</m:t>
                            </m:r>
                          </m:e>
                        </m:func>
                      </m:e>
                    </m:d>
                  </m:oMath>
                </a14:m>
                <a:endParaRPr lang="en-US" altLang="zh-TW" sz="2400" dirty="0">
                  <a:latin typeface="Times" panose="02020603050405020304" pitchFamily="18" charset="0"/>
                  <a:cs typeface="Times" panose="02020603050405020304" pitchFamily="18" charset="0"/>
                </a:endParaRPr>
              </a:p>
            </p:txBody>
          </p:sp>
        </mc:Choice>
        <mc:Fallback xmlns="">
          <p:sp>
            <p:nvSpPr>
              <p:cNvPr id="3" name="文字方塊 2">
                <a:extLst>
                  <a:ext uri="{FF2B5EF4-FFF2-40B4-BE49-F238E27FC236}">
                    <a16:creationId xmlns:a16="http://schemas.microsoft.com/office/drawing/2014/main" id="{BB4EB748-0678-4520-8639-6E11DCF986D9}"/>
                  </a:ext>
                </a:extLst>
              </p:cNvPr>
              <p:cNvSpPr txBox="1">
                <a:spLocks noRot="1" noChangeAspect="1" noMove="1" noResize="1" noEditPoints="1" noAdjustHandles="1" noChangeArrowheads="1" noChangeShapeType="1" noTextEdit="1"/>
              </p:cNvSpPr>
              <p:nvPr/>
            </p:nvSpPr>
            <p:spPr>
              <a:xfrm>
                <a:off x="838199" y="1691866"/>
                <a:ext cx="10515601" cy="830997"/>
              </a:xfrm>
              <a:prstGeom prst="rect">
                <a:avLst/>
              </a:prstGeom>
              <a:blipFill>
                <a:blip r:embed="rId3"/>
                <a:stretch>
                  <a:fillRect l="-753" t="-5882" b="-1617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5304169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_chenya" id="{B41F7EED-78E0-1445-87EF-5AF1DA6E0F58}" vid="{D32384A1-BBDA-0D4F-B76D-4F110ED0331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佈景主題</Template>
  <TotalTime>7476</TotalTime>
  <Words>1395</Words>
  <Application>Microsoft Office PowerPoint</Application>
  <PresentationFormat>寬螢幕</PresentationFormat>
  <Paragraphs>1025</Paragraphs>
  <Slides>28</Slides>
  <Notes>25</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28</vt:i4>
      </vt:variant>
    </vt:vector>
  </HeadingPairs>
  <TitlesOfParts>
    <vt:vector size="36" baseType="lpstr">
      <vt:lpstr>Arial</vt:lpstr>
      <vt:lpstr>Calibri</vt:lpstr>
      <vt:lpstr>Calibri Light</vt:lpstr>
      <vt:lpstr>Cambria Math</vt:lpstr>
      <vt:lpstr>Georgia</vt:lpstr>
      <vt:lpstr>Times</vt:lpstr>
      <vt:lpstr>Times New Roman</vt:lpstr>
      <vt:lpstr>Office 佈景主題</vt:lpstr>
      <vt:lpstr>Sequence Matching and Genealogy Tree Drawing Based on Edit Distance Algorithm</vt:lpstr>
      <vt:lpstr>Abstract(1/2)</vt:lpstr>
      <vt:lpstr>Abstract(2/2)</vt:lpstr>
      <vt:lpstr>RNA Base Change Mode</vt:lpstr>
      <vt:lpstr>Edit Distance Algorithm</vt:lpstr>
      <vt:lpstr>Edit Distance Algorithm</vt:lpstr>
      <vt:lpstr>Edit Distance Algorithm</vt:lpstr>
      <vt:lpstr>Edit Distance Algorithm</vt:lpstr>
      <vt:lpstr>Edit Distance Algorithm</vt:lpstr>
      <vt:lpstr>Edit Distance Algorithm</vt:lpstr>
      <vt:lpstr>Edit Distance Algorithm</vt:lpstr>
      <vt:lpstr>Backtracking</vt:lpstr>
      <vt:lpstr>Backtracking</vt:lpstr>
      <vt:lpstr>Backtracking</vt:lpstr>
      <vt:lpstr>Backtracking</vt:lpstr>
      <vt:lpstr>Backtracking</vt:lpstr>
      <vt:lpstr>Backtracking</vt:lpstr>
      <vt:lpstr>Backtracking</vt:lpstr>
      <vt:lpstr>Backtracking</vt:lpstr>
      <vt:lpstr>Backtracking</vt:lpstr>
      <vt:lpstr>〖dist〗_edit (i, j)</vt:lpstr>
      <vt:lpstr>Genealogy Tree</vt:lpstr>
      <vt:lpstr>Genealogy Tree</vt:lpstr>
      <vt:lpstr>Genealogy Tree</vt:lpstr>
      <vt:lpstr>Genealogy Tree</vt:lpstr>
      <vt:lpstr>Genealogy Tree</vt:lpstr>
      <vt:lpstr>Genealogy Tree</vt:lpstr>
      <vt:lpstr>Time Complexity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M113040012</dc:creator>
  <cp:lastModifiedBy>pplab</cp:lastModifiedBy>
  <cp:revision>227</cp:revision>
  <dcterms:created xsi:type="dcterms:W3CDTF">2023-07-01T04:19:29Z</dcterms:created>
  <dcterms:modified xsi:type="dcterms:W3CDTF">2024-01-02T09:39:22Z</dcterms:modified>
</cp:coreProperties>
</file>