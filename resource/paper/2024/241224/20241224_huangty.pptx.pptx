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6.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notesSlides/notesSlide7.xml" ContentType="application/vnd.openxmlformats-officedocument.presentationml.notesSlide+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notesSlides/notesSlide8.xml" ContentType="application/vnd.openxmlformats-officedocument.presentationml.notesSlide+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notesSlides/notesSlide9.xml" ContentType="application/vnd.openxmlformats-officedocument.presentationml.notesSlide+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notesSlides/notesSlide10.xml" ContentType="application/vnd.openxmlformats-officedocument.presentationml.notesSlide+xml"/>
  <Override PartName="/ppt/ink/ink78.xml" ContentType="application/inkml+xml"/>
  <Override PartName="/ppt/ink/ink79.xml" ContentType="application/inkml+xml"/>
  <Override PartName="/ppt/notesSlides/notesSlide11.xml" ContentType="application/vnd.openxmlformats-officedocument.presentationml.notesSlide+xml"/>
  <Override PartName="/ppt/ink/ink80.xml" ContentType="application/inkml+xml"/>
  <Override PartName="/ppt/ink/ink81.xml" ContentType="application/inkml+xml"/>
  <Override PartName="/ppt/ink/ink82.xml" ContentType="application/inkml+xml"/>
  <Override PartName="/ppt/ink/ink83.xml" ContentType="application/inkml+xml"/>
  <Override PartName="/ppt/notesSlides/notesSlide12.xml" ContentType="application/vnd.openxmlformats-officedocument.presentationml.notesSlide+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WenQuanYi" panose="02020500000000000000" charset="-120"/>
      <p:regular r:id="rId18"/>
    </p:embeddedFont>
    <p:embeddedFont>
      <p:font typeface="Arimo" panose="02020500000000000000" charset="0"/>
      <p:regular r:id="rId19"/>
    </p:embeddedFont>
    <p:embeddedFont>
      <p:font typeface="Times New Roman Bold" panose="02020803070505020304" pitchFamily="18" charset="0"/>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876"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1:27.605"/>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9897 22361 0,'261'-37'141,"36"-37"-126,-74 74 1,484-112 0,335-74 15,-744 186-15,-149 0-1,223-37 1,149 37 15,-149 0-15,-186 0-16,-37 0 15,111 0 1,38 0 0,148 0 15,-260 0-16,75-74 1,-38 74 0,-74 0 15,37 0-15,372 0 15,-447 0-16,1 0-15,372-38 32,-373 38-17,113-37 17,-150 37-17,38-37 1,-38 37 171,38 0-171,-75 0-16,75 0 16,74 0 15,-149 0 16</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6:10.627"/>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27012 9302 0,'38'0'32,"-1"-37"-17,37 37 1,1 0 0,36 0-16,708 0 31,-224 0-16,38 0 1,-1 0 0,-260 0-1,75 0 17,-224-112-1,-186 112 16,37 0-32,75 0 17,-111 37-17,-1-37-15,74 0 31,38 0 1,-74 37-1,-38 1-15,223-38 15,-148 0 0,-75 0 0,37 0-15,-36 0 15,36 0 0,-37 0 1,38 0-17,111-38 17,-112 38-1,1 0 0,-38 0 0,0 0-15,37-37 15,38 37 63,0 0-78,-1 0 30,-36 0-14,-38 0 15</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6:28.81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29877 20985 0,'-149'37'360,"1"37"-345,36-74 16,38 38-15,36-38 31,-73 0-31,-38 37 15,74-37 0,1 37 0,37-37 126,-149 0-111,0 0-30</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6:29.507"/>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24743 20948 0,'0'0'0,"-335"0"62,-707 260-31,782-260-15,-38 37 0,261 0 30</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6:31.083"/>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33672 16334 0,'75'-37'46,"-38"37"-30,75 0 0,-75 0-1,-74 0 126,-1 0-110</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6:32.20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33747 16669 0,'186'-75'32,"0"1"-17,335-75 17,-75 37-17,-297 75 32,-37 37-16,-38-37 1,1 37-1,111 0 0,-112 0 0</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6:32.75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33412 17450 0,'223'0'47,"-74"0"-31,446 0-1,-446 0 16,-37 0 1,-75 0-17,112 0 17,-112 0-1</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6:35.96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35123 19608 0,'-223'0'16,"74"0"15,-37 0-15,75 37 0,-261 112-1,334-112 1,-73 75-1,74-38 1,-38 1 0,75-38-1,-74 223 1,74 75 15,0-297-15,37-1 15,75-37-15,36 74-16,708-74 31,112-37 0,-782-37-15,74-75-1,38-149 17,-224-111-1,-74 148 0,-298-36 0,224 259-31,-224-73 32,224 111-1,0 0 0,-1 0 0,1 0 1,37 37-17,37 0 142</inkml:trace>
</inkml:ink>
</file>

<file path=ppt/ink/ink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6:40.12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38956 17748 0,'0'0'0,"37"0"15,0-37 1,149 37 15,112-75 0,0 38 1,-38 0-1,-223 37-16,75 0 1,-75-37 0,149 37-1,-112 0 1,38 0 0,-75 0 15,0 0-16,150 0 1,-76 0 0,1 0 15</inkml:trace>
</inkml:ink>
</file>

<file path=ppt/ink/ink1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6:54.393"/>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40556 19496 0,'0'0'0,"-112"0"46,-707 373-14,187-39-1,372-148 0,185-148-31,-74 371 16,149-223-1,0 149 17,0-38-1,149 373 0,335 1005 0,186-596 1,-336-856-17,1490-223 17,-671 0-1,-855-75 0,-112 38-15,-112 37-1,298-74 17,0-38-1,-149 75-31,447-112 31,-447 37-31,484-185 31,75-373 1,-261-37-1,-112-223 0,-298 297 0,-111 224-15,-148 112 31,-38 73-16,0 75-31,-373-260 31,-36 149-15,298 148-16,-448-111 31,448 186 0,-410 37 1,-930 0-1,706 0 0,411 111 0,73 1-15,261-75 31,112 0 0,-150 1-16,150-38-15,-38 37-1,38-37 17</inkml:trace>
</inkml:ink>
</file>

<file path=ppt/ink/ink1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8:19.67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34937 10009 0,'112'0'125,"297"0"-109,-111 0 0,483 0-1,-669 0 1,148 0-1,-222 0 1,259 0 0,187 0 15,-447 0-15,149 0 15,-111 0-16,148 0 17,-112 0-17,-73 0 1,36 0 0,-37 0-1,112 0 1,-112 0-1,1 0 1,-1 0 0,0 0-1,37 37 17,-36-37-17,-1 0 16,0 0-15,0 0 109</inkml:trace>
</inkml:ink>
</file>

<file path=ppt/ink/ink1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8:21.86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13469 10009 0,'37'0'62,"0"0"-46,112 0 0,-74 0-1,-1 0-15,75 74 16,148-37 0,150 75 15,-261-75-16,-112 0-15,-36-37 16,36 0-16,75 0 31,149 0 1,-187 0-17,75 0 16,-37 0-15,-37 0 0,36 0-1,1 0 17,-74 0-17,-38 0 1,37 0-1,-36 0 79,-1 0-31,0 0-16,0 0-16,75 0 0,-75 0-15,37 0 15,-36 0-15,-1 0 15</inkml:trace>
</inkml:ink>
</file>

<file path=ppt/ink/ink1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8:25.981"/>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23589 10902 0,'149'0'31,"-37"0"-16,260 0 1,372 0 15,-149 0 1,-334 0-17,74 0 16,-149 0-15,-75 0-16,336 0 31,-187 0-15,-111 0 0,111 0-1,-185 0 1,297 0-1,37 74 1,-223-74 0,186 74-1,-335-74 1,38 0 15,-38 0 16</inkml:trace>
</inkml:ink>
</file>

<file path=ppt/ink/ink1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8:44.179"/>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37654 12613 0,'-75'0'31,"38"0"-15,0 0-16,-1 0 31,1 0-15,-37 0-1,-38 0 1,75 0-16,0 0 15,-186 0 17,148 37-17,38-37 17,-37 75-17,36-38 16,-36 37 32,37-36-32,37-1 0,0 0-15,0 186 15,149-74-15,111-37 15,-148-112-15,-38 0-1,-37 0 1,38 0 0,-38 0-1,37 0 1,1 0 0,-75-75-1,74 38 1,-37 0-1,1-38 17,-1 1-32,0 74 15,-37-74 17,0 36 61,0 1-77,0 0 0,-112 0-1</inkml:trace>
</inkml:ink>
</file>

<file path=ppt/ink/ink1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8:46.57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15180 12464 0,'-37'0'32,"0"0"-17,0 0 17,-75 0-17,-37 0 1,38 0-1,-1 38 17,-37-1-17,38 0 1,111 0 0,-38 0 30,38 1-30,75 222 0,409 112 15,-336-260-31,38-1 31,-37-73-15,0 36-16,372 38 31,-37-112 0,-298 0-15,37-224 15,-223 1 0,0 111-15,0 1 0,0 36-1,-112-185 1,75 186 0,-112-75-1,-37 74 16,149 38-15,-223 0 15,-1 37 1,224 0-1,-75 0-16,-36 0 17,73 0-17</inkml:trace>
</inkml:ink>
</file>

<file path=ppt/ink/ink1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9:00.50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12762 16892 0,'37'0'140,"186"0"-124,-37 0 0,75 0 15,409 0 0,-373 0-15,113 0-1,-224 0 1,-38 0 0,-36 0-1,186 0 16,-75 0-15,-149 0-16,-36 0 16,-1 0-1,112 0 17,-38 0-17,187 0 16,-186 0-15,-38 0 0,38 0-1,36-37 17,-73 37-17,-38 0 1,0 0 31,0 0 31,38 0-63,-38 0 17,0 0-17,38 0 17,-1 0-1,-37 0-16,1 0 17,-1 0-17,0 0 1,0 0 156,0 0-157</inkml:trace>
</inkml:ink>
</file>

<file path=ppt/ink/ink1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9:12.775"/>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20985 18529 0,'-37'0'47,"-38"0"-32,38 0-15,-75 0 31,1 0 1,36 0-17,38 0 1,0 0 0,0 0-1,-1 0 1,1 0-1,0 0 1,0 37 15,0-37 32,37 38-48,0-1 48,0 0-16,-75 0-32,75 0 1,0 1 0,0-1-1,0 74 1,0-36 0,0 111-1,112-37 16,-75-149-15,37 0 15,38 0-15,-38 0 0,1 0-1,37 0 1,185-38 15,-111 38-15,-111 0-1,-1-37 1,-74 0 0,0-75 62,-37 1-63,-38-38 17,75 37 14,0 75-30,0-37 0,-37 74-1,-37-112 17,-38 112-17,38 0 16</inkml:trace>
</inkml:ink>
</file>

<file path=ppt/ink/ink1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9:16.16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10195 18604 0,'0'0'0,"-75"0"31,-111-75 1,-37 75-17,0 0 1,74 0 0,75 0-1,36 0 1,1 0-1,-112 0 17,112 0-17,0 0 1,37 75 0,0-38-1,0 223 16,223 38-15,-74-187 0,0-36 15,-38-75-15,113 0 15,-187 0-16,37 0 1,75-75 0,-112 38-1,112-37 17,-112 37-17,38-38 16,-38 38 32,-37 0-32,0 0-15,0-1-1,0-36 17,-74 37 46,74 0-47</inkml:trace>
</inkml:ink>
</file>

<file path=ppt/ink/ink1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09:41.38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21989 20092 0,'-37'0'62,"74"0"-46,38 0 15,36 0-15,-73 0-1,-1 0-15,74 0 31,-36 0-15,36 0 0,-36 0 31,-38 0 15</inkml:trace>
</inkml:ink>
</file>

<file path=ppt/ink/ink2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1:01.21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30882 16408 0,'37'0'140,"149"-37"-108,-112 37-17,113 0 17,-76 0-1,-74 0-16,38 0 1,-38 0 0,37 0-1,-36 0 1,36 0 0,75 0 15,-38 0-16,-36 0 1,74 0 15,-112 0-15,37 0 15,1 0 47,-75-37-62</inkml:trace>
</inkml:ink>
</file>

<file path=ppt/ink/ink2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1:03.211"/>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42007 16483 0,'37'0'78,"0"0"-46,38 0-17,-1 0 1,112 0 15,-74 0-15,-38 0-1,186-37 17,-222-1-17,73 1 1,-36 37 0,-38 0 15,0 0-16,0 0 17,1 0-17,36 0 17,-37 0-17,38 0 16,-38 0-15,-37-37 93</inkml:trace>
</inkml:ink>
</file>

<file path=ppt/ink/ink2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1:10.32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31254 19534 0,'112'-38'78,"74"38"-47,148-37 1,-185 37-17,112-74 16,-187 74-15,1-37 0,36-1 15,-36 38-15,-38-37-1,37 0 48,-37 37-48,1-74 17,-38 36 14,0 1-30,0-37 0,0-38-1,0 38 1,0 37 15,0-1-31,-38-36 31,38 37-15,-74 0 0,0-1 15,-1 38-15,1-37-1,-187 37 16,112 0-15,1 0 0,36 0-1,-37 0 1,38 0 0,-113 112-1,38-38 1,75 1 15,73-75-15,-73 111 15,74-74-15,37 75 15,0 37-16,0-75 1,37 38 0,0-38-1,0-37 1,224-37 15,-75 0-15,-112 0-1,-37 0 1,38 0 0,36 0 15</inkml:trace>
</inkml:ink>
</file>

<file path=ppt/ink/ink2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1:12.273"/>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42639 18678 0,'-37'0'31,"-37"0"0,-1 0-15,38 0-16,-37 0 16,36 0-1,-36 0 1,0 74 15,36-74-15,-36 149-1,37-74 17,37 36-17,0-74 16,0 38-15,0-38 0,0 37-1,0-36-15,111 73 32,-73-111-17,110 37 1,38-37-1,112 0 17,-186-37-17,148-112 17,-223 149-17,38-37 1,-38 0-1,-37 0 1,74 0 15,-36 37 1,-38-38-17,0 1 16,0-74-15,0-1 15,0 75-15,-149-75 15,-74 75-15,111 0 15,0 37 0,75 0-15,-37 0 0,36 0 46</inkml:trace>
</inkml:ink>
</file>

<file path=ppt/ink/ink2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1:18.941"/>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34528 23031 0,'37'0'94,"1"0"-47,110 0-31,410 0-1,-74 0 1,-261 0-1,38 0 1,-150 0-16,187 0 31,223 37-15,744 187 15,-818-187-15,-187-37-1,-74 0 1,74 0 0,187 0 15,-335 0-15,-75 0-1,0 37 1,37-37-1,1 0 17,-38 0-17,0 0-15,0 0 78,1 0-15,-38-37 234,-38 37-172,1 0 219,-112-37-344</inkml:trace>
</inkml:ink>
</file>

<file path=ppt/ink/ink2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1:21.50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37393 25152 0,'-74'0'78,"-75"0"-62,74 0 0,-111 37-1,75-37 17,36 0-17,38 0 16,0 37-15,-37 1 15,36-1-15,1 0 15,0 0-15,37 0 15,0 1 32,0-1-48,0 0 1,0 0 31,0 0-32,37-37 1,38 0 46,-38 38-46,0-1 15,37 0-15,1 0 15,-38 0-15,112 1-1,-75-38 1,-37 37 0,149 0 15,-74 0-15,-38 1-1,1-1 1,-1-37 15,112 74 0,-111-74 1,-38 0-17,0 0 1,38 0 15,-38-37-15,-37 0-1,37-38 17,0 38-17,-37-37 16,0 36-15,0 1 15,0-37 1,0 37-17,0-75 1,-37 112-1,0-37 1,0 0 0,-149-38 15,-38 1 0,187 74-15,0 0-1</inkml:trace>
</inkml:ink>
</file>

<file path=ppt/ink/ink2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1:24.385"/>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23478 22845 0,'74'0'78,"298"0"-63,409 0 17,-148 0-17,558 0 17,-596 0-17,75 0 16,-522-37-15,-110 37 0,73-37-1,-36 37-15,-38 0 32,0 0-1,0 0 47</inkml:trace>
</inkml:ink>
</file>

<file path=ppt/ink/ink2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1:26.805"/>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25971 25115 0,'-75'0'78,"-37"0"-63,75 0-15,-186 0 32,149 0-17,36 37 16,1-37 1,0 37-17,37 0 1,0 1 15,0-1-15,0 0-1,74 75 17,-36-75-17,148 74 17,-75-73-17,447 73 16,-409-74-15,37-37 15,-74 0-15,-38 0-16,38 0 31,-75-37 0,0 37-15,1-37 0,-1 37-1,37-74 17,-37 36-1,-37-36-16,0 0 1,0 36 0,0-73-1,-446-38 17,37 0-17,-150 112 1,113 0-1,260 37 1,74 0-16,1 0 31,74 0 32,111 0 140</inkml:trace>
</inkml:ink>
</file>

<file path=ppt/ink/ink2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2:15.85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3795 9897 0,'37'0'140,"75"0"-109,0 0 1,185 0-1,-185 0 0,-75 0-15,0 0-1,112 0 17,-75 0-17,-36 0 1,36 0 0,1 0 15,-38 0-16,0 0 17,0 0-17,0 0 1,75 0 0,-38 0-1,485 37 16,-39 0-15,-148 1 0,-37-38-1,112 0 1,446 0 15,-558 0-15,-224 0-16,38 0 31,-37 0-15,-75 0-1,0 0 1,0 0 0,1 0-1,-1 0 48,-74 0 109,-1 0 15</inkml:trace>
</inkml:ink>
</file>

<file path=ppt/ink/ink2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2:18.505"/>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11088 10009 0,'0'0'0,"260"0"31,1 37-15,73 0 15,894-37 0,930 0 0,-930 0 1,112 112-17,-894-112 17,-334 0-1,-38 0-16,149-37 1,-111 37 0,0-38-1,-38 38 17,-37 0-17,0-37 1,38 0 15,36-38 0,-36 38 1,74 37-17,0-37 16,-112 37-15,74 0 0,150-74 15,-150 74 0,1 0-15,-38 0 15,-36 0-15,-1 0-16,0-38 15</inkml:trace>
</inkml:ink>
</file>

<file path=ppt/ink/ink3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2:21.74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21989 10083 0,'112'0'94,"111"-74"-78,149 36-1,447 1 17,-112 0-1,-447 0-15,-74 37-1,-74 0 1,37 0-1,111 0 1,-111 0 0,781 149 15,-558-75-31,484 38 31,-298-38-15,447 38 15,-484-112-15,-224 0-1,-74 0 1,-36 0 0,-76 0-1,-36-37-15,259 37 31,-148 0-15,38-38 0,-38 38-1,74-74 17,-111 37-17,37 37 16,-112-37-15,38 37 0,74-38-1,0 38 1,112-74 15,-75 37-15,-186 37-1,75 0-15,-75-38 16,186 38 0,-185-37-16,185 37 31,-112 0-15,38-74 15,-112 74-16,75 0 17,-38 0-17,1 0 1,-38 0 0,75 0-1,-75 0 1,112 0 15,-112 0-15,75 0 15,-75 0-15,37 0 15,38 0-16,-1 0 1,-36 0 0,36 0 15,-36 0 0,-38 0 188,0 0-141,38 0-62,-38 0 15</inkml:trace>
</inkml:ink>
</file>

<file path=ppt/ink/ink3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2:26.92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3721 11795 0,'111'0'47,"522"0"-16,185 0-15,-408 0 0,966 0-1,-966-38 1,334-148-1,-595 149 1,260-37 0,112 74 15,-410 0-15,-73 0-1</inkml:trace>
</inkml:ink>
</file>

<file path=ppt/ink/ink3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2:28.833"/>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10083 11683 0,'186'0'94,"112"0"-78,-38 0-16,596 0 31,595 0-16,1674 0 1,1229 0 15,-3052 0 1,-1079 0-17,-186 0 1,1 0 15</inkml:trace>
</inkml:ink>
</file>

<file path=ppt/ink/ink3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2:30.74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4093 13357 0,'74'0'78,"75"0"-62,-75 0-1,112 0 1,-37 0-16,0 0 16,149 0-1,-149 0-15,260 0 32,0 0-1,261 0-16,-298 0 17,-186 0-1,-74 0 0,-38 0-15,75 0-1,-38 0 17,1 0-17,37 0 1,0 0 15,-112 0 0,0 0 1,0 0 93</inkml:trace>
</inkml:ink>
</file>

<file path=ppt/ink/ink3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2:34.293"/>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10790 13395 0,'37'0'78,"38"0"-62,-38 0-1,186 0 1,-74 0 0,0 0-1,297 0 16,-111 0-15,74 0 0,-185 0-1,36 0 1,75 0 15,149 0-15,-1 0-1,1 0 17,-261 37-17,224 37 17,-224-37-17,-111-37 1,-38 0-1,38 0 1,-75 0 0,37 0 15,-37 0 31,1-37-30</inkml:trace>
</inkml:ink>
</file>

<file path=ppt/ink/ink3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2:35.77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3646 15106 0,'37'0'16,"1"0"-1,73 0 16,1 0-15,0 0-16,743-37 31,-185-75-15,-149 75 0,-186 0-1,-75-38 1,-36 38-1,-76 37 1,262 0 0,-299 0-1,1 0 1,148-37 15,-222 37-15,73 0 15,-36-37 16,-38 37 0,37 0 0,-37 0-32,1 0 17,-1 0-17</inkml:trace>
</inkml:ink>
</file>

<file path=ppt/ink/ink3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2:37.849"/>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10344 14808 0,'186'0'141,"0"38"-126,-112-38 1,0 0 0,-36 0-16,73 0 15,75 0 1,-37 0-16,856 0 31,-224 0-15,-483 0-16,-112 0 15,-75 0-15,150 0 32,-1 0-1,-111 0-16,112 0 1,-75 0 0,111 0-1,113 0 1,-1-38 15,-149 1-15,-36 0-1,-1 37 1,-112 0-16,299-37 31,-224 0-15,0-1 15,-37 1-15,-38 37-1,75 0 1,75 0 15,-75 0-15,-37-74-16,-38 74 16,224 0-1,-149 0-15,595 0 31,-297 0 1,-149 0-1,74 0-15,187 0-1,36 74 1,-409-74 15,-148 0-15,-38 0-16,112 0 31,-75 0 0,1 0 0,73 0 1,-110 0-17,36 0 17</inkml:trace>
</inkml:ink>
</file>

<file path=ppt/ink/ink3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2:41.43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14325 14771 0,'-38'-149'78,"-73"-148"-62,74 148 0,37 74-1,0 38 63,0 0-46,0 0-17,74-112 1,38 149 0,111-74-1,-223 36 1,223 1-1,112-74 17,74 73-1,1-110 0,-38 36 0,335 75 1,-75 37-1,-297 0 0,-37 0-15,892 0-1,-818 74 1,335-74 0,-632 0-1,185 0 1,112 0 15,224 0 0,-299 0 1,38 0-1,74 0 0,-223 0 0,-111 0-15,111 0 0,37 37 15,-111-37-15,-75 0-1,0 0 1,0 0-1,112 0 1,112 112 15,-187-112-15,38 37 15,-38 0-15,112 149 15,-74-148 0,-112-1 1,0 0-17,0 186 1,0-111-1,0-75 1,-38 112 0,1-75-1,-37 1 1,74-38 0,-75 0-1,-111 38 16,112-75-15,-38 37 0,-148-37 15,-1 37 0,187 0 0,37-37 63</inkml:trace>
</inkml:ink>
</file>

<file path=ppt/ink/ink3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2:42.585"/>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4242 16297 0,'297'0'63,"410"0"-48,-409 0 1,632-75 0,-558 75-1,335-74 17,-447 74-17,-222 0 1</inkml:trace>
</inkml:ink>
</file>

<file path=ppt/ink/ink3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2:44.02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10790 16334 0,'0'0'0,"74"37"16,1-37 0,-38 37-16,37-37 31,187 0 0,-1 0-15,38 0-1,0 0 1,-187 0 0,38 0-1,37-37 17,-37 37-17,-37 0 1,36 0-1,-73 0-15,-1 0 32,75 0-17,186 0 17,-223 0-17,-112-37 32</inkml:trace>
</inkml:ink>
</file>

<file path=ppt/ink/ink4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2:46.02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14325 16408 0,'186'0'47,"260"-37"-32,-223 0-15,484-38 32,-148 75-17,36 0 1,707-37 15,-707 0-15,2345 37 15,-1564 74-15,-818 1-1,373 74 1,-708-112-16,37-37 16,224 0 15,-335 0-16,-75 0 1,75 0 0,0 0 15,-75 0-15,187 0 15,-150 0 0,-36 0 0,-38 0-31,0-37 16,-37 0 109</inkml:trace>
</inkml:ink>
</file>

<file path=ppt/ink/ink4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2:47.38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28463 16111 0,'0'0'0,"149"37"31,409 74 1,-372-111-17,521 38 1,-446-38 0,1190 149-1,-781-38 1,929 38-1,-1115-149 1,632 0 0,-818-74-1,297-75 1,-37 112 15,-297 37-15,74-75 15,-38 1 0,-111 36-15,-111 1-16,74 0 31,-112 37-15,149 0-1,707 0 1,-372 74 0,558 38-1,-744-112 1,-224 0 15,-74 0-15,38 0-1,36 0 1,76 0 0,-113 0-16,38 0 31,-75 0 0,37 0-15,-37 0 46</inkml:trace>
</inkml:ink>
</file>

<file path=ppt/ink/ink4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2:48.37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2381 18045 0,'0'0'0,"707"0"31,-186-37-15,74-112-1,112 112 1,112 37 15,-782 0-15,0 0 15,38-37-15,36 37-1,75 0 1,-111 0 0,36-37 15,-73 0 141</inkml:trace>
</inkml:ink>
</file>

<file path=ppt/ink/ink4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3:11.137"/>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3125 9339 0,'112'0'94,"148"0"-63,-148-37-15,149 0-1,-38 37 1,0-38-1,335-36 1,-186 74 0,596-74-1,-820 74 1,150-38 0,0-36 15,-261 74-16,37 0 1,38 0 0,186 0 15,-261 0-15,0 0 15,75 0-16,-38 0-15,-37 0 32,38 0-17,36 0 17,1 0-17,37 37 1,-75-37-1,-37 0 1,112 75 0,149 36 15,-187-74-15,38 1 15,-111-38-16,-1 0 1,37 0 0,-37 37-1,1 0 1,-1-37 0,0 0-1,0 0 1,38 0-1,-1 0 1,-37 0 0,38 0 15,-38 0-15,74 0 15,-36 0 0,-38 0-15,0 0-1,0 0 1,1 0 15</inkml:trace>
</inkml:ink>
</file>

<file path=ppt/ink/ink4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3:13.71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10790 9451 0,'112'0'47,"223"0"-32,-224 0-15,224 0 31,-75 0-15,187 0 0,-38-75-1,-111 75 1,223-37 15,-335 37-15,37-37-1,261 37 17,-261 0-17,-74 0 1,-38 0 0,-73 0 30,110 0-30,-110 0 0,36 0-1,-37 0-15,1 0 47,-1 0 47,37 0-78,-37-37 15,38 37-16,36 0 1,1-38 0,-75 1-1,38 37 1,-38 0 46,-37-37 48</inkml:trace>
</inkml:ink>
</file>

<file path=ppt/ink/ink4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3:19.395"/>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16855 9302 0,'74'-37'63,"261"-38"-48,-112 38 1,633 0 0,0 37-1,-447 0 1,521 0 0,-558-37-1,-260 37 1,148-38-1,38 1 1,74 0 0,-223 37-16,260-112 31,-223 112-15,75-37 15,-112-37-16,-75 74 17,-37 0 124,0 74 1156,1 0-1296,-1-74 140,37 0-124,-37 0-1,1 0-16,110 0 1,-36 75 15,74-75-15,484 223 15,-410-186-15,336 112-1,-38 37 17,-409-186-1,-38 37-15,-36-37-16,259 75 31,-148-75-16,-37 74-15,372-37 32,-37-37-17,-298 0 1,521 0 0,-372 0-1,-186-37 1,37 37-1,148-74 17,-259 74-17,-1 0 1,1-37 0,-38 37-16,186-38 31,-74 38-16,74-111 17,-186 111-17,224-75 17,-224 75-17,37 0 1,38-37-1,37 37 1,74 0 0,38 0-1,36 0 17,-260-37-32,75 37 15,297-74 16,-260 74-31,112-38 32,-75 38-17,37-37 1,186-37 0,38 74-1,-75 0 1,-223 0-1,74-37 17,-186 37-17,37-38-15,38 38 32,0-74-17,74 37 16,-75-1-15,-36 38 0,-1-37-1,-37 0 1,38 37 0,185-37 15,38 37-16,-38-75 1,-222 75 0,73-37 15,-36 0-15,-38 37 15,0 0 16,0 0-32,0 0 17,1 0 30,-1 0-31,0 0-15,37 37 15,1 0-15,-1-37 15,-74 38-15,38-38-1,36 37 1,-74 0-16,149 37 31,-112-36-15,0-1-1,75 37 17,-38-36-17,1-38 1,-1 74 15,-37-74 47</inkml:trace>
</inkml:ink>
</file>

<file path=ppt/ink/ink4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3:26.523"/>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39923 9265 0,'75'0'62,"966"0"-31,-408-75 1,-224 38-1,-37 37 0,-297 0-15,36-74-1,-74 74 1,38 0 0</inkml:trace>
</inkml:ink>
</file>

<file path=ppt/ink/ink4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3:30.45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3051 10790 0,'74'0'93,"224"74"-77,893-36 15,-224-38-15,-186 0 0,-371 0-1,-261 0 1,-75 0-1,38 0 1,148 0 15,-148 0-15,-1 0 0,112 37 15,-111-37-16,149 74 17,-187-74-17,38 0 1,-75 0 0,0 0-1,0 0 1,38 0 15,-38 0-15,37 0 31,-37 0-16,38 0-16,-1 0 17,-37 0-17,187 0 17,-75 0-17,-75 0 1,-37 0-1,38 0 1,-38 0 15,37 0 1,-37 0-1,38 0 0,-38 0 0,37 0 1,-36 0-17,36 0 16,-37 0 1,0 0-1,1 0 16,-1 0 375,0 0-375,0 0 31,-37-37 0</inkml:trace>
</inkml:ink>
</file>

<file path=ppt/ink/ink4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3:32.69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11050 11050 0,'112'0'63,"223"0"-47,-37-37-1,36 0 1,-36-37-1,-37 74 1,73-38 0,-185 1-1,37 0 17,0 37-17,38-37 16,-113 37-15,-74 0 15,75 0-15,0 0 0,-38 0-1,38 0 1,-38 0 15,-37-37 0,1 37 1,-1 0 14,0 0-14,0 0-17,38 0 1,-38 0 31,74 0-32,1 0 1,-75 0 62,0 0 0,1 0-46</inkml:trace>
</inkml:ink>
</file>

<file path=ppt/ink/ink4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3:34.10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16780 11125 0,'75'37'62,"111"-37"-46,558-74 0,-37-38 15,-298 38-16,-74 36 1,-112 38 0,782 0-1,111 0 17,-669-74-1,-299 37 0,1 0 0,-37-1 1,111 38-1,-111-37-16,148 37 1,-111-37 0,0-37-1,-38 74 1,224 0 0,-111 0-1,-150 0 1,112 0-1,-186-38 1,112 38 0,148 0 15,-223 0-15,75 0-1,-38-37 1,-36 37 15</inkml:trace>
</inkml:ink>
</file>

<file path=ppt/ink/ink5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3:36.47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29617 11274 0,'37'0'78,"223"-37"-62,-111-1 0,75 1-1,73-75 1,38 75-1,-37 0 1,371-37 15,-445 36-15,-76 1 15,-73 37-31,334 0 31,-111 0-15,-187 0 0,75 0-1,-37 0 1,75 0 0,-38 0-1,-75 0 1,38 0 15,-75 0-15,1 0 31,-38 0-16,75 0 47,-75-37-47,0 37 329,0 0-329,75-37 0,-75 37 32,0-37-32,1 37 219,36 0-235,-37-38 17</inkml:trace>
</inkml:ink>
</file>

<file path=ppt/ink/ink5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3:39.22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37095 10939 0,'186'0'141,"-74"0"-125,-38 0-1,1 0 1,-1-37-1,1 37 1,74 0 0,111-38 15,-111 38-15,-38-37-1,187 0 16,-223 37-15,-75-37 0,37 37 15,37 0-15,-37 0-1,38 0 16,-187 0 94,75 74-109,0-37 15,74-37 79,37 0-95,38 0-15,-75 0 32,0 38-17,38-38 204,-38 0-203,37 0 15</inkml:trace>
</inkml:ink>
</file>

<file path=ppt/ink/ink5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3:44.50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3014 12613 0,'111'0'94,"447"0"-79,-111 0 1,1190 0 15,-1153 0-15,-335 0 0,-75 0-16,0 0 31,1 0-16,-1 0 17,-37-37-17,1 37 17,36 0 124,1 0-141,-38 0 1,0 0 0,0 0 31,0 0-32,1 0 16</inkml:trace>
</inkml:ink>
</file>

<file path=ppt/ink/ink5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3:46.249"/>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9153 13060 0,'37'0'31,"1079"-261"0,-595 187-15,893-38 0,-1005 38-1,373-38 1,-633 112-1,-112-74 1,0 74 0,0 0 62,0 0-63,38 0 17,-1 0-1</inkml:trace>
</inkml:ink>
</file>

<file path=ppt/ink/ink5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3:48.41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15292 12427 0,'37'0'16,"1"0"0,222 0-1,-37 0 1,224 0 15,594 37 0,-668-37-15,-225 0 15,-73 0-15,-38 0 0,37 0-1,-36 0 63,36 0-62,-37 0 15,38 0-15,-38-37-1,74 0 1,38 0 15</inkml:trace>
</inkml:ink>
</file>

<file path=ppt/ink/ink5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3:49.995"/>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19869 12613 0,'37'0'31,"967"0"1,-73-186-17,-373 149-15,707-186 32,-782 185-17,-259-36 1,222 37-1,-223 37 17,149 0-17,187 74 1,-76-37 0,-297 1-1,37-38 16,-74 0-15,75 0 0,-38 37-1,-112-37 1,-37 0-16,38 0 16,73 0-1,-110 0-15,73 0 31,-36 0-15,-1 0 15,-37 0-15,1 0 0,36 0-1,0 0 16,-36 0 1,-1 0-1,37-37 16,-37 37-16</inkml:trace>
</inkml:ink>
</file>

<file path=ppt/ink/ink5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3:51.333"/>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29728 12353 0,'38'0'15,"-1"0"17,0 0-32,75 0 15,74 111 1,-75-111-16,1489 298 31,-409-112-15,-521-74 15,-596-112-15,-37 0-1,0 0 141,-74 0-62,-37-38-78,-1 1-1,38 0 1,0 0 47,0 0-48,-38-1 1,38 38 15,0 0 0,-335 0 1,149 0-17,111 0 1,-37 0-16</inkml:trace>
</inkml:ink>
</file>

<file path=ppt/ink/ink5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3:56.39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3088 15367 0,'112'37'63,"111"-37"-48,37 74 1,75-37 0,521 75 15,112-112 0,-671 0-31,75 0 16,-186 0-1,-74 0-15,186 0 32,-38 0-17,373 0 16,-373 0-15,-111 0 0,-38 0-1,38 0 1,261 0 15,-224 37 0,-149-37-15,74 0 15,1 0 1,-75 0 14,0 0-30,1 0 15,-1 0 1,0 37 30,0-37-31,38 38 16,-1-38-31,-37 0-1,0 0 1,1 0 0,36 0-1,-37 0 17,1 0 46</inkml:trace>
</inkml:ink>
</file>

<file path=ppt/ink/ink5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02.033"/>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3088 17301 0,'149'0'157,"-37"0"-142,185-111 17,-185 111-17,-75 0-15,149 0 31,-149 0-15,1-38 0,-1 38 296,0 0-249,186 0 202,224 0-249,706 0 15,-372 0 0,-371-74 1,-150 74-17,112-37 1,112-112 15,-372 149-15,36 0 15,-73 0-31,74-37 16,-38 37-1,224-75 1,-37 38 15,-1 37 0,150 0 1,-261-37-1,-37 37 0,37 0-15,409 0 15,-483 0-15,185 0 15,894 260 0,-782-74 0,-334-186-15,-1 0-16,1 0 47,-38 0 0,0 0 31,0 0-47,0 0-15,38 0-1,36 0 1,224 0 0,-223 0-1,111 0 1,-186 0 0,75 0 15,-38 0 0,-36 0 0,-1 0 16,74 0-31,-73 0-16,-1 0 31,0 0-15,37 0-1,-36 0 1,36 0 0,1 0 30,73 0-14,-73 0-17,111 0 17,-112 0-17,187 38 16,-75-38 1,-75 37-17,150 0 17,-112-37-17,-1 37-15,76 0 31,-76-37 1,-73 0-17,185 0 1,1 75 15,-224-75-15,335 0 15,186 0-15,261 0 15,-596 0-15,-149 0 15,-36 0 0,-1 0-15,0 0-1,37 0 17,-36 0-17,148 0 1,-112 0-1,-37 0 1,75 0 0,-38 0 15,-36 0-15,73-37 15,-36 37 63,-38 0-48,74-38-30,75 1 0,-111 37-1,74-37 1,-38 37 0,-36 0-1,185-74 1,-223 74 15</inkml:trace>
</inkml:ink>
</file>

<file path=ppt/ink/ink5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04.847"/>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23626 16966 0,'-74'38'109,"37"-38"-93,-75-38 15,1 1-15,36 0-1,38 0 1,0-112 15,37 75-15,0-1 0,0-74-1,0 38 1,0-38-1,74 0 1,75-37 15,-112 112-15,0 36 0,-37 1-16,75 37 15,74-74 1,-112 74-16,261-75 31,36 1 0,-148 37-15,-37 0 0,75 37 15,-150 0-16,0 0 1,38 0 0,74 0-1,0 0 1,74 0 15,-111 0-15,-111 0-16,148 0 31,-75 0-15,-74 0-16,75 37 31,-75-37-15,112 74 15,-112-37-16,0-37 1,38 112 15,-1-38-15,-37-36 0,-37 36 15,38-74-16,-1 37-15,0 38 32,-37-38-17,0 0 32,0 0-31,0 38 15,0-38-15,0 37-1,-37 1 17,37-1-17,-75 75 16,1-75-15,0 1-16,-1 36 31,-185 187 1,37-149-17,-112 37 1,0-74-1,37 36 1,-148 113 15,334-261-15,-111 37 15,148-37-15,-148 37 15,112 0-15,-1-37-1,75 0 1,-38 0 46,38 0-46,-37 0 15,36 0-15,-110-111 15,36 36-15,-74-36 15,149 74-15,-38-1-1,38 1 1,-37 37 31,37-37-32,-1 0 1,38-75 78,38 75-79,36-38 1,0 38 15,-36 37-15,-1-37 31</inkml:trace>
</inkml:ink>
</file>

<file path=ppt/ink/ink6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11.54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30249 17301 0,'75'0'63,"148"-37"-48,-37 0-15,298-38 16,-224 38-1,75-74-15,223-75 32,-111 111-17,260-36 17,-484 73-17,-74 1 1,-1 37-1,38-37 1,0 0 0,-37 37-1,-74-37 1,36 37 0,113 0 15,-150 0-16,186 0 17,-185 0-32,-38 0 15,0 0-15,112 0 32,37 0-17,112 111 1,-149-36-1,-112-38 1,0-37 0,75 37 15,-1 0 0,-111 0-31,75-37 31,-38 0-15,37 0 0,1 38 15,-1-38 0,1 0 0,73 0 1,-110 0-1,-1 0-15,37 0-1,-37 0 1,1 0-16,-1 0 31,0 0-15,0 0-1,38 0 17,-1 0-1,1 0 0,-1 0 0,0 0 1,-36 0-17,36 0 16,-37 0 1,0 0-1,1 0 16</inkml:trace>
</inkml:ink>
</file>

<file path=ppt/ink/ink6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16.47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42416 17264 0,'112'0'109,"-1"-37"-93,-74 0 0,38-1-1,36 1 17,-36 37 421,-38 0-438,335 0 17,112 0-17,-149 0 1,-112 0-1,0 0 1,-74 0 0,0 0 15,-75 0 0,-36 0-15,73 0 15,-36 37 0,-38-37-15,0 0 0,37 0 15</inkml:trace>
</inkml:ink>
</file>

<file path=ppt/ink/ink6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18.32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4316 19050 0,'149'0'62,"74"0"-46,558 0 0,150 0 15,408-37 0,-558 0 0,-520 37 1,-150 0-1,-73 0 47</inkml:trace>
</inkml:ink>
</file>

<file path=ppt/ink/ink6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23.79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2753 21989 0,'38'38'94,"222"-38"-63,-74 0-15,484 37-1,-373-37 1,1638 0-1,-1377 0 1,521 0 0,-446 0 15,-261 0 0,186 149 0,-335-149 1,0 74-1,150 0 0,-262-74 0,75 0-15,484 112 31,-447-112-31,-186 0-1,112 0 1,-112 0-1,261 0 1,-224 0 0,1 0-1,-1 0 17,-37 0-1,1 0 0,-1 0 0,37 0 32,-36 0-48,-1 0 17,37-37-1,-37 37-15,1 0-1,148-112 1,0-111 15,37 149 0,0-38 1,-111 38-1,-38 74 16,1-38-16</inkml:trace>
</inkml:ink>
</file>

<file path=ppt/ink/ink6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28.33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2418 23701 0,'75'0'78,"74"-37"-62,334-75-1,-334 112 1,112-112 0,-113 75-1,-73 37 17,-38-37-1,0 37-16,112 0 1,-37 0 0,-1-37-16,-36 37 31,-38 0 485,149 0-501,-112 0 1,75 0-1,-74 37 1,-38-37-16,75 0 31,-75 0-15,37 0 15,112 37-15,0-37-1,149 0 17,-260 0-17,-1 0 17,-37 0 14,0 0 111,1 0-126,-1 0-15,37 0-1,1 0 1,-38 37-1,74 1 1,38-1 0,-37 0-1,-1 0 17,1 0-17,37-37 16,74 149-15,-37-149-16,149 112 31,-149-112-15,-111 37 15,-38-37 0,0 0 1,0 0-1,38 37-15,73-37 15,-36 0-16,-38 0-15,38 0 32,-38 0-17,-36 0 1,110 0 0,-36 0-1,223 0 16,-223 0-15,-38 0 0,-37 0-1,38 0 17,-1 0-17,0 0 1,112-37 15,-111 0-15,-1 0 15,-36 37-15,-1 0-1,0 0 1,0-38-1,38 1 314,-1 0-314,112-37 16,0 74-15,0-75 15,-112 38-15</inkml:trace>
</inkml:ink>
</file>

<file path=ppt/ink/ink6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31.67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15106 23440 0,'112'0'93,"74"0"-77,37 0 0,0 0-1,75-74 16,-38 37-15,-148 37-16,37-37 16,223 37-1,-186 0-15,670-75 32,-298 75-17,111 0 16,-334 0-15,186 0 0,0 37-1,-112 75 1,-74-75 0,-149-37-1,-37 0 1,-37 0-1,-38 0 1,1 0 15,36 0-15,-36 37-16,259 38 31,-36-75 0,-223 0-15,-38 0 0,37 0 46,38 0-31,-75 0-15,75 0 15,185 0 1,-185 0-32,148 0 31,-222-37-16,36 37 1,0 0 15,1 0 1,-1-75-17,38 75 16,-1 0 1,-36-37-1,-38 37 31</inkml:trace>
</inkml:ink>
</file>

<file path=ppt/ink/ink6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34.89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36686 23515 0,'-74'0'125,"-38"-75"-109,38-36 0,-38-75-1,75-75 1,0 150 0,-1-75-1,1 148 1,37-36 15,0 37-15,0-75 15,186-74-15,38 75-16,520-485 31,-335 336-16,-37 111 1,-149 0 0,-111 149-1,37-37 1,0 37 0,-38 0-1,410 0 16,-335 0-15,186 0 15,-260 0-15,-75 0-16,75 74 31,111 112-15,-149-111-16,-37-38 31,1-37-15,36 74-1,521 298 17,-446-260-17,-112-37 48,-37-1-48,0 149 17,-74-74-17,74-112 1,-149 112-1,112-75-15,-112 75 32,38-37-17,36-75 1,1 38 0,-112 73-1,0-36 16,-149 74 1,74-74-17,1-75 17,37-37-17,-522 37 1,634 0-1,-38 0 1</inkml:trace>
</inkml:ink>
</file>

<file path=ppt/ink/ink6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36.01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42304 23254 0,'38'0'16,"-1"0"15,0 0 1,149 0-1,74 0 0,-111 0-15,223 0-1,-260 0 17,111 38-1,1-1 0,-187-37 0,74 0-15,-36 0 15</inkml:trace>
</inkml:ink>
</file>

<file path=ppt/ink/ink6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36.99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3311 25450 0,'298'0'47,"446"0"-31,-111 0 0,36 0 15,-557 0-31,186-112 31,-149 112-15,-75 0-1,-37 0 1,0 0 15</inkml:trace>
</inkml:ink>
</file>

<file path=ppt/ink/ink6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42.44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6921 25189 0,'37'37'16,"37"1"-1,38-38 17,-75 0 15,75 74-32,-38-74-15,75 0 31,-75 0-15,224 0 15,37 37-15,37-37 0,-298 0-1,1 0 1,111 0-1,74 0 1,112 0 0,-111 0-1,-150 0 1,1 0 15,0 0-15,-38 0-16,558 0 31,-222-74-15,-1-75-1,0 75 1,1117-224 15,-968 223-15,-223 38-1,-224 0 1,38 37 15,-37 0-15,297-37 15,-223 0-15,-37 37 15,-75-75-15,-36 75-1,36 0 63,0 37-62,75 75 0,-74 0-1,-38-112 1,-37 37 31,0 0 109,37 0-140,0 1 31,0-1-32,112 112 16,-37-149-15,-38 37 0,150 0-1,36 0 1,38 0 0,148-37-1,-297 0 1,-75 0-1,75 38 17,37-1-17,-74-37 1,0 0-16,36 0 31,-36 0-15,632 74 15,-483-74-15,-1-149-1,-186 112 1,-36 0 0,110 0 15,-36-38-16,-38 1 1,1 0 15,185-1 1,-185 1-32,36-112 31,-73 74-16,-1 38-15,-37 36 32,0 1-1,0-37-15,0 37-1,-75-38 16,-780-36 1,520 111-17,37 0 17,149 0-17,-74 0 1,-223 186 15,260-75-15,111-36-1,38-1 1,0-74 0,37 149 15,0-38-16,0 1 1,0-75 0,37 1-1,37 36-15,224 0 32,-149-36-17,0-38 16,-112 0-15,0 0 0,0-38-1,0 1 17,-37 0-1</inkml:trace>
</inkml:ink>
</file>

<file path=ppt/ink/ink7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49.723"/>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12427 9823 0,'112'0'78,"37"0"-62,781 0 15,-298 0-15,-483 0-16,37-75 31,-149 75-15,38 0 77,-1 0-77,149-74 15,-148 37-15,148-38 0,0 38 30,-185 0-46,110-38 16,-110 38 15,36 37 1</inkml:trace>
</inkml:ink>
</file>

<file path=ppt/ink/ink7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52.92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28835 7702 0,'-37'0'15,"0"0"1,0 0-16,-38 0 31,38 0-15,0 0 15,-37 0-15,36 0-1,-148 74 1,75 1-1,36-38 1,38 37 31,-37 1-16,74-38-15,-75 37-1,75 1 1,0-38 0,0 0-16,0 0 31,0 1-15,0-1-16,0 0 15,0 0 1,0 75 15,0-38-15,0 38-1,0-75 1,0 186 0,0-148-1,37 148 16,1-186-15,148 38 0,74-38-1,1-37 1,-113 0 0,113 0 15,-38 0-16,-74 0-15,223 0 32,-186 0-17,-37-75 1,186-111 15,-149 38-15,0-1-1,-112 74 1,-37 38 0,75-112 15,-112 112-15,0-37-1,0 36 16,0-73 1,0 36-17,-37-36 1,-112-75 0,0 37-1,38 0 1,-113-37 15,1 112-15,-186 36-1,37 1 1,0 37 15,260 0-15,-223 0 15,38 0-15,185 0-16,-74 0 31,111 0-15,1 37-1,37-37 1,37 38-1,-75-38 1,75 37 15,0 0 1,0 0-32</inkml:trace>
</inkml:ink>
</file>

<file path=ppt/ink/ink7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53.927"/>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32705 9004 0,'0'75'31,"112"-38"-15,222 0-1,150 0 1,744 149 15,-335-37-15,74-112 15,-743-37-15,-150 0-1,-37 0 1,75 0 15,-112-37-15,37 37 140</inkml:trace>
</inkml:ink>
</file>

<file path=ppt/ink/ink7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57.291"/>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2977 11199 0,'0'-37'47,"37"37"-16,37 0-15,1 0-1,73 0 1,224 0 0,335 0-1,0 37 1,-260-37 15,-298 0-31,74 0 16,2047 112 15,929 74 0,-2231-186-15,-447 0 0,-298 0-1,-186 0 1,75 0-1,-38 0 1,-37 0 15,38-37-15,36-38 0,38 38-1,186-112 16,-223 112-15,111 0 15,261 37-15,185 0 0,-111 0-1,-185 0 16,-262-37-15,-74 37-16,1 0 16,73 0-1,-74-38 1,1 38 31,36 0-32,-37 0 17,75 0-1,74 0-15,37 0-1,-111 0 1,-75 0-1,37 0 1,-36-37 15</inkml:trace>
</inkml:ink>
</file>

<file path=ppt/ink/ink7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4:59.25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28687 9302 0,'-112'0'31,"0"0"-15,1 0 15,36 0-15,38 37-16,-74-37 31,-1 112 0,75-38-15,37 112 0,-38 74-1,38-148 1,75 260 15,148-111-15,75-1-1,-112-74 17,-149-149-1,37-37-31,-36 75 15,222-38 1,-74 37-16,261-36 31,-187-38-15,224-38 15,-149-73-15,37-1-1,-149 0 1,37-74 0,112-223 15,-223 223-15,-37 0-1,0 0 16,-112 74-15,0 75-16,37-112 31,-37 75-15,0 37 0,-112-38-1,-111 75 1,-372 0-1,-819 0 17,856 0-17,148-37 17,38 0-17,-149-37 16,298 74-15,186 0-16,0 0 16,-1 0-1,-36 0 1,37 0 31,0 37-32,-1 0 17,38 0 30,0 38-46,38-38 15</inkml:trace>
</inkml:ink>
</file>

<file path=ppt/ink/ink7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5:02.58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3125 14288 0,'372'0'94,"112"0"-79,-37-38 17,-299 1-17,411-75 16,-299 75-15,0 37 0,-73-37-1,-1 0 1,-75 0 0,75 37-1,75 0 1,111 0 15,-298-38-15,-37 1-16,149 37 31,38-37-15,-113 37-16,38 0 31,-112 0-16</inkml:trace>
</inkml:ink>
</file>

<file path=ppt/ink/ink7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5:12.019"/>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7627 15850 0,'-37'0'63,"-37"0"-48,37 0-15,-1 0 32,1 0 77,0 0-93,-37 0 15,36 0-15,-73 0-1,-1 0 1,1 0-1,111 37 17,0-74 124,111 37-140,38-37-1,186 37 1,260 0-1,149 0 1,1451 0 15,-892 0-15,929 0 0,-1116 0-1,1 0-15,1041-37 31,-1340-75-15,410-297 15,-633 223-15,-37 37 0,-74 37-1,186 1 16,-410 74-15,-111 37 0,37 0-1,484 0 17,74 0-17,-335 0-15,633 148 31,-447-148-15,373 112 15,-708-75-15,38 0 0,111 75-1,372 149 1,559 148-1,-484-223 1,-410-112 15,-409-74-15,1 0 0,-1 0 15,0 0-16,0 0 17,38 0-17,36 0 1,-36 0 15,111 0-15,-149 0-1,186 0 1,-148 0-16,36 0 16,112-74-1,-148 37-15,74-38 32,37 38-17,-37 37-15,-1-37 31,-110 37 16,-1-37-15,-260 37 61</inkml:trace>
</inkml:ink>
</file>

<file path=ppt/ink/ink7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5:13.833"/>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18306 17376 0,'37'0'63,"224"0"-48,1115 0 17,-520 0-17,-186 0 1,-1-75-1,-36 75 1,-187 0 0,187 0 15,-224-74-15,38 37-1,1190-75 1,-484 112 15,-1004 0-15,-75 0-16,112 0 31,261 0-15,-75 0-1,-37 0 1,-75-37 15,-111 37-15,37-37-1,0 37 17,-111 0-17,-38 0 48,37 0 109,38 0-157,0 0 16,-38 0-15,-37 37-16,149-37 31,-74 0-15,-1 0 0,-73 0 30</inkml:trace>
</inkml:ink>
</file>

<file path=ppt/ink/ink7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5:36.311"/>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14325 9971 0,'186'0'47,"297"0"-32,336 0 16,-521 0-15,1227 0 15,-632 0-15,-149 0 0,-372 0-1,410 112 16,-336-75-15,-74 75 0,-111-75-1,111 38 1,-75-38 0,75 0-1,-111-37 1,-187 0-1,75 0 1,-74 0-16,-38 0 31,0 0 110,-37-37 62,0-38-187,0 38-1,0-74 1,0-150 15,0 149-15,0-36-1,0 36 1,0-37 0,0 75-1,0-38 17,0 1-17,0 73 1,0 1-1,0 0-15,0-75 32,-37 75-17,0 0 17,-1-38-1,-36 1-16,-75-38 17,37 75-17,-111 0 1,-74 37 15,148-74-15,74 74 31,-36 0-32,-113 0 1,113 0 0,-38 0 15,75 0-16,-447 0 17,372 0-17,-37 0 17,-112 0-17,-111 0 1,186 0-1,74 0 1,112 0 0,-335 0 15,148-38-15,38 38-16,-260 0 15,334 0 1,38 0-16,-112 0 31,111-37-15,-73 37 15,-39 0-15,39 0-1,-76 0 1,-36-74 15,74 74-15,37 0-1,37 0 1,1 0 0,36 0 15,38 0-16,-37 0 17,37 0-17,-38 0 17,38 0-17,-75 0 1,38 37-1,0-37 1,36 0 0,-110 74 15,110-74-15,-36 38-16,-38-1 31,75-37-16,0 0 1,0 37 0,-112-37-1,37 0 1,1 0 15,73 0 0,-36 0-15,37 0 15,0 0-15,-75 0 15,37 37 0,1 0-15,37-37 15,-75 75-15,38-75-16,-38 74 31,38 1 0,37-38-15,-38 37 15,75-37-15,-74 38 15,37-38-15,37 38 15,0 36-15,0-74-1,0 38 1,0-1 0,0 112-1,0-111 1,0-1-1,37-37 17,149-37-1,-149 37 0,37 1 0,-36-1 1,36-37-1,-37 0-15,75 0-1,-38 0 1,38 0-1,0 0 17,-75 0-1,37 0 0</inkml:trace>
</inkml:ink>
</file>

<file path=ppt/ink/ink7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5:46.03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4093 12762 0,'0'-37'32,"111"37"14,38 0-30,149 0 0,0 37-1,36 0 1,1 38 15,-298-75-31,224 0 31,-112 0-15,111 0 15,-111 0-15,-37 0 0,-38 0-1,-37 0 1,38 0 156,36 0-157,-36 0 1,-1 0 0,38 0 202,-75 0-202,37 0 78,1 0-79,74 0 17,-1 0-17,225 0 16,-187 0-15,37 0 0,0 0-1,75 0 1,148 0 0,-37 0-1,410 0 16,-335 0-15,37 0 0,-187 0-1,-148 0 1,-111 0-16,260-112 31,-149 112-15,0 0-16,632-37 31,1 37-15,558 0 15,-782 0-15,-37 37-1,0 37 1,0 38-1,-37-75 1,633 149 15,-336-111-15,931 111 15,-1414-186-15,-38 0-16,745 0 31,-484 0-15,-111 0-1,-1 0 1,75 0 0,0 0-1,-261 0-15,447 0 31,-297 0-15,73 0 0,-36 0-1,520 0 17,-557 0-17,185 0 16,-186 0-15,0 0 0,38 0-1,-38 0 17,-260 0-17,-112 0-15,224 0 31,-75 0-15,-38 0 15,-110 0-15,36-37 15,-37 37-15,38 0-1,36-38 1,-36 38 0,111 0-1,-112 0-15,149-74 32,-148 37-17,185 37 16,1-38-15,-112-36 15,223 74 16,-37-37-31,558 0-1,-75 37 1,-334-112 0,-335 75 15,-187 37 453</inkml:trace>
</inkml:ink>
</file>

<file path=ppt/ink/ink8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5:56.091"/>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10641 18306 0,'0'37'16,"0"0"0,75 112 31,36 37-32,-36-74 1,446 595-1,-1-75 1,-73-74 0,-112-223-1,-112-186 1,186 111 15,-297-222-15,74 36-16,74 75 15,-111-149 17,-112 37 155,38 38-171,-38-38 15,37 0-15,-36 0 15,73 0-15,38 75-16,409 74 31,0-74-16,447-112 17,-410-75-17,894-297 17,-1006 186-17,-334 112 1,-37 36-1,-1-73 1,-73 111 0,148-112-1,-75 75 1,1 0 0,111-112-1,261-149 16,-298 224 1,-112 0-1,38 36-15,37 1 15,-112 0-16,0 37 48,-37-75-32,-37 1-15,0 37-1,-112-75 1,37 1 0,-74 36-1,-446-297 1,111 186 0,111 0 15,262 112-16,-336-150 17,223 113-17,-148-38 1,372 112 0,-37 37 15,36-37-16,1 37 1,0-38 0,0 1-1,0 37 1,-1 0 0,1 0 202,0 0-186,0 0-1,0 0-16</inkml:trace>
</inkml:ink>
</file>

<file path=ppt/ink/ink8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5:56.94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9265 19534 0,'37'37'31,"37"112"-15,75 223 0,37 372-1,-74-335 1,223 298-1,-261-558 1,-37-112 0,0 38-1,1-38 1</inkml:trace>
</inkml:ink>
</file>

<file path=ppt/ink/ink8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5:57.865"/>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21543 19794 0,'149'0'63,"186"37"-47,148 75-1,-111 0 1,38-38-16,-150-37 15,149 0 1,-371-37-16,-1 38 31</inkml:trace>
</inkml:ink>
</file>

<file path=ppt/ink/ink8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6:07.33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2232 9785 0,'224'0'78,"36"38"-63,149-38 17,-260 0-17,484 74 17,-298-37-17,-75 0 1,-37-37-1,-111 0 1,297 0 0,38 0-1,36 75 1,1 37 0,0-75-1,148 74 16,-74-36-15,782-38 15,-856-37-15,36 0 0,-148 0-1,149 0 1,-74 0-1,-149 0 1,-38 0 0,38 0-1,409 0 17,-410 0-32,671 0 31,-447 0-16,-112 0 1,-112 0 0,-36 0-1,-38 0 1,112 0 0,37 0-1,-74 0 1,148 0-1,410 0 17,-596 0-17,75 0 17,-149 0-17,-37 0-15,298 0 31,-113 0-15,-36 0 0,149 0 15,-224-37-15,-37 0 15,-112 37-16,1 0 1,36 0 15,1-38-15,-38 38 15,1 0 0,-1-37-15,-37 37 15,1 0 188,-1 0-203,0 0-1,-37-37 32,37 37 984,0 0-1015,112 0 15,-112 0 1,38-37-17,185-38 16,-74 75-15,0-37 15,-74 37-15,-38-37 0,-36 37 46,-1 0 47,-37-37-77,0-1-1,0 1-15,37-37 15,0-1-16,-37 38 1,0 0 0,37-112 15,-37 112-15,38 0 15,-38 0 47,0-1-62,0 1-1,0-37 1,0-1-1,0-148 17,0 149-17,0 36 17,0 1 14,0 0 329,-112 37-359,38 0 47,36-37-1,38 0-15,-37 37 0,0 0-32,0 0 32,-75-38-31,-446-36 0,260 37 30,112 0-14,112 37-32,-224-38 15,-37 38 17,1 0-1,-113 0 0,-297 0 0,37 0 1,186 0-1,224 0-16,-410 0 1,446 0 0,-334 0-1,446 0 1,-372 0 0,186 0-1,-855 0 1,297 0 15,148 38 16,-36 73-31,372-74 15,260-37 0,-483 0-15,-299 0 31,522 0-32,111 0 1,-260 0 15,149 0-15,-112-37 15,298 0-31,-335-37 31,-38-38-15,38 75-1,112-75 1,185 112 0,-36 0 15,-522 0-15,336 0 15,296 0 0,-110 0 0,185 0 1,1 0-1,36 0-16,-111 37 1,149 1 0,-37-1-1,74 0 17,-38-37 14,-148 186-14,75-37-1,36 0 0,75-112-15,0 0-1,149-37 64,-112 0-64,335 0 1,-260 0-1,186 0 1,36 0 15,-259 0 1</inkml:trace>
</inkml:ink>
</file>

<file path=ppt/ink/ink8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6:18.80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1749 9451 0,'37'0'63,"75"0"-48,-38 0 17,0 0-17,75 0 1,149 37-1,-75-37-15,1005 0 32,0 0-17,-75 0 1,-409 0 0,-148 0 15,-336 0-16,187-75 1,818-36 15,-931 111-15,-36 0 0,-149 0-1,37 0-15,149 0 16,409 0-1,-372 0-15,-37 0 16,297 0 0,-259-75-1,259 75 17,-260-37-17,-74-37 1,558-1 15,-559 38-15,-148 37-1,0 0 1,74 0 0,-37 0-1,75-37 1,-1-38-1,75 38 17,-112 37-17,-74 0 1,0-37 0,-38 0-1,75 37 16,-111 0-31,-38-37 16,149 37 15,-111 0-31,-1 0 32,-37 0-17,38 0 1,-38 0-1,0 0 1,37 0 0,1 0-1,-1 0 17,-37 0-17,38 0 1,36 0 15,-36 0-15,-1 0-1,1 0 1,-38 0-16,37 0 16,38 37-1,-75-37 1,75 0-1,-1 0 17,-36 37-17,-38-37-15,37 0 32,1 37-17,148 38 16,-149-75-15,1 37 0,37-37 15,-38 37 0,0 0-15,38-37 31,-38 75-16,1-75-15,-38 0-16,37 0 31</inkml:trace>
</inkml:ink>
</file>

<file path=ppt/ink/ink8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6:22.11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25226 9451 0,'38'0'94,"73"0"-79,-36 0-15,297 0 31,-149 0-15,-149 0-16,484 0 31,-111 0-15,-187 0-16,-74 0 31,-74 0-15,0 0-1,36 0 1,1 0 0,37 0-1,224 0 17,-113 0-17,38 0 1,0 0-1,74-38 17,1 38-1,-187 0-15,74 0-1,-222 0 1,111 0-1,-74 0-15,74-74 32,-38 74-17,1-37 1,0 37 0,74-75 15,-148 75-16,111-74 17,-149 74-17,37 0 1,-36-37 15,36 37-15,0 0-1,-36 0 17,73 0-1,-74 0-15,38 0-1,-1-75 16,-37 75 1,1 0-17,-1 0 17,0 0-17,0 0 1,38 0-1,-38 0 32,37 0-31,1 0 15,-38 0-15,0 0 15,0 0 0,38 0 1,-75-37-1</inkml:trace>
</inkml:ink>
</file>

<file path=ppt/ink/ink8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6:27.04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35347 9339 0,'149'0'141,"409"-37"-125,260 37 15,-520-37 0,-75 37-15,-37 0-1,37 0-15,75 0 16,0 0 0,-187 0-16,38 0 31,0 0-16,111 0 1,38-38 0,111-36 15,-334 37-15,148 0 15,-111 37-16,-1 0 1,-74 0 0,75 0 15,0 0-15,-38 0-16,0 0 15,38 37 1,-37-37-1,148 74 17,-37 38-17,149-1 17,-75-73-17,-111-1 16,37-37 1,-74 37 15,-38-37-32,-37 0 32,0 0-31,1 0-1</inkml:trace>
</inkml:ink>
</file>

<file path=ppt/ink/ink8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6:29.55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15701 11199 0,'38'0'47,"36"0"-31,224 0 0,223 0 15,-1 0 0,1192 0 0,-633 0-15,-819 0 15,-111 0 0,-37 0 1,-75 0-17,112 38 1,-112-38 0,224 0-1,148 111 16,75-74 1,-373-37-1,-74 0 0</inkml:trace>
</inkml:ink>
</file>

<file path=ppt/ink/ink8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6:30.61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23106 10976 0,'148'0'125,"-36"0"-110,0 0-15,111 37 31,-37-37-15,0 0 0,0 0-1,-37 0 1,-38 0 0,299 37-1,-150 38 1,-223-75-1,75 0 1,-75 0 0,0 0 15</inkml:trace>
</inkml:ink>
</file>

<file path=ppt/ink/ink8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6:33.287"/>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27459 11125 0,'372'0'63,"74"0"-48,-260 0 1,224 0-1,-1-75 17,37 38-1,-260 0-15,-37 37-1,37 0-15,707 0 31,-297 0-15,445 74 15,-669 1-15,-111-75 0,-75 0-1,37 0 1,38 0 15,-187 0-15,75 0-1,0 37 1,37 0 0,186-37 15,-223 0-16,-1 0 17,-36 0-17,-37 0 17,73 0-17,-36 0 1,0 0-1,-1-37 1,75 0 15,-74 0-15,-1 37 0,38-38 15,-74 38-16,36-37 17,-36 37-17,-38 0-15,0 0 16,0 0-16,38-37 31,-38 37-15,0 0-1,38 0 1,-38 0 0,74 0-1,-36 0 17,-38 0-17,37 0 16,-74-37 1</inkml:trace>
</inkml:ink>
</file>

<file path=ppt/ink/ink9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12-24T11:16:42.273"/>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4204 12688 0,'38'0'203,"73"0"-187,-36 37-1,-1-37 1,38 37 15,-75-37-15,74 0 15,-36 0-15,74 37 15,37-37-16,-75 0 1,113 37 0,-76 38-16,-36-75 15,111 37 1,-111-37-16,334 37 31,-148 75-15,37-75-1,223 0 1,521 149 15,-856-148-15,38-1 15,-1 0-15,187 0 15,-298-37-15,-1 0-1,38 0 1,0 0 0,-37 0-1,-74 0 1,36 0 15,1 0-15,0 0 15,-75 0-15,37 0-1,75 0 16,-75 0-15,-36 0 0,36 0 15,0 0 0,1-37-15,36 0 15,1 0-15,-75-1-1,112 1 17,-74 0-17,-1-38 1,38 38-1,-38 0 1,-74 0 0,74 0 15,-74-1-15,75-73 15,-75 74-16,37-75 17,-37 38-1,0 36-15,0 1-1,0 0 1,37 0 46,0 37 157,1 0-188,-1 0 1,0 0-17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24.12.2024</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2014 年第十屆數字技術國際會議</a:t>
            </a:r>
          </a:p>
          <a:p>
            <a:r>
              <a:rPr lang="en-US"/>
              <a:t>斯洛伐克 日利納</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電動自行車的普及：隨著電動自行車在中國的廣泛使用，從1998年立法以來，其數量從58,000輛增至2014年的超過1.7億輛，顯示出其作為方便且經濟的交通工具的重要性。</a:t>
            </a:r>
          </a:p>
          <a:p>
            <a:r>
              <a:rPr lang="en-US"/>
              <a:t>安全問題：電動自行車的流行伴隨著嚴重的安全問題。根據2014年的統計，與電動自行車相關的事故造成7,201人死亡，佔所有交通死亡的11.4%。這突顯了對電動自行車使用安全性的關注。</a:t>
            </a:r>
          </a:p>
          <a:p>
            <a:r>
              <a:rPr lang="en-US"/>
              <a:t>騎士行為：許多電動自行車騎士由於缺乏安全意識和交通法執行不嚴，經常違反交通規則，例如不遵守交通信號、在機動車道上行駛等，這增加了他們及其他道路使用者的事故風險。</a:t>
            </a:r>
          </a:p>
          <a:p>
            <a:r>
              <a:rPr lang="en-US"/>
              <a:t>較高的受傷風險：與傳統非機動交通工具相比，電動自行車在事故中造成嚴重傷害的風險更高。研究顯示，電動自行車事故中嚴重受傷的概率幾乎是傳統自行車事故的兩倍。</a:t>
            </a:r>
          </a:p>
          <a:p>
            <a:r>
              <a:rPr lang="en-US"/>
              <a:t>研究需求：儘管已有一些研究探討了影響電動自行車事故傷害嚴重性的因素，但針對不同騎士類別（尤其是職業騎士）的研究仍然相對較少。因此，有必要進一步探討影響不同類別騎士受傷風險的因素。</a:t>
            </a:r>
          </a:p>
          <a:p>
            <a:r>
              <a:rPr lang="en-US"/>
              <a:t>分析方法：本研究旨在填補這一空白，通過結合分類樹和邏輯回歸模型的方法，識別影響不同類別電動自行車騎士事故傷害嚴重性的潛在風險因素。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AID用於根據四個與騎士相關的屬性對涉及事故的電動自行車騎士進行分類：年齡、性別、職業（職業騎士與非職業騎士）和居住地區（城市與鄉村）。因變量是受傷嚴重性，分為嚴重受傷（致命和重傷）和非嚴重受傷（輕傷和僅有財產損失）</a:t>
            </a:r>
          </a:p>
          <a:p>
            <a:endParaRPr lang="en-US"/>
          </a:p>
          <a:p>
            <a:r>
              <a:rPr lang="en-US"/>
              <a:t>這些模型的反應變量是二元的，表示受傷嚴重性是嚴重還是非嚴重。指定了十個風險因素作為解釋變量，包括時間、星期幾、季節、天氣條件、光照條件、道路類型、對方車輛類型及其駕駛者年齡、不當駕駛行為和騎士的不當行為 前面說過就不在多贅述。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期望值減去我所想觀察的值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刪除對這受傷嚴不嚴重這件事引響不大的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a:p>
          <a:p>
            <a:endParaRPr/>
          </a:p>
          <a:p>
            <a:endParaRPr/>
          </a:p>
          <a:p>
            <a:r>
              <a:rPr lang="en-US"/>
              <a:t>1.55 歲以下 + 職業騎士（重傷率最低）</a:t>
            </a:r>
          </a:p>
          <a:p>
            <a:r>
              <a:rPr lang="en-US"/>
              <a:t>2.55 歲以下 + 非職業騎士</a:t>
            </a:r>
          </a:p>
          <a:p>
            <a:r>
              <a:rPr lang="en-US"/>
              <a:t>3.55 歲以上 + 農村騎士</a:t>
            </a:r>
          </a:p>
          <a:p>
            <a:r>
              <a:rPr lang="en-US"/>
              <a:t>4.55 歲以上 + 城區職業騎士</a:t>
            </a:r>
          </a:p>
          <a:p>
            <a:r>
              <a:rPr lang="en-US"/>
              <a:t>5.55 歲以上 + 城區非職業騎士（重傷率最高，31.3%）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對於不同組別的騎乘者來說，此變數的邊 際效應從 0.092 到 0.241 不等。這表示</a:t>
            </a:r>
          </a:p>
          <a:p>
            <a:r>
              <a:rPr lang="en-US"/>
              <a:t>這表示在高速道路上發生的車禍，騎乘者嚴重受傷的機率比在低速道路上發生的車禍平均增加了 10.9%，而不同組別的騎乘者嚴重受傷的機率則增加了 9.2% 到 24.1%。</a:t>
            </a:r>
          </a:p>
          <a:p>
            <a:endParaRPr lang="en-US"/>
          </a:p>
          <a:p>
            <a:endParaRPr lang="en-US"/>
          </a:p>
          <a:p>
            <a:r>
              <a:rPr lang="en-US"/>
              <a:t>「無不當行為」與「有不當行為」相比，對整體樣本而言，前者可降低約 3.4% 的重傷機率；但在某些高齡騎士群中可降低高達 11–12% 不等。</a:t>
            </a:r>
          </a:p>
          <a:p>
            <a:r>
              <a:rPr lang="en-US"/>
              <a:t>亦即，高齡騎士若有不當騎乘行為（如該推車處未推行 e-bike、逆向行駛等），風險上升的幅度更大。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對於不同組別的騎乘者來說，此變數的邊 際效應從 0.092 到 0.241 不等。這表示</a:t>
            </a:r>
          </a:p>
          <a:p>
            <a:r>
              <a:rPr lang="en-US"/>
              <a:t>這表示在高速道路上發生的車禍，騎乘者嚴重受傷的機率比在低速道路上發生的車禍平均增加了 10.9%，而不同組別的騎乘者嚴重受傷的機率則增加了 9.2% 到 24.1%。</a:t>
            </a:r>
          </a:p>
          <a:p>
            <a:endParaRPr lang="en-US"/>
          </a:p>
          <a:p>
            <a:endParaRPr lang="en-US"/>
          </a:p>
          <a:p>
            <a:r>
              <a:rPr lang="en-US"/>
              <a:t>「無不當行為」與「有不當行為」相比，對整體樣本而言，前者可降低約 3.4% 的重傷機率；但在某些高齡騎士群中可降低高達 11–12% 不等。</a:t>
            </a:r>
          </a:p>
          <a:p>
            <a:r>
              <a:rPr lang="en-US"/>
              <a:t>亦即，高齡騎士若有不當騎乘行為（如該推車處未推行 e-bike、逆向行駛等），風險上升的幅度更大。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針對高風險族群（特別是高齡騎士）進行宣導與訓練；</a:t>
            </a:r>
          </a:p>
          <a:p>
            <a:r>
              <a:rPr lang="en-US"/>
              <a:t>建議建立「正規化教育與考照制度」，提高騎士對不當行為的風險意識；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針對高風險族群（特別是高齡騎士）進行宣導與訓練；</a:t>
            </a:r>
          </a:p>
          <a:p>
            <a:r>
              <a:rPr lang="en-US"/>
              <a:t>建議建立「正規化教育與考照制度」，提高騎士對不當行為的風險意識；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針對高風險族群（特別是高齡騎士）進行宣導與訓練；</a:t>
            </a:r>
          </a:p>
          <a:p>
            <a:r>
              <a:rPr lang="en-US"/>
              <a:t>建議建立「正規化教育與考照制度」，提高騎士對不當行為的風險意識；</a:t>
            </a:r>
          </a:p>
          <a:p>
            <a:r>
              <a:rPr lang="en-US"/>
              <a:t>因此必須要規範 e-bike 在高速道路上的使用，或透過「物理隔離」與高車速車流分離。</a:t>
            </a:r>
          </a:p>
          <a:p>
            <a:r>
              <a:rPr lang="en-US"/>
              <a:t>執法與懲處</a:t>
            </a:r>
          </a:p>
          <a:p>
            <a:r>
              <a:rPr lang="en-US"/>
              <a:t>執法力度不夠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8.png"/><Relationship Id="rId18" Type="http://schemas.openxmlformats.org/officeDocument/2006/relationships/customXml" Target="../ink/ink9.xml"/><Relationship Id="rId3" Type="http://schemas.openxmlformats.org/officeDocument/2006/relationships/image" Target="../media/image3.png"/><Relationship Id="rId21" Type="http://schemas.openxmlformats.org/officeDocument/2006/relationships/image" Target="../media/image12.png"/><Relationship Id="rId7" Type="http://schemas.openxmlformats.org/officeDocument/2006/relationships/image" Target="../media/image5.png"/><Relationship Id="rId12" Type="http://schemas.openxmlformats.org/officeDocument/2006/relationships/customXml" Target="../ink/ink6.xml"/><Relationship Id="rId17" Type="http://schemas.openxmlformats.org/officeDocument/2006/relationships/image" Target="../media/image10.png"/><Relationship Id="rId2" Type="http://schemas.openxmlformats.org/officeDocument/2006/relationships/notesSlide" Target="../notesSlides/notesSlide5.xml"/><Relationship Id="rId16" Type="http://schemas.openxmlformats.org/officeDocument/2006/relationships/customXml" Target="../ink/ink8.xml"/><Relationship Id="rId20" Type="http://schemas.openxmlformats.org/officeDocument/2006/relationships/customXml" Target="../ink/ink10.xml"/><Relationship Id="rId1" Type="http://schemas.openxmlformats.org/officeDocument/2006/relationships/slideLayout" Target="../slideLayouts/slideLayout7.xml"/><Relationship Id="rId6" Type="http://schemas.openxmlformats.org/officeDocument/2006/relationships/customXml" Target="../ink/ink3.xml"/><Relationship Id="rId11" Type="http://schemas.openxmlformats.org/officeDocument/2006/relationships/image" Target="../media/image7.png"/><Relationship Id="rId5" Type="http://schemas.openxmlformats.org/officeDocument/2006/relationships/image" Target="../media/image4.png"/><Relationship Id="rId15" Type="http://schemas.openxmlformats.org/officeDocument/2006/relationships/image" Target="../media/image9.png"/><Relationship Id="rId10" Type="http://schemas.openxmlformats.org/officeDocument/2006/relationships/customXml" Target="../ink/ink5.xml"/><Relationship Id="rId19" Type="http://schemas.openxmlformats.org/officeDocument/2006/relationships/image" Target="../media/image11.png"/><Relationship Id="rId4" Type="http://schemas.openxmlformats.org/officeDocument/2006/relationships/customXml" Target="../ink/ink2.xml"/><Relationship Id="rId9" Type="http://schemas.openxmlformats.org/officeDocument/2006/relationships/image" Target="../media/image6.png"/><Relationship Id="rId14" Type="http://schemas.openxmlformats.org/officeDocument/2006/relationships/customXml" Target="../ink/ink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3" Type="http://schemas.openxmlformats.org/officeDocument/2006/relationships/customXml" Target="../ink/ink16.xml"/><Relationship Id="rId18" Type="http://schemas.openxmlformats.org/officeDocument/2006/relationships/image" Target="../media/image21.png"/><Relationship Id="rId26" Type="http://schemas.openxmlformats.org/officeDocument/2006/relationships/image" Target="../media/image25.png"/><Relationship Id="rId3" Type="http://schemas.openxmlformats.org/officeDocument/2006/relationships/customXml" Target="../ink/ink11.xml"/><Relationship Id="rId21" Type="http://schemas.openxmlformats.org/officeDocument/2006/relationships/customXml" Target="../ink/ink20.xml"/><Relationship Id="rId34" Type="http://schemas.openxmlformats.org/officeDocument/2006/relationships/image" Target="../media/image29.png"/><Relationship Id="rId7" Type="http://schemas.openxmlformats.org/officeDocument/2006/relationships/customXml" Target="../ink/ink13.xml"/><Relationship Id="rId12" Type="http://schemas.openxmlformats.org/officeDocument/2006/relationships/image" Target="../media/image18.png"/><Relationship Id="rId17" Type="http://schemas.openxmlformats.org/officeDocument/2006/relationships/customXml" Target="../ink/ink18.xml"/><Relationship Id="rId25" Type="http://schemas.openxmlformats.org/officeDocument/2006/relationships/customXml" Target="../ink/ink22.xml"/><Relationship Id="rId33" Type="http://schemas.openxmlformats.org/officeDocument/2006/relationships/customXml" Target="../ink/ink26.xml"/><Relationship Id="rId2" Type="http://schemas.openxmlformats.org/officeDocument/2006/relationships/image" Target="../media/image13.png"/><Relationship Id="rId16" Type="http://schemas.openxmlformats.org/officeDocument/2006/relationships/image" Target="../media/image20.png"/><Relationship Id="rId20" Type="http://schemas.openxmlformats.org/officeDocument/2006/relationships/image" Target="../media/image22.png"/><Relationship Id="rId29" Type="http://schemas.openxmlformats.org/officeDocument/2006/relationships/customXml" Target="../ink/ink24.xml"/><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customXml" Target="../ink/ink15.xml"/><Relationship Id="rId24" Type="http://schemas.openxmlformats.org/officeDocument/2006/relationships/image" Target="../media/image24.png"/><Relationship Id="rId32" Type="http://schemas.openxmlformats.org/officeDocument/2006/relationships/image" Target="../media/image28.png"/><Relationship Id="rId5" Type="http://schemas.openxmlformats.org/officeDocument/2006/relationships/customXml" Target="../ink/ink12.xml"/><Relationship Id="rId15" Type="http://schemas.openxmlformats.org/officeDocument/2006/relationships/customXml" Target="../ink/ink17.xml"/><Relationship Id="rId23" Type="http://schemas.openxmlformats.org/officeDocument/2006/relationships/customXml" Target="../ink/ink21.xml"/><Relationship Id="rId28" Type="http://schemas.openxmlformats.org/officeDocument/2006/relationships/image" Target="../media/image26.png"/><Relationship Id="rId36"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customXml" Target="../ink/ink19.xml"/><Relationship Id="rId31" Type="http://schemas.openxmlformats.org/officeDocument/2006/relationships/customXml" Target="../ink/ink25.xml"/><Relationship Id="rId4" Type="http://schemas.openxmlformats.org/officeDocument/2006/relationships/image" Target="../media/image14.png"/><Relationship Id="rId9" Type="http://schemas.openxmlformats.org/officeDocument/2006/relationships/customXml" Target="../ink/ink14.xml"/><Relationship Id="rId14" Type="http://schemas.openxmlformats.org/officeDocument/2006/relationships/image" Target="../media/image19.png"/><Relationship Id="rId22" Type="http://schemas.openxmlformats.org/officeDocument/2006/relationships/image" Target="../media/image23.png"/><Relationship Id="rId27" Type="http://schemas.openxmlformats.org/officeDocument/2006/relationships/customXml" Target="../ink/ink23.xml"/><Relationship Id="rId30" Type="http://schemas.openxmlformats.org/officeDocument/2006/relationships/image" Target="../media/image27.png"/><Relationship Id="rId35" Type="http://schemas.openxmlformats.org/officeDocument/2006/relationships/customXml" Target="../ink/ink27.xml"/><Relationship Id="rId8"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customXml" Target="../ink/ink33.xml"/><Relationship Id="rId18" Type="http://schemas.openxmlformats.org/officeDocument/2006/relationships/image" Target="../media/image38.png"/><Relationship Id="rId26" Type="http://schemas.openxmlformats.org/officeDocument/2006/relationships/image" Target="../media/image42.png"/><Relationship Id="rId3" Type="http://schemas.openxmlformats.org/officeDocument/2006/relationships/customXml" Target="../ink/ink28.xml"/><Relationship Id="rId21" Type="http://schemas.openxmlformats.org/officeDocument/2006/relationships/customXml" Target="../ink/ink37.xml"/><Relationship Id="rId7" Type="http://schemas.openxmlformats.org/officeDocument/2006/relationships/customXml" Target="../ink/ink30.xml"/><Relationship Id="rId12" Type="http://schemas.openxmlformats.org/officeDocument/2006/relationships/image" Target="../media/image35.png"/><Relationship Id="rId17" Type="http://schemas.openxmlformats.org/officeDocument/2006/relationships/customXml" Target="../ink/ink35.xml"/><Relationship Id="rId25" Type="http://schemas.openxmlformats.org/officeDocument/2006/relationships/customXml" Target="../ink/ink39.xml"/><Relationship Id="rId2" Type="http://schemas.openxmlformats.org/officeDocument/2006/relationships/notesSlide" Target="../notesSlides/notesSlide7.xml"/><Relationship Id="rId16" Type="http://schemas.openxmlformats.org/officeDocument/2006/relationships/image" Target="../media/image37.png"/><Relationship Id="rId20" Type="http://schemas.openxmlformats.org/officeDocument/2006/relationships/image" Target="../media/image39.png"/><Relationship Id="rId29" Type="http://schemas.openxmlformats.org/officeDocument/2006/relationships/customXml" Target="../ink/ink41.xml"/><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customXml" Target="../ink/ink32.xml"/><Relationship Id="rId24" Type="http://schemas.openxmlformats.org/officeDocument/2006/relationships/image" Target="../media/image41.png"/><Relationship Id="rId32" Type="http://schemas.openxmlformats.org/officeDocument/2006/relationships/image" Target="../media/image45.png"/><Relationship Id="rId5" Type="http://schemas.openxmlformats.org/officeDocument/2006/relationships/customXml" Target="../ink/ink29.xml"/><Relationship Id="rId15" Type="http://schemas.openxmlformats.org/officeDocument/2006/relationships/customXml" Target="../ink/ink34.xml"/><Relationship Id="rId23" Type="http://schemas.openxmlformats.org/officeDocument/2006/relationships/customXml" Target="../ink/ink38.xml"/><Relationship Id="rId28" Type="http://schemas.openxmlformats.org/officeDocument/2006/relationships/image" Target="../media/image43.png"/><Relationship Id="rId10" Type="http://schemas.openxmlformats.org/officeDocument/2006/relationships/image" Target="../media/image34.png"/><Relationship Id="rId19" Type="http://schemas.openxmlformats.org/officeDocument/2006/relationships/customXml" Target="../ink/ink36.xml"/><Relationship Id="rId31" Type="http://schemas.openxmlformats.org/officeDocument/2006/relationships/customXml" Target="../ink/ink42.xml"/><Relationship Id="rId4" Type="http://schemas.openxmlformats.org/officeDocument/2006/relationships/image" Target="../media/image31.png"/><Relationship Id="rId9" Type="http://schemas.openxmlformats.org/officeDocument/2006/relationships/customXml" Target="../ink/ink31.xml"/><Relationship Id="rId14" Type="http://schemas.openxmlformats.org/officeDocument/2006/relationships/image" Target="../media/image36.png"/><Relationship Id="rId22" Type="http://schemas.openxmlformats.org/officeDocument/2006/relationships/image" Target="../media/image40.png"/><Relationship Id="rId27" Type="http://schemas.openxmlformats.org/officeDocument/2006/relationships/customXml" Target="../ink/ink40.xml"/><Relationship Id="rId30" Type="http://schemas.openxmlformats.org/officeDocument/2006/relationships/image" Target="../media/image44.png"/></Relationships>
</file>

<file path=ppt/slides/_rels/slide1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3" Type="http://schemas.openxmlformats.org/officeDocument/2006/relationships/customXml" Target="../ink/ink48.xml"/><Relationship Id="rId18" Type="http://schemas.openxmlformats.org/officeDocument/2006/relationships/image" Target="../media/image54.png"/><Relationship Id="rId26" Type="http://schemas.openxmlformats.org/officeDocument/2006/relationships/image" Target="../media/image58.png"/><Relationship Id="rId39" Type="http://schemas.openxmlformats.org/officeDocument/2006/relationships/customXml" Target="../ink/ink61.xml"/><Relationship Id="rId21" Type="http://schemas.openxmlformats.org/officeDocument/2006/relationships/customXml" Target="../ink/ink52.xml"/><Relationship Id="rId34" Type="http://schemas.openxmlformats.org/officeDocument/2006/relationships/image" Target="../media/image62.png"/><Relationship Id="rId42" Type="http://schemas.openxmlformats.org/officeDocument/2006/relationships/image" Target="../media/image66.png"/><Relationship Id="rId47" Type="http://schemas.openxmlformats.org/officeDocument/2006/relationships/customXml" Target="../ink/ink65.xml"/><Relationship Id="rId50" Type="http://schemas.openxmlformats.org/officeDocument/2006/relationships/image" Target="../media/image70.png"/><Relationship Id="rId55" Type="http://schemas.openxmlformats.org/officeDocument/2006/relationships/customXml" Target="../ink/ink69.xml"/><Relationship Id="rId7" Type="http://schemas.openxmlformats.org/officeDocument/2006/relationships/customXml" Target="../ink/ink45.xml"/><Relationship Id="rId2" Type="http://schemas.openxmlformats.org/officeDocument/2006/relationships/notesSlide" Target="../notesSlides/notesSlide8.xml"/><Relationship Id="rId16" Type="http://schemas.openxmlformats.org/officeDocument/2006/relationships/image" Target="../media/image53.png"/><Relationship Id="rId29" Type="http://schemas.openxmlformats.org/officeDocument/2006/relationships/customXml" Target="../ink/ink56.xml"/><Relationship Id="rId11" Type="http://schemas.openxmlformats.org/officeDocument/2006/relationships/customXml" Target="../ink/ink47.xml"/><Relationship Id="rId24" Type="http://schemas.openxmlformats.org/officeDocument/2006/relationships/image" Target="../media/image57.png"/><Relationship Id="rId32" Type="http://schemas.openxmlformats.org/officeDocument/2006/relationships/image" Target="../media/image61.png"/><Relationship Id="rId37" Type="http://schemas.openxmlformats.org/officeDocument/2006/relationships/customXml" Target="../ink/ink60.xml"/><Relationship Id="rId40" Type="http://schemas.openxmlformats.org/officeDocument/2006/relationships/image" Target="../media/image65.png"/><Relationship Id="rId45" Type="http://schemas.openxmlformats.org/officeDocument/2006/relationships/customXml" Target="../ink/ink64.xml"/><Relationship Id="rId53" Type="http://schemas.openxmlformats.org/officeDocument/2006/relationships/customXml" Target="../ink/ink68.xml"/><Relationship Id="rId5" Type="http://schemas.openxmlformats.org/officeDocument/2006/relationships/customXml" Target="../ink/ink44.xml"/><Relationship Id="rId10" Type="http://schemas.openxmlformats.org/officeDocument/2006/relationships/image" Target="../media/image50.png"/><Relationship Id="rId19" Type="http://schemas.openxmlformats.org/officeDocument/2006/relationships/customXml" Target="../ink/ink51.xml"/><Relationship Id="rId31" Type="http://schemas.openxmlformats.org/officeDocument/2006/relationships/customXml" Target="../ink/ink57.xml"/><Relationship Id="rId44" Type="http://schemas.openxmlformats.org/officeDocument/2006/relationships/image" Target="../media/image67.png"/><Relationship Id="rId52" Type="http://schemas.openxmlformats.org/officeDocument/2006/relationships/image" Target="../media/image71.png"/><Relationship Id="rId4" Type="http://schemas.openxmlformats.org/officeDocument/2006/relationships/image" Target="../media/image47.png"/><Relationship Id="rId9" Type="http://schemas.openxmlformats.org/officeDocument/2006/relationships/customXml" Target="../ink/ink46.xml"/><Relationship Id="rId14" Type="http://schemas.openxmlformats.org/officeDocument/2006/relationships/image" Target="../media/image52.png"/><Relationship Id="rId22" Type="http://schemas.openxmlformats.org/officeDocument/2006/relationships/image" Target="../media/image56.png"/><Relationship Id="rId27" Type="http://schemas.openxmlformats.org/officeDocument/2006/relationships/customXml" Target="../ink/ink55.xml"/><Relationship Id="rId30" Type="http://schemas.openxmlformats.org/officeDocument/2006/relationships/image" Target="../media/image60.png"/><Relationship Id="rId35" Type="http://schemas.openxmlformats.org/officeDocument/2006/relationships/customXml" Target="../ink/ink59.xml"/><Relationship Id="rId43" Type="http://schemas.openxmlformats.org/officeDocument/2006/relationships/customXml" Target="../ink/ink63.xml"/><Relationship Id="rId48" Type="http://schemas.openxmlformats.org/officeDocument/2006/relationships/image" Target="../media/image69.png"/><Relationship Id="rId56" Type="http://schemas.openxmlformats.org/officeDocument/2006/relationships/image" Target="../media/image73.png"/><Relationship Id="rId8" Type="http://schemas.openxmlformats.org/officeDocument/2006/relationships/image" Target="../media/image49.png"/><Relationship Id="rId51" Type="http://schemas.openxmlformats.org/officeDocument/2006/relationships/customXml" Target="../ink/ink67.xml"/><Relationship Id="rId3" Type="http://schemas.openxmlformats.org/officeDocument/2006/relationships/customXml" Target="../ink/ink43.xml"/><Relationship Id="rId12" Type="http://schemas.openxmlformats.org/officeDocument/2006/relationships/image" Target="../media/image51.png"/><Relationship Id="rId17" Type="http://schemas.openxmlformats.org/officeDocument/2006/relationships/customXml" Target="../ink/ink50.xml"/><Relationship Id="rId25" Type="http://schemas.openxmlformats.org/officeDocument/2006/relationships/customXml" Target="../ink/ink54.xml"/><Relationship Id="rId33" Type="http://schemas.openxmlformats.org/officeDocument/2006/relationships/customXml" Target="../ink/ink58.xml"/><Relationship Id="rId38" Type="http://schemas.openxmlformats.org/officeDocument/2006/relationships/image" Target="../media/image64.png"/><Relationship Id="rId46" Type="http://schemas.openxmlformats.org/officeDocument/2006/relationships/image" Target="../media/image68.png"/><Relationship Id="rId20" Type="http://schemas.openxmlformats.org/officeDocument/2006/relationships/image" Target="../media/image55.png"/><Relationship Id="rId41" Type="http://schemas.openxmlformats.org/officeDocument/2006/relationships/customXml" Target="../ink/ink62.xml"/><Relationship Id="rId54" Type="http://schemas.openxmlformats.org/officeDocument/2006/relationships/image" Target="../media/image72.png"/><Relationship Id="rId1" Type="http://schemas.openxmlformats.org/officeDocument/2006/relationships/slideLayout" Target="../slideLayouts/slideLayout7.xml"/><Relationship Id="rId6" Type="http://schemas.openxmlformats.org/officeDocument/2006/relationships/image" Target="../media/image48.png"/><Relationship Id="rId15" Type="http://schemas.openxmlformats.org/officeDocument/2006/relationships/customXml" Target="../ink/ink49.xml"/><Relationship Id="rId23" Type="http://schemas.openxmlformats.org/officeDocument/2006/relationships/customXml" Target="../ink/ink53.xml"/><Relationship Id="rId28" Type="http://schemas.openxmlformats.org/officeDocument/2006/relationships/image" Target="../media/image59.png"/><Relationship Id="rId36" Type="http://schemas.openxmlformats.org/officeDocument/2006/relationships/image" Target="../media/image63.png"/><Relationship Id="rId49" Type="http://schemas.openxmlformats.org/officeDocument/2006/relationships/customXml" Target="../ink/ink66.xml"/></Relationships>
</file>

<file path=ppt/slides/_rels/slide12.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customXml" Target="../ink/ink75.xml"/><Relationship Id="rId18" Type="http://schemas.openxmlformats.org/officeDocument/2006/relationships/image" Target="../media/image81.png"/><Relationship Id="rId3" Type="http://schemas.openxmlformats.org/officeDocument/2006/relationships/customXml" Target="../ink/ink70.xml"/><Relationship Id="rId7" Type="http://schemas.openxmlformats.org/officeDocument/2006/relationships/customXml" Target="../ink/ink72.xml"/><Relationship Id="rId12" Type="http://schemas.openxmlformats.org/officeDocument/2006/relationships/image" Target="../media/image78.png"/><Relationship Id="rId17" Type="http://schemas.openxmlformats.org/officeDocument/2006/relationships/customXml" Target="../ink/ink77.xml"/><Relationship Id="rId2" Type="http://schemas.openxmlformats.org/officeDocument/2006/relationships/notesSlide" Target="../notesSlides/notesSlide9.xml"/><Relationship Id="rId16"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75.png"/><Relationship Id="rId11" Type="http://schemas.openxmlformats.org/officeDocument/2006/relationships/customXml" Target="../ink/ink74.xml"/><Relationship Id="rId5" Type="http://schemas.openxmlformats.org/officeDocument/2006/relationships/customXml" Target="../ink/ink71.xml"/><Relationship Id="rId15" Type="http://schemas.openxmlformats.org/officeDocument/2006/relationships/customXml" Target="../ink/ink76.xml"/><Relationship Id="rId10" Type="http://schemas.openxmlformats.org/officeDocument/2006/relationships/image" Target="../media/image77.png"/><Relationship Id="rId4" Type="http://schemas.openxmlformats.org/officeDocument/2006/relationships/image" Target="../media/image74.png"/><Relationship Id="rId9" Type="http://schemas.openxmlformats.org/officeDocument/2006/relationships/customXml" Target="../ink/ink73.xml"/><Relationship Id="rId14" Type="http://schemas.openxmlformats.org/officeDocument/2006/relationships/image" Target="../media/image79.png"/></Relationships>
</file>

<file path=ppt/slides/_rels/slide13.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2.png"/><Relationship Id="rId7" Type="http://schemas.openxmlformats.org/officeDocument/2006/relationships/customXml" Target="../ink/ink78.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85.svg"/><Relationship Id="rId5" Type="http://schemas.openxmlformats.org/officeDocument/2006/relationships/image" Target="../media/image84.png"/><Relationship Id="rId10" Type="http://schemas.openxmlformats.org/officeDocument/2006/relationships/image" Target="../media/image87.png"/><Relationship Id="rId4" Type="http://schemas.openxmlformats.org/officeDocument/2006/relationships/image" Target="../media/image83.svg"/><Relationship Id="rId9" Type="http://schemas.openxmlformats.org/officeDocument/2006/relationships/customXml" Target="../ink/ink79.xml"/></Relationships>
</file>

<file path=ppt/slides/_rels/slide14.xml.rels><?xml version="1.0" encoding="UTF-8" standalone="yes"?>
<Relationships xmlns="http://schemas.openxmlformats.org/package/2006/relationships"><Relationship Id="rId8" Type="http://schemas.openxmlformats.org/officeDocument/2006/relationships/customXml" Target="../ink/ink82.xml"/><Relationship Id="rId3" Type="http://schemas.openxmlformats.org/officeDocument/2006/relationships/image" Target="../media/image88.png"/><Relationship Id="rId7" Type="http://schemas.openxmlformats.org/officeDocument/2006/relationships/image" Target="../media/image90.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customXml" Target="../ink/ink81.xml"/><Relationship Id="rId11" Type="http://schemas.openxmlformats.org/officeDocument/2006/relationships/image" Target="../media/image92.png"/><Relationship Id="rId5" Type="http://schemas.openxmlformats.org/officeDocument/2006/relationships/image" Target="../media/image89.png"/><Relationship Id="rId10" Type="http://schemas.openxmlformats.org/officeDocument/2006/relationships/customXml" Target="../ink/ink83.xml"/><Relationship Id="rId4" Type="http://schemas.openxmlformats.org/officeDocument/2006/relationships/customXml" Target="../ink/ink80.xml"/><Relationship Id="rId9" Type="http://schemas.openxmlformats.org/officeDocument/2006/relationships/image" Target="../media/image91.png"/></Relationships>
</file>

<file path=ppt/slides/_rels/slide15.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customXml" Target="../ink/ink89.xml"/><Relationship Id="rId3" Type="http://schemas.openxmlformats.org/officeDocument/2006/relationships/customXml" Target="../ink/ink84.xml"/><Relationship Id="rId7" Type="http://schemas.openxmlformats.org/officeDocument/2006/relationships/customXml" Target="../ink/ink86.xml"/><Relationship Id="rId12" Type="http://schemas.openxmlformats.org/officeDocument/2006/relationships/image" Target="../media/image97.png"/><Relationship Id="rId2" Type="http://schemas.openxmlformats.org/officeDocument/2006/relationships/notesSlide" Target="../notesSlides/notesSlide12.xml"/><Relationship Id="rId16" Type="http://schemas.openxmlformats.org/officeDocument/2006/relationships/image" Target="../media/image99.png"/><Relationship Id="rId1" Type="http://schemas.openxmlformats.org/officeDocument/2006/relationships/slideLayout" Target="../slideLayouts/slideLayout7.xml"/><Relationship Id="rId6" Type="http://schemas.openxmlformats.org/officeDocument/2006/relationships/image" Target="../media/image94.png"/><Relationship Id="rId11" Type="http://schemas.openxmlformats.org/officeDocument/2006/relationships/customXml" Target="../ink/ink88.xml"/><Relationship Id="rId5" Type="http://schemas.openxmlformats.org/officeDocument/2006/relationships/customXml" Target="../ink/ink85.xml"/><Relationship Id="rId15" Type="http://schemas.openxmlformats.org/officeDocument/2006/relationships/customXml" Target="../ink/ink90.xml"/><Relationship Id="rId10" Type="http://schemas.openxmlformats.org/officeDocument/2006/relationships/image" Target="../media/image96.png"/><Relationship Id="rId4" Type="http://schemas.openxmlformats.org/officeDocument/2006/relationships/image" Target="../media/image93.png"/><Relationship Id="rId9" Type="http://schemas.openxmlformats.org/officeDocument/2006/relationships/customXml" Target="../ink/ink87.xml"/><Relationship Id="rId14" Type="http://schemas.openxmlformats.org/officeDocument/2006/relationships/image" Target="../media/image9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11008" y="1006602"/>
            <a:ext cx="15865983" cy="4091178"/>
          </a:xfrm>
          <a:prstGeom prst="rect">
            <a:avLst/>
          </a:prstGeom>
        </p:spPr>
        <p:txBody>
          <a:bodyPr lIns="0" tIns="0" rIns="0" bIns="0" rtlCol="0" anchor="t">
            <a:spAutoFit/>
          </a:bodyPr>
          <a:lstStyle/>
          <a:p>
            <a:pPr algn="ctr">
              <a:lnSpc>
                <a:spcPts val="7776"/>
              </a:lnSpc>
            </a:pPr>
            <a:r>
              <a:rPr lang="en-US" sz="7200">
                <a:solidFill>
                  <a:srgbClr val="000000"/>
                </a:solidFill>
                <a:latin typeface="Times New Roman"/>
                <a:ea typeface="Times New Roman"/>
                <a:cs typeface="Times New Roman"/>
                <a:sym typeface="Times New Roman"/>
              </a:rPr>
              <a:t>Risk factors affecting crash injury severity for different groups of e-bike riders: A classification tree-based logistic regression model</a:t>
            </a:r>
          </a:p>
        </p:txBody>
      </p:sp>
      <p:sp>
        <p:nvSpPr>
          <p:cNvPr id="3" name="TextBox 3"/>
          <p:cNvSpPr txBox="1"/>
          <p:nvPr/>
        </p:nvSpPr>
        <p:spPr>
          <a:xfrm>
            <a:off x="2377440" y="5485104"/>
            <a:ext cx="15390495" cy="1054989"/>
          </a:xfrm>
          <a:prstGeom prst="rect">
            <a:avLst/>
          </a:prstGeom>
        </p:spPr>
        <p:txBody>
          <a:bodyPr lIns="0" tIns="0" rIns="0" bIns="0" rtlCol="0" anchor="t">
            <a:spAutoFit/>
          </a:bodyPr>
          <a:lstStyle/>
          <a:p>
            <a:pPr algn="ctr">
              <a:lnSpc>
                <a:spcPts val="3888"/>
              </a:lnSpc>
            </a:pPr>
            <a:r>
              <a:rPr lang="en-US" sz="3600" dirty="0" err="1">
                <a:solidFill>
                  <a:srgbClr val="000000"/>
                </a:solidFill>
                <a:latin typeface="Times New Roman"/>
                <a:ea typeface="Times New Roman"/>
                <a:cs typeface="Times New Roman"/>
                <a:sym typeface="Times New Roman"/>
              </a:rPr>
              <a:t>Zhengwu</a:t>
            </a:r>
            <a:r>
              <a:rPr lang="en-US" sz="3600" dirty="0">
                <a:solidFill>
                  <a:srgbClr val="000000"/>
                </a:solidFill>
                <a:latin typeface="Times New Roman"/>
                <a:ea typeface="Times New Roman"/>
                <a:cs typeface="Times New Roman"/>
                <a:sym typeface="Times New Roman"/>
              </a:rPr>
              <a:t> </a:t>
            </a:r>
            <a:r>
              <a:rPr lang="en-US" sz="3600" dirty="0" err="1">
                <a:solidFill>
                  <a:srgbClr val="000000"/>
                </a:solidFill>
                <a:latin typeface="Times New Roman"/>
                <a:ea typeface="Times New Roman"/>
                <a:cs typeface="Times New Roman"/>
                <a:sym typeface="Times New Roman"/>
              </a:rPr>
              <a:t>Wang,Shuai</a:t>
            </a:r>
            <a:r>
              <a:rPr lang="en-US" sz="3600" dirty="0">
                <a:solidFill>
                  <a:srgbClr val="000000"/>
                </a:solidFill>
                <a:latin typeface="Times New Roman"/>
                <a:ea typeface="Times New Roman"/>
                <a:cs typeface="Times New Roman"/>
                <a:sym typeface="Times New Roman"/>
              </a:rPr>
              <a:t> </a:t>
            </a:r>
            <a:r>
              <a:rPr lang="en-US" sz="3600" dirty="0" err="1">
                <a:solidFill>
                  <a:srgbClr val="000000"/>
                </a:solidFill>
                <a:latin typeface="Times New Roman"/>
                <a:ea typeface="Times New Roman"/>
                <a:cs typeface="Times New Roman"/>
                <a:sym typeface="Times New Roman"/>
              </a:rPr>
              <a:t>Huang,Jie</a:t>
            </a:r>
            <a:r>
              <a:rPr lang="en-US" sz="3600" dirty="0">
                <a:solidFill>
                  <a:srgbClr val="000000"/>
                </a:solidFill>
                <a:latin typeface="Times New Roman"/>
                <a:ea typeface="Times New Roman"/>
                <a:cs typeface="Times New Roman"/>
                <a:sym typeface="Times New Roman"/>
              </a:rPr>
              <a:t> </a:t>
            </a:r>
            <a:r>
              <a:rPr lang="en-US" sz="3600" dirty="0" err="1">
                <a:solidFill>
                  <a:srgbClr val="000000"/>
                </a:solidFill>
                <a:latin typeface="Times New Roman"/>
                <a:ea typeface="Times New Roman"/>
                <a:cs typeface="Times New Roman"/>
                <a:sym typeface="Times New Roman"/>
              </a:rPr>
              <a:t>Wang,Denisa</a:t>
            </a:r>
            <a:r>
              <a:rPr lang="en-US" sz="3600" dirty="0">
                <a:solidFill>
                  <a:srgbClr val="000000"/>
                </a:solidFill>
                <a:latin typeface="Times New Roman"/>
                <a:ea typeface="Times New Roman"/>
                <a:cs typeface="Times New Roman"/>
                <a:sym typeface="Times New Roman"/>
              </a:rPr>
              <a:t> </a:t>
            </a:r>
            <a:r>
              <a:rPr lang="en-US" sz="3600" dirty="0" err="1">
                <a:solidFill>
                  <a:srgbClr val="000000"/>
                </a:solidFill>
                <a:latin typeface="Times New Roman"/>
                <a:ea typeface="Times New Roman"/>
                <a:cs typeface="Times New Roman"/>
                <a:sym typeface="Times New Roman"/>
              </a:rPr>
              <a:t>Sulaj,Wei</a:t>
            </a:r>
            <a:r>
              <a:rPr lang="en-US" sz="3600" dirty="0">
                <a:solidFill>
                  <a:srgbClr val="000000"/>
                </a:solidFill>
                <a:latin typeface="Times New Roman"/>
                <a:ea typeface="Times New Roman"/>
                <a:cs typeface="Times New Roman"/>
                <a:sym typeface="Times New Roman"/>
              </a:rPr>
              <a:t> Hao, </a:t>
            </a:r>
            <a:r>
              <a:rPr lang="en-US" sz="3600" dirty="0" err="1">
                <a:solidFill>
                  <a:srgbClr val="000000"/>
                </a:solidFill>
                <a:latin typeface="Times New Roman"/>
                <a:ea typeface="Times New Roman"/>
                <a:cs typeface="Times New Roman"/>
                <a:sym typeface="Times New Roman"/>
              </a:rPr>
              <a:t>Aiwu</a:t>
            </a:r>
            <a:r>
              <a:rPr lang="en-US" sz="3600" dirty="0">
                <a:solidFill>
                  <a:srgbClr val="000000"/>
                </a:solidFill>
                <a:latin typeface="Times New Roman"/>
                <a:ea typeface="Times New Roman"/>
                <a:cs typeface="Times New Roman"/>
                <a:sym typeface="Times New Roman"/>
              </a:rPr>
              <a:t> Kuang</a:t>
            </a:r>
          </a:p>
          <a:p>
            <a:pPr algn="ctr">
              <a:lnSpc>
                <a:spcPts val="3888"/>
              </a:lnSpc>
            </a:pPr>
            <a:r>
              <a:rPr lang="en-US" sz="3600" dirty="0">
                <a:solidFill>
                  <a:srgbClr val="000000"/>
                </a:solidFill>
                <a:latin typeface="Times New Roman"/>
                <a:ea typeface="Times New Roman"/>
                <a:cs typeface="Times New Roman"/>
                <a:sym typeface="Times New Roman"/>
              </a:rPr>
              <a:t>Journal of Safety Research 76(2021) 176~183</a:t>
            </a:r>
          </a:p>
        </p:txBody>
      </p:sp>
      <p:sp>
        <p:nvSpPr>
          <p:cNvPr id="4" name="TextBox 4"/>
          <p:cNvSpPr txBox="1"/>
          <p:nvPr/>
        </p:nvSpPr>
        <p:spPr>
          <a:xfrm>
            <a:off x="12574735" y="8859680"/>
            <a:ext cx="5193200" cy="1128621"/>
          </a:xfrm>
          <a:prstGeom prst="rect">
            <a:avLst/>
          </a:prstGeom>
        </p:spPr>
        <p:txBody>
          <a:bodyPr lIns="0" tIns="0" rIns="0" bIns="0" rtlCol="0" anchor="t">
            <a:spAutoFit/>
          </a:bodyPr>
          <a:lstStyle/>
          <a:p>
            <a:pPr algn="ctr">
              <a:lnSpc>
                <a:spcPts val="4926"/>
              </a:lnSpc>
            </a:pPr>
            <a:r>
              <a:rPr lang="en-US" sz="3060">
                <a:solidFill>
                  <a:srgbClr val="000000"/>
                </a:solidFill>
                <a:latin typeface="Times New Roman"/>
                <a:ea typeface="Times New Roman"/>
                <a:cs typeface="Times New Roman"/>
                <a:sym typeface="Times New Roman"/>
              </a:rPr>
              <a:t>Presenter: Tse-Ying Huang</a:t>
            </a:r>
          </a:p>
          <a:p>
            <a:pPr algn="ctr">
              <a:lnSpc>
                <a:spcPts val="2643"/>
              </a:lnSpc>
            </a:pPr>
            <a:r>
              <a:rPr lang="en-US" sz="3060">
                <a:solidFill>
                  <a:srgbClr val="000000"/>
                </a:solidFill>
                <a:latin typeface="Times New Roman"/>
                <a:ea typeface="Times New Roman"/>
                <a:cs typeface="Times New Roman"/>
                <a:sym typeface="Times New Roman"/>
              </a:rPr>
              <a:t>Date: Dec. 24, 2024</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48740" y="536257"/>
            <a:ext cx="15590520" cy="1954054"/>
          </a:xfrm>
          <a:prstGeom prst="rect">
            <a:avLst/>
          </a:prstGeom>
        </p:spPr>
        <p:txBody>
          <a:bodyPr lIns="0" tIns="0" rIns="0" bIns="0" rtlCol="0" anchor="t">
            <a:spAutoFit/>
          </a:bodyPr>
          <a:lstStyle/>
          <a:p>
            <a:pPr algn="l">
              <a:lnSpc>
                <a:spcPts val="7128"/>
              </a:lnSpc>
            </a:pPr>
            <a:r>
              <a:rPr lang="en-US" sz="6600" b="1">
                <a:solidFill>
                  <a:srgbClr val="000000"/>
                </a:solidFill>
                <a:latin typeface="Times New Roman Bold"/>
                <a:ea typeface="Times New Roman Bold"/>
                <a:cs typeface="Times New Roman Bold"/>
                <a:sym typeface="Times New Roman Bold"/>
              </a:rPr>
              <a:t>Abstract </a:t>
            </a:r>
          </a:p>
        </p:txBody>
      </p:sp>
      <p:sp>
        <p:nvSpPr>
          <p:cNvPr id="3" name="TextBox 3"/>
          <p:cNvSpPr txBox="1"/>
          <p:nvPr/>
        </p:nvSpPr>
        <p:spPr>
          <a:xfrm>
            <a:off x="1348740" y="1366837"/>
            <a:ext cx="16112826" cy="8669655"/>
          </a:xfrm>
          <a:prstGeom prst="rect">
            <a:avLst/>
          </a:prstGeom>
        </p:spPr>
        <p:txBody>
          <a:bodyPr lIns="0" tIns="0" rIns="0" bIns="0" rtlCol="0" anchor="t">
            <a:spAutoFit/>
          </a:bodyPr>
          <a:lstStyle/>
          <a:p>
            <a:pPr algn="l">
              <a:lnSpc>
                <a:spcPts val="5759"/>
              </a:lnSpc>
            </a:pPr>
            <a:r>
              <a:rPr lang="en-US" sz="3999">
                <a:solidFill>
                  <a:srgbClr val="000000"/>
                </a:solidFill>
                <a:latin typeface="Arimo"/>
                <a:ea typeface="Arimo"/>
                <a:cs typeface="Arimo"/>
                <a:sym typeface="Arimo"/>
              </a:rPr>
              <a:t>This study investigates the risk factors for severe injuries among different groups of e-bike riders using a combined classification tree and logistic regression model. Data from three years of e-bike crashes in Hunan province were analyzed, considering factors such as rider attributes, vehicle characteristics, improper behaviors, and road conditions. The analysis segmented riders into five groups, revealing that non-occupational riders over 55 in urban areas have the highest likelihood of severe injury. Key risk factors, including high-speed roads, significantly affect injury severity across groups, while some factors are specific to certain groups. Policy recommendations include enhanced education on risky behaviors and traffic engineering measures to regulate e-bike use on high-speed roads. </a:t>
            </a:r>
          </a:p>
        </p:txBody>
      </p:sp>
      <p:sp>
        <p:nvSpPr>
          <p:cNvPr id="4" name="TextBox 4"/>
          <p:cNvSpPr txBox="1"/>
          <p:nvPr/>
        </p:nvSpPr>
        <p:spPr>
          <a:xfrm>
            <a:off x="13007340" y="9561195"/>
            <a:ext cx="3931920" cy="475298"/>
          </a:xfrm>
          <a:prstGeom prst="rect">
            <a:avLst/>
          </a:prstGeom>
        </p:spPr>
        <p:txBody>
          <a:bodyPr lIns="0" tIns="0" rIns="0" bIns="0" rtlCol="0" anchor="t">
            <a:spAutoFit/>
          </a:bodyPr>
          <a:lstStyle/>
          <a:p>
            <a:pPr algn="r">
              <a:lnSpc>
                <a:spcPts val="2160"/>
              </a:lnSpc>
            </a:pPr>
            <a:r>
              <a:rPr lang="en-US" sz="1800">
                <a:solidFill>
                  <a:srgbClr val="898989"/>
                </a:solidFill>
                <a:latin typeface="Arimo"/>
                <a:ea typeface="Arimo"/>
                <a:cs typeface="Arimo"/>
                <a:sym typeface="Arimo"/>
              </a:rPr>
              <a:t>2</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48740" y="981980"/>
            <a:ext cx="15590520" cy="1062609"/>
          </a:xfrm>
          <a:prstGeom prst="rect">
            <a:avLst/>
          </a:prstGeom>
        </p:spPr>
        <p:txBody>
          <a:bodyPr lIns="0" tIns="0" rIns="0" bIns="0" rtlCol="0" anchor="t">
            <a:spAutoFit/>
          </a:bodyPr>
          <a:lstStyle/>
          <a:p>
            <a:pPr algn="l">
              <a:lnSpc>
                <a:spcPts val="7128"/>
              </a:lnSpc>
            </a:pPr>
            <a:r>
              <a:rPr lang="en-US" sz="6600" b="1">
                <a:solidFill>
                  <a:srgbClr val="000000"/>
                </a:solidFill>
                <a:latin typeface="Times New Roman Bold"/>
                <a:ea typeface="Times New Roman Bold"/>
                <a:cs typeface="Times New Roman Bold"/>
                <a:sym typeface="Times New Roman Bold"/>
              </a:rPr>
              <a:t>Motivation</a:t>
            </a:r>
          </a:p>
        </p:txBody>
      </p:sp>
      <p:sp>
        <p:nvSpPr>
          <p:cNvPr id="3" name="TextBox 3"/>
          <p:cNvSpPr txBox="1"/>
          <p:nvPr/>
        </p:nvSpPr>
        <p:spPr>
          <a:xfrm>
            <a:off x="1028700" y="2006489"/>
            <a:ext cx="7185671" cy="673608"/>
          </a:xfrm>
          <a:prstGeom prst="rect">
            <a:avLst/>
          </a:prstGeom>
        </p:spPr>
        <p:txBody>
          <a:bodyPr lIns="0" tIns="0" rIns="0" bIns="0" rtlCol="0" anchor="t">
            <a:spAutoFit/>
          </a:bodyPr>
          <a:lstStyle/>
          <a:p>
            <a:pPr algn="ctr">
              <a:lnSpc>
                <a:spcPts val="4536"/>
              </a:lnSpc>
              <a:spcBef>
                <a:spcPct val="0"/>
              </a:spcBef>
            </a:pPr>
            <a:r>
              <a:rPr lang="en-US" sz="4200" b="1">
                <a:solidFill>
                  <a:srgbClr val="000000"/>
                </a:solidFill>
                <a:latin typeface="Times New Roman Bold"/>
                <a:ea typeface="Times New Roman Bold"/>
                <a:cs typeface="Times New Roman Bold"/>
                <a:sym typeface="Times New Roman Bold"/>
              </a:rPr>
              <a:t>1.Rapid growth of e-bike usage</a:t>
            </a:r>
          </a:p>
        </p:txBody>
      </p:sp>
      <p:sp>
        <p:nvSpPr>
          <p:cNvPr id="4" name="TextBox 4"/>
          <p:cNvSpPr txBox="1"/>
          <p:nvPr/>
        </p:nvSpPr>
        <p:spPr>
          <a:xfrm>
            <a:off x="1564144" y="2641997"/>
            <a:ext cx="16230600" cy="1245108"/>
          </a:xfrm>
          <a:prstGeom prst="rect">
            <a:avLst/>
          </a:prstGeom>
        </p:spPr>
        <p:txBody>
          <a:bodyPr lIns="0" tIns="0" rIns="0" bIns="0" rtlCol="0" anchor="t">
            <a:spAutoFit/>
          </a:bodyPr>
          <a:lstStyle/>
          <a:p>
            <a:pPr algn="l">
              <a:lnSpc>
                <a:spcPts val="4536"/>
              </a:lnSpc>
              <a:spcBef>
                <a:spcPct val="0"/>
              </a:spcBef>
            </a:pPr>
            <a:r>
              <a:rPr lang="en-US" sz="4200">
                <a:solidFill>
                  <a:srgbClr val="000000"/>
                </a:solidFill>
                <a:latin typeface="Times New Roman"/>
                <a:ea typeface="Times New Roman"/>
                <a:cs typeface="Times New Roman"/>
                <a:sym typeface="Times New Roman"/>
              </a:rPr>
              <a:t>In 1998, the number of e-bikes in China has surged from </a:t>
            </a:r>
            <a:r>
              <a:rPr lang="en-US" sz="4200" b="1">
                <a:solidFill>
                  <a:srgbClr val="000000"/>
                </a:solidFill>
                <a:latin typeface="Times New Roman Bold"/>
                <a:ea typeface="Times New Roman Bold"/>
                <a:cs typeface="Times New Roman Bold"/>
                <a:sym typeface="Times New Roman Bold"/>
              </a:rPr>
              <a:t>58,000</a:t>
            </a:r>
            <a:r>
              <a:rPr lang="en-US" sz="4200">
                <a:solidFill>
                  <a:srgbClr val="000000"/>
                </a:solidFill>
                <a:latin typeface="Times New Roman"/>
                <a:ea typeface="Times New Roman"/>
                <a:cs typeface="Times New Roman"/>
                <a:sym typeface="Times New Roman"/>
              </a:rPr>
              <a:t> to over </a:t>
            </a:r>
            <a:r>
              <a:rPr lang="en-US" sz="4200" b="1">
                <a:solidFill>
                  <a:srgbClr val="000000"/>
                </a:solidFill>
                <a:latin typeface="Times New Roman Bold"/>
                <a:ea typeface="Times New Roman Bold"/>
                <a:cs typeface="Times New Roman Bold"/>
                <a:sym typeface="Times New Roman Bold"/>
              </a:rPr>
              <a:t>170 million</a:t>
            </a:r>
            <a:r>
              <a:rPr lang="en-US" sz="4200">
                <a:solidFill>
                  <a:srgbClr val="000000"/>
                </a:solidFill>
                <a:latin typeface="Times New Roman"/>
                <a:ea typeface="Times New Roman"/>
                <a:cs typeface="Times New Roman"/>
                <a:sym typeface="Times New Roman"/>
              </a:rPr>
              <a:t> by 2014</a:t>
            </a:r>
          </a:p>
        </p:txBody>
      </p:sp>
      <p:sp>
        <p:nvSpPr>
          <p:cNvPr id="5" name="TextBox 5"/>
          <p:cNvSpPr txBox="1"/>
          <p:nvPr/>
        </p:nvSpPr>
        <p:spPr>
          <a:xfrm>
            <a:off x="1028700" y="3904467"/>
            <a:ext cx="4119037" cy="673608"/>
          </a:xfrm>
          <a:prstGeom prst="rect">
            <a:avLst/>
          </a:prstGeom>
        </p:spPr>
        <p:txBody>
          <a:bodyPr lIns="0" tIns="0" rIns="0" bIns="0" rtlCol="0" anchor="t">
            <a:spAutoFit/>
          </a:bodyPr>
          <a:lstStyle/>
          <a:p>
            <a:pPr algn="ctr">
              <a:lnSpc>
                <a:spcPts val="4536"/>
              </a:lnSpc>
              <a:spcBef>
                <a:spcPct val="0"/>
              </a:spcBef>
            </a:pPr>
            <a:r>
              <a:rPr lang="en-US" sz="4200" b="1">
                <a:solidFill>
                  <a:srgbClr val="000000"/>
                </a:solidFill>
                <a:latin typeface="Times New Roman Bold"/>
                <a:ea typeface="Times New Roman Bold"/>
                <a:cs typeface="Times New Roman Bold"/>
                <a:sym typeface="Times New Roman Bold"/>
              </a:rPr>
              <a:t>2.Safety statistics</a:t>
            </a:r>
          </a:p>
        </p:txBody>
      </p:sp>
      <p:sp>
        <p:nvSpPr>
          <p:cNvPr id="6" name="TextBox 6"/>
          <p:cNvSpPr txBox="1"/>
          <p:nvPr/>
        </p:nvSpPr>
        <p:spPr>
          <a:xfrm>
            <a:off x="1564144" y="4595436"/>
            <a:ext cx="16230600" cy="1245108"/>
          </a:xfrm>
          <a:prstGeom prst="rect">
            <a:avLst/>
          </a:prstGeom>
        </p:spPr>
        <p:txBody>
          <a:bodyPr lIns="0" tIns="0" rIns="0" bIns="0" rtlCol="0" anchor="t">
            <a:spAutoFit/>
          </a:bodyPr>
          <a:lstStyle/>
          <a:p>
            <a:pPr algn="l">
              <a:lnSpc>
                <a:spcPts val="4536"/>
              </a:lnSpc>
              <a:spcBef>
                <a:spcPct val="0"/>
              </a:spcBef>
            </a:pPr>
            <a:r>
              <a:rPr lang="en-US" sz="4200">
                <a:solidFill>
                  <a:srgbClr val="000000"/>
                </a:solidFill>
                <a:latin typeface="Times New Roman"/>
                <a:ea typeface="Times New Roman"/>
                <a:cs typeface="Times New Roman"/>
                <a:sym typeface="Times New Roman"/>
              </a:rPr>
              <a:t>In 2014 alone, e-bike-related crashes  results in 7,201 fatalities, accounting for 11.4% of all road traffic deaths in China.</a:t>
            </a:r>
          </a:p>
        </p:txBody>
      </p:sp>
      <p:sp>
        <p:nvSpPr>
          <p:cNvPr id="7" name="TextBox 7"/>
          <p:cNvSpPr txBox="1"/>
          <p:nvPr/>
        </p:nvSpPr>
        <p:spPr>
          <a:xfrm>
            <a:off x="1028700" y="5919329"/>
            <a:ext cx="5465760" cy="673608"/>
          </a:xfrm>
          <a:prstGeom prst="rect">
            <a:avLst/>
          </a:prstGeom>
        </p:spPr>
        <p:txBody>
          <a:bodyPr lIns="0" tIns="0" rIns="0" bIns="0" rtlCol="0" anchor="t">
            <a:spAutoFit/>
          </a:bodyPr>
          <a:lstStyle/>
          <a:p>
            <a:pPr algn="ctr">
              <a:lnSpc>
                <a:spcPts val="4536"/>
              </a:lnSpc>
              <a:spcBef>
                <a:spcPct val="0"/>
              </a:spcBef>
            </a:pPr>
            <a:r>
              <a:rPr lang="en-US" sz="4200" b="1">
                <a:solidFill>
                  <a:srgbClr val="000000"/>
                </a:solidFill>
                <a:latin typeface="Times New Roman Bold"/>
                <a:ea typeface="Times New Roman Bold"/>
                <a:cs typeface="Times New Roman Bold"/>
                <a:sym typeface="Times New Roman Bold"/>
              </a:rPr>
              <a:t>3.Risky Rider Behavior</a:t>
            </a:r>
          </a:p>
        </p:txBody>
      </p:sp>
      <p:sp>
        <p:nvSpPr>
          <p:cNvPr id="8" name="TextBox 8"/>
          <p:cNvSpPr txBox="1"/>
          <p:nvPr/>
        </p:nvSpPr>
        <p:spPr>
          <a:xfrm>
            <a:off x="1564144" y="6550564"/>
            <a:ext cx="16230600" cy="673608"/>
          </a:xfrm>
          <a:prstGeom prst="rect">
            <a:avLst/>
          </a:prstGeom>
        </p:spPr>
        <p:txBody>
          <a:bodyPr lIns="0" tIns="0" rIns="0" bIns="0" rtlCol="0" anchor="t">
            <a:spAutoFit/>
          </a:bodyPr>
          <a:lstStyle/>
          <a:p>
            <a:pPr algn="l">
              <a:lnSpc>
                <a:spcPts val="4536"/>
              </a:lnSpc>
              <a:spcBef>
                <a:spcPct val="0"/>
              </a:spcBef>
            </a:pPr>
            <a:r>
              <a:rPr lang="en-US" sz="4200">
                <a:solidFill>
                  <a:srgbClr val="000000"/>
                </a:solidFill>
                <a:latin typeface="Times New Roman"/>
                <a:ea typeface="Times New Roman"/>
                <a:cs typeface="Times New Roman"/>
                <a:sym typeface="Times New Roman"/>
              </a:rPr>
              <a:t>They don't follow traffic rules and lack safety awareness.</a:t>
            </a:r>
          </a:p>
        </p:txBody>
      </p:sp>
      <p:sp>
        <p:nvSpPr>
          <p:cNvPr id="9" name="TextBox 9"/>
          <p:cNvSpPr txBox="1"/>
          <p:nvPr/>
        </p:nvSpPr>
        <p:spPr>
          <a:xfrm>
            <a:off x="1028700" y="7421703"/>
            <a:ext cx="8353913" cy="673608"/>
          </a:xfrm>
          <a:prstGeom prst="rect">
            <a:avLst/>
          </a:prstGeom>
        </p:spPr>
        <p:txBody>
          <a:bodyPr lIns="0" tIns="0" rIns="0" bIns="0" rtlCol="0" anchor="t">
            <a:spAutoFit/>
          </a:bodyPr>
          <a:lstStyle/>
          <a:p>
            <a:pPr algn="ctr">
              <a:lnSpc>
                <a:spcPts val="4536"/>
              </a:lnSpc>
              <a:spcBef>
                <a:spcPct val="0"/>
              </a:spcBef>
            </a:pPr>
            <a:r>
              <a:rPr lang="en-US" sz="4200" b="1">
                <a:solidFill>
                  <a:srgbClr val="000000"/>
                </a:solidFill>
                <a:latin typeface="Times New Roman Bold"/>
                <a:ea typeface="Times New Roman Bold"/>
                <a:cs typeface="Times New Roman Bold"/>
                <a:sym typeface="Times New Roman Bold"/>
              </a:rPr>
              <a:t>4.Need for Comprehensive Research</a:t>
            </a:r>
          </a:p>
        </p:txBody>
      </p:sp>
      <p:sp>
        <p:nvSpPr>
          <p:cNvPr id="10" name="TextBox 10"/>
          <p:cNvSpPr txBox="1"/>
          <p:nvPr/>
        </p:nvSpPr>
        <p:spPr>
          <a:xfrm>
            <a:off x="1564144" y="8112673"/>
            <a:ext cx="15516675" cy="1245108"/>
          </a:xfrm>
          <a:prstGeom prst="rect">
            <a:avLst/>
          </a:prstGeom>
        </p:spPr>
        <p:txBody>
          <a:bodyPr lIns="0" tIns="0" rIns="0" bIns="0" rtlCol="0" anchor="t">
            <a:spAutoFit/>
          </a:bodyPr>
          <a:lstStyle/>
          <a:p>
            <a:pPr algn="l">
              <a:lnSpc>
                <a:spcPts val="4536"/>
              </a:lnSpc>
              <a:spcBef>
                <a:spcPct val="0"/>
              </a:spcBef>
            </a:pPr>
            <a:r>
              <a:rPr lang="en-US" sz="4200">
                <a:solidFill>
                  <a:srgbClr val="000000"/>
                </a:solidFill>
                <a:latin typeface="Times New Roman"/>
                <a:ea typeface="Times New Roman"/>
                <a:cs typeface="Times New Roman"/>
                <a:sym typeface="Times New Roman"/>
              </a:rPr>
              <a:t>Analyzing car accidents between people who work with e-bikes and ordinary people.</a:t>
            </a:r>
          </a:p>
        </p:txBody>
      </p:sp>
      <mc:AlternateContent xmlns:mc="http://schemas.openxmlformats.org/markup-compatibility/2006">
        <mc:Choice xmlns:p14="http://schemas.microsoft.com/office/powerpoint/2010/main" Requires="p14">
          <p:contentPart p14:bwMode="auto" r:id="rId3">
            <p14:nvContentPartPr>
              <p14:cNvPr id="11" name="筆跡 10">
                <a:extLst>
                  <a:ext uri="{FF2B5EF4-FFF2-40B4-BE49-F238E27FC236}">
                    <a16:creationId xmlns:a16="http://schemas.microsoft.com/office/drawing/2014/main" id="{9422E302-4241-1587-1077-A3118AE752AA}"/>
                  </a:ext>
                </a:extLst>
              </p14:cNvPr>
              <p14:cNvContentPartPr/>
              <p14:nvPr/>
            </p14:nvContentPartPr>
            <p14:xfrm>
              <a:off x="3562920" y="7822440"/>
              <a:ext cx="3215160" cy="227880"/>
            </p14:xfrm>
          </p:contentPart>
        </mc:Choice>
        <mc:Fallback>
          <p:pic>
            <p:nvPicPr>
              <p:cNvPr id="11" name="筆跡 10">
                <a:extLst>
                  <a:ext uri="{FF2B5EF4-FFF2-40B4-BE49-F238E27FC236}">
                    <a16:creationId xmlns:a16="http://schemas.microsoft.com/office/drawing/2014/main" id="{9422E302-4241-1587-1077-A3118AE752AA}"/>
                  </a:ext>
                </a:extLst>
              </p:cNvPr>
              <p:cNvPicPr/>
              <p:nvPr/>
            </p:nvPicPr>
            <p:blipFill>
              <a:blip r:embed="rId4"/>
              <a:stretch>
                <a:fillRect/>
              </a:stretch>
            </p:blipFill>
            <p:spPr>
              <a:xfrm>
                <a:off x="3547080" y="7759080"/>
                <a:ext cx="3246480" cy="354600"/>
              </a:xfrm>
              <a:prstGeom prst="rect">
                <a:avLst/>
              </a:prstGeom>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48740" y="981980"/>
            <a:ext cx="15590520" cy="1062609"/>
          </a:xfrm>
          <a:prstGeom prst="rect">
            <a:avLst/>
          </a:prstGeom>
        </p:spPr>
        <p:txBody>
          <a:bodyPr lIns="0" tIns="0" rIns="0" bIns="0" rtlCol="0" anchor="t">
            <a:spAutoFit/>
          </a:bodyPr>
          <a:lstStyle/>
          <a:p>
            <a:pPr algn="l">
              <a:lnSpc>
                <a:spcPts val="7128"/>
              </a:lnSpc>
            </a:pPr>
            <a:r>
              <a:rPr lang="en-US" sz="6600" b="1">
                <a:solidFill>
                  <a:srgbClr val="000000"/>
                </a:solidFill>
                <a:latin typeface="Times New Roman Bold"/>
                <a:ea typeface="Times New Roman Bold"/>
                <a:cs typeface="Times New Roman Bold"/>
                <a:sym typeface="Times New Roman Bold"/>
              </a:rPr>
              <a:t>Data</a:t>
            </a:r>
          </a:p>
        </p:txBody>
      </p:sp>
      <p:sp>
        <p:nvSpPr>
          <p:cNvPr id="3" name="TextBox 3"/>
          <p:cNvSpPr txBox="1"/>
          <p:nvPr/>
        </p:nvSpPr>
        <p:spPr>
          <a:xfrm>
            <a:off x="1207766" y="2006489"/>
            <a:ext cx="12659804" cy="673608"/>
          </a:xfrm>
          <a:prstGeom prst="rect">
            <a:avLst/>
          </a:prstGeom>
        </p:spPr>
        <p:txBody>
          <a:bodyPr lIns="0" tIns="0" rIns="0" bIns="0" rtlCol="0" anchor="t">
            <a:spAutoFit/>
          </a:bodyPr>
          <a:lstStyle/>
          <a:p>
            <a:pPr algn="ctr">
              <a:lnSpc>
                <a:spcPts val="4536"/>
              </a:lnSpc>
              <a:spcBef>
                <a:spcPct val="0"/>
              </a:spcBef>
            </a:pPr>
            <a:r>
              <a:rPr lang="en-US" sz="4200" b="1">
                <a:solidFill>
                  <a:srgbClr val="000000"/>
                </a:solidFill>
                <a:latin typeface="Times New Roman Bold"/>
                <a:ea typeface="Times New Roman Bold"/>
                <a:cs typeface="Times New Roman Bold"/>
                <a:sym typeface="Times New Roman Bold"/>
              </a:rPr>
              <a:t>From:</a:t>
            </a:r>
            <a:r>
              <a:rPr lang="en-US" sz="4200">
                <a:solidFill>
                  <a:srgbClr val="000000"/>
                </a:solidFill>
                <a:latin typeface="Times New Roman"/>
                <a:ea typeface="Times New Roman"/>
                <a:cs typeface="Times New Roman"/>
                <a:sym typeface="Times New Roman"/>
              </a:rPr>
              <a:t>Hunan Provincial Department of Traffic Police</a:t>
            </a:r>
          </a:p>
        </p:txBody>
      </p:sp>
      <p:sp>
        <p:nvSpPr>
          <p:cNvPr id="4" name="TextBox 4"/>
          <p:cNvSpPr txBox="1"/>
          <p:nvPr/>
        </p:nvSpPr>
        <p:spPr>
          <a:xfrm>
            <a:off x="1207766" y="2641997"/>
            <a:ext cx="4206279" cy="673608"/>
          </a:xfrm>
          <a:prstGeom prst="rect">
            <a:avLst/>
          </a:prstGeom>
        </p:spPr>
        <p:txBody>
          <a:bodyPr lIns="0" tIns="0" rIns="0" bIns="0" rtlCol="0" anchor="t">
            <a:spAutoFit/>
          </a:bodyPr>
          <a:lstStyle/>
          <a:p>
            <a:pPr algn="ctr">
              <a:lnSpc>
                <a:spcPts val="4536"/>
              </a:lnSpc>
              <a:spcBef>
                <a:spcPct val="0"/>
              </a:spcBef>
            </a:pPr>
            <a:r>
              <a:rPr lang="en-US" sz="4200" b="1">
                <a:solidFill>
                  <a:srgbClr val="000000"/>
                </a:solidFill>
                <a:latin typeface="Times New Roman Bold"/>
                <a:ea typeface="Times New Roman Bold"/>
                <a:cs typeface="Times New Roman Bold"/>
                <a:sym typeface="Times New Roman Bold"/>
              </a:rPr>
              <a:t>Time:</a:t>
            </a:r>
            <a:r>
              <a:rPr lang="en-US" sz="4200">
                <a:solidFill>
                  <a:srgbClr val="000000"/>
                </a:solidFill>
                <a:latin typeface="Times New Roman"/>
                <a:ea typeface="Times New Roman"/>
                <a:cs typeface="Times New Roman"/>
                <a:sym typeface="Times New Roman"/>
              </a:rPr>
              <a:t>2014~2016</a:t>
            </a:r>
          </a:p>
        </p:txBody>
      </p:sp>
      <p:sp>
        <p:nvSpPr>
          <p:cNvPr id="5" name="TextBox 5"/>
          <p:cNvSpPr txBox="1"/>
          <p:nvPr/>
        </p:nvSpPr>
        <p:spPr>
          <a:xfrm>
            <a:off x="1348740" y="3277505"/>
            <a:ext cx="2453916" cy="673608"/>
          </a:xfrm>
          <a:prstGeom prst="rect">
            <a:avLst/>
          </a:prstGeom>
        </p:spPr>
        <p:txBody>
          <a:bodyPr lIns="0" tIns="0" rIns="0" bIns="0" rtlCol="0" anchor="t">
            <a:spAutoFit/>
          </a:bodyPr>
          <a:lstStyle/>
          <a:p>
            <a:pPr algn="ctr">
              <a:lnSpc>
                <a:spcPts val="4536"/>
              </a:lnSpc>
              <a:spcBef>
                <a:spcPct val="0"/>
              </a:spcBef>
            </a:pPr>
            <a:r>
              <a:rPr lang="en-US" sz="4200" b="1">
                <a:solidFill>
                  <a:srgbClr val="000000"/>
                </a:solidFill>
                <a:latin typeface="Times New Roman Bold"/>
                <a:ea typeface="Times New Roman Bold"/>
                <a:cs typeface="Times New Roman Bold"/>
                <a:sym typeface="Times New Roman Bold"/>
              </a:rPr>
              <a:t>Attribute:</a:t>
            </a:r>
          </a:p>
        </p:txBody>
      </p:sp>
      <p:sp>
        <p:nvSpPr>
          <p:cNvPr id="6" name="TextBox 6"/>
          <p:cNvSpPr txBox="1"/>
          <p:nvPr/>
        </p:nvSpPr>
        <p:spPr>
          <a:xfrm>
            <a:off x="2279968" y="3913013"/>
            <a:ext cx="5114911" cy="2959608"/>
          </a:xfrm>
          <a:prstGeom prst="rect">
            <a:avLst/>
          </a:prstGeom>
        </p:spPr>
        <p:txBody>
          <a:bodyPr lIns="0" tIns="0" rIns="0" bIns="0" rtlCol="0" anchor="t">
            <a:spAutoFit/>
          </a:bodyPr>
          <a:lstStyle/>
          <a:p>
            <a:pPr algn="l">
              <a:lnSpc>
                <a:spcPts val="4536"/>
              </a:lnSpc>
            </a:pPr>
            <a:r>
              <a:rPr lang="en-US" sz="4200">
                <a:solidFill>
                  <a:srgbClr val="000000"/>
                </a:solidFill>
                <a:latin typeface="Times New Roman"/>
                <a:ea typeface="Times New Roman"/>
                <a:cs typeface="Times New Roman"/>
                <a:sym typeface="Times New Roman"/>
              </a:rPr>
              <a:t>1.Injury severity</a:t>
            </a:r>
          </a:p>
          <a:p>
            <a:pPr algn="l">
              <a:lnSpc>
                <a:spcPts val="4536"/>
              </a:lnSpc>
            </a:pPr>
            <a:r>
              <a:rPr lang="en-US" sz="4200">
                <a:solidFill>
                  <a:srgbClr val="000000"/>
                </a:solidFill>
                <a:latin typeface="Times New Roman"/>
                <a:ea typeface="Times New Roman"/>
                <a:cs typeface="Times New Roman"/>
                <a:sym typeface="Times New Roman"/>
              </a:rPr>
              <a:t>2.E-bike rider age</a:t>
            </a:r>
          </a:p>
          <a:p>
            <a:pPr algn="l">
              <a:lnSpc>
                <a:spcPts val="4536"/>
              </a:lnSpc>
            </a:pPr>
            <a:r>
              <a:rPr lang="en-US" sz="4200">
                <a:solidFill>
                  <a:srgbClr val="000000"/>
                </a:solidFill>
                <a:latin typeface="Times New Roman"/>
                <a:ea typeface="Times New Roman"/>
                <a:cs typeface="Times New Roman"/>
                <a:sym typeface="Times New Roman"/>
              </a:rPr>
              <a:t>3.Rider gender</a:t>
            </a:r>
          </a:p>
          <a:p>
            <a:pPr algn="l">
              <a:lnSpc>
                <a:spcPts val="4536"/>
              </a:lnSpc>
            </a:pPr>
            <a:r>
              <a:rPr lang="en-US" sz="4200">
                <a:solidFill>
                  <a:srgbClr val="000000"/>
                </a:solidFill>
                <a:latin typeface="Times New Roman"/>
                <a:ea typeface="Times New Roman"/>
                <a:cs typeface="Times New Roman"/>
                <a:sym typeface="Times New Roman"/>
              </a:rPr>
              <a:t>4.Rider occupation</a:t>
            </a:r>
          </a:p>
          <a:p>
            <a:pPr algn="l">
              <a:lnSpc>
                <a:spcPts val="4536"/>
              </a:lnSpc>
              <a:spcBef>
                <a:spcPct val="0"/>
              </a:spcBef>
            </a:pPr>
            <a:r>
              <a:rPr lang="en-US" sz="4200">
                <a:solidFill>
                  <a:srgbClr val="000000"/>
                </a:solidFill>
                <a:latin typeface="Times New Roman"/>
                <a:ea typeface="Times New Roman"/>
                <a:cs typeface="Times New Roman"/>
                <a:sym typeface="Times New Roman"/>
              </a:rPr>
              <a:t>5.Rider living region</a:t>
            </a:r>
          </a:p>
        </p:txBody>
      </p:sp>
      <p:sp>
        <p:nvSpPr>
          <p:cNvPr id="7" name="TextBox 7"/>
          <p:cNvSpPr txBox="1"/>
          <p:nvPr/>
        </p:nvSpPr>
        <p:spPr>
          <a:xfrm>
            <a:off x="2279968" y="6834521"/>
            <a:ext cx="2622798" cy="2959608"/>
          </a:xfrm>
          <a:prstGeom prst="rect">
            <a:avLst/>
          </a:prstGeom>
        </p:spPr>
        <p:txBody>
          <a:bodyPr lIns="0" tIns="0" rIns="0" bIns="0" rtlCol="0" anchor="t">
            <a:spAutoFit/>
          </a:bodyPr>
          <a:lstStyle/>
          <a:p>
            <a:pPr algn="l">
              <a:lnSpc>
                <a:spcPts val="4536"/>
              </a:lnSpc>
              <a:spcBef>
                <a:spcPct val="0"/>
              </a:spcBef>
            </a:pPr>
            <a:r>
              <a:rPr lang="en-US" sz="4200">
                <a:solidFill>
                  <a:srgbClr val="000000"/>
                </a:solidFill>
                <a:latin typeface="Times New Roman"/>
                <a:ea typeface="Times New Roman"/>
                <a:cs typeface="Times New Roman"/>
                <a:sym typeface="Times New Roman"/>
              </a:rPr>
              <a:t>6. Time</a:t>
            </a:r>
          </a:p>
          <a:p>
            <a:pPr algn="l">
              <a:lnSpc>
                <a:spcPts val="4536"/>
              </a:lnSpc>
              <a:spcBef>
                <a:spcPct val="0"/>
              </a:spcBef>
            </a:pPr>
            <a:r>
              <a:rPr lang="en-US" sz="4200">
                <a:solidFill>
                  <a:srgbClr val="000000"/>
                </a:solidFill>
                <a:latin typeface="Times New Roman"/>
                <a:ea typeface="Times New Roman"/>
                <a:cs typeface="Times New Roman"/>
                <a:sym typeface="Times New Roman"/>
              </a:rPr>
              <a:t>7.Week</a:t>
            </a:r>
          </a:p>
          <a:p>
            <a:pPr algn="l">
              <a:lnSpc>
                <a:spcPts val="4536"/>
              </a:lnSpc>
              <a:spcBef>
                <a:spcPct val="0"/>
              </a:spcBef>
            </a:pPr>
            <a:r>
              <a:rPr lang="en-US" sz="4200">
                <a:solidFill>
                  <a:srgbClr val="000000"/>
                </a:solidFill>
                <a:latin typeface="Times New Roman"/>
                <a:ea typeface="Times New Roman"/>
                <a:cs typeface="Times New Roman"/>
                <a:sym typeface="Times New Roman"/>
              </a:rPr>
              <a:t>8.Season</a:t>
            </a:r>
          </a:p>
          <a:p>
            <a:pPr algn="l">
              <a:lnSpc>
                <a:spcPts val="4536"/>
              </a:lnSpc>
              <a:spcBef>
                <a:spcPct val="0"/>
              </a:spcBef>
            </a:pPr>
            <a:r>
              <a:rPr lang="en-US" sz="4200">
                <a:solidFill>
                  <a:srgbClr val="000000"/>
                </a:solidFill>
                <a:latin typeface="Times New Roman"/>
                <a:ea typeface="Times New Roman"/>
                <a:cs typeface="Times New Roman"/>
                <a:sym typeface="Times New Roman"/>
              </a:rPr>
              <a:t>9.Weather</a:t>
            </a:r>
          </a:p>
          <a:p>
            <a:pPr algn="l">
              <a:lnSpc>
                <a:spcPts val="4536"/>
              </a:lnSpc>
              <a:spcBef>
                <a:spcPct val="0"/>
              </a:spcBef>
            </a:pPr>
            <a:r>
              <a:rPr lang="en-US" sz="4200">
                <a:solidFill>
                  <a:srgbClr val="000000"/>
                </a:solidFill>
                <a:latin typeface="Times New Roman"/>
                <a:ea typeface="Times New Roman"/>
                <a:cs typeface="Times New Roman"/>
                <a:sym typeface="Times New Roman"/>
              </a:rPr>
              <a:t>10.Lighting</a:t>
            </a:r>
          </a:p>
        </p:txBody>
      </p:sp>
      <p:sp>
        <p:nvSpPr>
          <p:cNvPr id="8" name="TextBox 8"/>
          <p:cNvSpPr txBox="1"/>
          <p:nvPr/>
        </p:nvSpPr>
        <p:spPr>
          <a:xfrm>
            <a:off x="7278059" y="3913013"/>
            <a:ext cx="14572343" cy="4102608"/>
          </a:xfrm>
          <a:prstGeom prst="rect">
            <a:avLst/>
          </a:prstGeom>
        </p:spPr>
        <p:txBody>
          <a:bodyPr lIns="0" tIns="0" rIns="0" bIns="0" rtlCol="0" anchor="t">
            <a:spAutoFit/>
          </a:bodyPr>
          <a:lstStyle/>
          <a:p>
            <a:pPr algn="l">
              <a:lnSpc>
                <a:spcPts val="4536"/>
              </a:lnSpc>
              <a:spcBef>
                <a:spcPct val="0"/>
              </a:spcBef>
            </a:pPr>
            <a:r>
              <a:rPr lang="en-US" sz="4200">
                <a:solidFill>
                  <a:srgbClr val="000000"/>
                </a:solidFill>
                <a:latin typeface="Times New Roman"/>
                <a:ea typeface="Times New Roman"/>
                <a:cs typeface="Times New Roman"/>
                <a:sym typeface="Times New Roman"/>
              </a:rPr>
              <a:t>11.Road type</a:t>
            </a:r>
          </a:p>
          <a:p>
            <a:pPr algn="l">
              <a:lnSpc>
                <a:spcPts val="4536"/>
              </a:lnSpc>
              <a:spcBef>
                <a:spcPct val="0"/>
              </a:spcBef>
            </a:pPr>
            <a:r>
              <a:rPr lang="en-US" sz="4200">
                <a:solidFill>
                  <a:srgbClr val="000000"/>
                </a:solidFill>
                <a:latin typeface="Times New Roman"/>
                <a:ea typeface="Times New Roman"/>
                <a:cs typeface="Times New Roman"/>
                <a:sym typeface="Times New Roman"/>
              </a:rPr>
              <a:t>12.Opponent vehicle type</a:t>
            </a:r>
          </a:p>
          <a:p>
            <a:pPr algn="l">
              <a:lnSpc>
                <a:spcPts val="4536"/>
              </a:lnSpc>
              <a:spcBef>
                <a:spcPct val="0"/>
              </a:spcBef>
            </a:pPr>
            <a:r>
              <a:rPr lang="en-US" sz="4200">
                <a:solidFill>
                  <a:srgbClr val="000000"/>
                </a:solidFill>
                <a:latin typeface="Times New Roman"/>
                <a:ea typeface="Times New Roman"/>
                <a:cs typeface="Times New Roman"/>
                <a:sym typeface="Times New Roman"/>
              </a:rPr>
              <a:t>13.Driver age of opponent vehicle</a:t>
            </a:r>
          </a:p>
          <a:p>
            <a:pPr algn="l">
              <a:lnSpc>
                <a:spcPts val="4536"/>
              </a:lnSpc>
              <a:spcBef>
                <a:spcPct val="0"/>
              </a:spcBef>
            </a:pPr>
            <a:r>
              <a:rPr lang="en-US" sz="4200">
                <a:solidFill>
                  <a:srgbClr val="000000"/>
                </a:solidFill>
                <a:latin typeface="Times New Roman"/>
                <a:ea typeface="Times New Roman"/>
                <a:cs typeface="Times New Roman"/>
                <a:sym typeface="Times New Roman"/>
              </a:rPr>
              <a:t>14.Driver gender of opponent vehicle</a:t>
            </a:r>
          </a:p>
          <a:p>
            <a:pPr algn="l">
              <a:lnSpc>
                <a:spcPts val="4536"/>
              </a:lnSpc>
              <a:spcBef>
                <a:spcPct val="0"/>
              </a:spcBef>
            </a:pPr>
            <a:r>
              <a:rPr lang="en-US" sz="4200">
                <a:solidFill>
                  <a:srgbClr val="000000"/>
                </a:solidFill>
                <a:latin typeface="Times New Roman"/>
                <a:ea typeface="Times New Roman"/>
                <a:cs typeface="Times New Roman"/>
                <a:sym typeface="Times New Roman"/>
              </a:rPr>
              <a:t>15.Pre-crash improper behavior of Riders</a:t>
            </a:r>
          </a:p>
          <a:p>
            <a:pPr algn="l">
              <a:lnSpc>
                <a:spcPts val="4536"/>
              </a:lnSpc>
              <a:spcBef>
                <a:spcPct val="0"/>
              </a:spcBef>
            </a:pPr>
            <a:r>
              <a:rPr lang="en-US" sz="4200">
                <a:solidFill>
                  <a:srgbClr val="000000"/>
                </a:solidFill>
                <a:latin typeface="Times New Roman"/>
                <a:ea typeface="Times New Roman"/>
                <a:cs typeface="Times New Roman"/>
                <a:sym typeface="Times New Roman"/>
              </a:rPr>
              <a:t>16. Pre-crash improper behavior of opponent</a:t>
            </a:r>
          </a:p>
          <a:p>
            <a:pPr algn="l">
              <a:lnSpc>
                <a:spcPts val="4536"/>
              </a:lnSpc>
              <a:spcBef>
                <a:spcPct val="0"/>
              </a:spcBef>
            </a:pPr>
            <a:r>
              <a:rPr lang="en-US" sz="4200">
                <a:solidFill>
                  <a:srgbClr val="000000"/>
                </a:solidFill>
                <a:latin typeface="Times New Roman"/>
                <a:ea typeface="Times New Roman"/>
                <a:cs typeface="Times New Roman"/>
                <a:sym typeface="Times New Roman"/>
              </a:rPr>
              <a:t> vehicle drivers</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44874" y="2939588"/>
            <a:ext cx="15198252" cy="4749454"/>
          </a:xfrm>
          <a:custGeom>
            <a:avLst/>
            <a:gdLst/>
            <a:ahLst/>
            <a:cxnLst/>
            <a:rect l="l" t="t" r="r" b="b"/>
            <a:pathLst>
              <a:path w="15198252" h="4749454">
                <a:moveTo>
                  <a:pt x="0" y="0"/>
                </a:moveTo>
                <a:lnTo>
                  <a:pt x="15198252" y="0"/>
                </a:lnTo>
                <a:lnTo>
                  <a:pt x="15198252" y="4749453"/>
                </a:lnTo>
                <a:lnTo>
                  <a:pt x="0" y="4749453"/>
                </a:lnTo>
                <a:lnTo>
                  <a:pt x="0" y="0"/>
                </a:lnTo>
                <a:close/>
              </a:path>
            </a:pathLst>
          </a:custGeom>
          <a:blipFill>
            <a:blip r:embed="rId3"/>
            <a:stretch>
              <a:fillRect/>
            </a:stretch>
          </a:blipFill>
        </p:spPr>
        <p:txBody>
          <a:bodyPr/>
          <a:lstStyle/>
          <a:p>
            <a:endParaRPr lang="zh-TW" altLang="en-US"/>
          </a:p>
        </p:txBody>
      </p:sp>
      <p:sp>
        <p:nvSpPr>
          <p:cNvPr id="3" name="TextBox 3"/>
          <p:cNvSpPr txBox="1"/>
          <p:nvPr/>
        </p:nvSpPr>
        <p:spPr>
          <a:xfrm>
            <a:off x="1348740" y="981980"/>
            <a:ext cx="15590520" cy="1062609"/>
          </a:xfrm>
          <a:prstGeom prst="rect">
            <a:avLst/>
          </a:prstGeom>
        </p:spPr>
        <p:txBody>
          <a:bodyPr lIns="0" tIns="0" rIns="0" bIns="0" rtlCol="0" anchor="t">
            <a:spAutoFit/>
          </a:bodyPr>
          <a:lstStyle/>
          <a:p>
            <a:pPr algn="l">
              <a:lnSpc>
                <a:spcPts val="7128"/>
              </a:lnSpc>
            </a:pPr>
            <a:r>
              <a:rPr lang="en-US" sz="6600" b="1">
                <a:solidFill>
                  <a:srgbClr val="000000"/>
                </a:solidFill>
                <a:latin typeface="Times New Roman Bold"/>
                <a:ea typeface="Times New Roman Bold"/>
                <a:cs typeface="Times New Roman Bold"/>
                <a:sym typeface="Times New Roman Bold"/>
              </a:rPr>
              <a:t>Method</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95709" y="2037150"/>
            <a:ext cx="2738671" cy="1980883"/>
          </a:xfrm>
          <a:custGeom>
            <a:avLst/>
            <a:gdLst/>
            <a:ahLst/>
            <a:cxnLst/>
            <a:rect l="l" t="t" r="r" b="b"/>
            <a:pathLst>
              <a:path w="2738671" h="1980883">
                <a:moveTo>
                  <a:pt x="0" y="0"/>
                </a:moveTo>
                <a:lnTo>
                  <a:pt x="2738671" y="0"/>
                </a:lnTo>
                <a:lnTo>
                  <a:pt x="2738671" y="1980884"/>
                </a:lnTo>
                <a:lnTo>
                  <a:pt x="0" y="1980884"/>
                </a:lnTo>
                <a:lnTo>
                  <a:pt x="0" y="0"/>
                </a:lnTo>
                <a:close/>
              </a:path>
            </a:pathLst>
          </a:custGeom>
          <a:blipFill>
            <a:blip r:embed="rId3"/>
            <a:stretch>
              <a:fillRect/>
            </a:stretch>
          </a:blipFill>
        </p:spPr>
        <p:txBody>
          <a:bodyPr/>
          <a:lstStyle/>
          <a:p>
            <a:endParaRPr lang="zh-TW" altLang="en-US"/>
          </a:p>
        </p:txBody>
      </p:sp>
      <p:graphicFrame>
        <p:nvGraphicFramePr>
          <p:cNvPr id="3" name="Table 3"/>
          <p:cNvGraphicFramePr>
            <a:graphicFrameLocks noGrp="1"/>
          </p:cNvGraphicFramePr>
          <p:nvPr/>
        </p:nvGraphicFramePr>
        <p:xfrm>
          <a:off x="6419054" y="5143500"/>
          <a:ext cx="11570398" cy="4295775"/>
        </p:xfrm>
        <a:graphic>
          <a:graphicData uri="http://schemas.openxmlformats.org/drawingml/2006/table">
            <a:tbl>
              <a:tblPr/>
              <a:tblGrid>
                <a:gridCol w="1464153">
                  <a:extLst>
                    <a:ext uri="{9D8B030D-6E8A-4147-A177-3AD203B41FA5}">
                      <a16:colId xmlns:a16="http://schemas.microsoft.com/office/drawing/2014/main" val="20000"/>
                    </a:ext>
                  </a:extLst>
                </a:gridCol>
                <a:gridCol w="1563705">
                  <a:extLst>
                    <a:ext uri="{9D8B030D-6E8A-4147-A177-3AD203B41FA5}">
                      <a16:colId xmlns:a16="http://schemas.microsoft.com/office/drawing/2014/main" val="20001"/>
                    </a:ext>
                  </a:extLst>
                </a:gridCol>
                <a:gridCol w="2134308">
                  <a:extLst>
                    <a:ext uri="{9D8B030D-6E8A-4147-A177-3AD203B41FA5}">
                      <a16:colId xmlns:a16="http://schemas.microsoft.com/office/drawing/2014/main" val="20002"/>
                    </a:ext>
                  </a:extLst>
                </a:gridCol>
                <a:gridCol w="1836431">
                  <a:extLst>
                    <a:ext uri="{9D8B030D-6E8A-4147-A177-3AD203B41FA5}">
                      <a16:colId xmlns:a16="http://schemas.microsoft.com/office/drawing/2014/main" val="20003"/>
                    </a:ext>
                  </a:extLst>
                </a:gridCol>
                <a:gridCol w="2202450">
                  <a:extLst>
                    <a:ext uri="{9D8B030D-6E8A-4147-A177-3AD203B41FA5}">
                      <a16:colId xmlns:a16="http://schemas.microsoft.com/office/drawing/2014/main" val="20004"/>
                    </a:ext>
                  </a:extLst>
                </a:gridCol>
                <a:gridCol w="2369351">
                  <a:extLst>
                    <a:ext uri="{9D8B030D-6E8A-4147-A177-3AD203B41FA5}">
                      <a16:colId xmlns:a16="http://schemas.microsoft.com/office/drawing/2014/main" val="20005"/>
                    </a:ext>
                  </a:extLst>
                </a:gridCol>
              </a:tblGrid>
              <a:tr h="1431925">
                <a:tc>
                  <a:txBody>
                    <a:bodyPr/>
                    <a:lstStyle/>
                    <a:p>
                      <a:pPr algn="ctr">
                        <a:lnSpc>
                          <a:spcPts val="3779"/>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a:solidFill>
                            <a:srgbClr val="000000"/>
                          </a:solidFill>
                          <a:latin typeface="Times New Roman"/>
                          <a:ea typeface="Times New Roman"/>
                          <a:cs typeface="Times New Roman"/>
                          <a:sym typeface="Times New Roman"/>
                        </a:rPr>
                        <a:t>Serious injury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a:solidFill>
                            <a:srgbClr val="000000"/>
                          </a:solidFill>
                          <a:latin typeface="Times New Roman"/>
                          <a:ea typeface="Times New Roman"/>
                          <a:cs typeface="Times New Roman"/>
                          <a:sym typeface="Times New Roman"/>
                        </a:rPr>
                        <a:t>Slightly injury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a:solidFill>
                            <a:srgbClr val="000000"/>
                          </a:solidFill>
                          <a:latin typeface="Times New Roman"/>
                          <a:ea typeface="Times New Roman"/>
                          <a:cs typeface="Times New Roman"/>
                          <a:sym typeface="Times New Roman"/>
                        </a:rPr>
                        <a:t>Expected value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a:solidFill>
                            <a:srgbClr val="000000"/>
                          </a:solidFill>
                          <a:latin typeface="Times New Roman"/>
                          <a:ea typeface="Times New Roman"/>
                          <a:cs typeface="Times New Roman"/>
                          <a:sym typeface="Times New Roman"/>
                        </a:rPr>
                        <a:t>Chi-square</a:t>
                      </a:r>
                      <a:endParaRPr lang="en-US" sz="1100"/>
                    </a:p>
                    <a:p>
                      <a:pPr algn="ctr">
                        <a:lnSpc>
                          <a:spcPts val="3779"/>
                        </a:lnSpc>
                      </a:pPr>
                      <a:r>
                        <a:rPr lang="en-US" sz="2699">
                          <a:solidFill>
                            <a:srgbClr val="000000"/>
                          </a:solidFill>
                          <a:latin typeface="Times New Roman"/>
                          <a:ea typeface="Times New Roman"/>
                          <a:cs typeface="Times New Roman"/>
                          <a:sym typeface="Times New Roman"/>
                        </a:rPr>
                        <a:t>(serious)</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a:solidFill>
                            <a:srgbClr val="000000"/>
                          </a:solidFill>
                          <a:latin typeface="Times New Roman"/>
                          <a:ea typeface="Times New Roman"/>
                          <a:cs typeface="Times New Roman"/>
                          <a:sym typeface="Times New Roman"/>
                        </a:rPr>
                        <a:t>Chi-square</a:t>
                      </a:r>
                      <a:endParaRPr lang="en-US" sz="1100"/>
                    </a:p>
                    <a:p>
                      <a:pPr algn="ctr">
                        <a:lnSpc>
                          <a:spcPts val="3779"/>
                        </a:lnSpc>
                      </a:pPr>
                      <a:r>
                        <a:rPr lang="en-US" sz="2699">
                          <a:solidFill>
                            <a:srgbClr val="000000"/>
                          </a:solidFill>
                          <a:latin typeface="Times New Roman"/>
                          <a:ea typeface="Times New Roman"/>
                          <a:cs typeface="Times New Roman"/>
                          <a:sym typeface="Times New Roman"/>
                        </a:rPr>
                        <a:t>(slightly)</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431925">
                <a:tc>
                  <a:txBody>
                    <a:bodyPr/>
                    <a:lstStyle/>
                    <a:p>
                      <a:pPr algn="ctr">
                        <a:lnSpc>
                          <a:spcPts val="3779"/>
                        </a:lnSpc>
                        <a:defRPr/>
                      </a:pPr>
                      <a:r>
                        <a:rPr lang="en-US" sz="2699">
                          <a:solidFill>
                            <a:srgbClr val="000000"/>
                          </a:solidFill>
                          <a:latin typeface="Times New Roman"/>
                          <a:ea typeface="Times New Roman"/>
                          <a:cs typeface="Times New Roman"/>
                          <a:sym typeface="Times New Roman"/>
                        </a:rPr>
                        <a:t>Above 55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a:solidFill>
                            <a:srgbClr val="000000"/>
                          </a:solidFill>
                          <a:latin typeface="Times New Roman"/>
                          <a:ea typeface="Times New Roman"/>
                          <a:cs typeface="Times New Roman"/>
                          <a:sym typeface="Times New Roman"/>
                        </a:rPr>
                        <a:t>452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a:solidFill>
                            <a:srgbClr val="000000"/>
                          </a:solidFill>
                          <a:latin typeface="Times New Roman"/>
                          <a:ea typeface="Times New Roman"/>
                          <a:cs typeface="Times New Roman"/>
                          <a:sym typeface="Times New Roman"/>
                        </a:rPr>
                        <a:t>150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a:solidFill>
                            <a:srgbClr val="000000"/>
                          </a:solidFill>
                          <a:latin typeface="Times New Roman"/>
                          <a:ea typeface="Times New Roman"/>
                          <a:cs typeface="Times New Roman"/>
                          <a:sym typeface="Times New Roman"/>
                        </a:rPr>
                        <a:t>301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a:solidFill>
                            <a:srgbClr val="000000"/>
                          </a:solidFill>
                          <a:latin typeface="Times New Roman"/>
                          <a:ea typeface="Times New Roman"/>
                          <a:cs typeface="Times New Roman"/>
                          <a:sym typeface="Times New Roman"/>
                        </a:rPr>
                        <a:t>8.7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a:solidFill>
                            <a:srgbClr val="000000"/>
                          </a:solidFill>
                          <a:latin typeface="Times New Roman"/>
                          <a:ea typeface="Times New Roman"/>
                          <a:cs typeface="Times New Roman"/>
                          <a:sym typeface="Times New Roman"/>
                        </a:rPr>
                        <a:t>8.7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31925">
                <a:tc>
                  <a:txBody>
                    <a:bodyPr/>
                    <a:lstStyle/>
                    <a:p>
                      <a:pPr algn="ctr">
                        <a:lnSpc>
                          <a:spcPts val="3779"/>
                        </a:lnSpc>
                        <a:defRPr/>
                      </a:pPr>
                      <a:r>
                        <a:rPr lang="en-US" sz="2699">
                          <a:solidFill>
                            <a:srgbClr val="000000"/>
                          </a:solidFill>
                          <a:latin typeface="Times New Roman"/>
                          <a:ea typeface="Times New Roman"/>
                          <a:cs typeface="Times New Roman"/>
                          <a:sym typeface="Times New Roman"/>
                        </a:rPr>
                        <a:t>Under 55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a:solidFill>
                            <a:srgbClr val="000000"/>
                          </a:solidFill>
                          <a:latin typeface="Times New Roman"/>
                          <a:ea typeface="Times New Roman"/>
                          <a:cs typeface="Times New Roman"/>
                          <a:sym typeface="Times New Roman"/>
                        </a:rPr>
                        <a:t>1012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a:solidFill>
                            <a:srgbClr val="000000"/>
                          </a:solidFill>
                          <a:latin typeface="Times New Roman"/>
                          <a:ea typeface="Times New Roman"/>
                          <a:cs typeface="Times New Roman"/>
                          <a:sym typeface="Times New Roman"/>
                        </a:rPr>
                        <a:t>146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a:solidFill>
                            <a:srgbClr val="000000"/>
                          </a:solidFill>
                          <a:latin typeface="Times New Roman"/>
                          <a:ea typeface="Times New Roman"/>
                          <a:cs typeface="Times New Roman"/>
                          <a:sym typeface="Times New Roman"/>
                        </a:rPr>
                        <a:t>579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a:solidFill>
                            <a:srgbClr val="000000"/>
                          </a:solidFill>
                          <a:latin typeface="Times New Roman"/>
                          <a:ea typeface="Times New Roman"/>
                          <a:cs typeface="Times New Roman"/>
                          <a:sym typeface="Times New Roman"/>
                        </a:rPr>
                        <a:t>17.9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a:solidFill>
                            <a:srgbClr val="000000"/>
                          </a:solidFill>
                          <a:latin typeface="Times New Roman"/>
                          <a:ea typeface="Times New Roman"/>
                          <a:cs typeface="Times New Roman"/>
                          <a:sym typeface="Times New Roman"/>
                        </a:rPr>
                        <a:t>17.9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TextBox 4"/>
          <p:cNvSpPr txBox="1"/>
          <p:nvPr/>
        </p:nvSpPr>
        <p:spPr>
          <a:xfrm>
            <a:off x="1348740" y="981980"/>
            <a:ext cx="15590520" cy="1062609"/>
          </a:xfrm>
          <a:prstGeom prst="rect">
            <a:avLst/>
          </a:prstGeom>
        </p:spPr>
        <p:txBody>
          <a:bodyPr lIns="0" tIns="0" rIns="0" bIns="0" rtlCol="0" anchor="t">
            <a:spAutoFit/>
          </a:bodyPr>
          <a:lstStyle/>
          <a:p>
            <a:pPr algn="l">
              <a:lnSpc>
                <a:spcPts val="7128"/>
              </a:lnSpc>
            </a:pPr>
            <a:r>
              <a:rPr lang="en-US" sz="6600" b="1">
                <a:solidFill>
                  <a:srgbClr val="000000"/>
                </a:solidFill>
                <a:latin typeface="Times New Roman Bold"/>
                <a:ea typeface="Times New Roman Bold"/>
                <a:cs typeface="Times New Roman Bold"/>
                <a:sym typeface="Times New Roman Bold"/>
              </a:rPr>
              <a:t>Method</a:t>
            </a:r>
          </a:p>
        </p:txBody>
      </p:sp>
      <p:sp>
        <p:nvSpPr>
          <p:cNvPr id="5" name="TextBox 5"/>
          <p:cNvSpPr txBox="1"/>
          <p:nvPr/>
        </p:nvSpPr>
        <p:spPr>
          <a:xfrm>
            <a:off x="1348740" y="1939814"/>
            <a:ext cx="2431577" cy="896620"/>
          </a:xfrm>
          <a:prstGeom prst="rect">
            <a:avLst/>
          </a:prstGeom>
        </p:spPr>
        <p:txBody>
          <a:bodyPr lIns="0" tIns="0" rIns="0" bIns="0" rtlCol="0" anchor="t">
            <a:spAutoFit/>
          </a:bodyPr>
          <a:lstStyle/>
          <a:p>
            <a:pPr algn="ctr">
              <a:lnSpc>
                <a:spcPts val="7279"/>
              </a:lnSpc>
            </a:pPr>
            <a:r>
              <a:rPr lang="en-US" sz="5199">
                <a:solidFill>
                  <a:srgbClr val="000000"/>
                </a:solidFill>
                <a:latin typeface="WenQuanYi"/>
                <a:ea typeface="WenQuanYi"/>
                <a:cs typeface="WenQuanYi"/>
                <a:sym typeface="WenQuanYi"/>
              </a:rPr>
              <a:t>CHAID:</a:t>
            </a:r>
          </a:p>
        </p:txBody>
      </p:sp>
      <p:sp>
        <p:nvSpPr>
          <p:cNvPr id="6" name="TextBox 6"/>
          <p:cNvSpPr txBox="1"/>
          <p:nvPr/>
        </p:nvSpPr>
        <p:spPr>
          <a:xfrm>
            <a:off x="1573423" y="3104831"/>
            <a:ext cx="7411469" cy="5245608"/>
          </a:xfrm>
          <a:prstGeom prst="rect">
            <a:avLst/>
          </a:prstGeom>
        </p:spPr>
        <p:txBody>
          <a:bodyPr lIns="0" tIns="0" rIns="0" bIns="0" rtlCol="0" anchor="t">
            <a:spAutoFit/>
          </a:bodyPr>
          <a:lstStyle/>
          <a:p>
            <a:pPr algn="l">
              <a:lnSpc>
                <a:spcPts val="4536"/>
              </a:lnSpc>
              <a:spcBef>
                <a:spcPct val="0"/>
              </a:spcBef>
            </a:pPr>
            <a:r>
              <a:rPr lang="en-US" sz="4200">
                <a:solidFill>
                  <a:srgbClr val="000000"/>
                </a:solidFill>
                <a:latin typeface="Times New Roman"/>
                <a:ea typeface="Times New Roman"/>
                <a:cs typeface="Times New Roman"/>
                <a:sym typeface="Times New Roman"/>
              </a:rPr>
              <a:t>Dependent valuable : </a:t>
            </a:r>
          </a:p>
          <a:p>
            <a:pPr algn="l">
              <a:lnSpc>
                <a:spcPts val="4536"/>
              </a:lnSpc>
              <a:spcBef>
                <a:spcPct val="0"/>
              </a:spcBef>
            </a:pPr>
            <a:r>
              <a:rPr lang="en-US" sz="4200">
                <a:solidFill>
                  <a:srgbClr val="000000"/>
                </a:solidFill>
                <a:latin typeface="Times New Roman"/>
                <a:ea typeface="Times New Roman"/>
                <a:cs typeface="Times New Roman"/>
                <a:sym typeface="Times New Roman"/>
              </a:rPr>
              <a:t>Injury severity</a:t>
            </a:r>
          </a:p>
          <a:p>
            <a:pPr algn="l">
              <a:lnSpc>
                <a:spcPts val="4536"/>
              </a:lnSpc>
              <a:spcBef>
                <a:spcPct val="0"/>
              </a:spcBef>
            </a:pPr>
            <a:r>
              <a:rPr lang="en-US" sz="4200">
                <a:solidFill>
                  <a:srgbClr val="000000"/>
                </a:solidFill>
                <a:latin typeface="Times New Roman"/>
                <a:ea typeface="Times New Roman"/>
                <a:cs typeface="Times New Roman"/>
                <a:sym typeface="Times New Roman"/>
              </a:rPr>
              <a:t>Independent valubable:</a:t>
            </a:r>
          </a:p>
          <a:p>
            <a:pPr algn="l">
              <a:lnSpc>
                <a:spcPts val="4536"/>
              </a:lnSpc>
              <a:spcBef>
                <a:spcPct val="0"/>
              </a:spcBef>
            </a:pPr>
            <a:r>
              <a:rPr lang="en-US" sz="4200">
                <a:solidFill>
                  <a:srgbClr val="000000"/>
                </a:solidFill>
                <a:latin typeface="Times New Roman"/>
                <a:ea typeface="Times New Roman"/>
                <a:cs typeface="Times New Roman"/>
                <a:sym typeface="Times New Roman"/>
              </a:rPr>
              <a:t>1.E-bike rider age</a:t>
            </a:r>
          </a:p>
          <a:p>
            <a:pPr algn="l">
              <a:lnSpc>
                <a:spcPts val="4536"/>
              </a:lnSpc>
              <a:spcBef>
                <a:spcPct val="0"/>
              </a:spcBef>
            </a:pPr>
            <a:r>
              <a:rPr lang="en-US" sz="4200">
                <a:solidFill>
                  <a:srgbClr val="000000"/>
                </a:solidFill>
                <a:latin typeface="Times New Roman"/>
                <a:ea typeface="Times New Roman"/>
                <a:cs typeface="Times New Roman"/>
                <a:sym typeface="Times New Roman"/>
              </a:rPr>
              <a:t>2.Rider gender</a:t>
            </a:r>
          </a:p>
          <a:p>
            <a:pPr algn="l">
              <a:lnSpc>
                <a:spcPts val="4536"/>
              </a:lnSpc>
              <a:spcBef>
                <a:spcPct val="0"/>
              </a:spcBef>
            </a:pPr>
            <a:r>
              <a:rPr lang="en-US" sz="4200">
                <a:solidFill>
                  <a:srgbClr val="000000"/>
                </a:solidFill>
                <a:latin typeface="Times New Roman"/>
                <a:ea typeface="Times New Roman"/>
                <a:cs typeface="Times New Roman"/>
                <a:sym typeface="Times New Roman"/>
              </a:rPr>
              <a:t>3.Rider occupation</a:t>
            </a:r>
          </a:p>
          <a:p>
            <a:pPr algn="l">
              <a:lnSpc>
                <a:spcPts val="4536"/>
              </a:lnSpc>
              <a:spcBef>
                <a:spcPct val="0"/>
              </a:spcBef>
            </a:pPr>
            <a:r>
              <a:rPr lang="en-US" sz="4200">
                <a:solidFill>
                  <a:srgbClr val="000000"/>
                </a:solidFill>
                <a:latin typeface="Times New Roman"/>
                <a:ea typeface="Times New Roman"/>
                <a:cs typeface="Times New Roman"/>
                <a:sym typeface="Times New Roman"/>
              </a:rPr>
              <a:t>4.Rider living region</a:t>
            </a:r>
          </a:p>
          <a:p>
            <a:pPr algn="l">
              <a:lnSpc>
                <a:spcPts val="4536"/>
              </a:lnSpc>
              <a:spcBef>
                <a:spcPct val="0"/>
              </a:spcBef>
            </a:pPr>
            <a:endParaRPr lang="en-US" sz="4200">
              <a:solidFill>
                <a:srgbClr val="000000"/>
              </a:solidFill>
              <a:latin typeface="Times New Roman"/>
              <a:ea typeface="Times New Roman"/>
              <a:cs typeface="Times New Roman"/>
              <a:sym typeface="Times New Roman"/>
            </a:endParaRPr>
          </a:p>
          <a:p>
            <a:pPr algn="l">
              <a:lnSpc>
                <a:spcPts val="4536"/>
              </a:lnSpc>
              <a:spcBef>
                <a:spcPct val="0"/>
              </a:spcBef>
            </a:pPr>
            <a:endParaRPr lang="en-US" sz="4200">
              <a:solidFill>
                <a:srgbClr val="000000"/>
              </a:solidFill>
              <a:latin typeface="Times New Roman"/>
              <a:ea typeface="Times New Roman"/>
              <a:cs typeface="Times New Roman"/>
              <a:sym typeface="Times New Roman"/>
            </a:endParaRPr>
          </a:p>
        </p:txBody>
      </p:sp>
      <p:sp>
        <p:nvSpPr>
          <p:cNvPr id="7" name="TextBox 7"/>
          <p:cNvSpPr txBox="1"/>
          <p:nvPr/>
        </p:nvSpPr>
        <p:spPr>
          <a:xfrm>
            <a:off x="9650698" y="2671738"/>
            <a:ext cx="2945011" cy="673608"/>
          </a:xfrm>
          <a:prstGeom prst="rect">
            <a:avLst/>
          </a:prstGeom>
        </p:spPr>
        <p:txBody>
          <a:bodyPr lIns="0" tIns="0" rIns="0" bIns="0" rtlCol="0" anchor="t">
            <a:spAutoFit/>
          </a:bodyPr>
          <a:lstStyle/>
          <a:p>
            <a:pPr algn="ctr">
              <a:lnSpc>
                <a:spcPts val="4536"/>
              </a:lnSpc>
              <a:spcBef>
                <a:spcPct val="0"/>
              </a:spcBef>
            </a:pPr>
            <a:r>
              <a:rPr lang="en-US" sz="4200">
                <a:solidFill>
                  <a:srgbClr val="000000"/>
                </a:solidFill>
                <a:latin typeface="Times New Roman"/>
                <a:ea typeface="Times New Roman"/>
                <a:cs typeface="Times New Roman"/>
                <a:sym typeface="Times New Roman"/>
              </a:rPr>
              <a:t>Chi-Square=</a:t>
            </a:r>
          </a:p>
        </p:txBody>
      </p:sp>
      <mc:AlternateContent xmlns:mc="http://schemas.openxmlformats.org/markup-compatibility/2006">
        <mc:Choice xmlns:p14="http://schemas.microsoft.com/office/powerpoint/2010/main" Requires="p14">
          <p:contentPart p14:bwMode="auto" r:id="rId4">
            <p14:nvContentPartPr>
              <p14:cNvPr id="8" name="筆跡 7">
                <a:extLst>
                  <a:ext uri="{FF2B5EF4-FFF2-40B4-BE49-F238E27FC236}">
                    <a16:creationId xmlns:a16="http://schemas.microsoft.com/office/drawing/2014/main" id="{E8E69348-0570-8470-5960-104B2DF94389}"/>
                  </a:ext>
                </a:extLst>
              </p14:cNvPr>
              <p14:cNvContentPartPr/>
              <p14:nvPr/>
            </p14:nvContentPartPr>
            <p14:xfrm>
              <a:off x="9724320" y="3295080"/>
              <a:ext cx="2304360" cy="54000"/>
            </p14:xfrm>
          </p:contentPart>
        </mc:Choice>
        <mc:Fallback>
          <p:pic>
            <p:nvPicPr>
              <p:cNvPr id="8" name="筆跡 7">
                <a:extLst>
                  <a:ext uri="{FF2B5EF4-FFF2-40B4-BE49-F238E27FC236}">
                    <a16:creationId xmlns:a16="http://schemas.microsoft.com/office/drawing/2014/main" id="{E8E69348-0570-8470-5960-104B2DF94389}"/>
                  </a:ext>
                </a:extLst>
              </p:cNvPr>
              <p:cNvPicPr/>
              <p:nvPr/>
            </p:nvPicPr>
            <p:blipFill>
              <a:blip r:embed="rId5"/>
              <a:stretch>
                <a:fillRect/>
              </a:stretch>
            </p:blipFill>
            <p:spPr>
              <a:xfrm>
                <a:off x="9708480" y="3231720"/>
                <a:ext cx="233568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筆跡 8">
                <a:extLst>
                  <a:ext uri="{FF2B5EF4-FFF2-40B4-BE49-F238E27FC236}">
                    <a16:creationId xmlns:a16="http://schemas.microsoft.com/office/drawing/2014/main" id="{C570E818-4C14-9BD0-AFAD-C6CB06E129FF}"/>
                  </a:ext>
                </a:extLst>
              </p14:cNvPr>
              <p14:cNvContentPartPr/>
              <p14:nvPr/>
            </p14:nvContentPartPr>
            <p14:xfrm>
              <a:off x="10273680" y="7554600"/>
              <a:ext cx="482400" cy="80640"/>
            </p14:xfrm>
          </p:contentPart>
        </mc:Choice>
        <mc:Fallback>
          <p:pic>
            <p:nvPicPr>
              <p:cNvPr id="9" name="筆跡 8">
                <a:extLst>
                  <a:ext uri="{FF2B5EF4-FFF2-40B4-BE49-F238E27FC236}">
                    <a16:creationId xmlns:a16="http://schemas.microsoft.com/office/drawing/2014/main" id="{C570E818-4C14-9BD0-AFAD-C6CB06E129FF}"/>
                  </a:ext>
                </a:extLst>
              </p:cNvPr>
              <p:cNvPicPr/>
              <p:nvPr/>
            </p:nvPicPr>
            <p:blipFill>
              <a:blip r:embed="rId7"/>
              <a:stretch>
                <a:fillRect/>
              </a:stretch>
            </p:blipFill>
            <p:spPr>
              <a:xfrm>
                <a:off x="10257840" y="7491240"/>
                <a:ext cx="51372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0" name="筆跡 9">
                <a:extLst>
                  <a:ext uri="{FF2B5EF4-FFF2-40B4-BE49-F238E27FC236}">
                    <a16:creationId xmlns:a16="http://schemas.microsoft.com/office/drawing/2014/main" id="{E2DFEAF9-4D2F-F428-485E-C085CBAA98FD}"/>
                  </a:ext>
                </a:extLst>
              </p14:cNvPr>
              <p14:cNvContentPartPr/>
              <p14:nvPr/>
            </p14:nvContentPartPr>
            <p14:xfrm>
              <a:off x="8197560" y="7541280"/>
              <a:ext cx="710280" cy="120600"/>
            </p14:xfrm>
          </p:contentPart>
        </mc:Choice>
        <mc:Fallback>
          <p:pic>
            <p:nvPicPr>
              <p:cNvPr id="10" name="筆跡 9">
                <a:extLst>
                  <a:ext uri="{FF2B5EF4-FFF2-40B4-BE49-F238E27FC236}">
                    <a16:creationId xmlns:a16="http://schemas.microsoft.com/office/drawing/2014/main" id="{E2DFEAF9-4D2F-F428-485E-C085CBAA98FD}"/>
                  </a:ext>
                </a:extLst>
              </p:cNvPr>
              <p:cNvPicPr/>
              <p:nvPr/>
            </p:nvPicPr>
            <p:blipFill>
              <a:blip r:embed="rId9"/>
              <a:stretch>
                <a:fillRect/>
              </a:stretch>
            </p:blipFill>
            <p:spPr>
              <a:xfrm>
                <a:off x="8181720" y="7477920"/>
                <a:ext cx="74160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1" name="筆跡 10">
                <a:extLst>
                  <a:ext uri="{FF2B5EF4-FFF2-40B4-BE49-F238E27FC236}">
                    <a16:creationId xmlns:a16="http://schemas.microsoft.com/office/drawing/2014/main" id="{94095D95-0805-0F82-2F0F-7D744DD254BC}"/>
                  </a:ext>
                </a:extLst>
              </p14:cNvPr>
              <p14:cNvContentPartPr/>
              <p14:nvPr/>
            </p14:nvContentPartPr>
            <p14:xfrm>
              <a:off x="12121920" y="5866920"/>
              <a:ext cx="94320" cy="13680"/>
            </p14:xfrm>
          </p:contentPart>
        </mc:Choice>
        <mc:Fallback>
          <p:pic>
            <p:nvPicPr>
              <p:cNvPr id="11" name="筆跡 10">
                <a:extLst>
                  <a:ext uri="{FF2B5EF4-FFF2-40B4-BE49-F238E27FC236}">
                    <a16:creationId xmlns:a16="http://schemas.microsoft.com/office/drawing/2014/main" id="{94095D95-0805-0F82-2F0F-7D744DD254BC}"/>
                  </a:ext>
                </a:extLst>
              </p:cNvPr>
              <p:cNvPicPr/>
              <p:nvPr/>
            </p:nvPicPr>
            <p:blipFill>
              <a:blip r:embed="rId11"/>
              <a:stretch>
                <a:fillRect/>
              </a:stretch>
            </p:blipFill>
            <p:spPr>
              <a:xfrm>
                <a:off x="12106080" y="5803560"/>
                <a:ext cx="12564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 name="筆跡 11">
                <a:extLst>
                  <a:ext uri="{FF2B5EF4-FFF2-40B4-BE49-F238E27FC236}">
                    <a16:creationId xmlns:a16="http://schemas.microsoft.com/office/drawing/2014/main" id="{06F5D060-1006-06D5-2F4D-101A8861F88C}"/>
                  </a:ext>
                </a:extLst>
              </p14:cNvPr>
              <p14:cNvContentPartPr/>
              <p14:nvPr/>
            </p14:nvContentPartPr>
            <p14:xfrm>
              <a:off x="12148920" y="5826600"/>
              <a:ext cx="723600" cy="174600"/>
            </p14:xfrm>
          </p:contentPart>
        </mc:Choice>
        <mc:Fallback>
          <p:pic>
            <p:nvPicPr>
              <p:cNvPr id="12" name="筆跡 11">
                <a:extLst>
                  <a:ext uri="{FF2B5EF4-FFF2-40B4-BE49-F238E27FC236}">
                    <a16:creationId xmlns:a16="http://schemas.microsoft.com/office/drawing/2014/main" id="{06F5D060-1006-06D5-2F4D-101A8861F88C}"/>
                  </a:ext>
                </a:extLst>
              </p:cNvPr>
              <p:cNvPicPr/>
              <p:nvPr/>
            </p:nvPicPr>
            <p:blipFill>
              <a:blip r:embed="rId13"/>
              <a:stretch>
                <a:fillRect/>
              </a:stretch>
            </p:blipFill>
            <p:spPr>
              <a:xfrm>
                <a:off x="12133080" y="5763240"/>
                <a:ext cx="75492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3" name="筆跡 12">
                <a:extLst>
                  <a:ext uri="{FF2B5EF4-FFF2-40B4-BE49-F238E27FC236}">
                    <a16:creationId xmlns:a16="http://schemas.microsoft.com/office/drawing/2014/main" id="{52E9B40B-CD2B-6289-C312-9658C492E755}"/>
                  </a:ext>
                </a:extLst>
              </p14:cNvPr>
              <p14:cNvContentPartPr/>
              <p14:nvPr/>
            </p14:nvContentPartPr>
            <p14:xfrm>
              <a:off x="12028320" y="6282000"/>
              <a:ext cx="522720" cy="360"/>
            </p14:xfrm>
          </p:contentPart>
        </mc:Choice>
        <mc:Fallback>
          <p:pic>
            <p:nvPicPr>
              <p:cNvPr id="13" name="筆跡 12">
                <a:extLst>
                  <a:ext uri="{FF2B5EF4-FFF2-40B4-BE49-F238E27FC236}">
                    <a16:creationId xmlns:a16="http://schemas.microsoft.com/office/drawing/2014/main" id="{52E9B40B-CD2B-6289-C312-9658C492E755}"/>
                  </a:ext>
                </a:extLst>
              </p:cNvPr>
              <p:cNvPicPr/>
              <p:nvPr/>
            </p:nvPicPr>
            <p:blipFill>
              <a:blip r:embed="rId15"/>
              <a:stretch>
                <a:fillRect/>
              </a:stretch>
            </p:blipFill>
            <p:spPr>
              <a:xfrm>
                <a:off x="12012480" y="6218640"/>
                <a:ext cx="55404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4" name="筆跡 13">
                <a:extLst>
                  <a:ext uri="{FF2B5EF4-FFF2-40B4-BE49-F238E27FC236}">
                    <a16:creationId xmlns:a16="http://schemas.microsoft.com/office/drawing/2014/main" id="{4F661C7E-4C52-067C-86CC-A901BE9099D3}"/>
                  </a:ext>
                </a:extLst>
              </p14:cNvPr>
              <p14:cNvContentPartPr/>
              <p14:nvPr/>
            </p14:nvContentPartPr>
            <p14:xfrm>
              <a:off x="12148920" y="6911640"/>
              <a:ext cx="1058400" cy="603000"/>
            </p14:xfrm>
          </p:contentPart>
        </mc:Choice>
        <mc:Fallback>
          <p:pic>
            <p:nvPicPr>
              <p:cNvPr id="14" name="筆跡 13">
                <a:extLst>
                  <a:ext uri="{FF2B5EF4-FFF2-40B4-BE49-F238E27FC236}">
                    <a16:creationId xmlns:a16="http://schemas.microsoft.com/office/drawing/2014/main" id="{4F661C7E-4C52-067C-86CC-A901BE9099D3}"/>
                  </a:ext>
                </a:extLst>
              </p:cNvPr>
              <p:cNvPicPr/>
              <p:nvPr/>
            </p:nvPicPr>
            <p:blipFill>
              <a:blip r:embed="rId17"/>
              <a:stretch>
                <a:fillRect/>
              </a:stretch>
            </p:blipFill>
            <p:spPr>
              <a:xfrm>
                <a:off x="12133080" y="6848280"/>
                <a:ext cx="1089720" cy="7297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5" name="筆跡 14">
                <a:extLst>
                  <a:ext uri="{FF2B5EF4-FFF2-40B4-BE49-F238E27FC236}">
                    <a16:creationId xmlns:a16="http://schemas.microsoft.com/office/drawing/2014/main" id="{47A03DB6-A3F7-F889-FD73-D6502D1F0B1D}"/>
                  </a:ext>
                </a:extLst>
              </p14:cNvPr>
              <p14:cNvContentPartPr/>
              <p14:nvPr/>
            </p14:nvContentPartPr>
            <p14:xfrm>
              <a:off x="14024160" y="6309000"/>
              <a:ext cx="777240" cy="80640"/>
            </p14:xfrm>
          </p:contentPart>
        </mc:Choice>
        <mc:Fallback>
          <p:pic>
            <p:nvPicPr>
              <p:cNvPr id="15" name="筆跡 14">
                <a:extLst>
                  <a:ext uri="{FF2B5EF4-FFF2-40B4-BE49-F238E27FC236}">
                    <a16:creationId xmlns:a16="http://schemas.microsoft.com/office/drawing/2014/main" id="{47A03DB6-A3F7-F889-FD73-D6502D1F0B1D}"/>
                  </a:ext>
                </a:extLst>
              </p:cNvPr>
              <p:cNvPicPr/>
              <p:nvPr/>
            </p:nvPicPr>
            <p:blipFill>
              <a:blip r:embed="rId19"/>
              <a:stretch>
                <a:fillRect/>
              </a:stretch>
            </p:blipFill>
            <p:spPr>
              <a:xfrm>
                <a:off x="14008320" y="6245640"/>
                <a:ext cx="80856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6" name="筆跡 15">
                <a:extLst>
                  <a:ext uri="{FF2B5EF4-FFF2-40B4-BE49-F238E27FC236}">
                    <a16:creationId xmlns:a16="http://schemas.microsoft.com/office/drawing/2014/main" id="{B0B6F79A-8756-EDCE-D185-100DF974723E}"/>
                  </a:ext>
                </a:extLst>
              </p14:cNvPr>
              <p14:cNvContentPartPr/>
              <p14:nvPr/>
            </p14:nvContentPartPr>
            <p14:xfrm>
              <a:off x="13863240" y="6965280"/>
              <a:ext cx="3442680" cy="2143440"/>
            </p14:xfrm>
          </p:contentPart>
        </mc:Choice>
        <mc:Fallback>
          <p:pic>
            <p:nvPicPr>
              <p:cNvPr id="16" name="筆跡 15">
                <a:extLst>
                  <a:ext uri="{FF2B5EF4-FFF2-40B4-BE49-F238E27FC236}">
                    <a16:creationId xmlns:a16="http://schemas.microsoft.com/office/drawing/2014/main" id="{B0B6F79A-8756-EDCE-D185-100DF974723E}"/>
                  </a:ext>
                </a:extLst>
              </p:cNvPr>
              <p:cNvPicPr/>
              <p:nvPr/>
            </p:nvPicPr>
            <p:blipFill>
              <a:blip r:embed="rId21"/>
              <a:stretch>
                <a:fillRect/>
              </a:stretch>
            </p:blipFill>
            <p:spPr>
              <a:xfrm>
                <a:off x="13847400" y="6901920"/>
                <a:ext cx="3474000" cy="2270160"/>
              </a:xfrm>
              <a:prstGeom prst="rect">
                <a:avLst/>
              </a:prstGeom>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48740" y="981980"/>
            <a:ext cx="15590520" cy="1062609"/>
          </a:xfrm>
          <a:prstGeom prst="rect">
            <a:avLst/>
          </a:prstGeom>
        </p:spPr>
        <p:txBody>
          <a:bodyPr lIns="0" tIns="0" rIns="0" bIns="0" rtlCol="0" anchor="t">
            <a:spAutoFit/>
          </a:bodyPr>
          <a:lstStyle/>
          <a:p>
            <a:pPr algn="l">
              <a:lnSpc>
                <a:spcPts val="7128"/>
              </a:lnSpc>
            </a:pPr>
            <a:r>
              <a:rPr lang="en-US" sz="6600" b="1">
                <a:solidFill>
                  <a:srgbClr val="000000"/>
                </a:solidFill>
                <a:latin typeface="Times New Roman Bold"/>
                <a:ea typeface="Times New Roman Bold"/>
                <a:cs typeface="Times New Roman Bold"/>
                <a:sym typeface="Times New Roman Bold"/>
              </a:rPr>
              <a:t>Method</a:t>
            </a:r>
          </a:p>
        </p:txBody>
      </p:sp>
      <p:sp>
        <p:nvSpPr>
          <p:cNvPr id="3" name="TextBox 3"/>
          <p:cNvSpPr txBox="1"/>
          <p:nvPr/>
        </p:nvSpPr>
        <p:spPr>
          <a:xfrm>
            <a:off x="1348740" y="1939814"/>
            <a:ext cx="9927794" cy="896620"/>
          </a:xfrm>
          <a:prstGeom prst="rect">
            <a:avLst/>
          </a:prstGeom>
        </p:spPr>
        <p:txBody>
          <a:bodyPr lIns="0" tIns="0" rIns="0" bIns="0" rtlCol="0" anchor="t">
            <a:spAutoFit/>
          </a:bodyPr>
          <a:lstStyle/>
          <a:p>
            <a:pPr algn="ctr">
              <a:lnSpc>
                <a:spcPts val="7279"/>
              </a:lnSpc>
            </a:pPr>
            <a:r>
              <a:rPr lang="en-US" sz="5199">
                <a:solidFill>
                  <a:srgbClr val="000000"/>
                </a:solidFill>
                <a:latin typeface="WenQuanYi"/>
                <a:ea typeface="WenQuanYi"/>
                <a:cs typeface="WenQuanYi"/>
                <a:sym typeface="WenQuanYi"/>
              </a:rPr>
              <a:t>Binary logestic regression model:</a:t>
            </a:r>
          </a:p>
        </p:txBody>
      </p:sp>
      <p:sp>
        <p:nvSpPr>
          <p:cNvPr id="4" name="TextBox 4"/>
          <p:cNvSpPr txBox="1"/>
          <p:nvPr/>
        </p:nvSpPr>
        <p:spPr>
          <a:xfrm>
            <a:off x="2371969" y="2798334"/>
            <a:ext cx="7411469" cy="5817108"/>
          </a:xfrm>
          <a:prstGeom prst="rect">
            <a:avLst/>
          </a:prstGeom>
        </p:spPr>
        <p:txBody>
          <a:bodyPr lIns="0" tIns="0" rIns="0" bIns="0" rtlCol="0" anchor="t">
            <a:spAutoFit/>
          </a:bodyPr>
          <a:lstStyle/>
          <a:p>
            <a:pPr algn="l">
              <a:lnSpc>
                <a:spcPts val="4536"/>
              </a:lnSpc>
              <a:spcBef>
                <a:spcPct val="0"/>
              </a:spcBef>
            </a:pPr>
            <a:r>
              <a:rPr lang="en-US" sz="4200">
                <a:solidFill>
                  <a:srgbClr val="000000"/>
                </a:solidFill>
                <a:latin typeface="Times New Roman"/>
                <a:ea typeface="Times New Roman"/>
                <a:cs typeface="Times New Roman"/>
                <a:sym typeface="Times New Roman"/>
              </a:rPr>
              <a:t>Response variable</a:t>
            </a:r>
          </a:p>
          <a:p>
            <a:pPr algn="l">
              <a:lnSpc>
                <a:spcPts val="4536"/>
              </a:lnSpc>
              <a:spcBef>
                <a:spcPct val="0"/>
              </a:spcBef>
            </a:pPr>
            <a:r>
              <a:rPr lang="en-US" sz="4200">
                <a:solidFill>
                  <a:srgbClr val="000000"/>
                </a:solidFill>
                <a:latin typeface="Times New Roman"/>
                <a:ea typeface="Times New Roman"/>
                <a:cs typeface="Times New Roman"/>
                <a:sym typeface="Times New Roman"/>
              </a:rPr>
              <a:t>Injury severity</a:t>
            </a:r>
          </a:p>
          <a:p>
            <a:pPr algn="l">
              <a:lnSpc>
                <a:spcPts val="4536"/>
              </a:lnSpc>
              <a:spcBef>
                <a:spcPct val="0"/>
              </a:spcBef>
            </a:pPr>
            <a:r>
              <a:rPr lang="en-US" sz="4200">
                <a:solidFill>
                  <a:srgbClr val="000000"/>
                </a:solidFill>
                <a:latin typeface="Times New Roman"/>
                <a:ea typeface="Times New Roman"/>
                <a:cs typeface="Times New Roman"/>
                <a:sym typeface="Times New Roman"/>
              </a:rPr>
              <a:t>Independent valubable:</a:t>
            </a:r>
          </a:p>
          <a:p>
            <a:pPr algn="l">
              <a:lnSpc>
                <a:spcPts val="4536"/>
              </a:lnSpc>
              <a:spcBef>
                <a:spcPct val="0"/>
              </a:spcBef>
            </a:pPr>
            <a:r>
              <a:rPr lang="en-US" sz="4200">
                <a:solidFill>
                  <a:srgbClr val="000000"/>
                </a:solidFill>
                <a:latin typeface="Times New Roman"/>
                <a:ea typeface="Times New Roman"/>
                <a:cs typeface="Times New Roman"/>
                <a:sym typeface="Times New Roman"/>
              </a:rPr>
              <a:t>(1) time </a:t>
            </a:r>
          </a:p>
          <a:p>
            <a:pPr algn="l">
              <a:lnSpc>
                <a:spcPts val="4536"/>
              </a:lnSpc>
              <a:spcBef>
                <a:spcPct val="0"/>
              </a:spcBef>
            </a:pPr>
            <a:r>
              <a:rPr lang="en-US" sz="4200">
                <a:solidFill>
                  <a:srgbClr val="000000"/>
                </a:solidFill>
                <a:latin typeface="Times New Roman"/>
                <a:ea typeface="Times New Roman"/>
                <a:cs typeface="Times New Roman"/>
                <a:sym typeface="Times New Roman"/>
              </a:rPr>
              <a:t>(2) week</a:t>
            </a:r>
          </a:p>
          <a:p>
            <a:pPr algn="l">
              <a:lnSpc>
                <a:spcPts val="4536"/>
              </a:lnSpc>
              <a:spcBef>
                <a:spcPct val="0"/>
              </a:spcBef>
            </a:pPr>
            <a:r>
              <a:rPr lang="en-US" sz="4200">
                <a:solidFill>
                  <a:srgbClr val="000000"/>
                </a:solidFill>
                <a:latin typeface="Times New Roman"/>
                <a:ea typeface="Times New Roman"/>
                <a:cs typeface="Times New Roman"/>
                <a:sym typeface="Times New Roman"/>
              </a:rPr>
              <a:t>(3) season</a:t>
            </a:r>
          </a:p>
          <a:p>
            <a:pPr algn="l">
              <a:lnSpc>
                <a:spcPts val="4536"/>
              </a:lnSpc>
              <a:spcBef>
                <a:spcPct val="0"/>
              </a:spcBef>
            </a:pPr>
            <a:r>
              <a:rPr lang="en-US" sz="4200">
                <a:solidFill>
                  <a:srgbClr val="000000"/>
                </a:solidFill>
                <a:latin typeface="Times New Roman"/>
                <a:ea typeface="Times New Roman"/>
                <a:cs typeface="Times New Roman"/>
                <a:sym typeface="Times New Roman"/>
              </a:rPr>
              <a:t>(4) weather </a:t>
            </a:r>
          </a:p>
          <a:p>
            <a:pPr algn="l">
              <a:lnSpc>
                <a:spcPts val="4536"/>
              </a:lnSpc>
              <a:spcBef>
                <a:spcPct val="0"/>
              </a:spcBef>
            </a:pPr>
            <a:r>
              <a:rPr lang="en-US" sz="4200">
                <a:solidFill>
                  <a:srgbClr val="000000"/>
                </a:solidFill>
                <a:latin typeface="Times New Roman"/>
                <a:ea typeface="Times New Roman"/>
                <a:cs typeface="Times New Roman"/>
                <a:sym typeface="Times New Roman"/>
              </a:rPr>
              <a:t>(5) lighting </a:t>
            </a:r>
          </a:p>
          <a:p>
            <a:pPr algn="l">
              <a:lnSpc>
                <a:spcPts val="4536"/>
              </a:lnSpc>
              <a:spcBef>
                <a:spcPct val="0"/>
              </a:spcBef>
            </a:pPr>
            <a:r>
              <a:rPr lang="en-US" sz="4200">
                <a:solidFill>
                  <a:srgbClr val="000000"/>
                </a:solidFill>
                <a:latin typeface="Times New Roman"/>
                <a:ea typeface="Times New Roman"/>
                <a:cs typeface="Times New Roman"/>
                <a:sym typeface="Times New Roman"/>
              </a:rPr>
              <a:t> </a:t>
            </a:r>
          </a:p>
          <a:p>
            <a:pPr algn="l">
              <a:lnSpc>
                <a:spcPts val="4536"/>
              </a:lnSpc>
              <a:spcBef>
                <a:spcPct val="0"/>
              </a:spcBef>
            </a:pPr>
            <a:endParaRPr lang="en-US" sz="4200">
              <a:solidFill>
                <a:srgbClr val="000000"/>
              </a:solidFill>
              <a:latin typeface="Times New Roman"/>
              <a:ea typeface="Times New Roman"/>
              <a:cs typeface="Times New Roman"/>
              <a:sym typeface="Times New Roman"/>
            </a:endParaRPr>
          </a:p>
        </p:txBody>
      </p:sp>
      <p:sp>
        <p:nvSpPr>
          <p:cNvPr id="5" name="TextBox 5"/>
          <p:cNvSpPr txBox="1"/>
          <p:nvPr/>
        </p:nvSpPr>
        <p:spPr>
          <a:xfrm>
            <a:off x="8255151" y="4520827"/>
            <a:ext cx="10032849" cy="3531108"/>
          </a:xfrm>
          <a:prstGeom prst="rect">
            <a:avLst/>
          </a:prstGeom>
        </p:spPr>
        <p:txBody>
          <a:bodyPr lIns="0" tIns="0" rIns="0" bIns="0" rtlCol="0" anchor="t">
            <a:spAutoFit/>
          </a:bodyPr>
          <a:lstStyle/>
          <a:p>
            <a:pPr algn="l">
              <a:lnSpc>
                <a:spcPts val="4536"/>
              </a:lnSpc>
              <a:spcBef>
                <a:spcPct val="0"/>
              </a:spcBef>
            </a:pPr>
            <a:r>
              <a:rPr lang="en-US" sz="4200">
                <a:solidFill>
                  <a:srgbClr val="000000"/>
                </a:solidFill>
                <a:latin typeface="Times New Roman"/>
                <a:ea typeface="Times New Roman"/>
                <a:cs typeface="Times New Roman"/>
                <a:sym typeface="Times New Roman"/>
              </a:rPr>
              <a:t>(6) road type </a:t>
            </a:r>
          </a:p>
          <a:p>
            <a:pPr algn="l">
              <a:lnSpc>
                <a:spcPts val="4536"/>
              </a:lnSpc>
              <a:spcBef>
                <a:spcPct val="0"/>
              </a:spcBef>
            </a:pPr>
            <a:r>
              <a:rPr lang="en-US" sz="4200">
                <a:solidFill>
                  <a:srgbClr val="000000"/>
                </a:solidFill>
                <a:latin typeface="Times New Roman"/>
                <a:ea typeface="Times New Roman"/>
                <a:cs typeface="Times New Roman"/>
                <a:sym typeface="Times New Roman"/>
              </a:rPr>
              <a:t>(7) opponent vehicle type</a:t>
            </a:r>
          </a:p>
          <a:p>
            <a:pPr algn="l">
              <a:lnSpc>
                <a:spcPts val="4536"/>
              </a:lnSpc>
              <a:spcBef>
                <a:spcPct val="0"/>
              </a:spcBef>
            </a:pPr>
            <a:r>
              <a:rPr lang="en-US" sz="4200">
                <a:solidFill>
                  <a:srgbClr val="000000"/>
                </a:solidFill>
                <a:latin typeface="Times New Roman"/>
                <a:ea typeface="Times New Roman"/>
                <a:cs typeface="Times New Roman"/>
                <a:sym typeface="Times New Roman"/>
              </a:rPr>
              <a:t>(8) driver age of opponent vehicle </a:t>
            </a:r>
          </a:p>
          <a:p>
            <a:pPr algn="l">
              <a:lnSpc>
                <a:spcPts val="4536"/>
              </a:lnSpc>
              <a:spcBef>
                <a:spcPct val="0"/>
              </a:spcBef>
            </a:pPr>
            <a:r>
              <a:rPr lang="en-US" sz="4200">
                <a:solidFill>
                  <a:srgbClr val="000000"/>
                </a:solidFill>
                <a:latin typeface="Times New Roman"/>
                <a:ea typeface="Times New Roman"/>
                <a:cs typeface="Times New Roman"/>
                <a:sym typeface="Times New Roman"/>
              </a:rPr>
              <a:t>(9) pre-crash improper behavior of driver</a:t>
            </a:r>
          </a:p>
          <a:p>
            <a:pPr algn="l">
              <a:lnSpc>
                <a:spcPts val="4536"/>
              </a:lnSpc>
              <a:spcBef>
                <a:spcPct val="0"/>
              </a:spcBef>
            </a:pPr>
            <a:r>
              <a:rPr lang="en-US" sz="4200">
                <a:solidFill>
                  <a:srgbClr val="000000"/>
                </a:solidFill>
                <a:latin typeface="Times New Roman"/>
                <a:ea typeface="Times New Roman"/>
                <a:cs typeface="Times New Roman"/>
                <a:sym typeface="Times New Roman"/>
              </a:rPr>
              <a:t>(10) pre-crash improper behavior of the rider</a:t>
            </a:r>
          </a:p>
        </p:txBody>
      </p:sp>
      <p:sp>
        <p:nvSpPr>
          <p:cNvPr id="6" name="TextBox 6"/>
          <p:cNvSpPr txBox="1"/>
          <p:nvPr/>
        </p:nvSpPr>
        <p:spPr>
          <a:xfrm>
            <a:off x="2371969" y="8902446"/>
            <a:ext cx="3582233" cy="673608"/>
          </a:xfrm>
          <a:prstGeom prst="rect">
            <a:avLst/>
          </a:prstGeom>
        </p:spPr>
        <p:txBody>
          <a:bodyPr lIns="0" tIns="0" rIns="0" bIns="0" rtlCol="0" anchor="t">
            <a:spAutoFit/>
          </a:bodyPr>
          <a:lstStyle/>
          <a:p>
            <a:pPr algn="ctr">
              <a:lnSpc>
                <a:spcPts val="4536"/>
              </a:lnSpc>
              <a:spcBef>
                <a:spcPct val="0"/>
              </a:spcBef>
            </a:pPr>
            <a:r>
              <a:rPr lang="en-US" sz="4200">
                <a:solidFill>
                  <a:srgbClr val="000000"/>
                </a:solidFill>
                <a:latin typeface="Times New Roman"/>
                <a:ea typeface="Times New Roman"/>
                <a:cs typeface="Times New Roman"/>
                <a:sym typeface="Times New Roman"/>
              </a:rPr>
              <a:t>delete p1&gt;0.1  </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23385" y="1195241"/>
            <a:ext cx="13980431" cy="9091759"/>
          </a:xfrm>
          <a:custGeom>
            <a:avLst/>
            <a:gdLst/>
            <a:ahLst/>
            <a:cxnLst/>
            <a:rect l="l" t="t" r="r" b="b"/>
            <a:pathLst>
              <a:path w="13980431" h="9091759">
                <a:moveTo>
                  <a:pt x="0" y="0"/>
                </a:moveTo>
                <a:lnTo>
                  <a:pt x="13980431" y="0"/>
                </a:lnTo>
                <a:lnTo>
                  <a:pt x="13980431" y="9091759"/>
                </a:lnTo>
                <a:lnTo>
                  <a:pt x="0" y="9091759"/>
                </a:lnTo>
                <a:lnTo>
                  <a:pt x="0" y="0"/>
                </a:lnTo>
                <a:close/>
              </a:path>
            </a:pathLst>
          </a:custGeom>
          <a:blipFill>
            <a:blip r:embed="rId2"/>
            <a:stretch>
              <a:fillRect l="-5528"/>
            </a:stretch>
          </a:blipFill>
        </p:spPr>
        <p:txBody>
          <a:bodyPr/>
          <a:lstStyle/>
          <a:p>
            <a:endParaRPr lang="zh-TW" altLang="en-US"/>
          </a:p>
        </p:txBody>
      </p:sp>
      <p:sp>
        <p:nvSpPr>
          <p:cNvPr id="3" name="TextBox 3"/>
          <p:cNvSpPr txBox="1"/>
          <p:nvPr/>
        </p:nvSpPr>
        <p:spPr>
          <a:xfrm>
            <a:off x="813296" y="332957"/>
            <a:ext cx="15590520" cy="1062609"/>
          </a:xfrm>
          <a:prstGeom prst="rect">
            <a:avLst/>
          </a:prstGeom>
        </p:spPr>
        <p:txBody>
          <a:bodyPr lIns="0" tIns="0" rIns="0" bIns="0" rtlCol="0" anchor="t">
            <a:spAutoFit/>
          </a:bodyPr>
          <a:lstStyle/>
          <a:p>
            <a:pPr algn="l">
              <a:lnSpc>
                <a:spcPts val="7128"/>
              </a:lnSpc>
            </a:pPr>
            <a:r>
              <a:rPr lang="en-US" sz="6600" b="1">
                <a:solidFill>
                  <a:srgbClr val="000000"/>
                </a:solidFill>
                <a:latin typeface="Times New Roman Bold"/>
                <a:ea typeface="Times New Roman Bold"/>
                <a:cs typeface="Times New Roman Bold"/>
                <a:sym typeface="Times New Roman Bold"/>
              </a:rPr>
              <a:t>Result:Logistic regression analysis</a:t>
            </a:r>
          </a:p>
        </p:txBody>
      </p:sp>
      <mc:AlternateContent xmlns:mc="http://schemas.openxmlformats.org/markup-compatibility/2006">
        <mc:Choice xmlns:p14="http://schemas.microsoft.com/office/powerpoint/2010/main" Requires="p14">
          <p:contentPart p14:bwMode="auto" r:id="rId3">
            <p14:nvContentPartPr>
              <p14:cNvPr id="4" name="筆跡 3">
                <a:extLst>
                  <a:ext uri="{FF2B5EF4-FFF2-40B4-BE49-F238E27FC236}">
                    <a16:creationId xmlns:a16="http://schemas.microsoft.com/office/drawing/2014/main" id="{3DD719ED-9252-1D8F-3281-54CA44ABAE47}"/>
                  </a:ext>
                </a:extLst>
              </p14:cNvPr>
              <p14:cNvContentPartPr/>
              <p14:nvPr/>
            </p14:nvContentPartPr>
            <p14:xfrm>
              <a:off x="12577320" y="3603240"/>
              <a:ext cx="1473840" cy="13680"/>
            </p14:xfrm>
          </p:contentPart>
        </mc:Choice>
        <mc:Fallback>
          <p:pic>
            <p:nvPicPr>
              <p:cNvPr id="4" name="筆跡 3">
                <a:extLst>
                  <a:ext uri="{FF2B5EF4-FFF2-40B4-BE49-F238E27FC236}">
                    <a16:creationId xmlns:a16="http://schemas.microsoft.com/office/drawing/2014/main" id="{3DD719ED-9252-1D8F-3281-54CA44ABAE47}"/>
                  </a:ext>
                </a:extLst>
              </p:cNvPr>
              <p:cNvPicPr/>
              <p:nvPr/>
            </p:nvPicPr>
            <p:blipFill>
              <a:blip r:embed="rId4"/>
              <a:stretch>
                <a:fillRect/>
              </a:stretch>
            </p:blipFill>
            <p:spPr>
              <a:xfrm>
                <a:off x="12561480" y="3539880"/>
                <a:ext cx="150516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筆跡 4">
                <a:extLst>
                  <a:ext uri="{FF2B5EF4-FFF2-40B4-BE49-F238E27FC236}">
                    <a16:creationId xmlns:a16="http://schemas.microsoft.com/office/drawing/2014/main" id="{84052D15-D9D9-B20B-FD82-1636E90C9E7A}"/>
                  </a:ext>
                </a:extLst>
              </p14:cNvPr>
              <p14:cNvContentPartPr/>
              <p14:nvPr/>
            </p14:nvContentPartPr>
            <p14:xfrm>
              <a:off x="4848840" y="3603240"/>
              <a:ext cx="1286280" cy="107280"/>
            </p14:xfrm>
          </p:contentPart>
        </mc:Choice>
        <mc:Fallback>
          <p:pic>
            <p:nvPicPr>
              <p:cNvPr id="5" name="筆跡 4">
                <a:extLst>
                  <a:ext uri="{FF2B5EF4-FFF2-40B4-BE49-F238E27FC236}">
                    <a16:creationId xmlns:a16="http://schemas.microsoft.com/office/drawing/2014/main" id="{84052D15-D9D9-B20B-FD82-1636E90C9E7A}"/>
                  </a:ext>
                </a:extLst>
              </p:cNvPr>
              <p:cNvPicPr/>
              <p:nvPr/>
            </p:nvPicPr>
            <p:blipFill>
              <a:blip r:embed="rId6"/>
              <a:stretch>
                <a:fillRect/>
              </a:stretch>
            </p:blipFill>
            <p:spPr>
              <a:xfrm>
                <a:off x="4833000" y="3539880"/>
                <a:ext cx="131760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筆跡 5">
                <a:extLst>
                  <a:ext uri="{FF2B5EF4-FFF2-40B4-BE49-F238E27FC236}">
                    <a16:creationId xmlns:a16="http://schemas.microsoft.com/office/drawing/2014/main" id="{2B637E2B-DCE2-0D3B-F73E-82EB5693BD68}"/>
                  </a:ext>
                </a:extLst>
              </p14:cNvPr>
              <p14:cNvContentPartPr/>
              <p14:nvPr/>
            </p14:nvContentPartPr>
            <p14:xfrm>
              <a:off x="8492040" y="3924720"/>
              <a:ext cx="1996200" cy="53640"/>
            </p14:xfrm>
          </p:contentPart>
        </mc:Choice>
        <mc:Fallback>
          <p:pic>
            <p:nvPicPr>
              <p:cNvPr id="6" name="筆跡 5">
                <a:extLst>
                  <a:ext uri="{FF2B5EF4-FFF2-40B4-BE49-F238E27FC236}">
                    <a16:creationId xmlns:a16="http://schemas.microsoft.com/office/drawing/2014/main" id="{2B637E2B-DCE2-0D3B-F73E-82EB5693BD68}"/>
                  </a:ext>
                </a:extLst>
              </p:cNvPr>
              <p:cNvPicPr/>
              <p:nvPr/>
            </p:nvPicPr>
            <p:blipFill>
              <a:blip r:embed="rId8"/>
              <a:stretch>
                <a:fillRect/>
              </a:stretch>
            </p:blipFill>
            <p:spPr>
              <a:xfrm>
                <a:off x="8476200" y="3861360"/>
                <a:ext cx="202752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筆跡 6">
                <a:extLst>
                  <a:ext uri="{FF2B5EF4-FFF2-40B4-BE49-F238E27FC236}">
                    <a16:creationId xmlns:a16="http://schemas.microsoft.com/office/drawing/2014/main" id="{F484DED7-F572-C3BC-C07F-ECAEEA4523FE}"/>
                  </a:ext>
                </a:extLst>
              </p14:cNvPr>
              <p14:cNvContentPartPr/>
              <p14:nvPr/>
            </p14:nvContentPartPr>
            <p14:xfrm>
              <a:off x="13180320" y="4540680"/>
              <a:ext cx="402120" cy="295200"/>
            </p14:xfrm>
          </p:contentPart>
        </mc:Choice>
        <mc:Fallback>
          <p:pic>
            <p:nvPicPr>
              <p:cNvPr id="7" name="筆跡 6">
                <a:extLst>
                  <a:ext uri="{FF2B5EF4-FFF2-40B4-BE49-F238E27FC236}">
                    <a16:creationId xmlns:a16="http://schemas.microsoft.com/office/drawing/2014/main" id="{F484DED7-F572-C3BC-C07F-ECAEEA4523FE}"/>
                  </a:ext>
                </a:extLst>
              </p:cNvPr>
              <p:cNvPicPr/>
              <p:nvPr/>
            </p:nvPicPr>
            <p:blipFill>
              <a:blip r:embed="rId10"/>
              <a:stretch>
                <a:fillRect/>
              </a:stretch>
            </p:blipFill>
            <p:spPr>
              <a:xfrm>
                <a:off x="13164480" y="4477320"/>
                <a:ext cx="433440" cy="4219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筆跡 7">
                <a:extLst>
                  <a:ext uri="{FF2B5EF4-FFF2-40B4-BE49-F238E27FC236}">
                    <a16:creationId xmlns:a16="http://schemas.microsoft.com/office/drawing/2014/main" id="{F7CC488A-9644-6C3E-78C8-8EEC1EC2DA2B}"/>
                  </a:ext>
                </a:extLst>
              </p14:cNvPr>
              <p14:cNvContentPartPr/>
              <p14:nvPr/>
            </p14:nvContentPartPr>
            <p14:xfrm>
              <a:off x="5143320" y="4460400"/>
              <a:ext cx="938160" cy="496080"/>
            </p14:xfrm>
          </p:contentPart>
        </mc:Choice>
        <mc:Fallback>
          <p:pic>
            <p:nvPicPr>
              <p:cNvPr id="8" name="筆跡 7">
                <a:extLst>
                  <a:ext uri="{FF2B5EF4-FFF2-40B4-BE49-F238E27FC236}">
                    <a16:creationId xmlns:a16="http://schemas.microsoft.com/office/drawing/2014/main" id="{F7CC488A-9644-6C3E-78C8-8EEC1EC2DA2B}"/>
                  </a:ext>
                </a:extLst>
              </p:cNvPr>
              <p:cNvPicPr/>
              <p:nvPr/>
            </p:nvPicPr>
            <p:blipFill>
              <a:blip r:embed="rId12"/>
              <a:stretch>
                <a:fillRect/>
              </a:stretch>
            </p:blipFill>
            <p:spPr>
              <a:xfrm>
                <a:off x="5127480" y="4397040"/>
                <a:ext cx="969480" cy="6228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筆跡 8">
                <a:extLst>
                  <a:ext uri="{FF2B5EF4-FFF2-40B4-BE49-F238E27FC236}">
                    <a16:creationId xmlns:a16="http://schemas.microsoft.com/office/drawing/2014/main" id="{66D64824-44AF-1DEA-4748-741ADABDAC0E}"/>
                  </a:ext>
                </a:extLst>
              </p14:cNvPr>
              <p14:cNvContentPartPr/>
              <p14:nvPr/>
            </p14:nvContentPartPr>
            <p14:xfrm>
              <a:off x="4594320" y="6067800"/>
              <a:ext cx="1768320" cy="13680"/>
            </p14:xfrm>
          </p:contentPart>
        </mc:Choice>
        <mc:Fallback>
          <p:pic>
            <p:nvPicPr>
              <p:cNvPr id="9" name="筆跡 8">
                <a:extLst>
                  <a:ext uri="{FF2B5EF4-FFF2-40B4-BE49-F238E27FC236}">
                    <a16:creationId xmlns:a16="http://schemas.microsoft.com/office/drawing/2014/main" id="{66D64824-44AF-1DEA-4748-741ADABDAC0E}"/>
                  </a:ext>
                </a:extLst>
              </p:cNvPr>
              <p:cNvPicPr/>
              <p:nvPr/>
            </p:nvPicPr>
            <p:blipFill>
              <a:blip r:embed="rId14"/>
              <a:stretch>
                <a:fillRect/>
              </a:stretch>
            </p:blipFill>
            <p:spPr>
              <a:xfrm>
                <a:off x="4578480" y="6004440"/>
                <a:ext cx="179964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筆跡 9">
                <a:extLst>
                  <a:ext uri="{FF2B5EF4-FFF2-40B4-BE49-F238E27FC236}">
                    <a16:creationId xmlns:a16="http://schemas.microsoft.com/office/drawing/2014/main" id="{6D7AC299-894E-4C74-D4ED-90146D72D638}"/>
                  </a:ext>
                </a:extLst>
              </p14:cNvPr>
              <p14:cNvContentPartPr/>
              <p14:nvPr/>
            </p14:nvContentPartPr>
            <p14:xfrm>
              <a:off x="7259760" y="6670440"/>
              <a:ext cx="442440" cy="295200"/>
            </p14:xfrm>
          </p:contentPart>
        </mc:Choice>
        <mc:Fallback>
          <p:pic>
            <p:nvPicPr>
              <p:cNvPr id="10" name="筆跡 9">
                <a:extLst>
                  <a:ext uri="{FF2B5EF4-FFF2-40B4-BE49-F238E27FC236}">
                    <a16:creationId xmlns:a16="http://schemas.microsoft.com/office/drawing/2014/main" id="{6D7AC299-894E-4C74-D4ED-90146D72D638}"/>
                  </a:ext>
                </a:extLst>
              </p:cNvPr>
              <p:cNvPicPr/>
              <p:nvPr/>
            </p:nvPicPr>
            <p:blipFill>
              <a:blip r:embed="rId16"/>
              <a:stretch>
                <a:fillRect/>
              </a:stretch>
            </p:blipFill>
            <p:spPr>
              <a:xfrm>
                <a:off x="7243920" y="6607080"/>
                <a:ext cx="473760" cy="4219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筆跡 10">
                <a:extLst>
                  <a:ext uri="{FF2B5EF4-FFF2-40B4-BE49-F238E27FC236}">
                    <a16:creationId xmlns:a16="http://schemas.microsoft.com/office/drawing/2014/main" id="{D0100360-F117-5E43-6095-2BE07BA5B508}"/>
                  </a:ext>
                </a:extLst>
              </p14:cNvPr>
              <p14:cNvContentPartPr/>
              <p14:nvPr/>
            </p14:nvContentPartPr>
            <p14:xfrm>
              <a:off x="3228120" y="6670440"/>
              <a:ext cx="522720" cy="308520"/>
            </p14:xfrm>
          </p:contentPart>
        </mc:Choice>
        <mc:Fallback>
          <p:pic>
            <p:nvPicPr>
              <p:cNvPr id="11" name="筆跡 10">
                <a:extLst>
                  <a:ext uri="{FF2B5EF4-FFF2-40B4-BE49-F238E27FC236}">
                    <a16:creationId xmlns:a16="http://schemas.microsoft.com/office/drawing/2014/main" id="{D0100360-F117-5E43-6095-2BE07BA5B508}"/>
                  </a:ext>
                </a:extLst>
              </p:cNvPr>
              <p:cNvPicPr/>
              <p:nvPr/>
            </p:nvPicPr>
            <p:blipFill>
              <a:blip r:embed="rId18"/>
              <a:stretch>
                <a:fillRect/>
              </a:stretch>
            </p:blipFill>
            <p:spPr>
              <a:xfrm>
                <a:off x="3212280" y="6607080"/>
                <a:ext cx="554040" cy="4352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筆跡 11">
                <a:extLst>
                  <a:ext uri="{FF2B5EF4-FFF2-40B4-BE49-F238E27FC236}">
                    <a16:creationId xmlns:a16="http://schemas.microsoft.com/office/drawing/2014/main" id="{CD6C215D-E059-94C3-9987-8BF3F4A38278}"/>
                  </a:ext>
                </a:extLst>
              </p14:cNvPr>
              <p14:cNvContentPartPr/>
              <p14:nvPr/>
            </p14:nvContentPartPr>
            <p14:xfrm>
              <a:off x="7902720" y="7233120"/>
              <a:ext cx="254880" cy="360"/>
            </p14:xfrm>
          </p:contentPart>
        </mc:Choice>
        <mc:Fallback>
          <p:pic>
            <p:nvPicPr>
              <p:cNvPr id="12" name="筆跡 11">
                <a:extLst>
                  <a:ext uri="{FF2B5EF4-FFF2-40B4-BE49-F238E27FC236}">
                    <a16:creationId xmlns:a16="http://schemas.microsoft.com/office/drawing/2014/main" id="{CD6C215D-E059-94C3-9987-8BF3F4A38278}"/>
                  </a:ext>
                </a:extLst>
              </p:cNvPr>
              <p:cNvPicPr/>
              <p:nvPr/>
            </p:nvPicPr>
            <p:blipFill>
              <a:blip r:embed="rId20"/>
              <a:stretch>
                <a:fillRect/>
              </a:stretch>
            </p:blipFill>
            <p:spPr>
              <a:xfrm>
                <a:off x="7886880" y="7169760"/>
                <a:ext cx="28620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3" name="筆跡 12">
                <a:extLst>
                  <a:ext uri="{FF2B5EF4-FFF2-40B4-BE49-F238E27FC236}">
                    <a16:creationId xmlns:a16="http://schemas.microsoft.com/office/drawing/2014/main" id="{400B94BD-65D5-C567-D997-D34866534304}"/>
                  </a:ext>
                </a:extLst>
              </p14:cNvPr>
              <p14:cNvContentPartPr/>
              <p14:nvPr/>
            </p14:nvContentPartPr>
            <p14:xfrm>
              <a:off x="11117520" y="5880240"/>
              <a:ext cx="576360" cy="27000"/>
            </p14:xfrm>
          </p:contentPart>
        </mc:Choice>
        <mc:Fallback>
          <p:pic>
            <p:nvPicPr>
              <p:cNvPr id="13" name="筆跡 12">
                <a:extLst>
                  <a:ext uri="{FF2B5EF4-FFF2-40B4-BE49-F238E27FC236}">
                    <a16:creationId xmlns:a16="http://schemas.microsoft.com/office/drawing/2014/main" id="{400B94BD-65D5-C567-D997-D34866534304}"/>
                  </a:ext>
                </a:extLst>
              </p:cNvPr>
              <p:cNvPicPr/>
              <p:nvPr/>
            </p:nvPicPr>
            <p:blipFill>
              <a:blip r:embed="rId22"/>
              <a:stretch>
                <a:fillRect/>
              </a:stretch>
            </p:blipFill>
            <p:spPr>
              <a:xfrm>
                <a:off x="11101680" y="5816880"/>
                <a:ext cx="60768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 name="筆跡 13">
                <a:extLst>
                  <a:ext uri="{FF2B5EF4-FFF2-40B4-BE49-F238E27FC236}">
                    <a16:creationId xmlns:a16="http://schemas.microsoft.com/office/drawing/2014/main" id="{B5547180-27AD-4523-54C0-9A57B707F4B0}"/>
                  </a:ext>
                </a:extLst>
              </p14:cNvPr>
              <p14:cNvContentPartPr/>
              <p14:nvPr/>
            </p14:nvContentPartPr>
            <p14:xfrm>
              <a:off x="15122520" y="5880240"/>
              <a:ext cx="522720" cy="54000"/>
            </p14:xfrm>
          </p:contentPart>
        </mc:Choice>
        <mc:Fallback>
          <p:pic>
            <p:nvPicPr>
              <p:cNvPr id="14" name="筆跡 13">
                <a:extLst>
                  <a:ext uri="{FF2B5EF4-FFF2-40B4-BE49-F238E27FC236}">
                    <a16:creationId xmlns:a16="http://schemas.microsoft.com/office/drawing/2014/main" id="{B5547180-27AD-4523-54C0-9A57B707F4B0}"/>
                  </a:ext>
                </a:extLst>
              </p:cNvPr>
              <p:cNvPicPr/>
              <p:nvPr/>
            </p:nvPicPr>
            <p:blipFill>
              <a:blip r:embed="rId24"/>
              <a:stretch>
                <a:fillRect/>
              </a:stretch>
            </p:blipFill>
            <p:spPr>
              <a:xfrm>
                <a:off x="15106680" y="5816880"/>
                <a:ext cx="55404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5" name="筆跡 14">
                <a:extLst>
                  <a:ext uri="{FF2B5EF4-FFF2-40B4-BE49-F238E27FC236}">
                    <a16:creationId xmlns:a16="http://schemas.microsoft.com/office/drawing/2014/main" id="{D11E4222-DD52-3FAA-799A-8DC61B26F0B0}"/>
                  </a:ext>
                </a:extLst>
              </p14:cNvPr>
              <p14:cNvContentPartPr/>
              <p14:nvPr/>
            </p14:nvContentPartPr>
            <p14:xfrm>
              <a:off x="11104200" y="6670440"/>
              <a:ext cx="710280" cy="362160"/>
            </p14:xfrm>
          </p:contentPart>
        </mc:Choice>
        <mc:Fallback>
          <p:pic>
            <p:nvPicPr>
              <p:cNvPr id="15" name="筆跡 14">
                <a:extLst>
                  <a:ext uri="{FF2B5EF4-FFF2-40B4-BE49-F238E27FC236}">
                    <a16:creationId xmlns:a16="http://schemas.microsoft.com/office/drawing/2014/main" id="{D11E4222-DD52-3FAA-799A-8DC61B26F0B0}"/>
                  </a:ext>
                </a:extLst>
              </p:cNvPr>
              <p:cNvPicPr/>
              <p:nvPr/>
            </p:nvPicPr>
            <p:blipFill>
              <a:blip r:embed="rId26"/>
              <a:stretch>
                <a:fillRect/>
              </a:stretch>
            </p:blipFill>
            <p:spPr>
              <a:xfrm>
                <a:off x="11088360" y="6607080"/>
                <a:ext cx="741600" cy="4888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6" name="筆跡 15">
                <a:extLst>
                  <a:ext uri="{FF2B5EF4-FFF2-40B4-BE49-F238E27FC236}">
                    <a16:creationId xmlns:a16="http://schemas.microsoft.com/office/drawing/2014/main" id="{3AC2A736-1418-04A1-D599-CD802FEB8638}"/>
                  </a:ext>
                </a:extLst>
              </p14:cNvPr>
              <p14:cNvContentPartPr/>
              <p14:nvPr/>
            </p14:nvContentPartPr>
            <p14:xfrm>
              <a:off x="15122520" y="6710760"/>
              <a:ext cx="509400" cy="308160"/>
            </p14:xfrm>
          </p:contentPart>
        </mc:Choice>
        <mc:Fallback>
          <p:pic>
            <p:nvPicPr>
              <p:cNvPr id="16" name="筆跡 15">
                <a:extLst>
                  <a:ext uri="{FF2B5EF4-FFF2-40B4-BE49-F238E27FC236}">
                    <a16:creationId xmlns:a16="http://schemas.microsoft.com/office/drawing/2014/main" id="{3AC2A736-1418-04A1-D599-CD802FEB8638}"/>
                  </a:ext>
                </a:extLst>
              </p:cNvPr>
              <p:cNvPicPr/>
              <p:nvPr/>
            </p:nvPicPr>
            <p:blipFill>
              <a:blip r:embed="rId28"/>
              <a:stretch>
                <a:fillRect/>
              </a:stretch>
            </p:blipFill>
            <p:spPr>
              <a:xfrm>
                <a:off x="15106680" y="6647400"/>
                <a:ext cx="540720" cy="4348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7" name="筆跡 16">
                <a:extLst>
                  <a:ext uri="{FF2B5EF4-FFF2-40B4-BE49-F238E27FC236}">
                    <a16:creationId xmlns:a16="http://schemas.microsoft.com/office/drawing/2014/main" id="{9E3F2725-DF85-0396-15D6-EF0FC5E7974D}"/>
                  </a:ext>
                </a:extLst>
              </p14:cNvPr>
              <p14:cNvContentPartPr/>
              <p14:nvPr/>
            </p14:nvContentPartPr>
            <p14:xfrm>
              <a:off x="12430080" y="8291160"/>
              <a:ext cx="2170440" cy="120960"/>
            </p14:xfrm>
          </p:contentPart>
        </mc:Choice>
        <mc:Fallback>
          <p:pic>
            <p:nvPicPr>
              <p:cNvPr id="17" name="筆跡 16">
                <a:extLst>
                  <a:ext uri="{FF2B5EF4-FFF2-40B4-BE49-F238E27FC236}">
                    <a16:creationId xmlns:a16="http://schemas.microsoft.com/office/drawing/2014/main" id="{9E3F2725-DF85-0396-15D6-EF0FC5E7974D}"/>
                  </a:ext>
                </a:extLst>
              </p:cNvPr>
              <p:cNvPicPr/>
              <p:nvPr/>
            </p:nvPicPr>
            <p:blipFill>
              <a:blip r:embed="rId30"/>
              <a:stretch>
                <a:fillRect/>
              </a:stretch>
            </p:blipFill>
            <p:spPr>
              <a:xfrm>
                <a:off x="12414240" y="8227800"/>
                <a:ext cx="220176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8" name="筆跡 17">
                <a:extLst>
                  <a:ext uri="{FF2B5EF4-FFF2-40B4-BE49-F238E27FC236}">
                    <a16:creationId xmlns:a16="http://schemas.microsoft.com/office/drawing/2014/main" id="{AB48CEB0-C9B5-2B0F-3143-D2358BFEAD5F}"/>
                  </a:ext>
                </a:extLst>
              </p14:cNvPr>
              <p14:cNvContentPartPr/>
              <p14:nvPr/>
            </p14:nvContentPartPr>
            <p14:xfrm>
              <a:off x="13126680" y="9054720"/>
              <a:ext cx="603000" cy="335160"/>
            </p14:xfrm>
          </p:contentPart>
        </mc:Choice>
        <mc:Fallback>
          <p:pic>
            <p:nvPicPr>
              <p:cNvPr id="18" name="筆跡 17">
                <a:extLst>
                  <a:ext uri="{FF2B5EF4-FFF2-40B4-BE49-F238E27FC236}">
                    <a16:creationId xmlns:a16="http://schemas.microsoft.com/office/drawing/2014/main" id="{AB48CEB0-C9B5-2B0F-3143-D2358BFEAD5F}"/>
                  </a:ext>
                </a:extLst>
              </p:cNvPr>
              <p:cNvPicPr/>
              <p:nvPr/>
            </p:nvPicPr>
            <p:blipFill>
              <a:blip r:embed="rId32"/>
              <a:stretch>
                <a:fillRect/>
              </a:stretch>
            </p:blipFill>
            <p:spPr>
              <a:xfrm>
                <a:off x="13110840" y="8991360"/>
                <a:ext cx="634320" cy="4618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9" name="筆跡 18">
                <a:extLst>
                  <a:ext uri="{FF2B5EF4-FFF2-40B4-BE49-F238E27FC236}">
                    <a16:creationId xmlns:a16="http://schemas.microsoft.com/office/drawing/2014/main" id="{91C03D7A-B56D-A954-3827-401A0386038C}"/>
                  </a:ext>
                </a:extLst>
              </p14:cNvPr>
              <p14:cNvContentPartPr/>
              <p14:nvPr/>
            </p14:nvContentPartPr>
            <p14:xfrm>
              <a:off x="8452080" y="8197560"/>
              <a:ext cx="1728000" cy="27000"/>
            </p14:xfrm>
          </p:contentPart>
        </mc:Choice>
        <mc:Fallback>
          <p:pic>
            <p:nvPicPr>
              <p:cNvPr id="19" name="筆跡 18">
                <a:extLst>
                  <a:ext uri="{FF2B5EF4-FFF2-40B4-BE49-F238E27FC236}">
                    <a16:creationId xmlns:a16="http://schemas.microsoft.com/office/drawing/2014/main" id="{91C03D7A-B56D-A954-3827-401A0386038C}"/>
                  </a:ext>
                </a:extLst>
              </p:cNvPr>
              <p:cNvPicPr/>
              <p:nvPr/>
            </p:nvPicPr>
            <p:blipFill>
              <a:blip r:embed="rId34"/>
              <a:stretch>
                <a:fillRect/>
              </a:stretch>
            </p:blipFill>
            <p:spPr>
              <a:xfrm>
                <a:off x="8436240" y="8134200"/>
                <a:ext cx="175932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0" name="筆跡 19">
                <a:extLst>
                  <a:ext uri="{FF2B5EF4-FFF2-40B4-BE49-F238E27FC236}">
                    <a16:creationId xmlns:a16="http://schemas.microsoft.com/office/drawing/2014/main" id="{BC5A9729-F4CE-6952-572E-356683310FB1}"/>
                  </a:ext>
                </a:extLst>
              </p14:cNvPr>
              <p14:cNvContentPartPr/>
              <p14:nvPr/>
            </p14:nvContentPartPr>
            <p14:xfrm>
              <a:off x="8961120" y="8974440"/>
              <a:ext cx="830520" cy="308160"/>
            </p14:xfrm>
          </p:contentPart>
        </mc:Choice>
        <mc:Fallback>
          <p:pic>
            <p:nvPicPr>
              <p:cNvPr id="20" name="筆跡 19">
                <a:extLst>
                  <a:ext uri="{FF2B5EF4-FFF2-40B4-BE49-F238E27FC236}">
                    <a16:creationId xmlns:a16="http://schemas.microsoft.com/office/drawing/2014/main" id="{BC5A9729-F4CE-6952-572E-356683310FB1}"/>
                  </a:ext>
                </a:extLst>
              </p:cNvPr>
              <p:cNvPicPr/>
              <p:nvPr/>
            </p:nvPicPr>
            <p:blipFill>
              <a:blip r:embed="rId36"/>
              <a:stretch>
                <a:fillRect/>
              </a:stretch>
            </p:blipFill>
            <p:spPr>
              <a:xfrm>
                <a:off x="8945280" y="8911080"/>
                <a:ext cx="861840" cy="434880"/>
              </a:xfrm>
              <a:prstGeom prst="rect">
                <a:avLst/>
              </a:prstGeom>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13296" y="332957"/>
            <a:ext cx="15590520" cy="1062609"/>
          </a:xfrm>
          <a:prstGeom prst="rect">
            <a:avLst/>
          </a:prstGeom>
        </p:spPr>
        <p:txBody>
          <a:bodyPr lIns="0" tIns="0" rIns="0" bIns="0" rtlCol="0" anchor="t">
            <a:spAutoFit/>
          </a:bodyPr>
          <a:lstStyle/>
          <a:p>
            <a:pPr algn="l">
              <a:lnSpc>
                <a:spcPts val="7128"/>
              </a:lnSpc>
            </a:pPr>
            <a:r>
              <a:rPr lang="en-US" sz="6600" b="1">
                <a:solidFill>
                  <a:srgbClr val="000000"/>
                </a:solidFill>
                <a:latin typeface="Times New Roman Bold"/>
                <a:ea typeface="Times New Roman Bold"/>
                <a:cs typeface="Times New Roman Bold"/>
                <a:sym typeface="Times New Roman Bold"/>
              </a:rPr>
              <a:t>Result:CHAID classification tree</a:t>
            </a:r>
          </a:p>
        </p:txBody>
      </p:sp>
      <p:sp>
        <p:nvSpPr>
          <p:cNvPr id="3" name="TextBox 3"/>
          <p:cNvSpPr txBox="1"/>
          <p:nvPr/>
        </p:nvSpPr>
        <p:spPr>
          <a:xfrm>
            <a:off x="927555" y="3073146"/>
            <a:ext cx="16432890" cy="3531108"/>
          </a:xfrm>
          <a:prstGeom prst="rect">
            <a:avLst/>
          </a:prstGeom>
        </p:spPr>
        <p:txBody>
          <a:bodyPr lIns="0" tIns="0" rIns="0" bIns="0" rtlCol="0" anchor="t">
            <a:spAutoFit/>
          </a:bodyPr>
          <a:lstStyle/>
          <a:p>
            <a:pPr algn="l">
              <a:lnSpc>
                <a:spcPts val="4536"/>
              </a:lnSpc>
            </a:pPr>
            <a:r>
              <a:rPr lang="en-US" sz="4200">
                <a:solidFill>
                  <a:srgbClr val="000000"/>
                </a:solidFill>
                <a:latin typeface="Times New Roman"/>
                <a:ea typeface="Times New Roman"/>
                <a:cs typeface="Times New Roman"/>
                <a:sym typeface="Times New Roman"/>
              </a:rPr>
              <a:t>1.under 55  + occupationl rider (lowest serious injury rate)</a:t>
            </a:r>
          </a:p>
          <a:p>
            <a:pPr algn="l">
              <a:lnSpc>
                <a:spcPts val="4536"/>
              </a:lnSpc>
            </a:pPr>
            <a:r>
              <a:rPr lang="en-US" sz="4200">
                <a:solidFill>
                  <a:srgbClr val="000000"/>
                </a:solidFill>
                <a:latin typeface="Times New Roman"/>
                <a:ea typeface="Times New Roman"/>
                <a:cs typeface="Times New Roman"/>
                <a:sym typeface="Times New Roman"/>
              </a:rPr>
              <a:t>2.under 55  non-occupationl  rider</a:t>
            </a:r>
          </a:p>
          <a:p>
            <a:pPr algn="l">
              <a:lnSpc>
                <a:spcPts val="4536"/>
              </a:lnSpc>
            </a:pPr>
            <a:r>
              <a:rPr lang="en-US" sz="4200">
                <a:solidFill>
                  <a:srgbClr val="000000"/>
                </a:solidFill>
                <a:latin typeface="Times New Roman"/>
                <a:ea typeface="Times New Roman"/>
                <a:cs typeface="Times New Roman"/>
                <a:sym typeface="Times New Roman"/>
              </a:rPr>
              <a:t>3.above 55 + Rural rider</a:t>
            </a:r>
          </a:p>
          <a:p>
            <a:pPr algn="l">
              <a:lnSpc>
                <a:spcPts val="4536"/>
              </a:lnSpc>
            </a:pPr>
            <a:r>
              <a:rPr lang="en-US" sz="4200">
                <a:solidFill>
                  <a:srgbClr val="000000"/>
                </a:solidFill>
                <a:latin typeface="Times New Roman"/>
                <a:ea typeface="Times New Roman"/>
                <a:cs typeface="Times New Roman"/>
                <a:sym typeface="Times New Roman"/>
              </a:rPr>
              <a:t>4.above 55 + urban occupationl rider</a:t>
            </a:r>
          </a:p>
          <a:p>
            <a:pPr algn="l">
              <a:lnSpc>
                <a:spcPts val="4536"/>
              </a:lnSpc>
              <a:spcBef>
                <a:spcPct val="0"/>
              </a:spcBef>
            </a:pPr>
            <a:r>
              <a:rPr lang="en-US" sz="4200">
                <a:solidFill>
                  <a:srgbClr val="000000"/>
                </a:solidFill>
                <a:latin typeface="Times New Roman"/>
                <a:ea typeface="Times New Roman"/>
                <a:cs typeface="Times New Roman"/>
                <a:sym typeface="Times New Roman"/>
              </a:rPr>
              <a:t>5.above 55 + urban non-occupationl rider (highest serious injury rate, 31.3%)</a:t>
            </a:r>
          </a:p>
        </p:txBody>
      </p:sp>
      <mc:AlternateContent xmlns:mc="http://schemas.openxmlformats.org/markup-compatibility/2006">
        <mc:Choice xmlns:p14="http://schemas.microsoft.com/office/powerpoint/2010/main" Requires="p14">
          <p:contentPart p14:bwMode="auto" r:id="rId3">
            <p14:nvContentPartPr>
              <p14:cNvPr id="4" name="筆跡 3">
                <a:extLst>
                  <a:ext uri="{FF2B5EF4-FFF2-40B4-BE49-F238E27FC236}">
                    <a16:creationId xmlns:a16="http://schemas.microsoft.com/office/drawing/2014/main" id="{A30430FC-77CF-A6BA-F19F-CFD14B8883FF}"/>
                  </a:ext>
                </a:extLst>
              </p14:cNvPr>
              <p14:cNvContentPartPr/>
              <p14:nvPr/>
            </p14:nvContentPartPr>
            <p14:xfrm>
              <a:off x="1366200" y="3562920"/>
              <a:ext cx="1982880" cy="40680"/>
            </p14:xfrm>
          </p:contentPart>
        </mc:Choice>
        <mc:Fallback>
          <p:pic>
            <p:nvPicPr>
              <p:cNvPr id="4" name="筆跡 3">
                <a:extLst>
                  <a:ext uri="{FF2B5EF4-FFF2-40B4-BE49-F238E27FC236}">
                    <a16:creationId xmlns:a16="http://schemas.microsoft.com/office/drawing/2014/main" id="{A30430FC-77CF-A6BA-F19F-CFD14B8883FF}"/>
                  </a:ext>
                </a:extLst>
              </p:cNvPr>
              <p:cNvPicPr/>
              <p:nvPr/>
            </p:nvPicPr>
            <p:blipFill>
              <a:blip r:embed="rId4"/>
              <a:stretch>
                <a:fillRect/>
              </a:stretch>
            </p:blipFill>
            <p:spPr>
              <a:xfrm>
                <a:off x="1350360" y="3499560"/>
                <a:ext cx="201420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筆跡 4">
                <a:extLst>
                  <a:ext uri="{FF2B5EF4-FFF2-40B4-BE49-F238E27FC236}">
                    <a16:creationId xmlns:a16="http://schemas.microsoft.com/office/drawing/2014/main" id="{BC73D3BB-FA47-86F9-1A96-EC50F33E02D3}"/>
                  </a:ext>
                </a:extLst>
              </p14:cNvPr>
              <p14:cNvContentPartPr/>
              <p14:nvPr/>
            </p14:nvContentPartPr>
            <p14:xfrm>
              <a:off x="3991680" y="3522600"/>
              <a:ext cx="3389040" cy="147960"/>
            </p14:xfrm>
          </p:contentPart>
        </mc:Choice>
        <mc:Fallback>
          <p:pic>
            <p:nvPicPr>
              <p:cNvPr id="5" name="筆跡 4">
                <a:extLst>
                  <a:ext uri="{FF2B5EF4-FFF2-40B4-BE49-F238E27FC236}">
                    <a16:creationId xmlns:a16="http://schemas.microsoft.com/office/drawing/2014/main" id="{BC73D3BB-FA47-86F9-1A96-EC50F33E02D3}"/>
                  </a:ext>
                </a:extLst>
              </p:cNvPr>
              <p:cNvPicPr/>
              <p:nvPr/>
            </p:nvPicPr>
            <p:blipFill>
              <a:blip r:embed="rId6"/>
              <a:stretch>
                <a:fillRect/>
              </a:stretch>
            </p:blipFill>
            <p:spPr>
              <a:xfrm>
                <a:off x="3975840" y="3459240"/>
                <a:ext cx="342036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筆跡 5">
                <a:extLst>
                  <a:ext uri="{FF2B5EF4-FFF2-40B4-BE49-F238E27FC236}">
                    <a16:creationId xmlns:a16="http://schemas.microsoft.com/office/drawing/2014/main" id="{9D3FA851-B889-BDED-6ED7-5C574DB83BB1}"/>
                  </a:ext>
                </a:extLst>
              </p14:cNvPr>
              <p14:cNvContentPartPr/>
              <p14:nvPr/>
            </p14:nvContentPartPr>
            <p14:xfrm>
              <a:off x="7916040" y="3549600"/>
              <a:ext cx="4889520" cy="187920"/>
            </p14:xfrm>
          </p:contentPart>
        </mc:Choice>
        <mc:Fallback>
          <p:pic>
            <p:nvPicPr>
              <p:cNvPr id="6" name="筆跡 5">
                <a:extLst>
                  <a:ext uri="{FF2B5EF4-FFF2-40B4-BE49-F238E27FC236}">
                    <a16:creationId xmlns:a16="http://schemas.microsoft.com/office/drawing/2014/main" id="{9D3FA851-B889-BDED-6ED7-5C574DB83BB1}"/>
                  </a:ext>
                </a:extLst>
              </p:cNvPr>
              <p:cNvPicPr/>
              <p:nvPr/>
            </p:nvPicPr>
            <p:blipFill>
              <a:blip r:embed="rId8"/>
              <a:stretch>
                <a:fillRect/>
              </a:stretch>
            </p:blipFill>
            <p:spPr>
              <a:xfrm>
                <a:off x="7900200" y="3486240"/>
                <a:ext cx="4920840" cy="3146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筆跡 6">
                <a:extLst>
                  <a:ext uri="{FF2B5EF4-FFF2-40B4-BE49-F238E27FC236}">
                    <a16:creationId xmlns:a16="http://schemas.microsoft.com/office/drawing/2014/main" id="{007425A5-BCB8-C095-9EAE-97B2A420C4DD}"/>
                  </a:ext>
                </a:extLst>
              </p14:cNvPr>
              <p14:cNvContentPartPr/>
              <p14:nvPr/>
            </p14:nvContentPartPr>
            <p14:xfrm>
              <a:off x="1339560" y="4125600"/>
              <a:ext cx="2063160" cy="120960"/>
            </p14:xfrm>
          </p:contentPart>
        </mc:Choice>
        <mc:Fallback>
          <p:pic>
            <p:nvPicPr>
              <p:cNvPr id="7" name="筆跡 6">
                <a:extLst>
                  <a:ext uri="{FF2B5EF4-FFF2-40B4-BE49-F238E27FC236}">
                    <a16:creationId xmlns:a16="http://schemas.microsoft.com/office/drawing/2014/main" id="{007425A5-BCB8-C095-9EAE-97B2A420C4DD}"/>
                  </a:ext>
                </a:extLst>
              </p:cNvPr>
              <p:cNvPicPr/>
              <p:nvPr/>
            </p:nvPicPr>
            <p:blipFill>
              <a:blip r:embed="rId10"/>
              <a:stretch>
                <a:fillRect/>
              </a:stretch>
            </p:blipFill>
            <p:spPr>
              <a:xfrm>
                <a:off x="1323720" y="4062240"/>
                <a:ext cx="209448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筆跡 7">
                <a:extLst>
                  <a:ext uri="{FF2B5EF4-FFF2-40B4-BE49-F238E27FC236}">
                    <a16:creationId xmlns:a16="http://schemas.microsoft.com/office/drawing/2014/main" id="{DC044A42-5BAD-641E-92E4-17E918238CA6}"/>
                  </a:ext>
                </a:extLst>
              </p14:cNvPr>
              <p14:cNvContentPartPr/>
              <p14:nvPr/>
            </p14:nvContentPartPr>
            <p14:xfrm>
              <a:off x="3629880" y="4205880"/>
              <a:ext cx="4367160" cy="360"/>
            </p14:xfrm>
          </p:contentPart>
        </mc:Choice>
        <mc:Fallback>
          <p:pic>
            <p:nvPicPr>
              <p:cNvPr id="8" name="筆跡 7">
                <a:extLst>
                  <a:ext uri="{FF2B5EF4-FFF2-40B4-BE49-F238E27FC236}">
                    <a16:creationId xmlns:a16="http://schemas.microsoft.com/office/drawing/2014/main" id="{DC044A42-5BAD-641E-92E4-17E918238CA6}"/>
                  </a:ext>
                </a:extLst>
              </p:cNvPr>
              <p:cNvPicPr/>
              <p:nvPr/>
            </p:nvPicPr>
            <p:blipFill>
              <a:blip r:embed="rId12"/>
              <a:stretch>
                <a:fillRect/>
              </a:stretch>
            </p:blipFill>
            <p:spPr>
              <a:xfrm>
                <a:off x="3614040" y="4142520"/>
                <a:ext cx="439848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筆跡 8">
                <a:extLst>
                  <a:ext uri="{FF2B5EF4-FFF2-40B4-BE49-F238E27FC236}">
                    <a16:creationId xmlns:a16="http://schemas.microsoft.com/office/drawing/2014/main" id="{EAE42378-1509-5C2C-4FBA-6D6B297A5A71}"/>
                  </a:ext>
                </a:extLst>
              </p14:cNvPr>
              <p14:cNvContentPartPr/>
              <p14:nvPr/>
            </p14:nvContentPartPr>
            <p14:xfrm>
              <a:off x="1473480" y="4808520"/>
              <a:ext cx="1527120" cy="360"/>
            </p14:xfrm>
          </p:contentPart>
        </mc:Choice>
        <mc:Fallback>
          <p:pic>
            <p:nvPicPr>
              <p:cNvPr id="9" name="筆跡 8">
                <a:extLst>
                  <a:ext uri="{FF2B5EF4-FFF2-40B4-BE49-F238E27FC236}">
                    <a16:creationId xmlns:a16="http://schemas.microsoft.com/office/drawing/2014/main" id="{EAE42378-1509-5C2C-4FBA-6D6B297A5A71}"/>
                  </a:ext>
                </a:extLst>
              </p:cNvPr>
              <p:cNvPicPr/>
              <p:nvPr/>
            </p:nvPicPr>
            <p:blipFill>
              <a:blip r:embed="rId14"/>
              <a:stretch>
                <a:fillRect/>
              </a:stretch>
            </p:blipFill>
            <p:spPr>
              <a:xfrm>
                <a:off x="1457640" y="4745160"/>
                <a:ext cx="155844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筆跡 9">
                <a:extLst>
                  <a:ext uri="{FF2B5EF4-FFF2-40B4-BE49-F238E27FC236}">
                    <a16:creationId xmlns:a16="http://schemas.microsoft.com/office/drawing/2014/main" id="{18719311-E2C9-4DD8-5E14-EF42D723223B}"/>
                  </a:ext>
                </a:extLst>
              </p14:cNvPr>
              <p14:cNvContentPartPr/>
              <p14:nvPr/>
            </p14:nvContentPartPr>
            <p14:xfrm>
              <a:off x="3884400" y="4822200"/>
              <a:ext cx="1982880" cy="53640"/>
            </p14:xfrm>
          </p:contentPart>
        </mc:Choice>
        <mc:Fallback>
          <p:pic>
            <p:nvPicPr>
              <p:cNvPr id="10" name="筆跡 9">
                <a:extLst>
                  <a:ext uri="{FF2B5EF4-FFF2-40B4-BE49-F238E27FC236}">
                    <a16:creationId xmlns:a16="http://schemas.microsoft.com/office/drawing/2014/main" id="{18719311-E2C9-4DD8-5E14-EF42D723223B}"/>
                  </a:ext>
                </a:extLst>
              </p:cNvPr>
              <p:cNvPicPr/>
              <p:nvPr/>
            </p:nvPicPr>
            <p:blipFill>
              <a:blip r:embed="rId16"/>
              <a:stretch>
                <a:fillRect/>
              </a:stretch>
            </p:blipFill>
            <p:spPr>
              <a:xfrm>
                <a:off x="3868560" y="4758840"/>
                <a:ext cx="201420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筆跡 10">
                <a:extLst>
                  <a:ext uri="{FF2B5EF4-FFF2-40B4-BE49-F238E27FC236}">
                    <a16:creationId xmlns:a16="http://schemas.microsoft.com/office/drawing/2014/main" id="{E5C375D2-2DCA-8F1A-B99A-8DD1EC3FAB55}"/>
                  </a:ext>
                </a:extLst>
              </p14:cNvPr>
              <p14:cNvContentPartPr/>
              <p14:nvPr/>
            </p14:nvContentPartPr>
            <p14:xfrm>
              <a:off x="1312560" y="5290920"/>
              <a:ext cx="1715040" cy="147600"/>
            </p14:xfrm>
          </p:contentPart>
        </mc:Choice>
        <mc:Fallback>
          <p:pic>
            <p:nvPicPr>
              <p:cNvPr id="11" name="筆跡 10">
                <a:extLst>
                  <a:ext uri="{FF2B5EF4-FFF2-40B4-BE49-F238E27FC236}">
                    <a16:creationId xmlns:a16="http://schemas.microsoft.com/office/drawing/2014/main" id="{E5C375D2-2DCA-8F1A-B99A-8DD1EC3FAB55}"/>
                  </a:ext>
                </a:extLst>
              </p:cNvPr>
              <p:cNvPicPr/>
              <p:nvPr/>
            </p:nvPicPr>
            <p:blipFill>
              <a:blip r:embed="rId18"/>
              <a:stretch>
                <a:fillRect/>
              </a:stretch>
            </p:blipFill>
            <p:spPr>
              <a:xfrm>
                <a:off x="1296720" y="5227560"/>
                <a:ext cx="1746360" cy="2743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筆跡 11">
                <a:extLst>
                  <a:ext uri="{FF2B5EF4-FFF2-40B4-BE49-F238E27FC236}">
                    <a16:creationId xmlns:a16="http://schemas.microsoft.com/office/drawing/2014/main" id="{8E2071E2-3A44-A27C-8134-727D578B09C1}"/>
                  </a:ext>
                </a:extLst>
              </p14:cNvPr>
              <p14:cNvContentPartPr/>
              <p14:nvPr/>
            </p14:nvContentPartPr>
            <p14:xfrm>
              <a:off x="3723840" y="5223960"/>
              <a:ext cx="4688280" cy="120960"/>
            </p14:xfrm>
          </p:contentPart>
        </mc:Choice>
        <mc:Fallback>
          <p:pic>
            <p:nvPicPr>
              <p:cNvPr id="12" name="筆跡 11">
                <a:extLst>
                  <a:ext uri="{FF2B5EF4-FFF2-40B4-BE49-F238E27FC236}">
                    <a16:creationId xmlns:a16="http://schemas.microsoft.com/office/drawing/2014/main" id="{8E2071E2-3A44-A27C-8134-727D578B09C1}"/>
                  </a:ext>
                </a:extLst>
              </p:cNvPr>
              <p:cNvPicPr/>
              <p:nvPr/>
            </p:nvPicPr>
            <p:blipFill>
              <a:blip r:embed="rId20"/>
              <a:stretch>
                <a:fillRect/>
              </a:stretch>
            </p:blipFill>
            <p:spPr>
              <a:xfrm>
                <a:off x="3708000" y="5160600"/>
                <a:ext cx="471960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3" name="筆跡 12">
                <a:extLst>
                  <a:ext uri="{FF2B5EF4-FFF2-40B4-BE49-F238E27FC236}">
                    <a16:creationId xmlns:a16="http://schemas.microsoft.com/office/drawing/2014/main" id="{1A6A68BF-8291-E0DD-24B1-5E63E088A947}"/>
                  </a:ext>
                </a:extLst>
              </p14:cNvPr>
              <p14:cNvContentPartPr/>
              <p14:nvPr/>
            </p14:nvContentPartPr>
            <p14:xfrm>
              <a:off x="5090040" y="4768560"/>
              <a:ext cx="3817800" cy="549360"/>
            </p14:xfrm>
          </p:contentPart>
        </mc:Choice>
        <mc:Fallback>
          <p:pic>
            <p:nvPicPr>
              <p:cNvPr id="13" name="筆跡 12">
                <a:extLst>
                  <a:ext uri="{FF2B5EF4-FFF2-40B4-BE49-F238E27FC236}">
                    <a16:creationId xmlns:a16="http://schemas.microsoft.com/office/drawing/2014/main" id="{1A6A68BF-8291-E0DD-24B1-5E63E088A947}"/>
                  </a:ext>
                </a:extLst>
              </p:cNvPr>
              <p:cNvPicPr/>
              <p:nvPr/>
            </p:nvPicPr>
            <p:blipFill>
              <a:blip r:embed="rId22"/>
              <a:stretch>
                <a:fillRect/>
              </a:stretch>
            </p:blipFill>
            <p:spPr>
              <a:xfrm>
                <a:off x="5074200" y="4705200"/>
                <a:ext cx="3849120" cy="6760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 name="筆跡 13">
                <a:extLst>
                  <a:ext uri="{FF2B5EF4-FFF2-40B4-BE49-F238E27FC236}">
                    <a16:creationId xmlns:a16="http://schemas.microsoft.com/office/drawing/2014/main" id="{B9CD61A2-F89F-7E20-0AC5-1EFDF2B83794}"/>
                  </a:ext>
                </a:extLst>
              </p14:cNvPr>
              <p14:cNvContentPartPr/>
              <p14:nvPr/>
            </p14:nvContentPartPr>
            <p14:xfrm>
              <a:off x="1527120" y="5813280"/>
              <a:ext cx="1299600" cy="54000"/>
            </p14:xfrm>
          </p:contentPart>
        </mc:Choice>
        <mc:Fallback>
          <p:pic>
            <p:nvPicPr>
              <p:cNvPr id="14" name="筆跡 13">
                <a:extLst>
                  <a:ext uri="{FF2B5EF4-FFF2-40B4-BE49-F238E27FC236}">
                    <a16:creationId xmlns:a16="http://schemas.microsoft.com/office/drawing/2014/main" id="{B9CD61A2-F89F-7E20-0AC5-1EFDF2B83794}"/>
                  </a:ext>
                </a:extLst>
              </p:cNvPr>
              <p:cNvPicPr/>
              <p:nvPr/>
            </p:nvPicPr>
            <p:blipFill>
              <a:blip r:embed="rId24"/>
              <a:stretch>
                <a:fillRect/>
              </a:stretch>
            </p:blipFill>
            <p:spPr>
              <a:xfrm>
                <a:off x="1511280" y="5749920"/>
                <a:ext cx="133092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5" name="筆跡 14">
                <a:extLst>
                  <a:ext uri="{FF2B5EF4-FFF2-40B4-BE49-F238E27FC236}">
                    <a16:creationId xmlns:a16="http://schemas.microsoft.com/office/drawing/2014/main" id="{63DA48B8-0930-2CD8-5431-02D967731526}"/>
                  </a:ext>
                </a:extLst>
              </p14:cNvPr>
              <p14:cNvContentPartPr/>
              <p14:nvPr/>
            </p14:nvContentPartPr>
            <p14:xfrm>
              <a:off x="3884400" y="5880240"/>
              <a:ext cx="1072080" cy="27000"/>
            </p14:xfrm>
          </p:contentPart>
        </mc:Choice>
        <mc:Fallback>
          <p:pic>
            <p:nvPicPr>
              <p:cNvPr id="15" name="筆跡 14">
                <a:extLst>
                  <a:ext uri="{FF2B5EF4-FFF2-40B4-BE49-F238E27FC236}">
                    <a16:creationId xmlns:a16="http://schemas.microsoft.com/office/drawing/2014/main" id="{63DA48B8-0930-2CD8-5431-02D967731526}"/>
                  </a:ext>
                </a:extLst>
              </p:cNvPr>
              <p:cNvPicPr/>
              <p:nvPr/>
            </p:nvPicPr>
            <p:blipFill>
              <a:blip r:embed="rId26"/>
              <a:stretch>
                <a:fillRect/>
              </a:stretch>
            </p:blipFill>
            <p:spPr>
              <a:xfrm>
                <a:off x="3868560" y="5816880"/>
                <a:ext cx="110340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6" name="筆跡 15">
                <a:extLst>
                  <a:ext uri="{FF2B5EF4-FFF2-40B4-BE49-F238E27FC236}">
                    <a16:creationId xmlns:a16="http://schemas.microsoft.com/office/drawing/2014/main" id="{92AF2DF7-8E95-222B-6C50-AE3368591436}"/>
                  </a:ext>
                </a:extLst>
              </p14:cNvPr>
              <p14:cNvContentPartPr/>
              <p14:nvPr/>
            </p14:nvContentPartPr>
            <p14:xfrm>
              <a:off x="5157000" y="5826600"/>
              <a:ext cx="4500720" cy="120960"/>
            </p14:xfrm>
          </p:contentPart>
        </mc:Choice>
        <mc:Fallback>
          <p:pic>
            <p:nvPicPr>
              <p:cNvPr id="16" name="筆跡 15">
                <a:extLst>
                  <a:ext uri="{FF2B5EF4-FFF2-40B4-BE49-F238E27FC236}">
                    <a16:creationId xmlns:a16="http://schemas.microsoft.com/office/drawing/2014/main" id="{92AF2DF7-8E95-222B-6C50-AE3368591436}"/>
                  </a:ext>
                </a:extLst>
              </p:cNvPr>
              <p:cNvPicPr/>
              <p:nvPr/>
            </p:nvPicPr>
            <p:blipFill>
              <a:blip r:embed="rId28"/>
              <a:stretch>
                <a:fillRect/>
              </a:stretch>
            </p:blipFill>
            <p:spPr>
              <a:xfrm>
                <a:off x="5141160" y="5763240"/>
                <a:ext cx="453204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7" name="筆跡 16">
                <a:extLst>
                  <a:ext uri="{FF2B5EF4-FFF2-40B4-BE49-F238E27FC236}">
                    <a16:creationId xmlns:a16="http://schemas.microsoft.com/office/drawing/2014/main" id="{615C7727-F402-C704-4647-9EC698B2039D}"/>
                  </a:ext>
                </a:extLst>
              </p14:cNvPr>
              <p14:cNvContentPartPr/>
              <p14:nvPr/>
            </p14:nvContentPartPr>
            <p14:xfrm>
              <a:off x="10246680" y="5799960"/>
              <a:ext cx="4983120" cy="214560"/>
            </p14:xfrm>
          </p:contentPart>
        </mc:Choice>
        <mc:Fallback>
          <p:pic>
            <p:nvPicPr>
              <p:cNvPr id="17" name="筆跡 16">
                <a:extLst>
                  <a:ext uri="{FF2B5EF4-FFF2-40B4-BE49-F238E27FC236}">
                    <a16:creationId xmlns:a16="http://schemas.microsoft.com/office/drawing/2014/main" id="{615C7727-F402-C704-4647-9EC698B2039D}"/>
                  </a:ext>
                </a:extLst>
              </p:cNvPr>
              <p:cNvPicPr/>
              <p:nvPr/>
            </p:nvPicPr>
            <p:blipFill>
              <a:blip r:embed="rId30"/>
              <a:stretch>
                <a:fillRect/>
              </a:stretch>
            </p:blipFill>
            <p:spPr>
              <a:xfrm>
                <a:off x="10230840" y="5736600"/>
                <a:ext cx="5014440" cy="3412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8" name="筆跡 17">
                <a:extLst>
                  <a:ext uri="{FF2B5EF4-FFF2-40B4-BE49-F238E27FC236}">
                    <a16:creationId xmlns:a16="http://schemas.microsoft.com/office/drawing/2014/main" id="{442CFDE7-8A8A-B457-F383-29034492F9D8}"/>
                  </a:ext>
                </a:extLst>
              </p14:cNvPr>
              <p14:cNvContentPartPr/>
              <p14:nvPr/>
            </p14:nvContentPartPr>
            <p14:xfrm>
              <a:off x="857160" y="6375960"/>
              <a:ext cx="1447200" cy="120600"/>
            </p14:xfrm>
          </p:contentPart>
        </mc:Choice>
        <mc:Fallback>
          <p:pic>
            <p:nvPicPr>
              <p:cNvPr id="18" name="筆跡 17">
                <a:extLst>
                  <a:ext uri="{FF2B5EF4-FFF2-40B4-BE49-F238E27FC236}">
                    <a16:creationId xmlns:a16="http://schemas.microsoft.com/office/drawing/2014/main" id="{442CFDE7-8A8A-B457-F383-29034492F9D8}"/>
                  </a:ext>
                </a:extLst>
              </p:cNvPr>
              <p:cNvPicPr/>
              <p:nvPr/>
            </p:nvPicPr>
            <p:blipFill>
              <a:blip r:embed="rId32"/>
              <a:stretch>
                <a:fillRect/>
              </a:stretch>
            </p:blipFill>
            <p:spPr>
              <a:xfrm>
                <a:off x="841320" y="6312600"/>
                <a:ext cx="1478520" cy="247320"/>
              </a:xfrm>
              <a:prstGeom prst="rect">
                <a:avLst/>
              </a:prstGeom>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86346" y="1517096"/>
            <a:ext cx="17181036" cy="8118039"/>
          </a:xfrm>
          <a:custGeom>
            <a:avLst/>
            <a:gdLst/>
            <a:ahLst/>
            <a:cxnLst/>
            <a:rect l="l" t="t" r="r" b="b"/>
            <a:pathLst>
              <a:path w="17181036" h="8118039">
                <a:moveTo>
                  <a:pt x="0" y="0"/>
                </a:moveTo>
                <a:lnTo>
                  <a:pt x="17181036" y="0"/>
                </a:lnTo>
                <a:lnTo>
                  <a:pt x="17181036" y="8118039"/>
                </a:lnTo>
                <a:lnTo>
                  <a:pt x="0" y="8118039"/>
                </a:lnTo>
                <a:lnTo>
                  <a:pt x="0" y="0"/>
                </a:lnTo>
                <a:close/>
              </a:path>
            </a:pathLst>
          </a:custGeom>
          <a:blipFill>
            <a:blip r:embed="rId2"/>
            <a:stretch>
              <a:fillRect/>
            </a:stretch>
          </a:blipFill>
        </p:spPr>
        <p:txBody>
          <a:bodyPr/>
          <a:lstStyle/>
          <a:p>
            <a:endParaRPr lang="zh-TW" altLang="en-US"/>
          </a:p>
        </p:txBody>
      </p:sp>
      <p:sp>
        <p:nvSpPr>
          <p:cNvPr id="3" name="TextBox 3"/>
          <p:cNvSpPr txBox="1"/>
          <p:nvPr/>
        </p:nvSpPr>
        <p:spPr>
          <a:xfrm>
            <a:off x="813296" y="332957"/>
            <a:ext cx="15590520" cy="1062609"/>
          </a:xfrm>
          <a:prstGeom prst="rect">
            <a:avLst/>
          </a:prstGeom>
        </p:spPr>
        <p:txBody>
          <a:bodyPr lIns="0" tIns="0" rIns="0" bIns="0" rtlCol="0" anchor="t">
            <a:spAutoFit/>
          </a:bodyPr>
          <a:lstStyle/>
          <a:p>
            <a:pPr algn="l">
              <a:lnSpc>
                <a:spcPts val="7128"/>
              </a:lnSpc>
            </a:pPr>
            <a:r>
              <a:rPr lang="en-US" sz="6600" b="1">
                <a:solidFill>
                  <a:srgbClr val="000000"/>
                </a:solidFill>
                <a:latin typeface="Times New Roman Bold"/>
                <a:ea typeface="Times New Roman Bold"/>
                <a:cs typeface="Times New Roman Bold"/>
                <a:sym typeface="Times New Roman Bold"/>
              </a:rPr>
              <a:t>Result:Logistic regression analysis</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8589" y="235604"/>
            <a:ext cx="15590520" cy="1062609"/>
          </a:xfrm>
          <a:prstGeom prst="rect">
            <a:avLst/>
          </a:prstGeom>
        </p:spPr>
        <p:txBody>
          <a:bodyPr lIns="0" tIns="0" rIns="0" bIns="0" rtlCol="0" anchor="t">
            <a:spAutoFit/>
          </a:bodyPr>
          <a:lstStyle/>
          <a:p>
            <a:pPr algn="l">
              <a:lnSpc>
                <a:spcPts val="7128"/>
              </a:lnSpc>
            </a:pPr>
            <a:r>
              <a:rPr lang="en-US" sz="6600" b="1">
                <a:solidFill>
                  <a:srgbClr val="000000"/>
                </a:solidFill>
                <a:latin typeface="Times New Roman Bold"/>
                <a:ea typeface="Times New Roman Bold"/>
                <a:cs typeface="Times New Roman Bold"/>
                <a:sym typeface="Times New Roman Bold"/>
              </a:rPr>
              <a:t>Result:Logistic regression analysis</a:t>
            </a:r>
          </a:p>
        </p:txBody>
      </p:sp>
      <p:sp>
        <p:nvSpPr>
          <p:cNvPr id="3" name="TextBox 3"/>
          <p:cNvSpPr txBox="1"/>
          <p:nvPr/>
        </p:nvSpPr>
        <p:spPr>
          <a:xfrm>
            <a:off x="1028700" y="2246665"/>
            <a:ext cx="15572934" cy="8103108"/>
          </a:xfrm>
          <a:prstGeom prst="rect">
            <a:avLst/>
          </a:prstGeom>
        </p:spPr>
        <p:txBody>
          <a:bodyPr lIns="0" tIns="0" rIns="0" bIns="0" rtlCol="0" anchor="t">
            <a:spAutoFit/>
          </a:bodyPr>
          <a:lstStyle/>
          <a:p>
            <a:pPr algn="l">
              <a:lnSpc>
                <a:spcPts val="4536"/>
              </a:lnSpc>
            </a:pPr>
            <a:r>
              <a:rPr lang="en-US" sz="4200">
                <a:solidFill>
                  <a:srgbClr val="000000"/>
                </a:solidFill>
                <a:latin typeface="Times New Roman"/>
                <a:ea typeface="Times New Roman"/>
                <a:cs typeface="Times New Roman"/>
                <a:sym typeface="Times New Roman"/>
              </a:rPr>
              <a:t>Time:</a:t>
            </a:r>
          </a:p>
          <a:p>
            <a:pPr algn="l">
              <a:lnSpc>
                <a:spcPts val="4536"/>
              </a:lnSpc>
            </a:pPr>
            <a:r>
              <a:rPr lang="en-US" sz="4200">
                <a:solidFill>
                  <a:srgbClr val="000000"/>
                </a:solidFill>
                <a:latin typeface="Times New Roman"/>
                <a:ea typeface="Times New Roman"/>
                <a:cs typeface="Times New Roman"/>
                <a:sym typeface="Times New Roman"/>
              </a:rPr>
              <a:t>22:00–06:59(under 55 occupationl and non-occupationl rider) fatal</a:t>
            </a:r>
          </a:p>
          <a:p>
            <a:pPr algn="l">
              <a:lnSpc>
                <a:spcPts val="4536"/>
              </a:lnSpc>
            </a:pPr>
            <a:r>
              <a:rPr lang="en-US" sz="4200">
                <a:solidFill>
                  <a:srgbClr val="000000"/>
                </a:solidFill>
                <a:latin typeface="Times New Roman"/>
                <a:ea typeface="Times New Roman"/>
                <a:cs typeface="Times New Roman"/>
                <a:sym typeface="Times New Roman"/>
              </a:rPr>
              <a:t>19:00–21:59(above 55 non-occupationl and urban rider ) fatal</a:t>
            </a:r>
          </a:p>
          <a:p>
            <a:pPr algn="l">
              <a:lnSpc>
                <a:spcPts val="4536"/>
              </a:lnSpc>
            </a:pPr>
            <a:r>
              <a:rPr lang="en-US" sz="4200">
                <a:solidFill>
                  <a:srgbClr val="000000"/>
                </a:solidFill>
                <a:latin typeface="Times New Roman"/>
                <a:ea typeface="Times New Roman"/>
                <a:cs typeface="Times New Roman"/>
                <a:sym typeface="Times New Roman"/>
              </a:rPr>
              <a:t>Daylight(above 55 + urban occupationl rider)safety</a:t>
            </a:r>
          </a:p>
          <a:p>
            <a:pPr algn="l">
              <a:lnSpc>
                <a:spcPts val="4536"/>
              </a:lnSpc>
            </a:pPr>
            <a:endParaRPr lang="en-US" sz="4200">
              <a:solidFill>
                <a:srgbClr val="000000"/>
              </a:solidFill>
              <a:latin typeface="Times New Roman"/>
              <a:ea typeface="Times New Roman"/>
              <a:cs typeface="Times New Roman"/>
              <a:sym typeface="Times New Roman"/>
            </a:endParaRPr>
          </a:p>
          <a:p>
            <a:pPr algn="l">
              <a:lnSpc>
                <a:spcPts val="4536"/>
              </a:lnSpc>
            </a:pPr>
            <a:r>
              <a:rPr lang="en-US" sz="4200">
                <a:solidFill>
                  <a:srgbClr val="000000"/>
                </a:solidFill>
                <a:latin typeface="Times New Roman"/>
                <a:ea typeface="Times New Roman"/>
                <a:cs typeface="Times New Roman"/>
                <a:sym typeface="Times New Roman"/>
              </a:rPr>
              <a:t>50km/h road:</a:t>
            </a:r>
          </a:p>
          <a:p>
            <a:pPr algn="l">
              <a:lnSpc>
                <a:spcPts val="4536"/>
              </a:lnSpc>
            </a:pPr>
            <a:r>
              <a:rPr lang="en-US" sz="4200">
                <a:solidFill>
                  <a:srgbClr val="000000"/>
                </a:solidFill>
                <a:latin typeface="Times New Roman"/>
                <a:ea typeface="Times New Roman"/>
                <a:cs typeface="Times New Roman"/>
                <a:sym typeface="Times New Roman"/>
              </a:rPr>
              <a:t>The average serve injury increase 10.9%,and different group from 9.2% to 24.1%.</a:t>
            </a:r>
          </a:p>
          <a:p>
            <a:pPr algn="l">
              <a:lnSpc>
                <a:spcPts val="4536"/>
              </a:lnSpc>
            </a:pPr>
            <a:endParaRPr lang="en-US" sz="4200">
              <a:solidFill>
                <a:srgbClr val="000000"/>
              </a:solidFill>
              <a:latin typeface="Times New Roman"/>
              <a:ea typeface="Times New Roman"/>
              <a:cs typeface="Times New Roman"/>
              <a:sym typeface="Times New Roman"/>
            </a:endParaRPr>
          </a:p>
          <a:p>
            <a:pPr algn="l">
              <a:lnSpc>
                <a:spcPts val="4536"/>
              </a:lnSpc>
            </a:pPr>
            <a:r>
              <a:rPr lang="en-US" sz="4200">
                <a:solidFill>
                  <a:srgbClr val="000000"/>
                </a:solidFill>
                <a:latin typeface="Times New Roman"/>
                <a:ea typeface="Times New Roman"/>
                <a:cs typeface="Times New Roman"/>
                <a:sym typeface="Times New Roman"/>
              </a:rPr>
              <a:t>Improper behavior:</a:t>
            </a:r>
          </a:p>
          <a:p>
            <a:pPr algn="l">
              <a:lnSpc>
                <a:spcPts val="4536"/>
              </a:lnSpc>
              <a:spcBef>
                <a:spcPct val="0"/>
              </a:spcBef>
            </a:pPr>
            <a:r>
              <a:rPr lang="en-US" sz="4200">
                <a:solidFill>
                  <a:srgbClr val="000000"/>
                </a:solidFill>
                <a:latin typeface="Times New Roman"/>
                <a:ea typeface="Times New Roman"/>
                <a:cs typeface="Times New Roman"/>
                <a:sym typeface="Times New Roman"/>
              </a:rPr>
              <a:t>If elder people have improper behavior it could increase 11~12% serve injury,and it could increase 3%  in average.</a:t>
            </a:r>
          </a:p>
          <a:p>
            <a:pPr algn="l">
              <a:lnSpc>
                <a:spcPts val="4536"/>
              </a:lnSpc>
              <a:spcBef>
                <a:spcPct val="0"/>
              </a:spcBef>
            </a:pPr>
            <a:endParaRPr lang="en-US" sz="4200">
              <a:solidFill>
                <a:srgbClr val="000000"/>
              </a:solidFill>
              <a:latin typeface="Times New Roman"/>
              <a:ea typeface="Times New Roman"/>
              <a:cs typeface="Times New Roman"/>
              <a:sym typeface="Times New Roman"/>
            </a:endParaRPr>
          </a:p>
          <a:p>
            <a:pPr algn="l">
              <a:lnSpc>
                <a:spcPts val="4536"/>
              </a:lnSpc>
              <a:spcBef>
                <a:spcPct val="0"/>
              </a:spcBef>
            </a:pPr>
            <a:endParaRPr lang="en-US" sz="4200">
              <a:solidFill>
                <a:srgbClr val="000000"/>
              </a:solidFill>
              <a:latin typeface="Times New Roman"/>
              <a:ea typeface="Times New Roman"/>
              <a:cs typeface="Times New Roman"/>
              <a:sym typeface="Times New Roman"/>
            </a:endParaRPr>
          </a:p>
        </p:txBody>
      </p:sp>
      <mc:AlternateContent xmlns:mc="http://schemas.openxmlformats.org/markup-compatibility/2006">
        <mc:Choice xmlns:p14="http://schemas.microsoft.com/office/powerpoint/2010/main" Requires="p14">
          <p:contentPart p14:bwMode="auto" r:id="rId3">
            <p14:nvContentPartPr>
              <p14:cNvPr id="4" name="筆跡 3">
                <a:extLst>
                  <a:ext uri="{FF2B5EF4-FFF2-40B4-BE49-F238E27FC236}">
                    <a16:creationId xmlns:a16="http://schemas.microsoft.com/office/drawing/2014/main" id="{26606C06-7447-BAD1-FC97-A84553C2F383}"/>
                  </a:ext>
                </a:extLst>
              </p14:cNvPr>
              <p14:cNvContentPartPr/>
              <p14:nvPr/>
            </p14:nvContentPartPr>
            <p14:xfrm>
              <a:off x="1125000" y="3228120"/>
              <a:ext cx="2478600" cy="134280"/>
            </p14:xfrm>
          </p:contentPart>
        </mc:Choice>
        <mc:Fallback>
          <p:pic>
            <p:nvPicPr>
              <p:cNvPr id="4" name="筆跡 3">
                <a:extLst>
                  <a:ext uri="{FF2B5EF4-FFF2-40B4-BE49-F238E27FC236}">
                    <a16:creationId xmlns:a16="http://schemas.microsoft.com/office/drawing/2014/main" id="{26606C06-7447-BAD1-FC97-A84553C2F383}"/>
                  </a:ext>
                </a:extLst>
              </p:cNvPr>
              <p:cNvPicPr/>
              <p:nvPr/>
            </p:nvPicPr>
            <p:blipFill>
              <a:blip r:embed="rId4"/>
              <a:stretch>
                <a:fillRect/>
              </a:stretch>
            </p:blipFill>
            <p:spPr>
              <a:xfrm>
                <a:off x="1109160" y="3164760"/>
                <a:ext cx="250992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筆跡 4">
                <a:extLst>
                  <a:ext uri="{FF2B5EF4-FFF2-40B4-BE49-F238E27FC236}">
                    <a16:creationId xmlns:a16="http://schemas.microsoft.com/office/drawing/2014/main" id="{1A915257-4354-3D5F-D0DE-99993339430D}"/>
                  </a:ext>
                </a:extLst>
              </p14:cNvPr>
              <p14:cNvContentPartPr/>
              <p14:nvPr/>
            </p14:nvContentPartPr>
            <p14:xfrm>
              <a:off x="3884400" y="3295080"/>
              <a:ext cx="1862280" cy="107640"/>
            </p14:xfrm>
          </p:contentPart>
        </mc:Choice>
        <mc:Fallback>
          <p:pic>
            <p:nvPicPr>
              <p:cNvPr id="5" name="筆跡 4">
                <a:extLst>
                  <a:ext uri="{FF2B5EF4-FFF2-40B4-BE49-F238E27FC236}">
                    <a16:creationId xmlns:a16="http://schemas.microsoft.com/office/drawing/2014/main" id="{1A915257-4354-3D5F-D0DE-99993339430D}"/>
                  </a:ext>
                </a:extLst>
              </p:cNvPr>
              <p:cNvPicPr/>
              <p:nvPr/>
            </p:nvPicPr>
            <p:blipFill>
              <a:blip r:embed="rId6"/>
              <a:stretch>
                <a:fillRect/>
              </a:stretch>
            </p:blipFill>
            <p:spPr>
              <a:xfrm>
                <a:off x="3868560" y="3231720"/>
                <a:ext cx="189360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筆跡 5">
                <a:extLst>
                  <a:ext uri="{FF2B5EF4-FFF2-40B4-BE49-F238E27FC236}">
                    <a16:creationId xmlns:a16="http://schemas.microsoft.com/office/drawing/2014/main" id="{C37D542F-661B-720D-97F3-354B266C1CCC}"/>
                  </a:ext>
                </a:extLst>
              </p14:cNvPr>
              <p14:cNvContentPartPr/>
              <p14:nvPr/>
            </p14:nvContentPartPr>
            <p14:xfrm>
              <a:off x="6067800" y="3107520"/>
              <a:ext cx="7728840" cy="415440"/>
            </p14:xfrm>
          </p:contentPart>
        </mc:Choice>
        <mc:Fallback>
          <p:pic>
            <p:nvPicPr>
              <p:cNvPr id="6" name="筆跡 5">
                <a:extLst>
                  <a:ext uri="{FF2B5EF4-FFF2-40B4-BE49-F238E27FC236}">
                    <a16:creationId xmlns:a16="http://schemas.microsoft.com/office/drawing/2014/main" id="{C37D542F-661B-720D-97F3-354B266C1CCC}"/>
                  </a:ext>
                </a:extLst>
              </p:cNvPr>
              <p:cNvPicPr/>
              <p:nvPr/>
            </p:nvPicPr>
            <p:blipFill>
              <a:blip r:embed="rId8"/>
              <a:stretch>
                <a:fillRect/>
              </a:stretch>
            </p:blipFill>
            <p:spPr>
              <a:xfrm>
                <a:off x="6051960" y="3044160"/>
                <a:ext cx="7760160" cy="5421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筆跡 6">
                <a:extLst>
                  <a:ext uri="{FF2B5EF4-FFF2-40B4-BE49-F238E27FC236}">
                    <a16:creationId xmlns:a16="http://schemas.microsoft.com/office/drawing/2014/main" id="{C118BBD8-B3C3-D552-9761-5ADAF2E49729}"/>
                  </a:ext>
                </a:extLst>
              </p14:cNvPr>
              <p14:cNvContentPartPr/>
              <p14:nvPr/>
            </p14:nvContentPartPr>
            <p14:xfrm>
              <a:off x="14372280" y="3268440"/>
              <a:ext cx="1018440" cy="67320"/>
            </p14:xfrm>
          </p:contentPart>
        </mc:Choice>
        <mc:Fallback>
          <p:pic>
            <p:nvPicPr>
              <p:cNvPr id="7" name="筆跡 6">
                <a:extLst>
                  <a:ext uri="{FF2B5EF4-FFF2-40B4-BE49-F238E27FC236}">
                    <a16:creationId xmlns:a16="http://schemas.microsoft.com/office/drawing/2014/main" id="{C118BBD8-B3C3-D552-9761-5ADAF2E49729}"/>
                  </a:ext>
                </a:extLst>
              </p:cNvPr>
              <p:cNvPicPr/>
              <p:nvPr/>
            </p:nvPicPr>
            <p:blipFill>
              <a:blip r:embed="rId10"/>
              <a:stretch>
                <a:fillRect/>
              </a:stretch>
            </p:blipFill>
            <p:spPr>
              <a:xfrm>
                <a:off x="14356440" y="3205080"/>
                <a:ext cx="104976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筆跡 7">
                <a:extLst>
                  <a:ext uri="{FF2B5EF4-FFF2-40B4-BE49-F238E27FC236}">
                    <a16:creationId xmlns:a16="http://schemas.microsoft.com/office/drawing/2014/main" id="{871E111D-F192-D09D-BA70-A32D35584CF2}"/>
                  </a:ext>
                </a:extLst>
              </p14:cNvPr>
              <p14:cNvContentPartPr/>
              <p14:nvPr/>
            </p14:nvContentPartPr>
            <p14:xfrm>
              <a:off x="1098360" y="3884400"/>
              <a:ext cx="2545200" cy="80640"/>
            </p14:xfrm>
          </p:contentPart>
        </mc:Choice>
        <mc:Fallback>
          <p:pic>
            <p:nvPicPr>
              <p:cNvPr id="8" name="筆跡 7">
                <a:extLst>
                  <a:ext uri="{FF2B5EF4-FFF2-40B4-BE49-F238E27FC236}">
                    <a16:creationId xmlns:a16="http://schemas.microsoft.com/office/drawing/2014/main" id="{871E111D-F192-D09D-BA70-A32D35584CF2}"/>
                  </a:ext>
                </a:extLst>
              </p:cNvPr>
              <p:cNvPicPr/>
              <p:nvPr/>
            </p:nvPicPr>
            <p:blipFill>
              <a:blip r:embed="rId12"/>
              <a:stretch>
                <a:fillRect/>
              </a:stretch>
            </p:blipFill>
            <p:spPr>
              <a:xfrm>
                <a:off x="1082520" y="3821040"/>
                <a:ext cx="257652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筆跡 8">
                <a:extLst>
                  <a:ext uri="{FF2B5EF4-FFF2-40B4-BE49-F238E27FC236}">
                    <a16:creationId xmlns:a16="http://schemas.microsoft.com/office/drawing/2014/main" id="{3E03A651-067D-B71D-DF91-3A7533E70DF6}"/>
                  </a:ext>
                </a:extLst>
              </p14:cNvPr>
              <p14:cNvContentPartPr/>
              <p14:nvPr/>
            </p14:nvContentPartPr>
            <p14:xfrm>
              <a:off x="3978000" y="3857760"/>
              <a:ext cx="1433880" cy="120600"/>
            </p14:xfrm>
          </p:contentPart>
        </mc:Choice>
        <mc:Fallback>
          <p:pic>
            <p:nvPicPr>
              <p:cNvPr id="9" name="筆跡 8">
                <a:extLst>
                  <a:ext uri="{FF2B5EF4-FFF2-40B4-BE49-F238E27FC236}">
                    <a16:creationId xmlns:a16="http://schemas.microsoft.com/office/drawing/2014/main" id="{3E03A651-067D-B71D-DF91-3A7533E70DF6}"/>
                  </a:ext>
                </a:extLst>
              </p:cNvPr>
              <p:cNvPicPr/>
              <p:nvPr/>
            </p:nvPicPr>
            <p:blipFill>
              <a:blip r:embed="rId14"/>
              <a:stretch>
                <a:fillRect/>
              </a:stretch>
            </p:blipFill>
            <p:spPr>
              <a:xfrm>
                <a:off x="3962160" y="3794400"/>
                <a:ext cx="146520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筆跡 9">
                <a:extLst>
                  <a:ext uri="{FF2B5EF4-FFF2-40B4-BE49-F238E27FC236}">
                    <a16:creationId xmlns:a16="http://schemas.microsoft.com/office/drawing/2014/main" id="{4D2C1E6B-4ABC-8D02-9928-15D709ED8656}"/>
                  </a:ext>
                </a:extLst>
              </p14:cNvPr>
              <p14:cNvContentPartPr/>
              <p14:nvPr/>
            </p14:nvContentPartPr>
            <p14:xfrm>
              <a:off x="6040800" y="3763800"/>
              <a:ext cx="2920680" cy="254880"/>
            </p14:xfrm>
          </p:contentPart>
        </mc:Choice>
        <mc:Fallback>
          <p:pic>
            <p:nvPicPr>
              <p:cNvPr id="10" name="筆跡 9">
                <a:extLst>
                  <a:ext uri="{FF2B5EF4-FFF2-40B4-BE49-F238E27FC236}">
                    <a16:creationId xmlns:a16="http://schemas.microsoft.com/office/drawing/2014/main" id="{4D2C1E6B-4ABC-8D02-9928-15D709ED8656}"/>
                  </a:ext>
                </a:extLst>
              </p:cNvPr>
              <p:cNvPicPr/>
              <p:nvPr/>
            </p:nvPicPr>
            <p:blipFill>
              <a:blip r:embed="rId16"/>
              <a:stretch>
                <a:fillRect/>
              </a:stretch>
            </p:blipFill>
            <p:spPr>
              <a:xfrm>
                <a:off x="6024960" y="3700440"/>
                <a:ext cx="2952000" cy="3816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筆跡 10">
                <a:extLst>
                  <a:ext uri="{FF2B5EF4-FFF2-40B4-BE49-F238E27FC236}">
                    <a16:creationId xmlns:a16="http://schemas.microsoft.com/office/drawing/2014/main" id="{CB06D255-12A8-A42D-4F95-57FD86D4AFAF}"/>
                  </a:ext>
                </a:extLst>
              </p14:cNvPr>
              <p14:cNvContentPartPr/>
              <p14:nvPr/>
            </p14:nvContentPartPr>
            <p14:xfrm>
              <a:off x="10662120" y="3844080"/>
              <a:ext cx="1902240" cy="214920"/>
            </p14:xfrm>
          </p:contentPart>
        </mc:Choice>
        <mc:Fallback>
          <p:pic>
            <p:nvPicPr>
              <p:cNvPr id="11" name="筆跡 10">
                <a:extLst>
                  <a:ext uri="{FF2B5EF4-FFF2-40B4-BE49-F238E27FC236}">
                    <a16:creationId xmlns:a16="http://schemas.microsoft.com/office/drawing/2014/main" id="{CB06D255-12A8-A42D-4F95-57FD86D4AFAF}"/>
                  </a:ext>
                </a:extLst>
              </p:cNvPr>
              <p:cNvPicPr/>
              <p:nvPr/>
            </p:nvPicPr>
            <p:blipFill>
              <a:blip r:embed="rId18"/>
              <a:stretch>
                <a:fillRect/>
              </a:stretch>
            </p:blipFill>
            <p:spPr>
              <a:xfrm>
                <a:off x="10646280" y="3780720"/>
                <a:ext cx="1933560" cy="3416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筆跡 11">
                <a:extLst>
                  <a:ext uri="{FF2B5EF4-FFF2-40B4-BE49-F238E27FC236}">
                    <a16:creationId xmlns:a16="http://schemas.microsoft.com/office/drawing/2014/main" id="{182B2D5E-D065-343D-8025-40E99613ABAA}"/>
                  </a:ext>
                </a:extLst>
              </p14:cNvPr>
              <p14:cNvContentPartPr/>
              <p14:nvPr/>
            </p14:nvContentPartPr>
            <p14:xfrm>
              <a:off x="13354200" y="3871080"/>
              <a:ext cx="777240" cy="67320"/>
            </p14:xfrm>
          </p:contentPart>
        </mc:Choice>
        <mc:Fallback>
          <p:pic>
            <p:nvPicPr>
              <p:cNvPr id="12" name="筆跡 11">
                <a:extLst>
                  <a:ext uri="{FF2B5EF4-FFF2-40B4-BE49-F238E27FC236}">
                    <a16:creationId xmlns:a16="http://schemas.microsoft.com/office/drawing/2014/main" id="{182B2D5E-D065-343D-8025-40E99613ABAA}"/>
                  </a:ext>
                </a:extLst>
              </p:cNvPr>
              <p:cNvPicPr/>
              <p:nvPr/>
            </p:nvPicPr>
            <p:blipFill>
              <a:blip r:embed="rId20"/>
              <a:stretch>
                <a:fillRect/>
              </a:stretch>
            </p:blipFill>
            <p:spPr>
              <a:xfrm>
                <a:off x="13338360" y="3807720"/>
                <a:ext cx="80856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3" name="筆跡 12">
                <a:extLst>
                  <a:ext uri="{FF2B5EF4-FFF2-40B4-BE49-F238E27FC236}">
                    <a16:creationId xmlns:a16="http://schemas.microsoft.com/office/drawing/2014/main" id="{CB715C78-9E88-E5AB-2CC6-6C918AB0514E}"/>
                  </a:ext>
                </a:extLst>
              </p14:cNvPr>
              <p14:cNvContentPartPr/>
              <p14:nvPr/>
            </p14:nvContentPartPr>
            <p14:xfrm>
              <a:off x="1085040" y="4527360"/>
              <a:ext cx="1473840" cy="13680"/>
            </p14:xfrm>
          </p:contentPart>
        </mc:Choice>
        <mc:Fallback>
          <p:pic>
            <p:nvPicPr>
              <p:cNvPr id="13" name="筆跡 12">
                <a:extLst>
                  <a:ext uri="{FF2B5EF4-FFF2-40B4-BE49-F238E27FC236}">
                    <a16:creationId xmlns:a16="http://schemas.microsoft.com/office/drawing/2014/main" id="{CB715C78-9E88-E5AB-2CC6-6C918AB0514E}"/>
                  </a:ext>
                </a:extLst>
              </p:cNvPr>
              <p:cNvPicPr/>
              <p:nvPr/>
            </p:nvPicPr>
            <p:blipFill>
              <a:blip r:embed="rId22"/>
              <a:stretch>
                <a:fillRect/>
              </a:stretch>
            </p:blipFill>
            <p:spPr>
              <a:xfrm>
                <a:off x="1069200" y="4464000"/>
                <a:ext cx="150516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 name="筆跡 13">
                <a:extLst>
                  <a:ext uri="{FF2B5EF4-FFF2-40B4-BE49-F238E27FC236}">
                    <a16:creationId xmlns:a16="http://schemas.microsoft.com/office/drawing/2014/main" id="{E776BAA7-5FFF-8B02-69AB-F0FB93201194}"/>
                  </a:ext>
                </a:extLst>
              </p14:cNvPr>
              <p14:cNvContentPartPr/>
              <p14:nvPr/>
            </p14:nvContentPartPr>
            <p14:xfrm>
              <a:off x="3295080" y="4447080"/>
              <a:ext cx="1701360" cy="254880"/>
            </p14:xfrm>
          </p:contentPart>
        </mc:Choice>
        <mc:Fallback>
          <p:pic>
            <p:nvPicPr>
              <p:cNvPr id="14" name="筆跡 13">
                <a:extLst>
                  <a:ext uri="{FF2B5EF4-FFF2-40B4-BE49-F238E27FC236}">
                    <a16:creationId xmlns:a16="http://schemas.microsoft.com/office/drawing/2014/main" id="{E776BAA7-5FFF-8B02-69AB-F0FB93201194}"/>
                  </a:ext>
                </a:extLst>
              </p:cNvPr>
              <p:cNvPicPr/>
              <p:nvPr/>
            </p:nvPicPr>
            <p:blipFill>
              <a:blip r:embed="rId24"/>
              <a:stretch>
                <a:fillRect/>
              </a:stretch>
            </p:blipFill>
            <p:spPr>
              <a:xfrm>
                <a:off x="3279240" y="4383720"/>
                <a:ext cx="1732680" cy="3816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5" name="筆跡 14">
                <a:extLst>
                  <a:ext uri="{FF2B5EF4-FFF2-40B4-BE49-F238E27FC236}">
                    <a16:creationId xmlns:a16="http://schemas.microsoft.com/office/drawing/2014/main" id="{EAC2AA1A-8B0E-BED1-8E1A-24BC63331C0C}"/>
                  </a:ext>
                </a:extLst>
              </p14:cNvPr>
              <p14:cNvContentPartPr/>
              <p14:nvPr/>
            </p14:nvContentPartPr>
            <p14:xfrm>
              <a:off x="5505120" y="4447080"/>
              <a:ext cx="1179000" cy="40320"/>
            </p14:xfrm>
          </p:contentPart>
        </mc:Choice>
        <mc:Fallback>
          <p:pic>
            <p:nvPicPr>
              <p:cNvPr id="15" name="筆跡 14">
                <a:extLst>
                  <a:ext uri="{FF2B5EF4-FFF2-40B4-BE49-F238E27FC236}">
                    <a16:creationId xmlns:a16="http://schemas.microsoft.com/office/drawing/2014/main" id="{EAC2AA1A-8B0E-BED1-8E1A-24BC63331C0C}"/>
                  </a:ext>
                </a:extLst>
              </p:cNvPr>
              <p:cNvPicPr/>
              <p:nvPr/>
            </p:nvPicPr>
            <p:blipFill>
              <a:blip r:embed="rId26"/>
              <a:stretch>
                <a:fillRect/>
              </a:stretch>
            </p:blipFill>
            <p:spPr>
              <a:xfrm>
                <a:off x="5489280" y="4383720"/>
                <a:ext cx="121032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6" name="筆跡 15">
                <a:extLst>
                  <a:ext uri="{FF2B5EF4-FFF2-40B4-BE49-F238E27FC236}">
                    <a16:creationId xmlns:a16="http://schemas.microsoft.com/office/drawing/2014/main" id="{D118AF22-FF01-F1F8-4192-9972A48AE57B}"/>
                  </a:ext>
                </a:extLst>
              </p14:cNvPr>
              <p14:cNvContentPartPr/>
              <p14:nvPr/>
            </p14:nvContentPartPr>
            <p14:xfrm>
              <a:off x="7152840" y="4326480"/>
              <a:ext cx="3094200" cy="214560"/>
            </p14:xfrm>
          </p:contentPart>
        </mc:Choice>
        <mc:Fallback>
          <p:pic>
            <p:nvPicPr>
              <p:cNvPr id="16" name="筆跡 15">
                <a:extLst>
                  <a:ext uri="{FF2B5EF4-FFF2-40B4-BE49-F238E27FC236}">
                    <a16:creationId xmlns:a16="http://schemas.microsoft.com/office/drawing/2014/main" id="{D118AF22-FF01-F1F8-4192-9972A48AE57B}"/>
                  </a:ext>
                </a:extLst>
              </p:cNvPr>
              <p:cNvPicPr/>
              <p:nvPr/>
            </p:nvPicPr>
            <p:blipFill>
              <a:blip r:embed="rId28"/>
              <a:stretch>
                <a:fillRect/>
              </a:stretch>
            </p:blipFill>
            <p:spPr>
              <a:xfrm>
                <a:off x="7137000" y="4263120"/>
                <a:ext cx="3125520" cy="3412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7" name="筆跡 16">
                <a:extLst>
                  <a:ext uri="{FF2B5EF4-FFF2-40B4-BE49-F238E27FC236}">
                    <a16:creationId xmlns:a16="http://schemas.microsoft.com/office/drawing/2014/main" id="{B94BA882-CAA3-A1B7-3D09-8A63BC357F95}"/>
                  </a:ext>
                </a:extLst>
              </p14:cNvPr>
              <p14:cNvContentPartPr/>
              <p14:nvPr/>
            </p14:nvContentPartPr>
            <p14:xfrm>
              <a:off x="10702080" y="4447080"/>
              <a:ext cx="1487160" cy="254880"/>
            </p14:xfrm>
          </p:contentPart>
        </mc:Choice>
        <mc:Fallback>
          <p:pic>
            <p:nvPicPr>
              <p:cNvPr id="17" name="筆跡 16">
                <a:extLst>
                  <a:ext uri="{FF2B5EF4-FFF2-40B4-BE49-F238E27FC236}">
                    <a16:creationId xmlns:a16="http://schemas.microsoft.com/office/drawing/2014/main" id="{B94BA882-CAA3-A1B7-3D09-8A63BC357F95}"/>
                  </a:ext>
                </a:extLst>
              </p:cNvPr>
              <p:cNvPicPr/>
              <p:nvPr/>
            </p:nvPicPr>
            <p:blipFill>
              <a:blip r:embed="rId30"/>
              <a:stretch>
                <a:fillRect/>
              </a:stretch>
            </p:blipFill>
            <p:spPr>
              <a:xfrm>
                <a:off x="10686240" y="4383720"/>
                <a:ext cx="1518480" cy="3816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8" name="筆跡 17">
                <a:extLst>
                  <a:ext uri="{FF2B5EF4-FFF2-40B4-BE49-F238E27FC236}">
                    <a16:creationId xmlns:a16="http://schemas.microsoft.com/office/drawing/2014/main" id="{5BF74C52-EB5E-6BA9-A6A2-62A91029054B}"/>
                  </a:ext>
                </a:extLst>
              </p14:cNvPr>
              <p14:cNvContentPartPr/>
              <p14:nvPr/>
            </p14:nvContentPartPr>
            <p14:xfrm>
              <a:off x="1111680" y="5532120"/>
              <a:ext cx="2545560" cy="134280"/>
            </p14:xfrm>
          </p:contentPart>
        </mc:Choice>
        <mc:Fallback>
          <p:pic>
            <p:nvPicPr>
              <p:cNvPr id="18" name="筆跡 17">
                <a:extLst>
                  <a:ext uri="{FF2B5EF4-FFF2-40B4-BE49-F238E27FC236}">
                    <a16:creationId xmlns:a16="http://schemas.microsoft.com/office/drawing/2014/main" id="{5BF74C52-EB5E-6BA9-A6A2-62A91029054B}"/>
                  </a:ext>
                </a:extLst>
              </p:cNvPr>
              <p:cNvPicPr/>
              <p:nvPr/>
            </p:nvPicPr>
            <p:blipFill>
              <a:blip r:embed="rId32"/>
              <a:stretch>
                <a:fillRect/>
              </a:stretch>
            </p:blipFill>
            <p:spPr>
              <a:xfrm>
                <a:off x="1095840" y="5468760"/>
                <a:ext cx="257688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9" name="筆跡 18">
                <a:extLst>
                  <a:ext uri="{FF2B5EF4-FFF2-40B4-BE49-F238E27FC236}">
                    <a16:creationId xmlns:a16="http://schemas.microsoft.com/office/drawing/2014/main" id="{AB785F88-E2D7-2135-E5FB-02C401787608}"/>
                  </a:ext>
                </a:extLst>
              </p14:cNvPr>
              <p14:cNvContentPartPr/>
              <p14:nvPr/>
            </p14:nvContentPartPr>
            <p14:xfrm>
              <a:off x="1111680" y="6014160"/>
              <a:ext cx="6804720" cy="254880"/>
            </p14:xfrm>
          </p:contentPart>
        </mc:Choice>
        <mc:Fallback>
          <p:pic>
            <p:nvPicPr>
              <p:cNvPr id="19" name="筆跡 18">
                <a:extLst>
                  <a:ext uri="{FF2B5EF4-FFF2-40B4-BE49-F238E27FC236}">
                    <a16:creationId xmlns:a16="http://schemas.microsoft.com/office/drawing/2014/main" id="{AB785F88-E2D7-2135-E5FB-02C401787608}"/>
                  </a:ext>
                </a:extLst>
              </p:cNvPr>
              <p:cNvPicPr/>
              <p:nvPr/>
            </p:nvPicPr>
            <p:blipFill>
              <a:blip r:embed="rId34"/>
              <a:stretch>
                <a:fillRect/>
              </a:stretch>
            </p:blipFill>
            <p:spPr>
              <a:xfrm>
                <a:off x="1095840" y="5950800"/>
                <a:ext cx="6836040" cy="3816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0" name="筆跡 19">
                <a:extLst>
                  <a:ext uri="{FF2B5EF4-FFF2-40B4-BE49-F238E27FC236}">
                    <a16:creationId xmlns:a16="http://schemas.microsoft.com/office/drawing/2014/main" id="{EFDC4A46-AC93-DAC0-4259-D9670F3F8AA6}"/>
                  </a:ext>
                </a:extLst>
              </p14:cNvPr>
              <p14:cNvContentPartPr/>
              <p14:nvPr/>
            </p14:nvContentPartPr>
            <p14:xfrm>
              <a:off x="8237520" y="5532120"/>
              <a:ext cx="1473840" cy="964440"/>
            </p14:xfrm>
          </p:contentPart>
        </mc:Choice>
        <mc:Fallback>
          <p:pic>
            <p:nvPicPr>
              <p:cNvPr id="20" name="筆跡 19">
                <a:extLst>
                  <a:ext uri="{FF2B5EF4-FFF2-40B4-BE49-F238E27FC236}">
                    <a16:creationId xmlns:a16="http://schemas.microsoft.com/office/drawing/2014/main" id="{EFDC4A46-AC93-DAC0-4259-D9670F3F8AA6}"/>
                  </a:ext>
                </a:extLst>
              </p:cNvPr>
              <p:cNvPicPr/>
              <p:nvPr/>
            </p:nvPicPr>
            <p:blipFill>
              <a:blip r:embed="rId36"/>
              <a:stretch>
                <a:fillRect/>
              </a:stretch>
            </p:blipFill>
            <p:spPr>
              <a:xfrm>
                <a:off x="8221680" y="5468760"/>
                <a:ext cx="1505160" cy="109116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1" name="筆跡 20">
                <a:extLst>
                  <a:ext uri="{FF2B5EF4-FFF2-40B4-BE49-F238E27FC236}">
                    <a16:creationId xmlns:a16="http://schemas.microsoft.com/office/drawing/2014/main" id="{86B81E6A-4BC1-D722-6500-97A1D0B3D365}"/>
                  </a:ext>
                </a:extLst>
              </p14:cNvPr>
              <p14:cNvContentPartPr/>
              <p14:nvPr/>
            </p14:nvContentPartPr>
            <p14:xfrm>
              <a:off x="10889640" y="5920560"/>
              <a:ext cx="2800080" cy="308160"/>
            </p14:xfrm>
          </p:contentPart>
        </mc:Choice>
        <mc:Fallback>
          <p:pic>
            <p:nvPicPr>
              <p:cNvPr id="21" name="筆跡 20">
                <a:extLst>
                  <a:ext uri="{FF2B5EF4-FFF2-40B4-BE49-F238E27FC236}">
                    <a16:creationId xmlns:a16="http://schemas.microsoft.com/office/drawing/2014/main" id="{86B81E6A-4BC1-D722-6500-97A1D0B3D365}"/>
                  </a:ext>
                </a:extLst>
              </p:cNvPr>
              <p:cNvPicPr/>
              <p:nvPr/>
            </p:nvPicPr>
            <p:blipFill>
              <a:blip r:embed="rId38"/>
              <a:stretch>
                <a:fillRect/>
              </a:stretch>
            </p:blipFill>
            <p:spPr>
              <a:xfrm>
                <a:off x="10873800" y="5857200"/>
                <a:ext cx="2831400" cy="4348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2" name="筆跡 21">
                <a:extLst>
                  <a:ext uri="{FF2B5EF4-FFF2-40B4-BE49-F238E27FC236}">
                    <a16:creationId xmlns:a16="http://schemas.microsoft.com/office/drawing/2014/main" id="{F9FC33E5-3BF1-20EE-6C3E-A4709BDAA276}"/>
                  </a:ext>
                </a:extLst>
              </p14:cNvPr>
              <p14:cNvContentPartPr/>
              <p14:nvPr/>
            </p14:nvContentPartPr>
            <p14:xfrm>
              <a:off x="15269760" y="6161400"/>
              <a:ext cx="1058400" cy="54000"/>
            </p14:xfrm>
          </p:contentPart>
        </mc:Choice>
        <mc:Fallback>
          <p:pic>
            <p:nvPicPr>
              <p:cNvPr id="22" name="筆跡 21">
                <a:extLst>
                  <a:ext uri="{FF2B5EF4-FFF2-40B4-BE49-F238E27FC236}">
                    <a16:creationId xmlns:a16="http://schemas.microsoft.com/office/drawing/2014/main" id="{F9FC33E5-3BF1-20EE-6C3E-A4709BDAA276}"/>
                  </a:ext>
                </a:extLst>
              </p:cNvPr>
              <p:cNvPicPr/>
              <p:nvPr/>
            </p:nvPicPr>
            <p:blipFill>
              <a:blip r:embed="rId40"/>
              <a:stretch>
                <a:fillRect/>
              </a:stretch>
            </p:blipFill>
            <p:spPr>
              <a:xfrm>
                <a:off x="15253920" y="6098040"/>
                <a:ext cx="108972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3" name="筆跡 22">
                <a:extLst>
                  <a:ext uri="{FF2B5EF4-FFF2-40B4-BE49-F238E27FC236}">
                    <a16:creationId xmlns:a16="http://schemas.microsoft.com/office/drawing/2014/main" id="{6BBF0DA1-2023-63D2-EB73-03FD4161EA55}"/>
                  </a:ext>
                </a:extLst>
              </p14:cNvPr>
              <p14:cNvContentPartPr/>
              <p14:nvPr/>
            </p14:nvContentPartPr>
            <p14:xfrm>
              <a:off x="1553760" y="6831360"/>
              <a:ext cx="1661400" cy="27000"/>
            </p14:xfrm>
          </p:contentPart>
        </mc:Choice>
        <mc:Fallback>
          <p:pic>
            <p:nvPicPr>
              <p:cNvPr id="23" name="筆跡 22">
                <a:extLst>
                  <a:ext uri="{FF2B5EF4-FFF2-40B4-BE49-F238E27FC236}">
                    <a16:creationId xmlns:a16="http://schemas.microsoft.com/office/drawing/2014/main" id="{6BBF0DA1-2023-63D2-EB73-03FD4161EA55}"/>
                  </a:ext>
                </a:extLst>
              </p:cNvPr>
              <p:cNvPicPr/>
              <p:nvPr/>
            </p:nvPicPr>
            <p:blipFill>
              <a:blip r:embed="rId42"/>
              <a:stretch>
                <a:fillRect/>
              </a:stretch>
            </p:blipFill>
            <p:spPr>
              <a:xfrm>
                <a:off x="1537920" y="6768000"/>
                <a:ext cx="169272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4" name="筆跡 23">
                <a:extLst>
                  <a:ext uri="{FF2B5EF4-FFF2-40B4-BE49-F238E27FC236}">
                    <a16:creationId xmlns:a16="http://schemas.microsoft.com/office/drawing/2014/main" id="{A8524F75-5BAC-BEE7-C655-C01D812F4AC4}"/>
                  </a:ext>
                </a:extLst>
              </p14:cNvPr>
              <p14:cNvContentPartPr/>
              <p14:nvPr/>
            </p14:nvContentPartPr>
            <p14:xfrm>
              <a:off x="991080" y="7849080"/>
              <a:ext cx="3898440" cy="241560"/>
            </p14:xfrm>
          </p:contentPart>
        </mc:Choice>
        <mc:Fallback>
          <p:pic>
            <p:nvPicPr>
              <p:cNvPr id="24" name="筆跡 23">
                <a:extLst>
                  <a:ext uri="{FF2B5EF4-FFF2-40B4-BE49-F238E27FC236}">
                    <a16:creationId xmlns:a16="http://schemas.microsoft.com/office/drawing/2014/main" id="{A8524F75-5BAC-BEE7-C655-C01D812F4AC4}"/>
                  </a:ext>
                </a:extLst>
              </p:cNvPr>
              <p:cNvPicPr/>
              <p:nvPr/>
            </p:nvPicPr>
            <p:blipFill>
              <a:blip r:embed="rId44"/>
              <a:stretch>
                <a:fillRect/>
              </a:stretch>
            </p:blipFill>
            <p:spPr>
              <a:xfrm>
                <a:off x="975240" y="7785720"/>
                <a:ext cx="3929760" cy="3682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5" name="筆跡 24">
                <a:extLst>
                  <a:ext uri="{FF2B5EF4-FFF2-40B4-BE49-F238E27FC236}">
                    <a16:creationId xmlns:a16="http://schemas.microsoft.com/office/drawing/2014/main" id="{F2702669-319F-F706-9F94-F034956FB79B}"/>
                  </a:ext>
                </a:extLst>
              </p14:cNvPr>
              <p14:cNvContentPartPr/>
              <p14:nvPr/>
            </p14:nvContentPartPr>
            <p14:xfrm>
              <a:off x="870480" y="8398440"/>
              <a:ext cx="3107880" cy="227880"/>
            </p14:xfrm>
          </p:contentPart>
        </mc:Choice>
        <mc:Fallback>
          <p:pic>
            <p:nvPicPr>
              <p:cNvPr id="25" name="筆跡 24">
                <a:extLst>
                  <a:ext uri="{FF2B5EF4-FFF2-40B4-BE49-F238E27FC236}">
                    <a16:creationId xmlns:a16="http://schemas.microsoft.com/office/drawing/2014/main" id="{F2702669-319F-F706-9F94-F034956FB79B}"/>
                  </a:ext>
                </a:extLst>
              </p:cNvPr>
              <p:cNvPicPr/>
              <p:nvPr/>
            </p:nvPicPr>
            <p:blipFill>
              <a:blip r:embed="rId46"/>
              <a:stretch>
                <a:fillRect/>
              </a:stretch>
            </p:blipFill>
            <p:spPr>
              <a:xfrm>
                <a:off x="854640" y="8335080"/>
                <a:ext cx="3139200" cy="3546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6" name="筆跡 25">
                <a:extLst>
                  <a:ext uri="{FF2B5EF4-FFF2-40B4-BE49-F238E27FC236}">
                    <a16:creationId xmlns:a16="http://schemas.microsoft.com/office/drawing/2014/main" id="{BA773AE6-4D04-8D37-042F-B54263B93BE6}"/>
                  </a:ext>
                </a:extLst>
              </p14:cNvPr>
              <p14:cNvContentPartPr/>
              <p14:nvPr/>
            </p14:nvContentPartPr>
            <p14:xfrm>
              <a:off x="5438160" y="8358120"/>
              <a:ext cx="3429360" cy="107640"/>
            </p14:xfrm>
          </p:contentPart>
        </mc:Choice>
        <mc:Fallback>
          <p:pic>
            <p:nvPicPr>
              <p:cNvPr id="26" name="筆跡 25">
                <a:extLst>
                  <a:ext uri="{FF2B5EF4-FFF2-40B4-BE49-F238E27FC236}">
                    <a16:creationId xmlns:a16="http://schemas.microsoft.com/office/drawing/2014/main" id="{BA773AE6-4D04-8D37-042F-B54263B93BE6}"/>
                  </a:ext>
                </a:extLst>
              </p:cNvPr>
              <p:cNvPicPr/>
              <p:nvPr/>
            </p:nvPicPr>
            <p:blipFill>
              <a:blip r:embed="rId48"/>
              <a:stretch>
                <a:fillRect/>
              </a:stretch>
            </p:blipFill>
            <p:spPr>
              <a:xfrm>
                <a:off x="5422320" y="8294760"/>
                <a:ext cx="346068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27" name="筆跡 26">
                <a:extLst>
                  <a:ext uri="{FF2B5EF4-FFF2-40B4-BE49-F238E27FC236}">
                    <a16:creationId xmlns:a16="http://schemas.microsoft.com/office/drawing/2014/main" id="{69FCC006-54B5-FCB9-3D46-98E207390D9F}"/>
                  </a:ext>
                </a:extLst>
              </p14:cNvPr>
              <p14:cNvContentPartPr/>
              <p14:nvPr/>
            </p14:nvContentPartPr>
            <p14:xfrm>
              <a:off x="13019400" y="7500960"/>
              <a:ext cx="1888920" cy="1004760"/>
            </p14:xfrm>
          </p:contentPart>
        </mc:Choice>
        <mc:Fallback>
          <p:pic>
            <p:nvPicPr>
              <p:cNvPr id="27" name="筆跡 26">
                <a:extLst>
                  <a:ext uri="{FF2B5EF4-FFF2-40B4-BE49-F238E27FC236}">
                    <a16:creationId xmlns:a16="http://schemas.microsoft.com/office/drawing/2014/main" id="{69FCC006-54B5-FCB9-3D46-98E207390D9F}"/>
                  </a:ext>
                </a:extLst>
              </p:cNvPr>
              <p:cNvPicPr/>
              <p:nvPr/>
            </p:nvPicPr>
            <p:blipFill>
              <a:blip r:embed="rId50"/>
              <a:stretch>
                <a:fillRect/>
              </a:stretch>
            </p:blipFill>
            <p:spPr>
              <a:xfrm>
                <a:off x="13003560" y="7437600"/>
                <a:ext cx="1920240" cy="11314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28" name="筆跡 27">
                <a:extLst>
                  <a:ext uri="{FF2B5EF4-FFF2-40B4-BE49-F238E27FC236}">
                    <a16:creationId xmlns:a16="http://schemas.microsoft.com/office/drawing/2014/main" id="{A5283AA8-C0C0-93C2-2923-6797F02C1883}"/>
                  </a:ext>
                </a:extLst>
              </p14:cNvPr>
              <p14:cNvContentPartPr/>
              <p14:nvPr/>
            </p14:nvContentPartPr>
            <p14:xfrm>
              <a:off x="15229440" y="8371440"/>
              <a:ext cx="670320" cy="27360"/>
            </p14:xfrm>
          </p:contentPart>
        </mc:Choice>
        <mc:Fallback>
          <p:pic>
            <p:nvPicPr>
              <p:cNvPr id="28" name="筆跡 27">
                <a:extLst>
                  <a:ext uri="{FF2B5EF4-FFF2-40B4-BE49-F238E27FC236}">
                    <a16:creationId xmlns:a16="http://schemas.microsoft.com/office/drawing/2014/main" id="{A5283AA8-C0C0-93C2-2923-6797F02C1883}"/>
                  </a:ext>
                </a:extLst>
              </p:cNvPr>
              <p:cNvPicPr/>
              <p:nvPr/>
            </p:nvPicPr>
            <p:blipFill>
              <a:blip r:embed="rId52"/>
              <a:stretch>
                <a:fillRect/>
              </a:stretch>
            </p:blipFill>
            <p:spPr>
              <a:xfrm>
                <a:off x="15213600" y="8308080"/>
                <a:ext cx="70164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29" name="筆跡 28">
                <a:extLst>
                  <a:ext uri="{FF2B5EF4-FFF2-40B4-BE49-F238E27FC236}">
                    <a16:creationId xmlns:a16="http://schemas.microsoft.com/office/drawing/2014/main" id="{399CB3F2-C2A3-4791-2218-0FC7CA5518BB}"/>
                  </a:ext>
                </a:extLst>
              </p14:cNvPr>
              <p14:cNvContentPartPr/>
              <p14:nvPr/>
            </p14:nvContentPartPr>
            <p14:xfrm>
              <a:off x="1191960" y="9121680"/>
              <a:ext cx="1098720" cy="40680"/>
            </p14:xfrm>
          </p:contentPart>
        </mc:Choice>
        <mc:Fallback>
          <p:pic>
            <p:nvPicPr>
              <p:cNvPr id="29" name="筆跡 28">
                <a:extLst>
                  <a:ext uri="{FF2B5EF4-FFF2-40B4-BE49-F238E27FC236}">
                    <a16:creationId xmlns:a16="http://schemas.microsoft.com/office/drawing/2014/main" id="{399CB3F2-C2A3-4791-2218-0FC7CA5518BB}"/>
                  </a:ext>
                </a:extLst>
              </p:cNvPr>
              <p:cNvPicPr/>
              <p:nvPr/>
            </p:nvPicPr>
            <p:blipFill>
              <a:blip r:embed="rId54"/>
              <a:stretch>
                <a:fillRect/>
              </a:stretch>
            </p:blipFill>
            <p:spPr>
              <a:xfrm>
                <a:off x="1176120" y="9058320"/>
                <a:ext cx="113004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0" name="筆跡 29">
                <a:extLst>
                  <a:ext uri="{FF2B5EF4-FFF2-40B4-BE49-F238E27FC236}">
                    <a16:creationId xmlns:a16="http://schemas.microsoft.com/office/drawing/2014/main" id="{BF647D5C-09A2-3808-9ADF-847F55313B93}"/>
                  </a:ext>
                </a:extLst>
              </p14:cNvPr>
              <p14:cNvContentPartPr/>
              <p14:nvPr/>
            </p14:nvContentPartPr>
            <p14:xfrm>
              <a:off x="2491560" y="8639640"/>
              <a:ext cx="5130360" cy="495720"/>
            </p14:xfrm>
          </p:contentPart>
        </mc:Choice>
        <mc:Fallback>
          <p:pic>
            <p:nvPicPr>
              <p:cNvPr id="30" name="筆跡 29">
                <a:extLst>
                  <a:ext uri="{FF2B5EF4-FFF2-40B4-BE49-F238E27FC236}">
                    <a16:creationId xmlns:a16="http://schemas.microsoft.com/office/drawing/2014/main" id="{BF647D5C-09A2-3808-9ADF-847F55313B93}"/>
                  </a:ext>
                </a:extLst>
              </p:cNvPr>
              <p:cNvPicPr/>
              <p:nvPr/>
            </p:nvPicPr>
            <p:blipFill>
              <a:blip r:embed="rId56"/>
              <a:stretch>
                <a:fillRect/>
              </a:stretch>
            </p:blipFill>
            <p:spPr>
              <a:xfrm>
                <a:off x="2475720" y="8576280"/>
                <a:ext cx="5161680" cy="622440"/>
              </a:xfrm>
              <a:prstGeom prst="rect">
                <a:avLst/>
              </a:prstGeom>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8589" y="235604"/>
            <a:ext cx="15590520" cy="1062609"/>
          </a:xfrm>
          <a:prstGeom prst="rect">
            <a:avLst/>
          </a:prstGeom>
        </p:spPr>
        <p:txBody>
          <a:bodyPr lIns="0" tIns="0" rIns="0" bIns="0" rtlCol="0" anchor="t">
            <a:spAutoFit/>
          </a:bodyPr>
          <a:lstStyle/>
          <a:p>
            <a:pPr algn="l">
              <a:lnSpc>
                <a:spcPts val="7128"/>
              </a:lnSpc>
            </a:pPr>
            <a:r>
              <a:rPr lang="en-US" sz="6600" b="1">
                <a:solidFill>
                  <a:srgbClr val="000000"/>
                </a:solidFill>
                <a:latin typeface="Times New Roman Bold"/>
                <a:ea typeface="Times New Roman Bold"/>
                <a:cs typeface="Times New Roman Bold"/>
                <a:sym typeface="Times New Roman Bold"/>
              </a:rPr>
              <a:t>Result:Logistic regression analysis</a:t>
            </a:r>
          </a:p>
        </p:txBody>
      </p:sp>
      <p:sp>
        <p:nvSpPr>
          <p:cNvPr id="3" name="TextBox 3"/>
          <p:cNvSpPr txBox="1"/>
          <p:nvPr/>
        </p:nvSpPr>
        <p:spPr>
          <a:xfrm>
            <a:off x="1028700" y="2246665"/>
            <a:ext cx="15572934" cy="6388608"/>
          </a:xfrm>
          <a:prstGeom prst="rect">
            <a:avLst/>
          </a:prstGeom>
        </p:spPr>
        <p:txBody>
          <a:bodyPr lIns="0" tIns="0" rIns="0" bIns="0" rtlCol="0" anchor="t">
            <a:spAutoFit/>
          </a:bodyPr>
          <a:lstStyle/>
          <a:p>
            <a:pPr algn="l">
              <a:lnSpc>
                <a:spcPts val="4536"/>
              </a:lnSpc>
            </a:pPr>
            <a:r>
              <a:rPr lang="en-US" sz="4200">
                <a:solidFill>
                  <a:srgbClr val="000000"/>
                </a:solidFill>
                <a:latin typeface="Times New Roman"/>
                <a:ea typeface="Times New Roman"/>
                <a:cs typeface="Times New Roman"/>
                <a:sym typeface="Times New Roman"/>
              </a:rPr>
              <a:t>Vehicle type:</a:t>
            </a:r>
          </a:p>
          <a:p>
            <a:pPr algn="l">
              <a:lnSpc>
                <a:spcPts val="4536"/>
              </a:lnSpc>
            </a:pPr>
            <a:r>
              <a:rPr lang="en-US" sz="4200">
                <a:solidFill>
                  <a:srgbClr val="000000"/>
                </a:solidFill>
                <a:latin typeface="Times New Roman"/>
                <a:ea typeface="Times New Roman"/>
                <a:cs typeface="Times New Roman"/>
                <a:sym typeface="Times New Roman"/>
              </a:rPr>
              <a:t>When crush on truck the rsik will increase 9.5% in average.And above 55 urban non-occupational it will increase 35.7%.</a:t>
            </a:r>
          </a:p>
          <a:p>
            <a:pPr algn="l">
              <a:lnSpc>
                <a:spcPts val="4536"/>
              </a:lnSpc>
            </a:pPr>
            <a:endParaRPr lang="en-US" sz="4200">
              <a:solidFill>
                <a:srgbClr val="000000"/>
              </a:solidFill>
              <a:latin typeface="Times New Roman"/>
              <a:ea typeface="Times New Roman"/>
              <a:cs typeface="Times New Roman"/>
              <a:sym typeface="Times New Roman"/>
            </a:endParaRPr>
          </a:p>
          <a:p>
            <a:pPr algn="l">
              <a:lnSpc>
                <a:spcPts val="4536"/>
              </a:lnSpc>
            </a:pPr>
            <a:r>
              <a:rPr lang="en-US" sz="4200">
                <a:solidFill>
                  <a:srgbClr val="000000"/>
                </a:solidFill>
                <a:latin typeface="Times New Roman"/>
                <a:ea typeface="Times New Roman"/>
                <a:cs typeface="Times New Roman"/>
                <a:sym typeface="Times New Roman"/>
              </a:rPr>
              <a:t>Gender:</a:t>
            </a:r>
          </a:p>
          <a:p>
            <a:pPr algn="l">
              <a:lnSpc>
                <a:spcPts val="4536"/>
              </a:lnSpc>
            </a:pPr>
            <a:r>
              <a:rPr lang="en-US" sz="4200">
                <a:solidFill>
                  <a:srgbClr val="000000"/>
                </a:solidFill>
                <a:latin typeface="Times New Roman"/>
                <a:ea typeface="Times New Roman"/>
                <a:cs typeface="Times New Roman"/>
                <a:sym typeface="Times New Roman"/>
              </a:rPr>
              <a:t>Rider(Above 55 , in urban areas, and non-professional riders) if the driver is a female driver, the risk will be decrease.</a:t>
            </a:r>
          </a:p>
          <a:p>
            <a:pPr algn="l">
              <a:lnSpc>
                <a:spcPts val="4536"/>
              </a:lnSpc>
            </a:pPr>
            <a:endParaRPr lang="en-US" sz="4200">
              <a:solidFill>
                <a:srgbClr val="000000"/>
              </a:solidFill>
              <a:latin typeface="Times New Roman"/>
              <a:ea typeface="Times New Roman"/>
              <a:cs typeface="Times New Roman"/>
              <a:sym typeface="Times New Roman"/>
            </a:endParaRPr>
          </a:p>
          <a:p>
            <a:pPr algn="l">
              <a:lnSpc>
                <a:spcPts val="4536"/>
              </a:lnSpc>
            </a:pPr>
            <a:endParaRPr lang="en-US" sz="4200">
              <a:solidFill>
                <a:srgbClr val="000000"/>
              </a:solidFill>
              <a:latin typeface="Times New Roman"/>
              <a:ea typeface="Times New Roman"/>
              <a:cs typeface="Times New Roman"/>
              <a:sym typeface="Times New Roman"/>
            </a:endParaRPr>
          </a:p>
          <a:p>
            <a:pPr algn="l">
              <a:lnSpc>
                <a:spcPts val="4536"/>
              </a:lnSpc>
              <a:spcBef>
                <a:spcPct val="0"/>
              </a:spcBef>
            </a:pPr>
            <a:endParaRPr lang="en-US" sz="4200">
              <a:solidFill>
                <a:srgbClr val="000000"/>
              </a:solidFill>
              <a:latin typeface="Times New Roman"/>
              <a:ea typeface="Times New Roman"/>
              <a:cs typeface="Times New Roman"/>
              <a:sym typeface="Times New Roman"/>
            </a:endParaRPr>
          </a:p>
          <a:p>
            <a:pPr algn="l">
              <a:lnSpc>
                <a:spcPts val="4536"/>
              </a:lnSpc>
              <a:spcBef>
                <a:spcPct val="0"/>
              </a:spcBef>
            </a:pPr>
            <a:endParaRPr lang="en-US" sz="4200">
              <a:solidFill>
                <a:srgbClr val="000000"/>
              </a:solidFill>
              <a:latin typeface="Times New Roman"/>
              <a:ea typeface="Times New Roman"/>
              <a:cs typeface="Times New Roman"/>
              <a:sym typeface="Times New Roman"/>
            </a:endParaRPr>
          </a:p>
        </p:txBody>
      </p:sp>
      <mc:AlternateContent xmlns:mc="http://schemas.openxmlformats.org/markup-compatibility/2006">
        <mc:Choice xmlns:p14="http://schemas.microsoft.com/office/powerpoint/2010/main" Requires="p14">
          <p:contentPart p14:bwMode="auto" r:id="rId3">
            <p14:nvContentPartPr>
              <p14:cNvPr id="4" name="筆跡 3">
                <a:extLst>
                  <a:ext uri="{FF2B5EF4-FFF2-40B4-BE49-F238E27FC236}">
                    <a16:creationId xmlns:a16="http://schemas.microsoft.com/office/drawing/2014/main" id="{EBBE4246-7DCB-C058-3041-3BEF8B0ECBDB}"/>
                  </a:ext>
                </a:extLst>
              </p14:cNvPr>
              <p14:cNvContentPartPr/>
              <p14:nvPr/>
            </p14:nvContentPartPr>
            <p14:xfrm>
              <a:off x="4473720" y="3375360"/>
              <a:ext cx="1219320" cy="161280"/>
            </p14:xfrm>
          </p:contentPart>
        </mc:Choice>
        <mc:Fallback>
          <p:pic>
            <p:nvPicPr>
              <p:cNvPr id="4" name="筆跡 3">
                <a:extLst>
                  <a:ext uri="{FF2B5EF4-FFF2-40B4-BE49-F238E27FC236}">
                    <a16:creationId xmlns:a16="http://schemas.microsoft.com/office/drawing/2014/main" id="{EBBE4246-7DCB-C058-3041-3BEF8B0ECBDB}"/>
                  </a:ext>
                </a:extLst>
              </p:cNvPr>
              <p:cNvPicPr/>
              <p:nvPr/>
            </p:nvPicPr>
            <p:blipFill>
              <a:blip r:embed="rId4"/>
              <a:stretch>
                <a:fillRect/>
              </a:stretch>
            </p:blipFill>
            <p:spPr>
              <a:xfrm>
                <a:off x="4457880" y="3312000"/>
                <a:ext cx="125064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筆跡 4">
                <a:extLst>
                  <a:ext uri="{FF2B5EF4-FFF2-40B4-BE49-F238E27FC236}">
                    <a16:creationId xmlns:a16="http://schemas.microsoft.com/office/drawing/2014/main" id="{0EC3A9E9-F3FD-B533-4B0F-AADD4B38E311}"/>
                  </a:ext>
                </a:extLst>
              </p14:cNvPr>
              <p14:cNvContentPartPr/>
              <p14:nvPr/>
            </p14:nvContentPartPr>
            <p14:xfrm>
              <a:off x="9992160" y="2665440"/>
              <a:ext cx="1206000" cy="750600"/>
            </p14:xfrm>
          </p:contentPart>
        </mc:Choice>
        <mc:Fallback>
          <p:pic>
            <p:nvPicPr>
              <p:cNvPr id="5" name="筆跡 4">
                <a:extLst>
                  <a:ext uri="{FF2B5EF4-FFF2-40B4-BE49-F238E27FC236}">
                    <a16:creationId xmlns:a16="http://schemas.microsoft.com/office/drawing/2014/main" id="{0EC3A9E9-F3FD-B533-4B0F-AADD4B38E311}"/>
                  </a:ext>
                </a:extLst>
              </p:cNvPr>
              <p:cNvPicPr/>
              <p:nvPr/>
            </p:nvPicPr>
            <p:blipFill>
              <a:blip r:embed="rId6"/>
              <a:stretch>
                <a:fillRect/>
              </a:stretch>
            </p:blipFill>
            <p:spPr>
              <a:xfrm>
                <a:off x="9976320" y="2602080"/>
                <a:ext cx="1237320" cy="8773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筆跡 5">
                <a:extLst>
                  <a:ext uri="{FF2B5EF4-FFF2-40B4-BE49-F238E27FC236}">
                    <a16:creationId xmlns:a16="http://schemas.microsoft.com/office/drawing/2014/main" id="{B247942A-EA9A-0314-A245-B35D0AA0D004}"/>
                  </a:ext>
                </a:extLst>
              </p14:cNvPr>
              <p14:cNvContentPartPr/>
              <p14:nvPr/>
            </p14:nvContentPartPr>
            <p14:xfrm>
              <a:off x="11773800" y="3241440"/>
              <a:ext cx="1621080" cy="201240"/>
            </p14:xfrm>
          </p:contentPart>
        </mc:Choice>
        <mc:Fallback>
          <p:pic>
            <p:nvPicPr>
              <p:cNvPr id="6" name="筆跡 5">
                <a:extLst>
                  <a:ext uri="{FF2B5EF4-FFF2-40B4-BE49-F238E27FC236}">
                    <a16:creationId xmlns:a16="http://schemas.microsoft.com/office/drawing/2014/main" id="{B247942A-EA9A-0314-A245-B35D0AA0D004}"/>
                  </a:ext>
                </a:extLst>
              </p:cNvPr>
              <p:cNvPicPr/>
              <p:nvPr/>
            </p:nvPicPr>
            <p:blipFill>
              <a:blip r:embed="rId8"/>
              <a:stretch>
                <a:fillRect/>
              </a:stretch>
            </p:blipFill>
            <p:spPr>
              <a:xfrm>
                <a:off x="11757960" y="3178080"/>
                <a:ext cx="1652400" cy="3279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筆跡 6">
                <a:extLst>
                  <a:ext uri="{FF2B5EF4-FFF2-40B4-BE49-F238E27FC236}">
                    <a16:creationId xmlns:a16="http://schemas.microsoft.com/office/drawing/2014/main" id="{40A7997C-3567-F33B-7D34-576D5329209A}"/>
                  </a:ext>
                </a:extLst>
              </p14:cNvPr>
              <p14:cNvContentPartPr/>
              <p14:nvPr/>
            </p14:nvContentPartPr>
            <p14:xfrm>
              <a:off x="1071720" y="3964680"/>
              <a:ext cx="5304600" cy="174600"/>
            </p14:xfrm>
          </p:contentPart>
        </mc:Choice>
        <mc:Fallback>
          <p:pic>
            <p:nvPicPr>
              <p:cNvPr id="7" name="筆跡 6">
                <a:extLst>
                  <a:ext uri="{FF2B5EF4-FFF2-40B4-BE49-F238E27FC236}">
                    <a16:creationId xmlns:a16="http://schemas.microsoft.com/office/drawing/2014/main" id="{40A7997C-3567-F33B-7D34-576D5329209A}"/>
                  </a:ext>
                </a:extLst>
              </p:cNvPr>
              <p:cNvPicPr/>
              <p:nvPr/>
            </p:nvPicPr>
            <p:blipFill>
              <a:blip r:embed="rId10"/>
              <a:stretch>
                <a:fillRect/>
              </a:stretch>
            </p:blipFill>
            <p:spPr>
              <a:xfrm>
                <a:off x="1055880" y="3901320"/>
                <a:ext cx="533592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筆跡 7">
                <a:extLst>
                  <a:ext uri="{FF2B5EF4-FFF2-40B4-BE49-F238E27FC236}">
                    <a16:creationId xmlns:a16="http://schemas.microsoft.com/office/drawing/2014/main" id="{CE0BD3C8-CE62-2082-A477-1ECE79B698DB}"/>
                  </a:ext>
                </a:extLst>
              </p14:cNvPr>
              <p14:cNvContentPartPr/>
              <p14:nvPr/>
            </p14:nvContentPartPr>
            <p14:xfrm>
              <a:off x="9992160" y="3335400"/>
              <a:ext cx="1701720" cy="777240"/>
            </p14:xfrm>
          </p:contentPart>
        </mc:Choice>
        <mc:Fallback>
          <p:pic>
            <p:nvPicPr>
              <p:cNvPr id="8" name="筆跡 7">
                <a:extLst>
                  <a:ext uri="{FF2B5EF4-FFF2-40B4-BE49-F238E27FC236}">
                    <a16:creationId xmlns:a16="http://schemas.microsoft.com/office/drawing/2014/main" id="{CE0BD3C8-CE62-2082-A477-1ECE79B698DB}"/>
                  </a:ext>
                </a:extLst>
              </p:cNvPr>
              <p:cNvPicPr/>
              <p:nvPr/>
            </p:nvPicPr>
            <p:blipFill>
              <a:blip r:embed="rId12"/>
              <a:stretch>
                <a:fillRect/>
              </a:stretch>
            </p:blipFill>
            <p:spPr>
              <a:xfrm>
                <a:off x="9976320" y="3272040"/>
                <a:ext cx="1733040" cy="9039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筆跡 8">
                <a:extLst>
                  <a:ext uri="{FF2B5EF4-FFF2-40B4-BE49-F238E27FC236}">
                    <a16:creationId xmlns:a16="http://schemas.microsoft.com/office/drawing/2014/main" id="{22FE3201-0A62-594A-1C1F-E32DAC9934F1}"/>
                  </a:ext>
                </a:extLst>
              </p14:cNvPr>
              <p14:cNvContentPartPr/>
              <p14:nvPr/>
            </p14:nvContentPartPr>
            <p14:xfrm>
              <a:off x="1125000" y="4982760"/>
              <a:ext cx="1674720" cy="161280"/>
            </p14:xfrm>
          </p:contentPart>
        </mc:Choice>
        <mc:Fallback>
          <p:pic>
            <p:nvPicPr>
              <p:cNvPr id="9" name="筆跡 8">
                <a:extLst>
                  <a:ext uri="{FF2B5EF4-FFF2-40B4-BE49-F238E27FC236}">
                    <a16:creationId xmlns:a16="http://schemas.microsoft.com/office/drawing/2014/main" id="{22FE3201-0A62-594A-1C1F-E32DAC9934F1}"/>
                  </a:ext>
                </a:extLst>
              </p:cNvPr>
              <p:cNvPicPr/>
              <p:nvPr/>
            </p:nvPicPr>
            <p:blipFill>
              <a:blip r:embed="rId14"/>
              <a:stretch>
                <a:fillRect/>
              </a:stretch>
            </p:blipFill>
            <p:spPr>
              <a:xfrm>
                <a:off x="1109160" y="4919400"/>
                <a:ext cx="170604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筆跡 9">
                <a:extLst>
                  <a:ext uri="{FF2B5EF4-FFF2-40B4-BE49-F238E27FC236}">
                    <a16:creationId xmlns:a16="http://schemas.microsoft.com/office/drawing/2014/main" id="{405293F5-782D-F661-E4B1-10304C609D9C}"/>
                  </a:ext>
                </a:extLst>
              </p14:cNvPr>
              <p14:cNvContentPartPr/>
              <p14:nvPr/>
            </p14:nvContentPartPr>
            <p14:xfrm>
              <a:off x="2491560" y="5277600"/>
              <a:ext cx="10046160" cy="495720"/>
            </p14:xfrm>
          </p:contentPart>
        </mc:Choice>
        <mc:Fallback>
          <p:pic>
            <p:nvPicPr>
              <p:cNvPr id="10" name="筆跡 9">
                <a:extLst>
                  <a:ext uri="{FF2B5EF4-FFF2-40B4-BE49-F238E27FC236}">
                    <a16:creationId xmlns:a16="http://schemas.microsoft.com/office/drawing/2014/main" id="{405293F5-782D-F661-E4B1-10304C609D9C}"/>
                  </a:ext>
                </a:extLst>
              </p:cNvPr>
              <p:cNvPicPr/>
              <p:nvPr/>
            </p:nvPicPr>
            <p:blipFill>
              <a:blip r:embed="rId16"/>
              <a:stretch>
                <a:fillRect/>
              </a:stretch>
            </p:blipFill>
            <p:spPr>
              <a:xfrm>
                <a:off x="2475720" y="5214240"/>
                <a:ext cx="10077480" cy="6224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筆跡 10">
                <a:extLst>
                  <a:ext uri="{FF2B5EF4-FFF2-40B4-BE49-F238E27FC236}">
                    <a16:creationId xmlns:a16="http://schemas.microsoft.com/office/drawing/2014/main" id="{691979A1-308A-D1BF-5DB9-0EE8A3117BB0}"/>
                  </a:ext>
                </a:extLst>
              </p14:cNvPr>
              <p14:cNvContentPartPr/>
              <p14:nvPr/>
            </p14:nvContentPartPr>
            <p14:xfrm>
              <a:off x="6590160" y="6121440"/>
              <a:ext cx="4514400" cy="134280"/>
            </p14:xfrm>
          </p:contentPart>
        </mc:Choice>
        <mc:Fallback>
          <p:pic>
            <p:nvPicPr>
              <p:cNvPr id="11" name="筆跡 10">
                <a:extLst>
                  <a:ext uri="{FF2B5EF4-FFF2-40B4-BE49-F238E27FC236}">
                    <a16:creationId xmlns:a16="http://schemas.microsoft.com/office/drawing/2014/main" id="{691979A1-308A-D1BF-5DB9-0EE8A3117BB0}"/>
                  </a:ext>
                </a:extLst>
              </p:cNvPr>
              <p:cNvPicPr/>
              <p:nvPr/>
            </p:nvPicPr>
            <p:blipFill>
              <a:blip r:embed="rId18"/>
              <a:stretch>
                <a:fillRect/>
              </a:stretch>
            </p:blipFill>
            <p:spPr>
              <a:xfrm>
                <a:off x="6574320" y="6058080"/>
                <a:ext cx="4545720" cy="261000"/>
              </a:xfrm>
              <a:prstGeom prst="rect">
                <a:avLst/>
              </a:prstGeom>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36175" y="1260113"/>
            <a:ext cx="15572934" cy="7531608"/>
          </a:xfrm>
          <a:prstGeom prst="rect">
            <a:avLst/>
          </a:prstGeom>
        </p:spPr>
        <p:txBody>
          <a:bodyPr lIns="0" tIns="0" rIns="0" bIns="0" rtlCol="0" anchor="t">
            <a:spAutoFit/>
          </a:bodyPr>
          <a:lstStyle/>
          <a:p>
            <a:pPr algn="l">
              <a:lnSpc>
                <a:spcPts val="4536"/>
              </a:lnSpc>
            </a:pPr>
            <a:r>
              <a:rPr lang="en-US" sz="4200">
                <a:solidFill>
                  <a:srgbClr val="000000"/>
                </a:solidFill>
                <a:latin typeface="Times New Roman"/>
                <a:ea typeface="Times New Roman"/>
                <a:cs typeface="Times New Roman"/>
                <a:sym typeface="Times New Roman"/>
              </a:rPr>
              <a:t>Policy Implications:</a:t>
            </a:r>
          </a:p>
          <a:p>
            <a:pPr algn="l">
              <a:lnSpc>
                <a:spcPts val="4536"/>
              </a:lnSpc>
            </a:pPr>
            <a:endParaRPr lang="en-US" sz="4200">
              <a:solidFill>
                <a:srgbClr val="000000"/>
              </a:solidFill>
              <a:latin typeface="Times New Roman"/>
              <a:ea typeface="Times New Roman"/>
              <a:cs typeface="Times New Roman"/>
              <a:sym typeface="Times New Roman"/>
            </a:endParaRPr>
          </a:p>
          <a:p>
            <a:pPr algn="l">
              <a:lnSpc>
                <a:spcPts val="4536"/>
              </a:lnSpc>
            </a:pPr>
            <a:r>
              <a:rPr lang="en-US" sz="4200">
                <a:solidFill>
                  <a:srgbClr val="000000"/>
                </a:solidFill>
                <a:latin typeface="Times New Roman"/>
                <a:ea typeface="Times New Roman"/>
                <a:cs typeface="Times New Roman"/>
                <a:sym typeface="Times New Roman"/>
              </a:rPr>
              <a:t>Education and Norms:</a:t>
            </a:r>
          </a:p>
          <a:p>
            <a:pPr algn="l">
              <a:lnSpc>
                <a:spcPts val="4536"/>
              </a:lnSpc>
            </a:pPr>
            <a:r>
              <a:rPr lang="en-US" sz="4200">
                <a:solidFill>
                  <a:srgbClr val="000000"/>
                </a:solidFill>
                <a:latin typeface="Times New Roman"/>
                <a:ea typeface="Times New Roman"/>
                <a:cs typeface="Times New Roman"/>
                <a:sym typeface="Times New Roman"/>
              </a:rPr>
              <a:t>1.Promote and train high-risk groups (above 55 urban non-occupational rider)</a:t>
            </a:r>
          </a:p>
          <a:p>
            <a:pPr algn="l">
              <a:lnSpc>
                <a:spcPts val="4536"/>
              </a:lnSpc>
            </a:pPr>
            <a:r>
              <a:rPr lang="en-US" sz="4200">
                <a:solidFill>
                  <a:srgbClr val="000000"/>
                </a:solidFill>
                <a:latin typeface="Times New Roman"/>
                <a:ea typeface="Times New Roman"/>
                <a:cs typeface="Times New Roman"/>
                <a:sym typeface="Times New Roman"/>
              </a:rPr>
              <a:t>2.Establish a "formalized education and examination system" to increase ridrs' risk awareness of inappropriate behavior.</a:t>
            </a:r>
          </a:p>
          <a:p>
            <a:pPr algn="l">
              <a:lnSpc>
                <a:spcPts val="4536"/>
              </a:lnSpc>
            </a:pPr>
            <a:endParaRPr lang="en-US" sz="4200">
              <a:solidFill>
                <a:srgbClr val="000000"/>
              </a:solidFill>
              <a:latin typeface="Times New Roman"/>
              <a:ea typeface="Times New Roman"/>
              <a:cs typeface="Times New Roman"/>
              <a:sym typeface="Times New Roman"/>
            </a:endParaRPr>
          </a:p>
          <a:p>
            <a:pPr algn="l">
              <a:lnSpc>
                <a:spcPts val="4536"/>
              </a:lnSpc>
            </a:pPr>
            <a:endParaRPr lang="en-US" sz="4200">
              <a:solidFill>
                <a:srgbClr val="000000"/>
              </a:solidFill>
              <a:latin typeface="Times New Roman"/>
              <a:ea typeface="Times New Roman"/>
              <a:cs typeface="Times New Roman"/>
              <a:sym typeface="Times New Roman"/>
            </a:endParaRPr>
          </a:p>
          <a:p>
            <a:pPr algn="l">
              <a:lnSpc>
                <a:spcPts val="4536"/>
              </a:lnSpc>
            </a:pPr>
            <a:endParaRPr lang="en-US" sz="4200">
              <a:solidFill>
                <a:srgbClr val="000000"/>
              </a:solidFill>
              <a:latin typeface="Times New Roman"/>
              <a:ea typeface="Times New Roman"/>
              <a:cs typeface="Times New Roman"/>
              <a:sym typeface="Times New Roman"/>
            </a:endParaRPr>
          </a:p>
          <a:p>
            <a:pPr algn="l">
              <a:lnSpc>
                <a:spcPts val="4536"/>
              </a:lnSpc>
            </a:pPr>
            <a:endParaRPr lang="en-US" sz="4200">
              <a:solidFill>
                <a:srgbClr val="000000"/>
              </a:solidFill>
              <a:latin typeface="Times New Roman"/>
              <a:ea typeface="Times New Roman"/>
              <a:cs typeface="Times New Roman"/>
              <a:sym typeface="Times New Roman"/>
            </a:endParaRPr>
          </a:p>
          <a:p>
            <a:pPr algn="l">
              <a:lnSpc>
                <a:spcPts val="4536"/>
              </a:lnSpc>
              <a:spcBef>
                <a:spcPct val="0"/>
              </a:spcBef>
            </a:pPr>
            <a:endParaRPr lang="en-US" sz="4200">
              <a:solidFill>
                <a:srgbClr val="000000"/>
              </a:solidFill>
              <a:latin typeface="Times New Roman"/>
              <a:ea typeface="Times New Roman"/>
              <a:cs typeface="Times New Roman"/>
              <a:sym typeface="Times New Roman"/>
            </a:endParaRPr>
          </a:p>
          <a:p>
            <a:pPr algn="l">
              <a:lnSpc>
                <a:spcPts val="4536"/>
              </a:lnSpc>
              <a:spcBef>
                <a:spcPct val="0"/>
              </a:spcBef>
            </a:pPr>
            <a:endParaRPr lang="en-US" sz="4200">
              <a:solidFill>
                <a:srgbClr val="000000"/>
              </a:solidFill>
              <a:latin typeface="Times New Roman"/>
              <a:ea typeface="Times New Roman"/>
              <a:cs typeface="Times New Roman"/>
              <a:sym typeface="Times New Roman"/>
            </a:endParaRPr>
          </a:p>
        </p:txBody>
      </p:sp>
      <p:sp>
        <p:nvSpPr>
          <p:cNvPr id="3" name="Freeform 3"/>
          <p:cNvSpPr/>
          <p:nvPr/>
        </p:nvSpPr>
        <p:spPr>
          <a:xfrm>
            <a:off x="11974476" y="6129110"/>
            <a:ext cx="2662611" cy="2662611"/>
          </a:xfrm>
          <a:custGeom>
            <a:avLst/>
            <a:gdLst/>
            <a:ahLst/>
            <a:cxnLst/>
            <a:rect l="l" t="t" r="r" b="b"/>
            <a:pathLst>
              <a:path w="2662611" h="2662611">
                <a:moveTo>
                  <a:pt x="0" y="0"/>
                </a:moveTo>
                <a:lnTo>
                  <a:pt x="2662611" y="0"/>
                </a:lnTo>
                <a:lnTo>
                  <a:pt x="2662611" y="2662611"/>
                </a:lnTo>
                <a:lnTo>
                  <a:pt x="0" y="26626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4" name="Freeform 4"/>
          <p:cNvSpPr/>
          <p:nvPr/>
        </p:nvSpPr>
        <p:spPr>
          <a:xfrm>
            <a:off x="15303658" y="8078447"/>
            <a:ext cx="2340471" cy="2208553"/>
          </a:xfrm>
          <a:custGeom>
            <a:avLst/>
            <a:gdLst/>
            <a:ahLst/>
            <a:cxnLst/>
            <a:rect l="l" t="t" r="r" b="b"/>
            <a:pathLst>
              <a:path w="2340471" h="2208553">
                <a:moveTo>
                  <a:pt x="0" y="0"/>
                </a:moveTo>
                <a:lnTo>
                  <a:pt x="2340470" y="0"/>
                </a:lnTo>
                <a:lnTo>
                  <a:pt x="2340470" y="2208553"/>
                </a:lnTo>
                <a:lnTo>
                  <a:pt x="0" y="220855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5" name="TextBox 5"/>
          <p:cNvSpPr txBox="1"/>
          <p:nvPr/>
        </p:nvSpPr>
        <p:spPr>
          <a:xfrm>
            <a:off x="618589" y="235604"/>
            <a:ext cx="15590520" cy="1062609"/>
          </a:xfrm>
          <a:prstGeom prst="rect">
            <a:avLst/>
          </a:prstGeom>
        </p:spPr>
        <p:txBody>
          <a:bodyPr lIns="0" tIns="0" rIns="0" bIns="0" rtlCol="0" anchor="t">
            <a:spAutoFit/>
          </a:bodyPr>
          <a:lstStyle/>
          <a:p>
            <a:pPr algn="l">
              <a:lnSpc>
                <a:spcPts val="7128"/>
              </a:lnSpc>
            </a:pPr>
            <a:r>
              <a:rPr lang="en-US" sz="6600">
                <a:solidFill>
                  <a:srgbClr val="000000"/>
                </a:solidFill>
                <a:latin typeface="Times New Roman"/>
                <a:ea typeface="Times New Roman"/>
                <a:cs typeface="Times New Roman"/>
                <a:sym typeface="Times New Roman"/>
              </a:rPr>
              <a:t>Conclusion</a:t>
            </a:r>
          </a:p>
        </p:txBody>
      </p:sp>
      <mc:AlternateContent xmlns:mc="http://schemas.openxmlformats.org/markup-compatibility/2006">
        <mc:Choice xmlns:p14="http://schemas.microsoft.com/office/powerpoint/2010/main" Requires="p14">
          <p:contentPart p14:bwMode="auto" r:id="rId7">
            <p14:nvContentPartPr>
              <p14:cNvPr id="6" name="筆跡 5">
                <a:extLst>
                  <a:ext uri="{FF2B5EF4-FFF2-40B4-BE49-F238E27FC236}">
                    <a16:creationId xmlns:a16="http://schemas.microsoft.com/office/drawing/2014/main" id="{967364BD-7024-0AE8-73B8-D0D9115B440F}"/>
                  </a:ext>
                </a:extLst>
              </p14:cNvPr>
              <p14:cNvContentPartPr/>
              <p14:nvPr/>
            </p14:nvContentPartPr>
            <p14:xfrm>
              <a:off x="4889160" y="2960280"/>
              <a:ext cx="3456000" cy="790560"/>
            </p14:xfrm>
          </p:contentPart>
        </mc:Choice>
        <mc:Fallback>
          <p:pic>
            <p:nvPicPr>
              <p:cNvPr id="6" name="筆跡 5">
                <a:extLst>
                  <a:ext uri="{FF2B5EF4-FFF2-40B4-BE49-F238E27FC236}">
                    <a16:creationId xmlns:a16="http://schemas.microsoft.com/office/drawing/2014/main" id="{967364BD-7024-0AE8-73B8-D0D9115B440F}"/>
                  </a:ext>
                </a:extLst>
              </p:cNvPr>
              <p:cNvPicPr/>
              <p:nvPr/>
            </p:nvPicPr>
            <p:blipFill>
              <a:blip r:embed="rId8"/>
              <a:stretch>
                <a:fillRect/>
              </a:stretch>
            </p:blipFill>
            <p:spPr>
              <a:xfrm>
                <a:off x="4873320" y="2896920"/>
                <a:ext cx="3487320" cy="9172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筆跡 6">
                <a:extLst>
                  <a:ext uri="{FF2B5EF4-FFF2-40B4-BE49-F238E27FC236}">
                    <a16:creationId xmlns:a16="http://schemas.microsoft.com/office/drawing/2014/main" id="{435478A3-9123-C894-E795-9530BEBA330B}"/>
                  </a:ext>
                </a:extLst>
              </p14:cNvPr>
              <p14:cNvContentPartPr/>
              <p14:nvPr/>
            </p14:nvContentPartPr>
            <p14:xfrm>
              <a:off x="1473480" y="4581000"/>
              <a:ext cx="12216240" cy="254880"/>
            </p14:xfrm>
          </p:contentPart>
        </mc:Choice>
        <mc:Fallback>
          <p:pic>
            <p:nvPicPr>
              <p:cNvPr id="7" name="筆跡 6">
                <a:extLst>
                  <a:ext uri="{FF2B5EF4-FFF2-40B4-BE49-F238E27FC236}">
                    <a16:creationId xmlns:a16="http://schemas.microsoft.com/office/drawing/2014/main" id="{435478A3-9123-C894-E795-9530BEBA330B}"/>
                  </a:ext>
                </a:extLst>
              </p:cNvPr>
              <p:cNvPicPr/>
              <p:nvPr/>
            </p:nvPicPr>
            <p:blipFill>
              <a:blip r:embed="rId10"/>
              <a:stretch>
                <a:fillRect/>
              </a:stretch>
            </p:blipFill>
            <p:spPr>
              <a:xfrm>
                <a:off x="1457640" y="4517640"/>
                <a:ext cx="12247560" cy="381600"/>
              </a:xfrm>
              <a:prstGeom prst="rect">
                <a:avLst/>
              </a:prstGeom>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36175" y="1260113"/>
            <a:ext cx="15572934" cy="6388608"/>
          </a:xfrm>
          <a:prstGeom prst="rect">
            <a:avLst/>
          </a:prstGeom>
        </p:spPr>
        <p:txBody>
          <a:bodyPr lIns="0" tIns="0" rIns="0" bIns="0" rtlCol="0" anchor="t">
            <a:spAutoFit/>
          </a:bodyPr>
          <a:lstStyle/>
          <a:p>
            <a:pPr algn="l">
              <a:lnSpc>
                <a:spcPts val="4536"/>
              </a:lnSpc>
            </a:pPr>
            <a:r>
              <a:rPr lang="en-US" sz="4200">
                <a:solidFill>
                  <a:srgbClr val="000000"/>
                </a:solidFill>
                <a:latin typeface="Times New Roman"/>
                <a:ea typeface="Times New Roman"/>
                <a:cs typeface="Times New Roman"/>
                <a:sym typeface="Times New Roman"/>
              </a:rPr>
              <a:t>Policy Implications:</a:t>
            </a:r>
          </a:p>
          <a:p>
            <a:pPr algn="l">
              <a:lnSpc>
                <a:spcPts val="4536"/>
              </a:lnSpc>
            </a:pPr>
            <a:r>
              <a:rPr lang="en-US" sz="4200">
                <a:solidFill>
                  <a:srgbClr val="000000"/>
                </a:solidFill>
                <a:latin typeface="Times New Roman"/>
                <a:ea typeface="Times New Roman"/>
                <a:cs typeface="Times New Roman"/>
                <a:sym typeface="Times New Roman"/>
              </a:rPr>
              <a:t>2.Road and Traffic Engineering</a:t>
            </a:r>
          </a:p>
          <a:p>
            <a:pPr algn="l">
              <a:lnSpc>
                <a:spcPts val="4536"/>
              </a:lnSpc>
            </a:pPr>
            <a:r>
              <a:rPr lang="en-US" sz="4200">
                <a:solidFill>
                  <a:srgbClr val="000000"/>
                </a:solidFill>
                <a:latin typeface="Times New Roman"/>
                <a:ea typeface="Times New Roman"/>
                <a:cs typeface="Times New Roman"/>
                <a:sym typeface="Times New Roman"/>
              </a:rPr>
              <a:t>Create some physical partitions</a:t>
            </a:r>
          </a:p>
          <a:p>
            <a:pPr algn="l">
              <a:lnSpc>
                <a:spcPts val="4536"/>
              </a:lnSpc>
            </a:pPr>
            <a:r>
              <a:rPr lang="en-US" sz="4200">
                <a:solidFill>
                  <a:srgbClr val="000000"/>
                </a:solidFill>
                <a:latin typeface="Times New Roman"/>
                <a:ea typeface="Times New Roman"/>
                <a:cs typeface="Times New Roman"/>
                <a:sym typeface="Times New Roman"/>
              </a:rPr>
              <a:t>3.Law Enforcement and Punishment</a:t>
            </a:r>
          </a:p>
          <a:p>
            <a:pPr algn="l">
              <a:lnSpc>
                <a:spcPts val="4536"/>
              </a:lnSpc>
            </a:pPr>
            <a:endParaRPr lang="en-US" sz="4200">
              <a:solidFill>
                <a:srgbClr val="000000"/>
              </a:solidFill>
              <a:latin typeface="Times New Roman"/>
              <a:ea typeface="Times New Roman"/>
              <a:cs typeface="Times New Roman"/>
              <a:sym typeface="Times New Roman"/>
            </a:endParaRPr>
          </a:p>
          <a:p>
            <a:pPr algn="l">
              <a:lnSpc>
                <a:spcPts val="4536"/>
              </a:lnSpc>
            </a:pPr>
            <a:endParaRPr lang="en-US" sz="4200">
              <a:solidFill>
                <a:srgbClr val="000000"/>
              </a:solidFill>
              <a:latin typeface="Times New Roman"/>
              <a:ea typeface="Times New Roman"/>
              <a:cs typeface="Times New Roman"/>
              <a:sym typeface="Times New Roman"/>
            </a:endParaRPr>
          </a:p>
          <a:p>
            <a:pPr algn="l">
              <a:lnSpc>
                <a:spcPts val="4536"/>
              </a:lnSpc>
            </a:pPr>
            <a:endParaRPr lang="en-US" sz="4200">
              <a:solidFill>
                <a:srgbClr val="000000"/>
              </a:solidFill>
              <a:latin typeface="Times New Roman"/>
              <a:ea typeface="Times New Roman"/>
              <a:cs typeface="Times New Roman"/>
              <a:sym typeface="Times New Roman"/>
            </a:endParaRPr>
          </a:p>
          <a:p>
            <a:pPr algn="l">
              <a:lnSpc>
                <a:spcPts val="4536"/>
              </a:lnSpc>
            </a:pPr>
            <a:endParaRPr lang="en-US" sz="4200">
              <a:solidFill>
                <a:srgbClr val="000000"/>
              </a:solidFill>
              <a:latin typeface="Times New Roman"/>
              <a:ea typeface="Times New Roman"/>
              <a:cs typeface="Times New Roman"/>
              <a:sym typeface="Times New Roman"/>
            </a:endParaRPr>
          </a:p>
          <a:p>
            <a:pPr algn="l">
              <a:lnSpc>
                <a:spcPts val="4536"/>
              </a:lnSpc>
            </a:pPr>
            <a:endParaRPr lang="en-US" sz="4200">
              <a:solidFill>
                <a:srgbClr val="000000"/>
              </a:solidFill>
              <a:latin typeface="Times New Roman"/>
              <a:ea typeface="Times New Roman"/>
              <a:cs typeface="Times New Roman"/>
              <a:sym typeface="Times New Roman"/>
            </a:endParaRPr>
          </a:p>
          <a:p>
            <a:pPr algn="l">
              <a:lnSpc>
                <a:spcPts val="4536"/>
              </a:lnSpc>
              <a:spcBef>
                <a:spcPct val="0"/>
              </a:spcBef>
            </a:pPr>
            <a:endParaRPr lang="en-US" sz="4200">
              <a:solidFill>
                <a:srgbClr val="000000"/>
              </a:solidFill>
              <a:latin typeface="Times New Roman"/>
              <a:ea typeface="Times New Roman"/>
              <a:cs typeface="Times New Roman"/>
              <a:sym typeface="Times New Roman"/>
            </a:endParaRPr>
          </a:p>
          <a:p>
            <a:pPr algn="l">
              <a:lnSpc>
                <a:spcPts val="4536"/>
              </a:lnSpc>
              <a:spcBef>
                <a:spcPct val="0"/>
              </a:spcBef>
            </a:pPr>
            <a:endParaRPr lang="en-US" sz="4200">
              <a:solidFill>
                <a:srgbClr val="000000"/>
              </a:solidFill>
              <a:latin typeface="Times New Roman"/>
              <a:ea typeface="Times New Roman"/>
              <a:cs typeface="Times New Roman"/>
              <a:sym typeface="Times New Roman"/>
            </a:endParaRPr>
          </a:p>
        </p:txBody>
      </p:sp>
      <p:sp>
        <p:nvSpPr>
          <p:cNvPr id="3" name="Freeform 3"/>
          <p:cNvSpPr/>
          <p:nvPr/>
        </p:nvSpPr>
        <p:spPr>
          <a:xfrm>
            <a:off x="1953558" y="5143500"/>
            <a:ext cx="10049222" cy="4723134"/>
          </a:xfrm>
          <a:custGeom>
            <a:avLst/>
            <a:gdLst/>
            <a:ahLst/>
            <a:cxnLst/>
            <a:rect l="l" t="t" r="r" b="b"/>
            <a:pathLst>
              <a:path w="10049222" h="4723134">
                <a:moveTo>
                  <a:pt x="0" y="0"/>
                </a:moveTo>
                <a:lnTo>
                  <a:pt x="10049222" y="0"/>
                </a:lnTo>
                <a:lnTo>
                  <a:pt x="10049222" y="4723134"/>
                </a:lnTo>
                <a:lnTo>
                  <a:pt x="0" y="4723134"/>
                </a:lnTo>
                <a:lnTo>
                  <a:pt x="0" y="0"/>
                </a:lnTo>
                <a:close/>
              </a:path>
            </a:pathLst>
          </a:custGeom>
          <a:blipFill>
            <a:blip r:embed="rId3"/>
            <a:stretch>
              <a:fillRect/>
            </a:stretch>
          </a:blipFill>
        </p:spPr>
        <p:txBody>
          <a:bodyPr/>
          <a:lstStyle/>
          <a:p>
            <a:endParaRPr lang="zh-TW" altLang="en-US"/>
          </a:p>
        </p:txBody>
      </p:sp>
      <p:sp>
        <p:nvSpPr>
          <p:cNvPr id="4" name="TextBox 4"/>
          <p:cNvSpPr txBox="1"/>
          <p:nvPr/>
        </p:nvSpPr>
        <p:spPr>
          <a:xfrm>
            <a:off x="618589" y="235604"/>
            <a:ext cx="15590520" cy="1062609"/>
          </a:xfrm>
          <a:prstGeom prst="rect">
            <a:avLst/>
          </a:prstGeom>
        </p:spPr>
        <p:txBody>
          <a:bodyPr lIns="0" tIns="0" rIns="0" bIns="0" rtlCol="0" anchor="t">
            <a:spAutoFit/>
          </a:bodyPr>
          <a:lstStyle/>
          <a:p>
            <a:pPr algn="l">
              <a:lnSpc>
                <a:spcPts val="7128"/>
              </a:lnSpc>
            </a:pPr>
            <a:r>
              <a:rPr lang="en-US" sz="6600">
                <a:solidFill>
                  <a:srgbClr val="000000"/>
                </a:solidFill>
                <a:latin typeface="Times New Roman"/>
                <a:ea typeface="Times New Roman"/>
                <a:cs typeface="Times New Roman"/>
                <a:sym typeface="Times New Roman"/>
              </a:rPr>
              <a:t>Conclusion</a:t>
            </a:r>
          </a:p>
        </p:txBody>
      </p:sp>
      <mc:AlternateContent xmlns:mc="http://schemas.openxmlformats.org/markup-compatibility/2006">
        <mc:Choice xmlns:p14="http://schemas.microsoft.com/office/powerpoint/2010/main" Requires="p14">
          <p:contentPart p14:bwMode="auto" r:id="rId4">
            <p14:nvContentPartPr>
              <p14:cNvPr id="5" name="筆跡 4">
                <a:extLst>
                  <a:ext uri="{FF2B5EF4-FFF2-40B4-BE49-F238E27FC236}">
                    <a16:creationId xmlns:a16="http://schemas.microsoft.com/office/drawing/2014/main" id="{05DC5CD9-9757-A943-DA08-1460AD69CDAE}"/>
                  </a:ext>
                </a:extLst>
              </p14:cNvPr>
              <p14:cNvContentPartPr/>
              <p14:nvPr/>
            </p14:nvContentPartPr>
            <p14:xfrm>
              <a:off x="3830760" y="6590160"/>
              <a:ext cx="3871440" cy="1473840"/>
            </p14:xfrm>
          </p:contentPart>
        </mc:Choice>
        <mc:Fallback>
          <p:pic>
            <p:nvPicPr>
              <p:cNvPr id="5" name="筆跡 4">
                <a:extLst>
                  <a:ext uri="{FF2B5EF4-FFF2-40B4-BE49-F238E27FC236}">
                    <a16:creationId xmlns:a16="http://schemas.microsoft.com/office/drawing/2014/main" id="{05DC5CD9-9757-A943-DA08-1460AD69CDAE}"/>
                  </a:ext>
                </a:extLst>
              </p:cNvPr>
              <p:cNvPicPr/>
              <p:nvPr/>
            </p:nvPicPr>
            <p:blipFill>
              <a:blip r:embed="rId5"/>
              <a:stretch>
                <a:fillRect/>
              </a:stretch>
            </p:blipFill>
            <p:spPr>
              <a:xfrm>
                <a:off x="3814920" y="6526800"/>
                <a:ext cx="3902760" cy="16005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筆跡 5">
                <a:extLst>
                  <a:ext uri="{FF2B5EF4-FFF2-40B4-BE49-F238E27FC236}">
                    <a16:creationId xmlns:a16="http://schemas.microsoft.com/office/drawing/2014/main" id="{D780DBF9-F30F-0EEE-63CE-8C69307D8651}"/>
                  </a:ext>
                </a:extLst>
              </p14:cNvPr>
              <p14:cNvContentPartPr/>
              <p14:nvPr/>
            </p14:nvContentPartPr>
            <p14:xfrm>
              <a:off x="3335400" y="7032240"/>
              <a:ext cx="388800" cy="978120"/>
            </p14:xfrm>
          </p:contentPart>
        </mc:Choice>
        <mc:Fallback>
          <p:pic>
            <p:nvPicPr>
              <p:cNvPr id="6" name="筆跡 5">
                <a:extLst>
                  <a:ext uri="{FF2B5EF4-FFF2-40B4-BE49-F238E27FC236}">
                    <a16:creationId xmlns:a16="http://schemas.microsoft.com/office/drawing/2014/main" id="{D780DBF9-F30F-0EEE-63CE-8C69307D8651}"/>
                  </a:ext>
                </a:extLst>
              </p:cNvPr>
              <p:cNvPicPr/>
              <p:nvPr/>
            </p:nvPicPr>
            <p:blipFill>
              <a:blip r:embed="rId7"/>
              <a:stretch>
                <a:fillRect/>
              </a:stretch>
            </p:blipFill>
            <p:spPr>
              <a:xfrm>
                <a:off x="3319560" y="6968880"/>
                <a:ext cx="420120" cy="11048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筆跡 6">
                <a:extLst>
                  <a:ext uri="{FF2B5EF4-FFF2-40B4-BE49-F238E27FC236}">
                    <a16:creationId xmlns:a16="http://schemas.microsoft.com/office/drawing/2014/main" id="{E185B493-69CF-97D9-EE6B-4221241ABF65}"/>
                  </a:ext>
                </a:extLst>
              </p14:cNvPr>
              <p14:cNvContentPartPr/>
              <p14:nvPr/>
            </p14:nvContentPartPr>
            <p14:xfrm>
              <a:off x="7755480" y="7125840"/>
              <a:ext cx="897840" cy="161280"/>
            </p14:xfrm>
          </p:contentPart>
        </mc:Choice>
        <mc:Fallback>
          <p:pic>
            <p:nvPicPr>
              <p:cNvPr id="7" name="筆跡 6">
                <a:extLst>
                  <a:ext uri="{FF2B5EF4-FFF2-40B4-BE49-F238E27FC236}">
                    <a16:creationId xmlns:a16="http://schemas.microsoft.com/office/drawing/2014/main" id="{E185B493-69CF-97D9-EE6B-4221241ABF65}"/>
                  </a:ext>
                </a:extLst>
              </p:cNvPr>
              <p:cNvPicPr/>
              <p:nvPr/>
            </p:nvPicPr>
            <p:blipFill>
              <a:blip r:embed="rId9"/>
              <a:stretch>
                <a:fillRect/>
              </a:stretch>
            </p:blipFill>
            <p:spPr>
              <a:xfrm>
                <a:off x="7739640" y="7062480"/>
                <a:ext cx="92916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筆跡 7">
                <a:extLst>
                  <a:ext uri="{FF2B5EF4-FFF2-40B4-BE49-F238E27FC236}">
                    <a16:creationId xmlns:a16="http://schemas.microsoft.com/office/drawing/2014/main" id="{453612C3-B916-D739-78BD-181C710F2025}"/>
                  </a:ext>
                </a:extLst>
              </p14:cNvPr>
              <p14:cNvContentPartPr/>
              <p14:nvPr/>
            </p14:nvContentPartPr>
            <p14:xfrm>
              <a:off x="803520" y="2986920"/>
              <a:ext cx="7782840" cy="763920"/>
            </p14:xfrm>
          </p:contentPart>
        </mc:Choice>
        <mc:Fallback>
          <p:pic>
            <p:nvPicPr>
              <p:cNvPr id="8" name="筆跡 7">
                <a:extLst>
                  <a:ext uri="{FF2B5EF4-FFF2-40B4-BE49-F238E27FC236}">
                    <a16:creationId xmlns:a16="http://schemas.microsoft.com/office/drawing/2014/main" id="{453612C3-B916-D739-78BD-181C710F2025}"/>
                  </a:ext>
                </a:extLst>
              </p:cNvPr>
              <p:cNvPicPr/>
              <p:nvPr/>
            </p:nvPicPr>
            <p:blipFill>
              <a:blip r:embed="rId11"/>
              <a:stretch>
                <a:fillRect/>
              </a:stretch>
            </p:blipFill>
            <p:spPr>
              <a:xfrm>
                <a:off x="787680" y="2923560"/>
                <a:ext cx="7814160" cy="890640"/>
              </a:xfrm>
              <a:prstGeom prst="rect">
                <a:avLst/>
              </a:prstGeom>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4249" y="1695029"/>
            <a:ext cx="15423927" cy="8591971"/>
          </a:xfrm>
          <a:prstGeom prst="rect">
            <a:avLst/>
          </a:prstGeom>
        </p:spPr>
        <p:txBody>
          <a:bodyPr lIns="0" tIns="0" rIns="0" bIns="0" rtlCol="0" anchor="t">
            <a:spAutoFit/>
          </a:bodyPr>
          <a:lstStyle/>
          <a:p>
            <a:pPr algn="l">
              <a:lnSpc>
                <a:spcPts val="4492"/>
              </a:lnSpc>
            </a:pPr>
            <a:r>
              <a:rPr lang="en-US" sz="4159">
                <a:solidFill>
                  <a:srgbClr val="000000"/>
                </a:solidFill>
                <a:latin typeface="Times New Roman"/>
                <a:ea typeface="Times New Roman"/>
                <a:cs typeface="Times New Roman"/>
                <a:sym typeface="Times New Roman"/>
              </a:rPr>
              <a:t>Study Limitation:</a:t>
            </a:r>
          </a:p>
          <a:p>
            <a:pPr algn="l">
              <a:lnSpc>
                <a:spcPts val="4492"/>
              </a:lnSpc>
            </a:pPr>
            <a:endParaRPr lang="en-US" sz="4159">
              <a:solidFill>
                <a:srgbClr val="000000"/>
              </a:solidFill>
              <a:latin typeface="Times New Roman"/>
              <a:ea typeface="Times New Roman"/>
              <a:cs typeface="Times New Roman"/>
              <a:sym typeface="Times New Roman"/>
            </a:endParaRPr>
          </a:p>
          <a:p>
            <a:pPr algn="l">
              <a:lnSpc>
                <a:spcPts val="4492"/>
              </a:lnSpc>
            </a:pPr>
            <a:r>
              <a:rPr lang="en-US" sz="4159">
                <a:solidFill>
                  <a:srgbClr val="000000"/>
                </a:solidFill>
                <a:latin typeface="Times New Roman"/>
                <a:ea typeface="Times New Roman"/>
                <a:cs typeface="Times New Roman"/>
                <a:sym typeface="Times New Roman"/>
              </a:rPr>
              <a:t>More detailed road characteristics (e.g. number of lanes, median width).</a:t>
            </a:r>
          </a:p>
          <a:p>
            <a:pPr algn="l">
              <a:lnSpc>
                <a:spcPts val="4492"/>
              </a:lnSpc>
            </a:pPr>
            <a:r>
              <a:rPr lang="en-US" sz="4159">
                <a:solidFill>
                  <a:srgbClr val="000000"/>
                </a:solidFill>
                <a:latin typeface="Times New Roman"/>
                <a:ea typeface="Times New Roman"/>
                <a:cs typeface="Times New Roman"/>
                <a:sym typeface="Times New Roman"/>
              </a:rPr>
              <a:t>Vehicle characteristics (e-bike size, weight, power configuration).</a:t>
            </a:r>
          </a:p>
          <a:p>
            <a:pPr algn="l">
              <a:lnSpc>
                <a:spcPts val="4492"/>
              </a:lnSpc>
            </a:pPr>
            <a:r>
              <a:rPr lang="en-US" sz="4159">
                <a:solidFill>
                  <a:srgbClr val="000000"/>
                </a:solidFill>
                <a:latin typeface="Times New Roman"/>
                <a:ea typeface="Times New Roman"/>
                <a:cs typeface="Times New Roman"/>
                <a:sym typeface="Times New Roman"/>
              </a:rPr>
              <a:t>The physical/mental state of the rider.</a:t>
            </a:r>
          </a:p>
          <a:p>
            <a:pPr algn="l">
              <a:lnSpc>
                <a:spcPts val="4492"/>
              </a:lnSpc>
            </a:pPr>
            <a:r>
              <a:rPr lang="en-US" sz="4159">
                <a:solidFill>
                  <a:srgbClr val="000000"/>
                </a:solidFill>
                <a:latin typeface="Times New Roman"/>
                <a:ea typeface="Times New Roman"/>
                <a:cs typeface="Times New Roman"/>
                <a:sym typeface="Times New Roman"/>
              </a:rPr>
              <a:t>Traffic flow information at the time of the incident.</a:t>
            </a:r>
          </a:p>
          <a:p>
            <a:pPr algn="l">
              <a:lnSpc>
                <a:spcPts val="4492"/>
              </a:lnSpc>
            </a:pPr>
            <a:endParaRPr lang="en-US" sz="4159">
              <a:solidFill>
                <a:srgbClr val="000000"/>
              </a:solidFill>
              <a:latin typeface="Times New Roman"/>
              <a:ea typeface="Times New Roman"/>
              <a:cs typeface="Times New Roman"/>
              <a:sym typeface="Times New Roman"/>
            </a:endParaRPr>
          </a:p>
          <a:p>
            <a:pPr algn="l">
              <a:lnSpc>
                <a:spcPts val="4492"/>
              </a:lnSpc>
            </a:pPr>
            <a:endParaRPr lang="en-US" sz="4159">
              <a:solidFill>
                <a:srgbClr val="000000"/>
              </a:solidFill>
              <a:latin typeface="Times New Roman"/>
              <a:ea typeface="Times New Roman"/>
              <a:cs typeface="Times New Roman"/>
              <a:sym typeface="Times New Roman"/>
            </a:endParaRPr>
          </a:p>
          <a:p>
            <a:pPr algn="l">
              <a:lnSpc>
                <a:spcPts val="4492"/>
              </a:lnSpc>
            </a:pPr>
            <a:endParaRPr lang="en-US" sz="4159">
              <a:solidFill>
                <a:srgbClr val="000000"/>
              </a:solidFill>
              <a:latin typeface="Times New Roman"/>
              <a:ea typeface="Times New Roman"/>
              <a:cs typeface="Times New Roman"/>
              <a:sym typeface="Times New Roman"/>
            </a:endParaRPr>
          </a:p>
          <a:p>
            <a:pPr algn="l">
              <a:lnSpc>
                <a:spcPts val="4492"/>
              </a:lnSpc>
            </a:pPr>
            <a:endParaRPr lang="en-US" sz="4159">
              <a:solidFill>
                <a:srgbClr val="000000"/>
              </a:solidFill>
              <a:latin typeface="Times New Roman"/>
              <a:ea typeface="Times New Roman"/>
              <a:cs typeface="Times New Roman"/>
              <a:sym typeface="Times New Roman"/>
            </a:endParaRPr>
          </a:p>
          <a:p>
            <a:pPr algn="l">
              <a:lnSpc>
                <a:spcPts val="4492"/>
              </a:lnSpc>
            </a:pPr>
            <a:endParaRPr lang="en-US" sz="4159">
              <a:solidFill>
                <a:srgbClr val="000000"/>
              </a:solidFill>
              <a:latin typeface="Times New Roman"/>
              <a:ea typeface="Times New Roman"/>
              <a:cs typeface="Times New Roman"/>
              <a:sym typeface="Times New Roman"/>
            </a:endParaRPr>
          </a:p>
          <a:p>
            <a:pPr algn="l">
              <a:lnSpc>
                <a:spcPts val="4492"/>
              </a:lnSpc>
            </a:pPr>
            <a:endParaRPr lang="en-US" sz="4159">
              <a:solidFill>
                <a:srgbClr val="000000"/>
              </a:solidFill>
              <a:latin typeface="Times New Roman"/>
              <a:ea typeface="Times New Roman"/>
              <a:cs typeface="Times New Roman"/>
              <a:sym typeface="Times New Roman"/>
            </a:endParaRPr>
          </a:p>
          <a:p>
            <a:pPr algn="l">
              <a:lnSpc>
                <a:spcPts val="4492"/>
              </a:lnSpc>
              <a:spcBef>
                <a:spcPct val="0"/>
              </a:spcBef>
            </a:pPr>
            <a:endParaRPr lang="en-US" sz="4159">
              <a:solidFill>
                <a:srgbClr val="000000"/>
              </a:solidFill>
              <a:latin typeface="Times New Roman"/>
              <a:ea typeface="Times New Roman"/>
              <a:cs typeface="Times New Roman"/>
              <a:sym typeface="Times New Roman"/>
            </a:endParaRPr>
          </a:p>
          <a:p>
            <a:pPr algn="l">
              <a:lnSpc>
                <a:spcPts val="4492"/>
              </a:lnSpc>
              <a:spcBef>
                <a:spcPct val="0"/>
              </a:spcBef>
            </a:pPr>
            <a:endParaRPr lang="en-US" sz="4159">
              <a:solidFill>
                <a:srgbClr val="000000"/>
              </a:solidFill>
              <a:latin typeface="Times New Roman"/>
              <a:ea typeface="Times New Roman"/>
              <a:cs typeface="Times New Roman"/>
              <a:sym typeface="Times New Roman"/>
            </a:endParaRPr>
          </a:p>
        </p:txBody>
      </p:sp>
      <p:sp>
        <p:nvSpPr>
          <p:cNvPr id="3" name="TextBox 3"/>
          <p:cNvSpPr txBox="1"/>
          <p:nvPr/>
        </p:nvSpPr>
        <p:spPr>
          <a:xfrm>
            <a:off x="618589" y="235604"/>
            <a:ext cx="15590520" cy="1062609"/>
          </a:xfrm>
          <a:prstGeom prst="rect">
            <a:avLst/>
          </a:prstGeom>
        </p:spPr>
        <p:txBody>
          <a:bodyPr lIns="0" tIns="0" rIns="0" bIns="0" rtlCol="0" anchor="t">
            <a:spAutoFit/>
          </a:bodyPr>
          <a:lstStyle/>
          <a:p>
            <a:pPr algn="l">
              <a:lnSpc>
                <a:spcPts val="7128"/>
              </a:lnSpc>
            </a:pPr>
            <a:r>
              <a:rPr lang="en-US" sz="6600">
                <a:solidFill>
                  <a:srgbClr val="000000"/>
                </a:solidFill>
                <a:latin typeface="Times New Roman"/>
                <a:ea typeface="Times New Roman"/>
                <a:cs typeface="Times New Roman"/>
                <a:sym typeface="Times New Roman"/>
              </a:rPr>
              <a:t>Conclusion</a:t>
            </a:r>
          </a:p>
        </p:txBody>
      </p:sp>
      <mc:AlternateContent xmlns:mc="http://schemas.openxmlformats.org/markup-compatibility/2006">
        <mc:Choice xmlns:p14="http://schemas.microsoft.com/office/powerpoint/2010/main" Requires="p14">
          <p:contentPart p14:bwMode="auto" r:id="rId3">
            <p14:nvContentPartPr>
              <p14:cNvPr id="4" name="筆跡 3">
                <a:extLst>
                  <a:ext uri="{FF2B5EF4-FFF2-40B4-BE49-F238E27FC236}">
                    <a16:creationId xmlns:a16="http://schemas.microsoft.com/office/drawing/2014/main" id="{48126A63-25C4-473A-3865-5F615F3CE892}"/>
                  </a:ext>
                </a:extLst>
              </p14:cNvPr>
              <p14:cNvContentPartPr/>
              <p14:nvPr/>
            </p14:nvContentPartPr>
            <p14:xfrm>
              <a:off x="629640" y="3147840"/>
              <a:ext cx="7032240" cy="268200"/>
            </p14:xfrm>
          </p:contentPart>
        </mc:Choice>
        <mc:Fallback>
          <p:pic>
            <p:nvPicPr>
              <p:cNvPr id="4" name="筆跡 3">
                <a:extLst>
                  <a:ext uri="{FF2B5EF4-FFF2-40B4-BE49-F238E27FC236}">
                    <a16:creationId xmlns:a16="http://schemas.microsoft.com/office/drawing/2014/main" id="{48126A63-25C4-473A-3865-5F615F3CE892}"/>
                  </a:ext>
                </a:extLst>
              </p:cNvPr>
              <p:cNvPicPr/>
              <p:nvPr/>
            </p:nvPicPr>
            <p:blipFill>
              <a:blip r:embed="rId4"/>
              <a:stretch>
                <a:fillRect/>
              </a:stretch>
            </p:blipFill>
            <p:spPr>
              <a:xfrm>
                <a:off x="613800" y="3084480"/>
                <a:ext cx="7063560" cy="3949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筆跡 4">
                <a:extLst>
                  <a:ext uri="{FF2B5EF4-FFF2-40B4-BE49-F238E27FC236}">
                    <a16:creationId xmlns:a16="http://schemas.microsoft.com/office/drawing/2014/main" id="{9F14849E-0788-D9AD-8FFC-D58A36251275}"/>
                  </a:ext>
                </a:extLst>
              </p14:cNvPr>
              <p14:cNvContentPartPr/>
              <p14:nvPr/>
            </p14:nvContentPartPr>
            <p14:xfrm>
              <a:off x="9081360" y="3241440"/>
              <a:ext cx="3067920" cy="161280"/>
            </p14:xfrm>
          </p:contentPart>
        </mc:Choice>
        <mc:Fallback>
          <p:pic>
            <p:nvPicPr>
              <p:cNvPr id="5" name="筆跡 4">
                <a:extLst>
                  <a:ext uri="{FF2B5EF4-FFF2-40B4-BE49-F238E27FC236}">
                    <a16:creationId xmlns:a16="http://schemas.microsoft.com/office/drawing/2014/main" id="{9F14849E-0788-D9AD-8FFC-D58A36251275}"/>
                  </a:ext>
                </a:extLst>
              </p:cNvPr>
              <p:cNvPicPr/>
              <p:nvPr/>
            </p:nvPicPr>
            <p:blipFill>
              <a:blip r:embed="rId6"/>
              <a:stretch>
                <a:fillRect/>
              </a:stretch>
            </p:blipFill>
            <p:spPr>
              <a:xfrm>
                <a:off x="9065520" y="3178080"/>
                <a:ext cx="309924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筆跡 5">
                <a:extLst>
                  <a:ext uri="{FF2B5EF4-FFF2-40B4-BE49-F238E27FC236}">
                    <a16:creationId xmlns:a16="http://schemas.microsoft.com/office/drawing/2014/main" id="{841C51A9-1D2F-A546-8D7B-03139FDC03C2}"/>
                  </a:ext>
                </a:extLst>
              </p14:cNvPr>
              <p14:cNvContentPartPr/>
              <p14:nvPr/>
            </p14:nvContentPartPr>
            <p14:xfrm>
              <a:off x="12724920" y="3268440"/>
              <a:ext cx="2585520" cy="160920"/>
            </p14:xfrm>
          </p:contentPart>
        </mc:Choice>
        <mc:Fallback>
          <p:pic>
            <p:nvPicPr>
              <p:cNvPr id="6" name="筆跡 5">
                <a:extLst>
                  <a:ext uri="{FF2B5EF4-FFF2-40B4-BE49-F238E27FC236}">
                    <a16:creationId xmlns:a16="http://schemas.microsoft.com/office/drawing/2014/main" id="{841C51A9-1D2F-A546-8D7B-03139FDC03C2}"/>
                  </a:ext>
                </a:extLst>
              </p:cNvPr>
              <p:cNvPicPr/>
              <p:nvPr/>
            </p:nvPicPr>
            <p:blipFill>
              <a:blip r:embed="rId8"/>
              <a:stretch>
                <a:fillRect/>
              </a:stretch>
            </p:blipFill>
            <p:spPr>
              <a:xfrm>
                <a:off x="12709080" y="3205080"/>
                <a:ext cx="2616840" cy="2876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筆跡 6">
                <a:extLst>
                  <a:ext uri="{FF2B5EF4-FFF2-40B4-BE49-F238E27FC236}">
                    <a16:creationId xmlns:a16="http://schemas.microsoft.com/office/drawing/2014/main" id="{5A85C8E5-7EB4-4E34-7C99-2C82CE5ED784}"/>
                  </a:ext>
                </a:extLst>
              </p14:cNvPr>
              <p14:cNvContentPartPr/>
              <p14:nvPr/>
            </p14:nvContentPartPr>
            <p14:xfrm>
              <a:off x="5652360" y="4031640"/>
              <a:ext cx="2264040" cy="67320"/>
            </p14:xfrm>
          </p:contentPart>
        </mc:Choice>
        <mc:Fallback>
          <p:pic>
            <p:nvPicPr>
              <p:cNvPr id="7" name="筆跡 6">
                <a:extLst>
                  <a:ext uri="{FF2B5EF4-FFF2-40B4-BE49-F238E27FC236}">
                    <a16:creationId xmlns:a16="http://schemas.microsoft.com/office/drawing/2014/main" id="{5A85C8E5-7EB4-4E34-7C99-2C82CE5ED784}"/>
                  </a:ext>
                </a:extLst>
              </p:cNvPr>
              <p:cNvPicPr/>
              <p:nvPr/>
            </p:nvPicPr>
            <p:blipFill>
              <a:blip r:embed="rId10"/>
              <a:stretch>
                <a:fillRect/>
              </a:stretch>
            </p:blipFill>
            <p:spPr>
              <a:xfrm>
                <a:off x="5636520" y="3968280"/>
                <a:ext cx="229536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筆跡 7">
                <a:extLst>
                  <a:ext uri="{FF2B5EF4-FFF2-40B4-BE49-F238E27FC236}">
                    <a16:creationId xmlns:a16="http://schemas.microsoft.com/office/drawing/2014/main" id="{20E145D1-3E50-3102-9091-408E69337E72}"/>
                  </a:ext>
                </a:extLst>
              </p14:cNvPr>
              <p14:cNvContentPartPr/>
              <p14:nvPr/>
            </p14:nvContentPartPr>
            <p14:xfrm>
              <a:off x="8318160" y="3951360"/>
              <a:ext cx="830520" cy="54000"/>
            </p14:xfrm>
          </p:contentPart>
        </mc:Choice>
        <mc:Fallback>
          <p:pic>
            <p:nvPicPr>
              <p:cNvPr id="8" name="筆跡 7">
                <a:extLst>
                  <a:ext uri="{FF2B5EF4-FFF2-40B4-BE49-F238E27FC236}">
                    <a16:creationId xmlns:a16="http://schemas.microsoft.com/office/drawing/2014/main" id="{20E145D1-3E50-3102-9091-408E69337E72}"/>
                  </a:ext>
                </a:extLst>
              </p:cNvPr>
              <p:cNvPicPr/>
              <p:nvPr/>
            </p:nvPicPr>
            <p:blipFill>
              <a:blip r:embed="rId12"/>
              <a:stretch>
                <a:fillRect/>
              </a:stretch>
            </p:blipFill>
            <p:spPr>
              <a:xfrm>
                <a:off x="8302320" y="3888000"/>
                <a:ext cx="86184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筆跡 8">
                <a:extLst>
                  <a:ext uri="{FF2B5EF4-FFF2-40B4-BE49-F238E27FC236}">
                    <a16:creationId xmlns:a16="http://schemas.microsoft.com/office/drawing/2014/main" id="{7768C9EA-4CA1-D9A6-5E65-A2D3B585F395}"/>
                  </a:ext>
                </a:extLst>
              </p14:cNvPr>
              <p14:cNvContentPartPr/>
              <p14:nvPr/>
            </p14:nvContentPartPr>
            <p14:xfrm>
              <a:off x="9885240" y="3938040"/>
              <a:ext cx="3603240" cy="93960"/>
            </p14:xfrm>
          </p:contentPart>
        </mc:Choice>
        <mc:Fallback>
          <p:pic>
            <p:nvPicPr>
              <p:cNvPr id="9" name="筆跡 8">
                <a:extLst>
                  <a:ext uri="{FF2B5EF4-FFF2-40B4-BE49-F238E27FC236}">
                    <a16:creationId xmlns:a16="http://schemas.microsoft.com/office/drawing/2014/main" id="{7768C9EA-4CA1-D9A6-5E65-A2D3B585F395}"/>
                  </a:ext>
                </a:extLst>
              </p:cNvPr>
              <p:cNvPicPr/>
              <p:nvPr/>
            </p:nvPicPr>
            <p:blipFill>
              <a:blip r:embed="rId14"/>
              <a:stretch>
                <a:fillRect/>
              </a:stretch>
            </p:blipFill>
            <p:spPr>
              <a:xfrm>
                <a:off x="9869400" y="3874680"/>
                <a:ext cx="363456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筆跡 9">
                <a:extLst>
                  <a:ext uri="{FF2B5EF4-FFF2-40B4-BE49-F238E27FC236}">
                    <a16:creationId xmlns:a16="http://schemas.microsoft.com/office/drawing/2014/main" id="{9E82305E-51C8-0F45-C46E-81AEB2021226}"/>
                  </a:ext>
                </a:extLst>
              </p14:cNvPr>
              <p14:cNvContentPartPr/>
              <p14:nvPr/>
            </p14:nvContentPartPr>
            <p14:xfrm>
              <a:off x="1513440" y="4514040"/>
              <a:ext cx="3148200" cy="348480"/>
            </p14:xfrm>
          </p:contentPart>
        </mc:Choice>
        <mc:Fallback>
          <p:pic>
            <p:nvPicPr>
              <p:cNvPr id="10" name="筆跡 9">
                <a:extLst>
                  <a:ext uri="{FF2B5EF4-FFF2-40B4-BE49-F238E27FC236}">
                    <a16:creationId xmlns:a16="http://schemas.microsoft.com/office/drawing/2014/main" id="{9E82305E-51C8-0F45-C46E-81AEB2021226}"/>
                  </a:ext>
                </a:extLst>
              </p:cNvPr>
              <p:cNvPicPr/>
              <p:nvPr/>
            </p:nvPicPr>
            <p:blipFill>
              <a:blip r:embed="rId16"/>
              <a:stretch>
                <a:fillRect/>
              </a:stretch>
            </p:blipFill>
            <p:spPr>
              <a:xfrm>
                <a:off x="1497600" y="4450680"/>
                <a:ext cx="3179520" cy="475200"/>
              </a:xfrm>
              <a:prstGeom prst="rect">
                <a:avLst/>
              </a:prstGeom>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1154</Words>
  <Application>Microsoft Office PowerPoint</Application>
  <PresentationFormat>自訂</PresentationFormat>
  <Paragraphs>213</Paragraphs>
  <Slides>15</Slides>
  <Notes>12</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15</vt:i4>
      </vt:variant>
    </vt:vector>
  </HeadingPairs>
  <TitlesOfParts>
    <vt:vector size="22" baseType="lpstr">
      <vt:lpstr>Arial</vt:lpstr>
      <vt:lpstr>Calibri</vt:lpstr>
      <vt:lpstr>Times New Roman Bold</vt:lpstr>
      <vt:lpstr>WenQuanYi</vt:lpstr>
      <vt:lpstr>Times New Roman</vt:lpstr>
      <vt:lpstr>Arimo</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20241105_huangty.pptx</dc:title>
  <cp:lastModifiedBy>pplab</cp:lastModifiedBy>
  <cp:revision>2</cp:revision>
  <dcterms:created xsi:type="dcterms:W3CDTF">2006-08-16T00:00:00Z</dcterms:created>
  <dcterms:modified xsi:type="dcterms:W3CDTF">2024-12-24T11:18:05Z</dcterms:modified>
  <dc:identifier>DAGXcpuO9tU</dc:identifier>
</cp:coreProperties>
</file>