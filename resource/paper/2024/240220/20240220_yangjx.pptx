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omments/comment1.xml" ContentType="application/vnd.openxmlformats-officedocument.presentationml.comments+xml"/>
  <Override PartName="/ppt/comments/comment2.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257" r:id="rId3"/>
    <p:sldId id="317" r:id="rId4"/>
    <p:sldId id="327" r:id="rId5"/>
    <p:sldId id="316" r:id="rId6"/>
    <p:sldId id="318" r:id="rId7"/>
    <p:sldId id="328" r:id="rId8"/>
    <p:sldId id="329" r:id="rId9"/>
    <p:sldId id="302" r:id="rId10"/>
    <p:sldId id="330" r:id="rId11"/>
    <p:sldId id="331" r:id="rId12"/>
    <p:sldId id="332" r:id="rId13"/>
    <p:sldId id="333" r:id="rId14"/>
    <p:sldId id="334" r:id="rId15"/>
    <p:sldId id="269" r:id="rId16"/>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楊景翔" initials="楊" lastIdx="11" clrIdx="0">
    <p:extLst>
      <p:ext uri="{19B8F6BF-5375-455C-9EA6-DF929625EA0E}">
        <p15:presenceInfo xmlns:p15="http://schemas.microsoft.com/office/powerpoint/2012/main" userId="S::1082941@ncyu.edu.tw::045835ec-170e-42bc-81c6-09db8fcf29c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834" autoAdjust="0"/>
    <p:restoredTop sz="96370" autoAdjust="0"/>
  </p:normalViewPr>
  <p:slideViewPr>
    <p:cSldViewPr snapToGrid="0">
      <p:cViewPr varScale="1">
        <p:scale>
          <a:sx n="114" d="100"/>
          <a:sy n="114" d="100"/>
        </p:scale>
        <p:origin x="714"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4-02-17T23:44:04.106" idx="7">
    <p:pos x="5962" y="1331"/>
    <p:text>兩者隨時間都會出現明顯的波峰與波谷cyclical波峰波谷發生的情形較無週期可言  seasonal則有明顯的週期</p:text>
    <p:extLst>
      <p:ext uri="{C676402C-5697-4E1C-873F-D02D1690AC5C}">
        <p15:threadingInfo xmlns:p15="http://schemas.microsoft.com/office/powerpoint/2012/main" timeZoneBias="-480"/>
      </p:ext>
    </p:extLst>
  </p:cm>
  <p:cm authorId="1" dt="2024-02-18T00:32:58.972" idx="9">
    <p:pos x="5962" y="1467"/>
    <p:text>波峰(peak)  波谷(trough)</p:text>
    <p:extLst>
      <p:ext uri="{C676402C-5697-4E1C-873F-D02D1690AC5C}">
        <p15:threadingInfo xmlns:p15="http://schemas.microsoft.com/office/powerpoint/2012/main" timeZoneBias="-480">
          <p15:parentCm authorId="1" idx="7"/>
        </p15:threadingInfo>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1" dt="2024-02-19T02:21:57.741" idx="10">
    <p:pos x="1833" y="3536"/>
    <p:text>warping path從(1,1)到(i,j)所累積到的最小距離</p:text>
    <p:extLst>
      <p:ext uri="{C676402C-5697-4E1C-873F-D02D1690AC5C}">
        <p15:threadingInfo xmlns:p15="http://schemas.microsoft.com/office/powerpoint/2012/main" timeZoneBias="-48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57BF28-E50E-4388-A3E5-4D39E480B765}" type="datetimeFigureOut">
              <a:rPr lang="zh-TW" altLang="en-US" smtClean="0"/>
              <a:t>2024/2/20</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D2711A4-5F0E-4DF4-937D-81F030A1E9AA}" type="slidenum">
              <a:rPr lang="zh-TW" altLang="en-US" smtClean="0"/>
              <a:t>‹#›</a:t>
            </a:fld>
            <a:endParaRPr lang="zh-TW" altLang="en-US"/>
          </a:p>
        </p:txBody>
      </p:sp>
    </p:spTree>
    <p:extLst>
      <p:ext uri="{BB962C8B-B14F-4D97-AF65-F5344CB8AC3E}">
        <p14:creationId xmlns:p14="http://schemas.microsoft.com/office/powerpoint/2010/main" val="20042599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50C6C96-9558-5AB5-D1F9-BCC335655A0D}"/>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5DFA7C56-9105-1E14-A17F-8A26FE9B3ED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55C84251-D4BA-53DC-3BEF-977567CB82AB}"/>
              </a:ext>
            </a:extLst>
          </p:cNvPr>
          <p:cNvSpPr>
            <a:spLocks noGrp="1"/>
          </p:cNvSpPr>
          <p:nvPr>
            <p:ph type="dt" sz="half" idx="10"/>
          </p:nvPr>
        </p:nvSpPr>
        <p:spPr/>
        <p:txBody>
          <a:bodyPr/>
          <a:lstStyle/>
          <a:p>
            <a:fld id="{CA8AC1E3-A6AB-47A3-8E64-C9F1D5D81A55}" type="datetime1">
              <a:rPr lang="zh-TW" altLang="en-US" smtClean="0"/>
              <a:t>2024/2/20</a:t>
            </a:fld>
            <a:endParaRPr lang="zh-TW" altLang="en-US"/>
          </a:p>
        </p:txBody>
      </p:sp>
      <p:sp>
        <p:nvSpPr>
          <p:cNvPr id="5" name="頁尾版面配置區 4">
            <a:extLst>
              <a:ext uri="{FF2B5EF4-FFF2-40B4-BE49-F238E27FC236}">
                <a16:creationId xmlns:a16="http://schemas.microsoft.com/office/drawing/2014/main" id="{64D25A00-DB5F-6575-598E-1BDA96E32300}"/>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1C1AD27D-3D20-5E6D-7527-6A46BDF3ED17}"/>
              </a:ext>
            </a:extLst>
          </p:cNvPr>
          <p:cNvSpPr>
            <a:spLocks noGrp="1"/>
          </p:cNvSpPr>
          <p:nvPr>
            <p:ph type="sldNum" sz="quarter" idx="12"/>
          </p:nvPr>
        </p:nvSpPr>
        <p:spPr/>
        <p:txBody>
          <a:bodyPr/>
          <a:lstStyle/>
          <a:p>
            <a:fld id="{EFAEC03B-316C-4507-8207-D997BB28EB64}" type="slidenum">
              <a:rPr lang="zh-TW" altLang="en-US" smtClean="0"/>
              <a:t>‹#›</a:t>
            </a:fld>
            <a:endParaRPr lang="zh-TW" altLang="en-US"/>
          </a:p>
        </p:txBody>
      </p:sp>
    </p:spTree>
    <p:extLst>
      <p:ext uri="{BB962C8B-B14F-4D97-AF65-F5344CB8AC3E}">
        <p14:creationId xmlns:p14="http://schemas.microsoft.com/office/powerpoint/2010/main" val="26773388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D1BFF06-C706-AE49-8BDC-162AE3DCC495}"/>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B6BB920A-B9BC-CE2C-E727-40FC0B9BE257}"/>
              </a:ext>
            </a:extLst>
          </p:cNvPr>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16AEF194-C880-0ED0-C3B1-F5AA4AC7963D}"/>
              </a:ext>
            </a:extLst>
          </p:cNvPr>
          <p:cNvSpPr>
            <a:spLocks noGrp="1"/>
          </p:cNvSpPr>
          <p:nvPr>
            <p:ph type="dt" sz="half" idx="10"/>
          </p:nvPr>
        </p:nvSpPr>
        <p:spPr/>
        <p:txBody>
          <a:bodyPr/>
          <a:lstStyle/>
          <a:p>
            <a:fld id="{08FE8941-C9FC-4970-9D6F-BA72DC037752}" type="datetime1">
              <a:rPr lang="zh-TW" altLang="en-US" smtClean="0"/>
              <a:t>2024/2/20</a:t>
            </a:fld>
            <a:endParaRPr lang="zh-TW" altLang="en-US"/>
          </a:p>
        </p:txBody>
      </p:sp>
      <p:sp>
        <p:nvSpPr>
          <p:cNvPr id="5" name="頁尾版面配置區 4">
            <a:extLst>
              <a:ext uri="{FF2B5EF4-FFF2-40B4-BE49-F238E27FC236}">
                <a16:creationId xmlns:a16="http://schemas.microsoft.com/office/drawing/2014/main" id="{ACAB75C9-C024-B558-D45F-785770877431}"/>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65F45A64-F99E-C099-B11A-50A95E098FEF}"/>
              </a:ext>
            </a:extLst>
          </p:cNvPr>
          <p:cNvSpPr>
            <a:spLocks noGrp="1"/>
          </p:cNvSpPr>
          <p:nvPr>
            <p:ph type="sldNum" sz="quarter" idx="12"/>
          </p:nvPr>
        </p:nvSpPr>
        <p:spPr/>
        <p:txBody>
          <a:bodyPr/>
          <a:lstStyle/>
          <a:p>
            <a:fld id="{EFAEC03B-316C-4507-8207-D997BB28EB64}" type="slidenum">
              <a:rPr lang="zh-TW" altLang="en-US" smtClean="0"/>
              <a:t>‹#›</a:t>
            </a:fld>
            <a:endParaRPr lang="zh-TW" altLang="en-US"/>
          </a:p>
        </p:txBody>
      </p:sp>
    </p:spTree>
    <p:extLst>
      <p:ext uri="{BB962C8B-B14F-4D97-AF65-F5344CB8AC3E}">
        <p14:creationId xmlns:p14="http://schemas.microsoft.com/office/powerpoint/2010/main" val="3385688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337508B-BEB1-C8F9-B516-0922DF72FB65}"/>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F803A960-423A-63C2-DE35-5ECFB4DE1D3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日期版面配置區 3">
            <a:extLst>
              <a:ext uri="{FF2B5EF4-FFF2-40B4-BE49-F238E27FC236}">
                <a16:creationId xmlns:a16="http://schemas.microsoft.com/office/drawing/2014/main" id="{C49DDC9D-F9A5-2607-75C3-0D12FFEC815E}"/>
              </a:ext>
            </a:extLst>
          </p:cNvPr>
          <p:cNvSpPr>
            <a:spLocks noGrp="1"/>
          </p:cNvSpPr>
          <p:nvPr>
            <p:ph type="dt" sz="half" idx="10"/>
          </p:nvPr>
        </p:nvSpPr>
        <p:spPr/>
        <p:txBody>
          <a:bodyPr/>
          <a:lstStyle/>
          <a:p>
            <a:fld id="{2039AE5F-5202-44CB-B5B5-2322DF70600B}" type="datetime1">
              <a:rPr lang="zh-TW" altLang="en-US" smtClean="0"/>
              <a:t>2024/2/20</a:t>
            </a:fld>
            <a:endParaRPr lang="zh-TW" altLang="en-US"/>
          </a:p>
        </p:txBody>
      </p:sp>
      <p:sp>
        <p:nvSpPr>
          <p:cNvPr id="5" name="頁尾版面配置區 4">
            <a:extLst>
              <a:ext uri="{FF2B5EF4-FFF2-40B4-BE49-F238E27FC236}">
                <a16:creationId xmlns:a16="http://schemas.microsoft.com/office/drawing/2014/main" id="{51737579-99A5-787F-A156-A914AC26919E}"/>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3DCF7EE7-94C2-1869-DD60-727D9699176B}"/>
              </a:ext>
            </a:extLst>
          </p:cNvPr>
          <p:cNvSpPr>
            <a:spLocks noGrp="1"/>
          </p:cNvSpPr>
          <p:nvPr>
            <p:ph type="sldNum" sz="quarter" idx="12"/>
          </p:nvPr>
        </p:nvSpPr>
        <p:spPr/>
        <p:txBody>
          <a:bodyPr/>
          <a:lstStyle/>
          <a:p>
            <a:fld id="{EFAEC03B-316C-4507-8207-D997BB28EB64}" type="slidenum">
              <a:rPr lang="zh-TW" altLang="en-US" smtClean="0"/>
              <a:t>‹#›</a:t>
            </a:fld>
            <a:endParaRPr lang="zh-TW" altLang="en-US"/>
          </a:p>
        </p:txBody>
      </p:sp>
    </p:spTree>
    <p:extLst>
      <p:ext uri="{BB962C8B-B14F-4D97-AF65-F5344CB8AC3E}">
        <p14:creationId xmlns:p14="http://schemas.microsoft.com/office/powerpoint/2010/main" val="1768950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FD93191-4D6D-0ABD-4FD0-D3DAEBA57EEE}"/>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801ED2BA-D421-7A64-DC46-93172086D236}"/>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4A07B58A-5369-F605-DA10-8BA9C02942FE}"/>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0069A846-5B55-BD04-2DAB-0D2726E962A7}"/>
              </a:ext>
            </a:extLst>
          </p:cNvPr>
          <p:cNvSpPr>
            <a:spLocks noGrp="1"/>
          </p:cNvSpPr>
          <p:nvPr>
            <p:ph type="dt" sz="half" idx="10"/>
          </p:nvPr>
        </p:nvSpPr>
        <p:spPr/>
        <p:txBody>
          <a:bodyPr/>
          <a:lstStyle/>
          <a:p>
            <a:fld id="{0C3542C7-36FE-4BA7-9A3F-4A6D1DADBE08}" type="datetime1">
              <a:rPr lang="zh-TW" altLang="en-US" smtClean="0"/>
              <a:t>2024/2/20</a:t>
            </a:fld>
            <a:endParaRPr lang="zh-TW" altLang="en-US"/>
          </a:p>
        </p:txBody>
      </p:sp>
      <p:sp>
        <p:nvSpPr>
          <p:cNvPr id="6" name="頁尾版面配置區 5">
            <a:extLst>
              <a:ext uri="{FF2B5EF4-FFF2-40B4-BE49-F238E27FC236}">
                <a16:creationId xmlns:a16="http://schemas.microsoft.com/office/drawing/2014/main" id="{1502D24C-E889-D7B0-44D9-CE81B159E967}"/>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F06439EF-16EE-FA12-79F3-B87E3982803B}"/>
              </a:ext>
            </a:extLst>
          </p:cNvPr>
          <p:cNvSpPr>
            <a:spLocks noGrp="1"/>
          </p:cNvSpPr>
          <p:nvPr>
            <p:ph type="sldNum" sz="quarter" idx="12"/>
          </p:nvPr>
        </p:nvSpPr>
        <p:spPr/>
        <p:txBody>
          <a:bodyPr/>
          <a:lstStyle/>
          <a:p>
            <a:fld id="{EFAEC03B-316C-4507-8207-D997BB28EB64}" type="slidenum">
              <a:rPr lang="zh-TW" altLang="en-US" smtClean="0"/>
              <a:t>‹#›</a:t>
            </a:fld>
            <a:endParaRPr lang="zh-TW" altLang="en-US"/>
          </a:p>
        </p:txBody>
      </p:sp>
    </p:spTree>
    <p:extLst>
      <p:ext uri="{BB962C8B-B14F-4D97-AF65-F5344CB8AC3E}">
        <p14:creationId xmlns:p14="http://schemas.microsoft.com/office/powerpoint/2010/main" val="38980874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06F3233-C6E5-0B44-D100-310DB38E5811}"/>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CED436CD-1CD4-D11C-BEAA-C4171190070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91A8C39C-C632-D3AD-5AEA-87AD3CE7E477}"/>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2A78D980-ADEE-0381-3898-A79271B8302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B4163D17-2951-4369-D786-C80C0E0AC83F}"/>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D1A71428-24ED-C03C-2120-A1D148D10B70}"/>
              </a:ext>
            </a:extLst>
          </p:cNvPr>
          <p:cNvSpPr>
            <a:spLocks noGrp="1"/>
          </p:cNvSpPr>
          <p:nvPr>
            <p:ph type="dt" sz="half" idx="10"/>
          </p:nvPr>
        </p:nvSpPr>
        <p:spPr/>
        <p:txBody>
          <a:bodyPr/>
          <a:lstStyle/>
          <a:p>
            <a:fld id="{6719B4E3-C1A0-407D-A8C4-223029942A11}" type="datetime1">
              <a:rPr lang="zh-TW" altLang="en-US" smtClean="0"/>
              <a:t>2024/2/20</a:t>
            </a:fld>
            <a:endParaRPr lang="zh-TW" altLang="en-US"/>
          </a:p>
        </p:txBody>
      </p:sp>
      <p:sp>
        <p:nvSpPr>
          <p:cNvPr id="8" name="頁尾版面配置區 7">
            <a:extLst>
              <a:ext uri="{FF2B5EF4-FFF2-40B4-BE49-F238E27FC236}">
                <a16:creationId xmlns:a16="http://schemas.microsoft.com/office/drawing/2014/main" id="{82E1BEDD-6B2B-9839-FD27-D8A7C04DBCCF}"/>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5D55D63F-D8D7-440D-968C-FBBBB351775C}"/>
              </a:ext>
            </a:extLst>
          </p:cNvPr>
          <p:cNvSpPr>
            <a:spLocks noGrp="1"/>
          </p:cNvSpPr>
          <p:nvPr>
            <p:ph type="sldNum" sz="quarter" idx="12"/>
          </p:nvPr>
        </p:nvSpPr>
        <p:spPr/>
        <p:txBody>
          <a:bodyPr/>
          <a:lstStyle/>
          <a:p>
            <a:fld id="{EFAEC03B-316C-4507-8207-D997BB28EB64}" type="slidenum">
              <a:rPr lang="zh-TW" altLang="en-US" smtClean="0"/>
              <a:t>‹#›</a:t>
            </a:fld>
            <a:endParaRPr lang="zh-TW" altLang="en-US"/>
          </a:p>
        </p:txBody>
      </p:sp>
    </p:spTree>
    <p:extLst>
      <p:ext uri="{BB962C8B-B14F-4D97-AF65-F5344CB8AC3E}">
        <p14:creationId xmlns:p14="http://schemas.microsoft.com/office/powerpoint/2010/main" val="6001001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5201DAD-B1A7-6913-F8C4-3128A369DFE2}"/>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3EEEE96D-DCE2-0290-7CB8-E2A347F5FB2E}"/>
              </a:ext>
            </a:extLst>
          </p:cNvPr>
          <p:cNvSpPr>
            <a:spLocks noGrp="1"/>
          </p:cNvSpPr>
          <p:nvPr>
            <p:ph type="dt" sz="half" idx="10"/>
          </p:nvPr>
        </p:nvSpPr>
        <p:spPr/>
        <p:txBody>
          <a:bodyPr/>
          <a:lstStyle/>
          <a:p>
            <a:fld id="{610827EF-4BCA-4B2D-96BC-800DE09072A1}" type="datetime1">
              <a:rPr lang="zh-TW" altLang="en-US" smtClean="0"/>
              <a:t>2024/2/20</a:t>
            </a:fld>
            <a:endParaRPr lang="zh-TW" altLang="en-US"/>
          </a:p>
        </p:txBody>
      </p:sp>
      <p:sp>
        <p:nvSpPr>
          <p:cNvPr id="4" name="頁尾版面配置區 3">
            <a:extLst>
              <a:ext uri="{FF2B5EF4-FFF2-40B4-BE49-F238E27FC236}">
                <a16:creationId xmlns:a16="http://schemas.microsoft.com/office/drawing/2014/main" id="{27DFB4F6-EB62-78FE-A3B6-223303180182}"/>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12C0C14C-28CD-EC7E-4309-732F432A8E7A}"/>
              </a:ext>
            </a:extLst>
          </p:cNvPr>
          <p:cNvSpPr>
            <a:spLocks noGrp="1"/>
          </p:cNvSpPr>
          <p:nvPr>
            <p:ph type="sldNum" sz="quarter" idx="12"/>
          </p:nvPr>
        </p:nvSpPr>
        <p:spPr/>
        <p:txBody>
          <a:bodyPr/>
          <a:lstStyle/>
          <a:p>
            <a:fld id="{EFAEC03B-316C-4507-8207-D997BB28EB64}" type="slidenum">
              <a:rPr lang="zh-TW" altLang="en-US" smtClean="0"/>
              <a:t>‹#›</a:t>
            </a:fld>
            <a:endParaRPr lang="zh-TW" altLang="en-US"/>
          </a:p>
        </p:txBody>
      </p:sp>
    </p:spTree>
    <p:extLst>
      <p:ext uri="{BB962C8B-B14F-4D97-AF65-F5344CB8AC3E}">
        <p14:creationId xmlns:p14="http://schemas.microsoft.com/office/powerpoint/2010/main" val="17589460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958279C0-CD55-F003-AC5E-186052697790}"/>
              </a:ext>
            </a:extLst>
          </p:cNvPr>
          <p:cNvSpPr>
            <a:spLocks noGrp="1"/>
          </p:cNvSpPr>
          <p:nvPr>
            <p:ph type="dt" sz="half" idx="10"/>
          </p:nvPr>
        </p:nvSpPr>
        <p:spPr/>
        <p:txBody>
          <a:bodyPr/>
          <a:lstStyle/>
          <a:p>
            <a:fld id="{F1579947-85DC-4C95-80F0-0C9A313E1A00}" type="datetime1">
              <a:rPr lang="zh-TW" altLang="en-US" smtClean="0"/>
              <a:t>2024/2/20</a:t>
            </a:fld>
            <a:endParaRPr lang="zh-TW" altLang="en-US"/>
          </a:p>
        </p:txBody>
      </p:sp>
      <p:sp>
        <p:nvSpPr>
          <p:cNvPr id="3" name="頁尾版面配置區 2">
            <a:extLst>
              <a:ext uri="{FF2B5EF4-FFF2-40B4-BE49-F238E27FC236}">
                <a16:creationId xmlns:a16="http://schemas.microsoft.com/office/drawing/2014/main" id="{36E7F1EF-FFA4-134D-A4B0-3774C78AC96B}"/>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6AFB60E8-5211-F688-2F76-36E5498719CE}"/>
              </a:ext>
            </a:extLst>
          </p:cNvPr>
          <p:cNvSpPr>
            <a:spLocks noGrp="1"/>
          </p:cNvSpPr>
          <p:nvPr>
            <p:ph type="sldNum" sz="quarter" idx="12"/>
          </p:nvPr>
        </p:nvSpPr>
        <p:spPr/>
        <p:txBody>
          <a:bodyPr/>
          <a:lstStyle/>
          <a:p>
            <a:fld id="{EFAEC03B-316C-4507-8207-D997BB28EB64}" type="slidenum">
              <a:rPr lang="zh-TW" altLang="en-US" smtClean="0"/>
              <a:t>‹#›</a:t>
            </a:fld>
            <a:endParaRPr lang="zh-TW" altLang="en-US"/>
          </a:p>
        </p:txBody>
      </p:sp>
    </p:spTree>
    <p:extLst>
      <p:ext uri="{BB962C8B-B14F-4D97-AF65-F5344CB8AC3E}">
        <p14:creationId xmlns:p14="http://schemas.microsoft.com/office/powerpoint/2010/main" val="14955889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7D1827A-CB14-C4D4-25E3-41710BF6EA74}"/>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6C3446C2-058B-FE7C-C4EA-39142F7D7EC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A2B9FA26-62A1-F41D-42AE-4B9FA400E11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1701A1DA-69F3-C87D-CD25-E5F434BE3BE3}"/>
              </a:ext>
            </a:extLst>
          </p:cNvPr>
          <p:cNvSpPr>
            <a:spLocks noGrp="1"/>
          </p:cNvSpPr>
          <p:nvPr>
            <p:ph type="dt" sz="half" idx="10"/>
          </p:nvPr>
        </p:nvSpPr>
        <p:spPr/>
        <p:txBody>
          <a:bodyPr/>
          <a:lstStyle/>
          <a:p>
            <a:fld id="{E504CBE8-F2E5-4D8C-86BB-4F11DA33B21D}" type="datetime1">
              <a:rPr lang="zh-TW" altLang="en-US" smtClean="0"/>
              <a:t>2024/2/20</a:t>
            </a:fld>
            <a:endParaRPr lang="zh-TW" altLang="en-US"/>
          </a:p>
        </p:txBody>
      </p:sp>
      <p:sp>
        <p:nvSpPr>
          <p:cNvPr id="6" name="頁尾版面配置區 5">
            <a:extLst>
              <a:ext uri="{FF2B5EF4-FFF2-40B4-BE49-F238E27FC236}">
                <a16:creationId xmlns:a16="http://schemas.microsoft.com/office/drawing/2014/main" id="{BE909FB9-26BE-EFF1-A2A0-2EDEAD11E9C2}"/>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880F42F7-4924-ACAA-4B7E-81847CCAE6B1}"/>
              </a:ext>
            </a:extLst>
          </p:cNvPr>
          <p:cNvSpPr>
            <a:spLocks noGrp="1"/>
          </p:cNvSpPr>
          <p:nvPr>
            <p:ph type="sldNum" sz="quarter" idx="12"/>
          </p:nvPr>
        </p:nvSpPr>
        <p:spPr/>
        <p:txBody>
          <a:bodyPr/>
          <a:lstStyle/>
          <a:p>
            <a:fld id="{EFAEC03B-316C-4507-8207-D997BB28EB64}" type="slidenum">
              <a:rPr lang="zh-TW" altLang="en-US" smtClean="0"/>
              <a:t>‹#›</a:t>
            </a:fld>
            <a:endParaRPr lang="zh-TW" altLang="en-US"/>
          </a:p>
        </p:txBody>
      </p:sp>
    </p:spTree>
    <p:extLst>
      <p:ext uri="{BB962C8B-B14F-4D97-AF65-F5344CB8AC3E}">
        <p14:creationId xmlns:p14="http://schemas.microsoft.com/office/powerpoint/2010/main" val="40617084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4F3A632-06E7-2518-793D-34E8E6D78B2E}"/>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B659DF59-8B59-165B-FC2D-788F2972E7B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B81BBEC0-7FEE-EE4F-6278-6FC2F230D0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3F0A4099-AD40-6407-4A6E-440F0C9ED57D}"/>
              </a:ext>
            </a:extLst>
          </p:cNvPr>
          <p:cNvSpPr>
            <a:spLocks noGrp="1"/>
          </p:cNvSpPr>
          <p:nvPr>
            <p:ph type="dt" sz="half" idx="10"/>
          </p:nvPr>
        </p:nvSpPr>
        <p:spPr/>
        <p:txBody>
          <a:bodyPr/>
          <a:lstStyle/>
          <a:p>
            <a:fld id="{D81B16DB-9686-447D-9D68-9652B275986F}" type="datetime1">
              <a:rPr lang="zh-TW" altLang="en-US" smtClean="0"/>
              <a:t>2024/2/20</a:t>
            </a:fld>
            <a:endParaRPr lang="zh-TW" altLang="en-US"/>
          </a:p>
        </p:txBody>
      </p:sp>
      <p:sp>
        <p:nvSpPr>
          <p:cNvPr id="6" name="頁尾版面配置區 5">
            <a:extLst>
              <a:ext uri="{FF2B5EF4-FFF2-40B4-BE49-F238E27FC236}">
                <a16:creationId xmlns:a16="http://schemas.microsoft.com/office/drawing/2014/main" id="{F165FF51-855C-82B4-240E-D1AF02540302}"/>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C02CF40C-AF6C-C9FF-89A1-58A1B03B6C4B}"/>
              </a:ext>
            </a:extLst>
          </p:cNvPr>
          <p:cNvSpPr>
            <a:spLocks noGrp="1"/>
          </p:cNvSpPr>
          <p:nvPr>
            <p:ph type="sldNum" sz="quarter" idx="12"/>
          </p:nvPr>
        </p:nvSpPr>
        <p:spPr/>
        <p:txBody>
          <a:bodyPr/>
          <a:lstStyle/>
          <a:p>
            <a:fld id="{EFAEC03B-316C-4507-8207-D997BB28EB64}" type="slidenum">
              <a:rPr lang="zh-TW" altLang="en-US" smtClean="0"/>
              <a:t>‹#›</a:t>
            </a:fld>
            <a:endParaRPr lang="zh-TW" altLang="en-US"/>
          </a:p>
        </p:txBody>
      </p:sp>
    </p:spTree>
    <p:extLst>
      <p:ext uri="{BB962C8B-B14F-4D97-AF65-F5344CB8AC3E}">
        <p14:creationId xmlns:p14="http://schemas.microsoft.com/office/powerpoint/2010/main" val="34967801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EE39347-557F-B5D8-678D-276F907F4FD5}"/>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A8EED0EF-2EFC-0A2C-A1A1-566E81CDA31F}"/>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AA42852E-12ED-C0F2-A102-7A6CE771DF50}"/>
              </a:ext>
            </a:extLst>
          </p:cNvPr>
          <p:cNvSpPr>
            <a:spLocks noGrp="1"/>
          </p:cNvSpPr>
          <p:nvPr>
            <p:ph type="dt" sz="half" idx="10"/>
          </p:nvPr>
        </p:nvSpPr>
        <p:spPr/>
        <p:txBody>
          <a:bodyPr/>
          <a:lstStyle/>
          <a:p>
            <a:fld id="{5B06E588-B95B-4AB0-81F5-2FBB811781EB}" type="datetime1">
              <a:rPr lang="zh-TW" altLang="en-US" smtClean="0"/>
              <a:t>2024/2/20</a:t>
            </a:fld>
            <a:endParaRPr lang="zh-TW" altLang="en-US"/>
          </a:p>
        </p:txBody>
      </p:sp>
      <p:sp>
        <p:nvSpPr>
          <p:cNvPr id="5" name="頁尾版面配置區 4">
            <a:extLst>
              <a:ext uri="{FF2B5EF4-FFF2-40B4-BE49-F238E27FC236}">
                <a16:creationId xmlns:a16="http://schemas.microsoft.com/office/drawing/2014/main" id="{1D930DA9-725C-5B7A-5BFB-0B94FF486115}"/>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98B92A56-D44A-B10D-C20D-AC8706D7822B}"/>
              </a:ext>
            </a:extLst>
          </p:cNvPr>
          <p:cNvSpPr>
            <a:spLocks noGrp="1"/>
          </p:cNvSpPr>
          <p:nvPr>
            <p:ph type="sldNum" sz="quarter" idx="12"/>
          </p:nvPr>
        </p:nvSpPr>
        <p:spPr/>
        <p:txBody>
          <a:bodyPr/>
          <a:lstStyle/>
          <a:p>
            <a:fld id="{EFAEC03B-316C-4507-8207-D997BB28EB64}" type="slidenum">
              <a:rPr lang="zh-TW" altLang="en-US" smtClean="0"/>
              <a:t>‹#›</a:t>
            </a:fld>
            <a:endParaRPr lang="zh-TW" altLang="en-US"/>
          </a:p>
        </p:txBody>
      </p:sp>
    </p:spTree>
    <p:extLst>
      <p:ext uri="{BB962C8B-B14F-4D97-AF65-F5344CB8AC3E}">
        <p14:creationId xmlns:p14="http://schemas.microsoft.com/office/powerpoint/2010/main" val="29910047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EB36CFAD-7B1A-4F41-7AA1-3F5865D1345D}"/>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0A3AE268-50FA-2DB3-85DF-75AC97871EF2}"/>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F969F98A-EAB9-3D3B-7A32-3741EF289F77}"/>
              </a:ext>
            </a:extLst>
          </p:cNvPr>
          <p:cNvSpPr>
            <a:spLocks noGrp="1"/>
          </p:cNvSpPr>
          <p:nvPr>
            <p:ph type="dt" sz="half" idx="10"/>
          </p:nvPr>
        </p:nvSpPr>
        <p:spPr/>
        <p:txBody>
          <a:bodyPr/>
          <a:lstStyle/>
          <a:p>
            <a:fld id="{6FF611F3-4FA6-41B2-81A4-6CC88E543A04}" type="datetime1">
              <a:rPr lang="zh-TW" altLang="en-US" smtClean="0"/>
              <a:t>2024/2/20</a:t>
            </a:fld>
            <a:endParaRPr lang="zh-TW" altLang="en-US"/>
          </a:p>
        </p:txBody>
      </p:sp>
      <p:sp>
        <p:nvSpPr>
          <p:cNvPr id="5" name="頁尾版面配置區 4">
            <a:extLst>
              <a:ext uri="{FF2B5EF4-FFF2-40B4-BE49-F238E27FC236}">
                <a16:creationId xmlns:a16="http://schemas.microsoft.com/office/drawing/2014/main" id="{AB6F795B-0E4E-9263-5414-6CF7A28738EA}"/>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7E952AC5-C821-BDC5-2B56-1AC08DD08A64}"/>
              </a:ext>
            </a:extLst>
          </p:cNvPr>
          <p:cNvSpPr>
            <a:spLocks noGrp="1"/>
          </p:cNvSpPr>
          <p:nvPr>
            <p:ph type="sldNum" sz="quarter" idx="12"/>
          </p:nvPr>
        </p:nvSpPr>
        <p:spPr/>
        <p:txBody>
          <a:bodyPr/>
          <a:lstStyle/>
          <a:p>
            <a:fld id="{EFAEC03B-316C-4507-8207-D997BB28EB64}" type="slidenum">
              <a:rPr lang="zh-TW" altLang="en-US" smtClean="0"/>
              <a:t>‹#›</a:t>
            </a:fld>
            <a:endParaRPr lang="zh-TW" altLang="en-US"/>
          </a:p>
        </p:txBody>
      </p:sp>
    </p:spTree>
    <p:extLst>
      <p:ext uri="{BB962C8B-B14F-4D97-AF65-F5344CB8AC3E}">
        <p14:creationId xmlns:p14="http://schemas.microsoft.com/office/powerpoint/2010/main" val="40919230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9A69BABF-6143-6E99-0B49-97D885BD743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7B1DF635-42A0-B056-4EB4-97F7B309A09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17B49324-9375-D069-B743-3683D643887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3FCC5AE-261C-4E50-A59B-D2A2B1270A69}" type="datetime1">
              <a:rPr lang="zh-TW" altLang="en-US" smtClean="0"/>
              <a:t>2024/2/20</a:t>
            </a:fld>
            <a:endParaRPr lang="zh-TW" altLang="en-US"/>
          </a:p>
        </p:txBody>
      </p:sp>
      <p:sp>
        <p:nvSpPr>
          <p:cNvPr id="5" name="頁尾版面配置區 4">
            <a:extLst>
              <a:ext uri="{FF2B5EF4-FFF2-40B4-BE49-F238E27FC236}">
                <a16:creationId xmlns:a16="http://schemas.microsoft.com/office/drawing/2014/main" id="{28584CA7-762E-3A5A-304E-1EAAB6D1618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EA5B41FD-5E7A-AF87-9639-CB905460250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FAEC03B-316C-4507-8207-D997BB28EB64}" type="slidenum">
              <a:rPr lang="zh-TW" altLang="en-US" smtClean="0"/>
              <a:t>‹#›</a:t>
            </a:fld>
            <a:endParaRPr lang="zh-TW" altLang="en-US"/>
          </a:p>
        </p:txBody>
      </p:sp>
    </p:spTree>
    <p:extLst>
      <p:ext uri="{BB962C8B-B14F-4D97-AF65-F5344CB8AC3E}">
        <p14:creationId xmlns:p14="http://schemas.microsoft.com/office/powerpoint/2010/main" val="42897680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comments" Target="../comments/comment1.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comments" Target="../comments/commen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15D6ECA-8C9F-6ADC-F8D7-2A82572058E8}"/>
              </a:ext>
            </a:extLst>
          </p:cNvPr>
          <p:cNvSpPr>
            <a:spLocks noGrp="1"/>
          </p:cNvSpPr>
          <p:nvPr>
            <p:ph type="ctrTitle"/>
          </p:nvPr>
        </p:nvSpPr>
        <p:spPr>
          <a:xfrm>
            <a:off x="681162" y="517631"/>
            <a:ext cx="10829676" cy="2387600"/>
          </a:xfrm>
        </p:spPr>
        <p:txBody>
          <a:bodyPr>
            <a:noAutofit/>
          </a:bodyPr>
          <a:lstStyle/>
          <a:p>
            <a:r>
              <a:rPr lang="en-US" altLang="zh-TW" sz="4800" dirty="0">
                <a:latin typeface="Times New Roman" panose="02020603050405020304" pitchFamily="18" charset="0"/>
                <a:cs typeface="Times New Roman" panose="02020603050405020304" pitchFamily="18" charset="0"/>
              </a:rPr>
              <a:t>Using Dynamic Time Warping to Find Patterns in Time Series</a:t>
            </a:r>
            <a:endParaRPr lang="zh-TW" altLang="en-US" sz="4800"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id="{B6739F88-A29A-4C56-52FA-D407B32738E9}"/>
              </a:ext>
            </a:extLst>
          </p:cNvPr>
          <p:cNvSpPr>
            <a:spLocks noGrp="1"/>
          </p:cNvSpPr>
          <p:nvPr>
            <p:ph type="subTitle" idx="1"/>
          </p:nvPr>
        </p:nvSpPr>
        <p:spPr>
          <a:xfrm>
            <a:off x="1524000" y="2928597"/>
            <a:ext cx="9144000" cy="1655762"/>
          </a:xfrm>
        </p:spPr>
        <p:txBody>
          <a:bodyPr/>
          <a:lstStyle/>
          <a:p>
            <a:r>
              <a:rPr lang="en-US" altLang="zh-TW" b="0" i="0" dirty="0">
                <a:solidFill>
                  <a:srgbClr val="222222"/>
                </a:solidFill>
                <a:effectLst/>
                <a:latin typeface="Times New Roman" panose="02020603050405020304" pitchFamily="18" charset="0"/>
                <a:cs typeface="Times New Roman" panose="02020603050405020304" pitchFamily="18" charset="0"/>
              </a:rPr>
              <a:t>Berndt, D. J., &amp; Clifford, J. (1994, July) In </a:t>
            </a:r>
            <a:r>
              <a:rPr lang="en-US" altLang="zh-TW" b="0" i="1" dirty="0">
                <a:solidFill>
                  <a:srgbClr val="222222"/>
                </a:solidFill>
                <a:effectLst/>
                <a:latin typeface="Times New Roman" panose="02020603050405020304" pitchFamily="18" charset="0"/>
                <a:cs typeface="Times New Roman" panose="02020603050405020304" pitchFamily="18" charset="0"/>
              </a:rPr>
              <a:t>Proceedings of the 3rd international conference on knowledge discovery and data mining</a:t>
            </a:r>
            <a:r>
              <a:rPr lang="en-US" altLang="zh-TW" b="0" i="0" dirty="0">
                <a:solidFill>
                  <a:srgbClr val="222222"/>
                </a:solidFill>
                <a:effectLst/>
                <a:latin typeface="Times New Roman" panose="02020603050405020304" pitchFamily="18" charset="0"/>
                <a:cs typeface="Times New Roman" panose="02020603050405020304" pitchFamily="18" charset="0"/>
              </a:rPr>
              <a:t> (pp. 359-370).</a:t>
            </a:r>
            <a:endParaRPr lang="zh-TW" altLang="en-US" dirty="0">
              <a:solidFill>
                <a:srgbClr val="333333"/>
              </a:solidFill>
              <a:latin typeface="Times New Roman" panose="02020603050405020304" pitchFamily="18" charset="0"/>
              <a:cs typeface="Times New Roman" panose="02020603050405020304" pitchFamily="18" charset="0"/>
            </a:endParaRPr>
          </a:p>
        </p:txBody>
      </p:sp>
      <p:sp>
        <p:nvSpPr>
          <p:cNvPr id="4" name="文字方塊 3">
            <a:extLst>
              <a:ext uri="{FF2B5EF4-FFF2-40B4-BE49-F238E27FC236}">
                <a16:creationId xmlns:a16="http://schemas.microsoft.com/office/drawing/2014/main" id="{D6BC2F8A-F57D-93E1-25E0-DACED7728107}"/>
              </a:ext>
            </a:extLst>
          </p:cNvPr>
          <p:cNvSpPr txBox="1"/>
          <p:nvPr/>
        </p:nvSpPr>
        <p:spPr>
          <a:xfrm>
            <a:off x="8410112" y="5913844"/>
            <a:ext cx="3657600" cy="830997"/>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Presenter : Jing-Xiang</a:t>
            </a:r>
            <a:r>
              <a:rPr lang="zh-TW" altLang="en-US" sz="24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Yang</a:t>
            </a:r>
          </a:p>
          <a:p>
            <a:r>
              <a:rPr lang="en-US" altLang="zh-TW" sz="2400" dirty="0">
                <a:latin typeface="Times New Roman" panose="02020603050405020304" pitchFamily="18" charset="0"/>
                <a:cs typeface="Times New Roman" panose="02020603050405020304" pitchFamily="18" charset="0"/>
              </a:rPr>
              <a:t>Date : </a:t>
            </a:r>
            <a:r>
              <a:rPr lang="en-US" altLang="zh-TW" sz="2400" dirty="0">
                <a:solidFill>
                  <a:srgbClr val="202124"/>
                </a:solidFill>
                <a:latin typeface="Times New Roman" panose="02020603050405020304" pitchFamily="18" charset="0"/>
                <a:cs typeface="Times New Roman" panose="02020603050405020304" pitchFamily="18" charset="0"/>
              </a:rPr>
              <a:t>Feb</a:t>
            </a:r>
            <a:r>
              <a:rPr lang="en-US" altLang="zh-TW" sz="2400" b="0" i="0" dirty="0">
                <a:solidFill>
                  <a:srgbClr val="202124"/>
                </a:solidFill>
                <a:effectLst/>
                <a:latin typeface="Times New Roman" panose="02020603050405020304" pitchFamily="18" charset="0"/>
                <a:cs typeface="Times New Roman" panose="02020603050405020304" pitchFamily="18" charset="0"/>
              </a:rPr>
              <a:t>. </a:t>
            </a:r>
            <a:r>
              <a:rPr lang="en-US" altLang="zh-TW" sz="2400" dirty="0">
                <a:solidFill>
                  <a:srgbClr val="202124"/>
                </a:solidFill>
                <a:latin typeface="Times New Roman" panose="02020603050405020304" pitchFamily="18" charset="0"/>
                <a:cs typeface="Times New Roman" panose="02020603050405020304" pitchFamily="18" charset="0"/>
              </a:rPr>
              <a:t>20</a:t>
            </a:r>
            <a:r>
              <a:rPr lang="en-US" altLang="zh-TW" sz="2400" b="0" i="0" dirty="0">
                <a:solidFill>
                  <a:srgbClr val="202124"/>
                </a:solidFill>
                <a:effectLst/>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2024</a:t>
            </a:r>
            <a:endParaRPr lang="zh-TW" altLang="en-US" sz="2400" dirty="0">
              <a:latin typeface="Times New Roman" panose="02020603050405020304" pitchFamily="18" charset="0"/>
              <a:cs typeface="Times New Roman" panose="02020603050405020304" pitchFamily="18" charset="0"/>
            </a:endParaRPr>
          </a:p>
        </p:txBody>
      </p:sp>
      <p:sp>
        <p:nvSpPr>
          <p:cNvPr id="5" name="投影片編號版面配置區 4">
            <a:extLst>
              <a:ext uri="{FF2B5EF4-FFF2-40B4-BE49-F238E27FC236}">
                <a16:creationId xmlns:a16="http://schemas.microsoft.com/office/drawing/2014/main" id="{FCE74A8C-340A-9F93-5512-3E18A247C87B}"/>
              </a:ext>
            </a:extLst>
          </p:cNvPr>
          <p:cNvSpPr>
            <a:spLocks noGrp="1"/>
          </p:cNvSpPr>
          <p:nvPr>
            <p:ph type="sldNum" sz="quarter" idx="12"/>
          </p:nvPr>
        </p:nvSpPr>
        <p:spPr/>
        <p:txBody>
          <a:bodyPr/>
          <a:lstStyle/>
          <a:p>
            <a:fld id="{EFAEC03B-316C-4507-8207-D997BB28EB64}" type="slidenum">
              <a:rPr lang="zh-TW" altLang="en-US" smtClean="0"/>
              <a:t>1</a:t>
            </a:fld>
            <a:endParaRPr lang="zh-TW" altLang="en-US" dirty="0"/>
          </a:p>
        </p:txBody>
      </p:sp>
    </p:spTree>
    <p:extLst>
      <p:ext uri="{BB962C8B-B14F-4D97-AF65-F5344CB8AC3E}">
        <p14:creationId xmlns:p14="http://schemas.microsoft.com/office/powerpoint/2010/main" val="16946154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286FCF2-9C67-4E71-A2AE-11F3068C8104}"/>
              </a:ext>
            </a:extLst>
          </p:cNvPr>
          <p:cNvSpPr>
            <a:spLocks noGrp="1"/>
          </p:cNvSpPr>
          <p:nvPr>
            <p:ph type="title"/>
          </p:nvPr>
        </p:nvSpPr>
        <p:spPr/>
        <p:txBody>
          <a:bodyPr/>
          <a:lstStyle/>
          <a:p>
            <a:pPr algn="ctr"/>
            <a:r>
              <a:rPr lang="en-US" altLang="zh-TW" sz="4800" dirty="0">
                <a:latin typeface="Times New Roman" panose="02020603050405020304" pitchFamily="18" charset="0"/>
                <a:cs typeface="Times New Roman" panose="02020603050405020304" pitchFamily="18" charset="0"/>
              </a:rPr>
              <a:t>ABSTRACT</a:t>
            </a:r>
            <a:endParaRPr lang="zh-TW" altLang="en-US" sz="4800"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E295AD0F-78B0-3EC9-0878-946F93F0535E}"/>
              </a:ext>
            </a:extLst>
          </p:cNvPr>
          <p:cNvSpPr>
            <a:spLocks noGrp="1"/>
          </p:cNvSpPr>
          <p:nvPr>
            <p:ph idx="1"/>
          </p:nvPr>
        </p:nvSpPr>
        <p:spPr>
          <a:xfrm>
            <a:off x="838200" y="1626843"/>
            <a:ext cx="10515600" cy="4351338"/>
          </a:xfrm>
        </p:spPr>
        <p:txBody>
          <a:bodyPr>
            <a:noAutofit/>
          </a:bodyPr>
          <a:lstStyle/>
          <a:p>
            <a:pPr marL="0" indent="0" algn="just">
              <a:buNone/>
            </a:pPr>
            <a:r>
              <a:rPr lang="en-US" altLang="zh-TW" sz="30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 Knowledge discovery in databases presents many interesting challenges within the context of providing computer tools for exploring large data archives. Electronic data .repositories are growing quickly and contain data from commercial, scientific, and other domains. Much of this data is inherently temporal, such as stock prices or NASA telemetry data. Detecting patterns in such data streams or time series is an important knowledge discovery task. This paper describes some preliminary experiments with a dynamic programming approach to the problem. The pattern detection algorithm is based on the dynamic time warping technique used in the speech recognition field. </a:t>
            </a:r>
            <a:endParaRPr lang="zh-TW" altLang="en-US" sz="24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441EABE3-FE2B-DB6E-974D-8180EF68BD5E}"/>
              </a:ext>
            </a:extLst>
          </p:cNvPr>
          <p:cNvSpPr>
            <a:spLocks noGrp="1"/>
          </p:cNvSpPr>
          <p:nvPr>
            <p:ph type="sldNum" sz="quarter" idx="12"/>
          </p:nvPr>
        </p:nvSpPr>
        <p:spPr/>
        <p:txBody>
          <a:bodyPr/>
          <a:lstStyle/>
          <a:p>
            <a:fld id="{EFAEC03B-316C-4507-8207-D997BB28EB64}" type="slidenum">
              <a:rPr lang="zh-TW" altLang="en-US" smtClean="0"/>
              <a:t>2</a:t>
            </a:fld>
            <a:endParaRPr lang="zh-TW" altLang="en-US"/>
          </a:p>
        </p:txBody>
      </p:sp>
    </p:spTree>
    <p:extLst>
      <p:ext uri="{BB962C8B-B14F-4D97-AF65-F5344CB8AC3E}">
        <p14:creationId xmlns:p14="http://schemas.microsoft.com/office/powerpoint/2010/main" val="12723695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286FCF2-9C67-4E71-A2AE-11F3068C8104}"/>
              </a:ext>
            </a:extLst>
          </p:cNvPr>
          <p:cNvSpPr>
            <a:spLocks noGrp="1"/>
          </p:cNvSpPr>
          <p:nvPr>
            <p:ph type="title"/>
          </p:nvPr>
        </p:nvSpPr>
        <p:spPr/>
        <p:txBody>
          <a:bodyPr>
            <a:normAutofit/>
          </a:bodyPr>
          <a:lstStyle/>
          <a:p>
            <a:pPr algn="ctr"/>
            <a:r>
              <a:rPr lang="en-US" altLang="zh-TW" sz="4800" dirty="0">
                <a:latin typeface="Times New Roman" panose="02020603050405020304" pitchFamily="18" charset="0"/>
                <a:cs typeface="Times New Roman" panose="02020603050405020304" pitchFamily="18" charset="0"/>
              </a:rPr>
              <a:t>Temporal Data</a:t>
            </a:r>
            <a:endParaRPr lang="zh-TW" altLang="en-US" sz="4800" dirty="0">
              <a:latin typeface="Times New Roman" panose="02020603050405020304" pitchFamily="18" charset="0"/>
              <a:cs typeface="Times New Roman" panose="02020603050405020304" pitchFamily="18" charset="0"/>
            </a:endParaRPr>
          </a:p>
        </p:txBody>
      </p:sp>
      <p:sp>
        <p:nvSpPr>
          <p:cNvPr id="3" name="投影片編號版面配置區 2">
            <a:extLst>
              <a:ext uri="{FF2B5EF4-FFF2-40B4-BE49-F238E27FC236}">
                <a16:creationId xmlns:a16="http://schemas.microsoft.com/office/drawing/2014/main" id="{E11B5102-CACD-3DEE-577C-C29FA51D1436}"/>
              </a:ext>
            </a:extLst>
          </p:cNvPr>
          <p:cNvSpPr>
            <a:spLocks noGrp="1"/>
          </p:cNvSpPr>
          <p:nvPr>
            <p:ph type="sldNum" sz="quarter" idx="12"/>
          </p:nvPr>
        </p:nvSpPr>
        <p:spPr/>
        <p:txBody>
          <a:bodyPr/>
          <a:lstStyle/>
          <a:p>
            <a:fld id="{EFAEC03B-316C-4507-8207-D997BB28EB64}" type="slidenum">
              <a:rPr lang="zh-TW" altLang="en-US" smtClean="0"/>
              <a:t>3</a:t>
            </a:fld>
            <a:endParaRPr lang="zh-TW" altLang="en-US" dirty="0"/>
          </a:p>
        </p:txBody>
      </p:sp>
      <p:sp>
        <p:nvSpPr>
          <p:cNvPr id="7" name="內容版面配置區 6">
            <a:extLst>
              <a:ext uri="{FF2B5EF4-FFF2-40B4-BE49-F238E27FC236}">
                <a16:creationId xmlns:a16="http://schemas.microsoft.com/office/drawing/2014/main" id="{9FD87D4D-44F9-D751-EFFB-CC17FBF9DDD9}"/>
              </a:ext>
            </a:extLst>
          </p:cNvPr>
          <p:cNvSpPr>
            <a:spLocks noGrp="1"/>
          </p:cNvSpPr>
          <p:nvPr>
            <p:ph idx="1"/>
          </p:nvPr>
        </p:nvSpPr>
        <p:spPr>
          <a:xfrm>
            <a:off x="838200" y="1690688"/>
            <a:ext cx="10515600" cy="4351338"/>
          </a:xfrm>
        </p:spPr>
        <p:txBody>
          <a:bodyPr/>
          <a:lstStyle/>
          <a:p>
            <a:r>
              <a:rPr lang="en-US" altLang="zh-TW" dirty="0">
                <a:latin typeface="Times New Roman" panose="02020603050405020304" pitchFamily="18" charset="0"/>
                <a:cs typeface="Times New Roman" panose="02020603050405020304" pitchFamily="18" charset="0"/>
              </a:rPr>
              <a:t>Data that varies with time (Stock price, NASA telemetry data…)</a:t>
            </a:r>
          </a:p>
          <a:p>
            <a:pPr marL="0" indent="0">
              <a:buNone/>
            </a:pPr>
            <a:endParaRPr lang="en-US" altLang="zh-TW" dirty="0">
              <a:latin typeface="Times New Roman" panose="02020603050405020304" pitchFamily="18" charset="0"/>
              <a:cs typeface="Times New Roman" panose="02020603050405020304" pitchFamily="18" charset="0"/>
            </a:endParaRPr>
          </a:p>
          <a:p>
            <a:endParaRPr lang="en-US" altLang="zh-TW" dirty="0">
              <a:latin typeface="Times New Roman" panose="02020603050405020304" pitchFamily="18" charset="0"/>
              <a:cs typeface="Times New Roman" panose="02020603050405020304" pitchFamily="18" charset="0"/>
            </a:endParaRPr>
          </a:p>
        </p:txBody>
      </p:sp>
      <p:sp>
        <p:nvSpPr>
          <p:cNvPr id="13" name="文字方塊 12">
            <a:extLst>
              <a:ext uri="{FF2B5EF4-FFF2-40B4-BE49-F238E27FC236}">
                <a16:creationId xmlns:a16="http://schemas.microsoft.com/office/drawing/2014/main" id="{2B5BEFFB-FCCD-449F-C53F-3C3194830800}"/>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sp>
        <p:nvSpPr>
          <p:cNvPr id="14" name="文字方塊 13">
            <a:extLst>
              <a:ext uri="{FF2B5EF4-FFF2-40B4-BE49-F238E27FC236}">
                <a16:creationId xmlns:a16="http://schemas.microsoft.com/office/drawing/2014/main" id="{66798146-BD47-B2E7-0E64-82ACA33259FE}"/>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sp>
        <p:nvSpPr>
          <p:cNvPr id="15" name="文字方塊 14">
            <a:extLst>
              <a:ext uri="{FF2B5EF4-FFF2-40B4-BE49-F238E27FC236}">
                <a16:creationId xmlns:a16="http://schemas.microsoft.com/office/drawing/2014/main" id="{BA563692-1EDE-8604-AED9-1609375068D6}"/>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pic>
        <p:nvPicPr>
          <p:cNvPr id="6" name="圖片 5">
            <a:extLst>
              <a:ext uri="{FF2B5EF4-FFF2-40B4-BE49-F238E27FC236}">
                <a16:creationId xmlns:a16="http://schemas.microsoft.com/office/drawing/2014/main" id="{AD54BF5E-5431-E5A8-0E37-BAA2C338B867}"/>
              </a:ext>
            </a:extLst>
          </p:cNvPr>
          <p:cNvPicPr>
            <a:picLocks noChangeAspect="1"/>
          </p:cNvPicPr>
          <p:nvPr/>
        </p:nvPicPr>
        <p:blipFill>
          <a:blip r:embed="rId2"/>
          <a:stretch>
            <a:fillRect/>
          </a:stretch>
        </p:blipFill>
        <p:spPr>
          <a:xfrm>
            <a:off x="2633419" y="2292739"/>
            <a:ext cx="7348781" cy="4428736"/>
          </a:xfrm>
          <a:prstGeom prst="rect">
            <a:avLst/>
          </a:prstGeom>
        </p:spPr>
      </p:pic>
    </p:spTree>
    <p:extLst>
      <p:ext uri="{BB962C8B-B14F-4D97-AF65-F5344CB8AC3E}">
        <p14:creationId xmlns:p14="http://schemas.microsoft.com/office/powerpoint/2010/main" val="34767659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286FCF2-9C67-4E71-A2AE-11F3068C8104}"/>
              </a:ext>
            </a:extLst>
          </p:cNvPr>
          <p:cNvSpPr>
            <a:spLocks noGrp="1"/>
          </p:cNvSpPr>
          <p:nvPr>
            <p:ph type="title"/>
          </p:nvPr>
        </p:nvSpPr>
        <p:spPr/>
        <p:txBody>
          <a:bodyPr>
            <a:normAutofit/>
          </a:bodyPr>
          <a:lstStyle/>
          <a:p>
            <a:pPr algn="ctr"/>
            <a:r>
              <a:rPr lang="en-US" altLang="zh-TW" sz="4800" dirty="0">
                <a:latin typeface="Times New Roman" panose="02020603050405020304" pitchFamily="18" charset="0"/>
                <a:cs typeface="Times New Roman" panose="02020603050405020304" pitchFamily="18" charset="0"/>
              </a:rPr>
              <a:t>Patterns in Time Series</a:t>
            </a:r>
            <a:endParaRPr lang="zh-TW" altLang="en-US" sz="4800" dirty="0">
              <a:latin typeface="Times New Roman" panose="02020603050405020304" pitchFamily="18" charset="0"/>
              <a:cs typeface="Times New Roman" panose="02020603050405020304" pitchFamily="18" charset="0"/>
            </a:endParaRPr>
          </a:p>
        </p:txBody>
      </p:sp>
      <p:sp>
        <p:nvSpPr>
          <p:cNvPr id="3" name="投影片編號版面配置區 2">
            <a:extLst>
              <a:ext uri="{FF2B5EF4-FFF2-40B4-BE49-F238E27FC236}">
                <a16:creationId xmlns:a16="http://schemas.microsoft.com/office/drawing/2014/main" id="{E11B5102-CACD-3DEE-577C-C29FA51D1436}"/>
              </a:ext>
            </a:extLst>
          </p:cNvPr>
          <p:cNvSpPr>
            <a:spLocks noGrp="1"/>
          </p:cNvSpPr>
          <p:nvPr>
            <p:ph type="sldNum" sz="quarter" idx="12"/>
          </p:nvPr>
        </p:nvSpPr>
        <p:spPr/>
        <p:txBody>
          <a:bodyPr/>
          <a:lstStyle/>
          <a:p>
            <a:fld id="{EFAEC03B-316C-4507-8207-D997BB28EB64}" type="slidenum">
              <a:rPr lang="zh-TW" altLang="en-US" smtClean="0"/>
              <a:t>4</a:t>
            </a:fld>
            <a:endParaRPr lang="zh-TW" altLang="en-US" dirty="0"/>
          </a:p>
        </p:txBody>
      </p:sp>
      <p:pic>
        <p:nvPicPr>
          <p:cNvPr id="8" name="內容版面配置區 7">
            <a:extLst>
              <a:ext uri="{FF2B5EF4-FFF2-40B4-BE49-F238E27FC236}">
                <a16:creationId xmlns:a16="http://schemas.microsoft.com/office/drawing/2014/main" id="{4AC7E3FF-1C65-0D03-4150-7AC05AA93F6B}"/>
              </a:ext>
            </a:extLst>
          </p:cNvPr>
          <p:cNvPicPr>
            <a:picLocks noGrp="1" noChangeAspect="1"/>
          </p:cNvPicPr>
          <p:nvPr>
            <p:ph idx="1"/>
          </p:nvPr>
        </p:nvPicPr>
        <p:blipFill>
          <a:blip r:embed="rId2"/>
          <a:stretch>
            <a:fillRect/>
          </a:stretch>
        </p:blipFill>
        <p:spPr>
          <a:xfrm>
            <a:off x="5507033" y="2300111"/>
            <a:ext cx="6625020" cy="3444658"/>
          </a:xfrm>
        </p:spPr>
      </p:pic>
      <p:sp>
        <p:nvSpPr>
          <p:cNvPr id="13" name="文字方塊 12">
            <a:extLst>
              <a:ext uri="{FF2B5EF4-FFF2-40B4-BE49-F238E27FC236}">
                <a16:creationId xmlns:a16="http://schemas.microsoft.com/office/drawing/2014/main" id="{2B5BEFFB-FCCD-449F-C53F-3C3194830800}"/>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sp>
        <p:nvSpPr>
          <p:cNvPr id="14" name="文字方塊 13">
            <a:extLst>
              <a:ext uri="{FF2B5EF4-FFF2-40B4-BE49-F238E27FC236}">
                <a16:creationId xmlns:a16="http://schemas.microsoft.com/office/drawing/2014/main" id="{66798146-BD47-B2E7-0E64-82ACA33259FE}"/>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sp>
        <p:nvSpPr>
          <p:cNvPr id="15" name="文字方塊 14">
            <a:extLst>
              <a:ext uri="{FF2B5EF4-FFF2-40B4-BE49-F238E27FC236}">
                <a16:creationId xmlns:a16="http://schemas.microsoft.com/office/drawing/2014/main" id="{BA563692-1EDE-8604-AED9-1609375068D6}"/>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pic>
        <p:nvPicPr>
          <p:cNvPr id="5" name="圖片 4">
            <a:extLst>
              <a:ext uri="{FF2B5EF4-FFF2-40B4-BE49-F238E27FC236}">
                <a16:creationId xmlns:a16="http://schemas.microsoft.com/office/drawing/2014/main" id="{408729E1-7366-86C5-0888-A910787887A9}"/>
              </a:ext>
            </a:extLst>
          </p:cNvPr>
          <p:cNvPicPr>
            <a:picLocks noChangeAspect="1"/>
          </p:cNvPicPr>
          <p:nvPr/>
        </p:nvPicPr>
        <p:blipFill>
          <a:blip r:embed="rId3"/>
          <a:stretch>
            <a:fillRect/>
          </a:stretch>
        </p:blipFill>
        <p:spPr>
          <a:xfrm>
            <a:off x="59947" y="2671106"/>
            <a:ext cx="5774643" cy="2947631"/>
          </a:xfrm>
          <a:prstGeom prst="rect">
            <a:avLst/>
          </a:prstGeom>
        </p:spPr>
      </p:pic>
      <p:sp>
        <p:nvSpPr>
          <p:cNvPr id="6" name="文字方塊 5">
            <a:extLst>
              <a:ext uri="{FF2B5EF4-FFF2-40B4-BE49-F238E27FC236}">
                <a16:creationId xmlns:a16="http://schemas.microsoft.com/office/drawing/2014/main" id="{0846D9A5-BEAD-D4C3-79E1-E60C0007DC68}"/>
              </a:ext>
            </a:extLst>
          </p:cNvPr>
          <p:cNvSpPr txBox="1"/>
          <p:nvPr/>
        </p:nvSpPr>
        <p:spPr>
          <a:xfrm>
            <a:off x="2007793" y="1907696"/>
            <a:ext cx="3737499" cy="523220"/>
          </a:xfrm>
          <a:prstGeom prst="rect">
            <a:avLst/>
          </a:prstGeom>
          <a:noFill/>
        </p:spPr>
        <p:txBody>
          <a:bodyPr wrap="square" rtlCol="0">
            <a:spAutoFit/>
          </a:bodyPr>
          <a:lstStyle/>
          <a:p>
            <a:r>
              <a:rPr lang="en-US" altLang="zh-TW" sz="2800" dirty="0">
                <a:latin typeface="Times New Roman" panose="02020603050405020304" pitchFamily="18" charset="0"/>
                <a:cs typeface="Times New Roman" panose="02020603050405020304" pitchFamily="18" charset="0"/>
              </a:rPr>
              <a:t>Horizontal</a:t>
            </a:r>
            <a:endParaRPr lang="zh-TW" altLang="en-US" sz="2800" dirty="0">
              <a:latin typeface="Times New Roman" panose="02020603050405020304" pitchFamily="18" charset="0"/>
              <a:cs typeface="Times New Roman" panose="02020603050405020304" pitchFamily="18" charset="0"/>
            </a:endParaRPr>
          </a:p>
        </p:txBody>
      </p:sp>
      <p:sp>
        <p:nvSpPr>
          <p:cNvPr id="7" name="文字方塊 6">
            <a:extLst>
              <a:ext uri="{FF2B5EF4-FFF2-40B4-BE49-F238E27FC236}">
                <a16:creationId xmlns:a16="http://schemas.microsoft.com/office/drawing/2014/main" id="{C328FAFA-1462-13AB-2BCC-7E82938BC7AF}"/>
              </a:ext>
            </a:extLst>
          </p:cNvPr>
          <p:cNvSpPr txBox="1"/>
          <p:nvPr/>
        </p:nvSpPr>
        <p:spPr>
          <a:xfrm>
            <a:off x="8315457" y="1907696"/>
            <a:ext cx="3737499" cy="523220"/>
          </a:xfrm>
          <a:prstGeom prst="rect">
            <a:avLst/>
          </a:prstGeom>
          <a:noFill/>
        </p:spPr>
        <p:txBody>
          <a:bodyPr wrap="square" rtlCol="0">
            <a:spAutoFit/>
          </a:bodyPr>
          <a:lstStyle/>
          <a:p>
            <a:r>
              <a:rPr lang="en-US" altLang="zh-TW" sz="2800" dirty="0">
                <a:latin typeface="Times New Roman" panose="02020603050405020304" pitchFamily="18" charset="0"/>
                <a:cs typeface="Times New Roman" panose="02020603050405020304" pitchFamily="18" charset="0"/>
              </a:rPr>
              <a:t>Trend</a:t>
            </a:r>
            <a:endParaRPr lang="zh-TW" alt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291124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286FCF2-9C67-4E71-A2AE-11F3068C8104}"/>
              </a:ext>
            </a:extLst>
          </p:cNvPr>
          <p:cNvSpPr>
            <a:spLocks noGrp="1"/>
          </p:cNvSpPr>
          <p:nvPr>
            <p:ph type="title"/>
          </p:nvPr>
        </p:nvSpPr>
        <p:spPr/>
        <p:txBody>
          <a:bodyPr>
            <a:normAutofit/>
          </a:bodyPr>
          <a:lstStyle/>
          <a:p>
            <a:pPr algn="ctr"/>
            <a:r>
              <a:rPr lang="en-US" altLang="zh-TW" sz="4800" dirty="0">
                <a:latin typeface="Times New Roman" panose="02020603050405020304" pitchFamily="18" charset="0"/>
                <a:cs typeface="Times New Roman" panose="02020603050405020304" pitchFamily="18" charset="0"/>
              </a:rPr>
              <a:t>Patterns in Time Series</a:t>
            </a:r>
            <a:endParaRPr lang="zh-TW" altLang="en-US" sz="4800" dirty="0">
              <a:latin typeface="Times New Roman" panose="02020603050405020304" pitchFamily="18" charset="0"/>
              <a:cs typeface="Times New Roman" panose="02020603050405020304" pitchFamily="18" charset="0"/>
            </a:endParaRPr>
          </a:p>
        </p:txBody>
      </p:sp>
      <p:sp>
        <p:nvSpPr>
          <p:cNvPr id="3" name="投影片編號版面配置區 2">
            <a:extLst>
              <a:ext uri="{FF2B5EF4-FFF2-40B4-BE49-F238E27FC236}">
                <a16:creationId xmlns:a16="http://schemas.microsoft.com/office/drawing/2014/main" id="{E11B5102-CACD-3DEE-577C-C29FA51D1436}"/>
              </a:ext>
            </a:extLst>
          </p:cNvPr>
          <p:cNvSpPr>
            <a:spLocks noGrp="1"/>
          </p:cNvSpPr>
          <p:nvPr>
            <p:ph type="sldNum" sz="quarter" idx="12"/>
          </p:nvPr>
        </p:nvSpPr>
        <p:spPr/>
        <p:txBody>
          <a:bodyPr/>
          <a:lstStyle/>
          <a:p>
            <a:fld id="{EFAEC03B-316C-4507-8207-D997BB28EB64}" type="slidenum">
              <a:rPr lang="zh-TW" altLang="en-US" smtClean="0"/>
              <a:t>5</a:t>
            </a:fld>
            <a:endParaRPr lang="zh-TW" altLang="en-US" dirty="0"/>
          </a:p>
        </p:txBody>
      </p:sp>
      <p:sp>
        <p:nvSpPr>
          <p:cNvPr id="13" name="文字方塊 12">
            <a:extLst>
              <a:ext uri="{FF2B5EF4-FFF2-40B4-BE49-F238E27FC236}">
                <a16:creationId xmlns:a16="http://schemas.microsoft.com/office/drawing/2014/main" id="{2B5BEFFB-FCCD-449F-C53F-3C3194830800}"/>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sp>
        <p:nvSpPr>
          <p:cNvPr id="14" name="文字方塊 13">
            <a:extLst>
              <a:ext uri="{FF2B5EF4-FFF2-40B4-BE49-F238E27FC236}">
                <a16:creationId xmlns:a16="http://schemas.microsoft.com/office/drawing/2014/main" id="{66798146-BD47-B2E7-0E64-82ACA33259FE}"/>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sp>
        <p:nvSpPr>
          <p:cNvPr id="15" name="文字方塊 14">
            <a:extLst>
              <a:ext uri="{FF2B5EF4-FFF2-40B4-BE49-F238E27FC236}">
                <a16:creationId xmlns:a16="http://schemas.microsoft.com/office/drawing/2014/main" id="{BA563692-1EDE-8604-AED9-1609375068D6}"/>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pic>
        <p:nvPicPr>
          <p:cNvPr id="19" name="圖片 18">
            <a:extLst>
              <a:ext uri="{FF2B5EF4-FFF2-40B4-BE49-F238E27FC236}">
                <a16:creationId xmlns:a16="http://schemas.microsoft.com/office/drawing/2014/main" id="{8FC0F280-C1CE-9862-7315-740780D9A28F}"/>
              </a:ext>
            </a:extLst>
          </p:cNvPr>
          <p:cNvPicPr>
            <a:picLocks noChangeAspect="1"/>
          </p:cNvPicPr>
          <p:nvPr/>
        </p:nvPicPr>
        <p:blipFill>
          <a:blip r:embed="rId2"/>
          <a:stretch>
            <a:fillRect/>
          </a:stretch>
        </p:blipFill>
        <p:spPr>
          <a:xfrm>
            <a:off x="351934" y="2973198"/>
            <a:ext cx="5853557" cy="3183361"/>
          </a:xfrm>
          <a:prstGeom prst="rect">
            <a:avLst/>
          </a:prstGeom>
        </p:spPr>
      </p:pic>
      <p:pic>
        <p:nvPicPr>
          <p:cNvPr id="21" name="圖片 20">
            <a:extLst>
              <a:ext uri="{FF2B5EF4-FFF2-40B4-BE49-F238E27FC236}">
                <a16:creationId xmlns:a16="http://schemas.microsoft.com/office/drawing/2014/main" id="{D3F2FE13-064C-6A6F-DA7A-3A4746E65C82}"/>
              </a:ext>
            </a:extLst>
          </p:cNvPr>
          <p:cNvPicPr>
            <a:picLocks noChangeAspect="1"/>
          </p:cNvPicPr>
          <p:nvPr/>
        </p:nvPicPr>
        <p:blipFill>
          <a:blip r:embed="rId3"/>
          <a:stretch>
            <a:fillRect/>
          </a:stretch>
        </p:blipFill>
        <p:spPr>
          <a:xfrm>
            <a:off x="6565480" y="2593553"/>
            <a:ext cx="5285469" cy="3619921"/>
          </a:xfrm>
          <a:prstGeom prst="rect">
            <a:avLst/>
          </a:prstGeom>
        </p:spPr>
      </p:pic>
      <p:sp>
        <p:nvSpPr>
          <p:cNvPr id="22" name="文字方塊 21">
            <a:extLst>
              <a:ext uri="{FF2B5EF4-FFF2-40B4-BE49-F238E27FC236}">
                <a16:creationId xmlns:a16="http://schemas.microsoft.com/office/drawing/2014/main" id="{16A2CAC3-BF9D-F6E4-2A7D-D1C21E197042}"/>
              </a:ext>
            </a:extLst>
          </p:cNvPr>
          <p:cNvSpPr txBox="1"/>
          <p:nvPr/>
        </p:nvSpPr>
        <p:spPr>
          <a:xfrm>
            <a:off x="2357103" y="2070333"/>
            <a:ext cx="3737499" cy="523220"/>
          </a:xfrm>
          <a:prstGeom prst="rect">
            <a:avLst/>
          </a:prstGeom>
          <a:noFill/>
        </p:spPr>
        <p:txBody>
          <a:bodyPr wrap="square" rtlCol="0">
            <a:spAutoFit/>
          </a:bodyPr>
          <a:lstStyle/>
          <a:p>
            <a:r>
              <a:rPr lang="en-US" altLang="zh-TW" sz="2800" dirty="0">
                <a:latin typeface="Times New Roman" panose="02020603050405020304" pitchFamily="18" charset="0"/>
                <a:cs typeface="Times New Roman" panose="02020603050405020304" pitchFamily="18" charset="0"/>
              </a:rPr>
              <a:t>Seasonal</a:t>
            </a:r>
            <a:endParaRPr lang="zh-TW" altLang="en-US" sz="2800" dirty="0">
              <a:latin typeface="Times New Roman" panose="02020603050405020304" pitchFamily="18" charset="0"/>
              <a:cs typeface="Times New Roman" panose="02020603050405020304" pitchFamily="18" charset="0"/>
            </a:endParaRPr>
          </a:p>
        </p:txBody>
      </p:sp>
      <p:sp>
        <p:nvSpPr>
          <p:cNvPr id="23" name="文字方塊 22">
            <a:extLst>
              <a:ext uri="{FF2B5EF4-FFF2-40B4-BE49-F238E27FC236}">
                <a16:creationId xmlns:a16="http://schemas.microsoft.com/office/drawing/2014/main" id="{D6B3E610-1F67-9959-1CCA-12104C3025AC}"/>
              </a:ext>
            </a:extLst>
          </p:cNvPr>
          <p:cNvSpPr txBox="1"/>
          <p:nvPr/>
        </p:nvSpPr>
        <p:spPr>
          <a:xfrm>
            <a:off x="8113450" y="2070333"/>
            <a:ext cx="3737499" cy="523220"/>
          </a:xfrm>
          <a:prstGeom prst="rect">
            <a:avLst/>
          </a:prstGeom>
          <a:noFill/>
        </p:spPr>
        <p:txBody>
          <a:bodyPr wrap="square" rtlCol="0">
            <a:spAutoFit/>
          </a:bodyPr>
          <a:lstStyle/>
          <a:p>
            <a:r>
              <a:rPr lang="en-US" altLang="zh-TW" sz="2800" dirty="0">
                <a:latin typeface="Times New Roman" panose="02020603050405020304" pitchFamily="18" charset="0"/>
                <a:cs typeface="Times New Roman" panose="02020603050405020304" pitchFamily="18" charset="0"/>
              </a:rPr>
              <a:t>Cyclical</a:t>
            </a:r>
            <a:endParaRPr lang="zh-TW" alt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820386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286FCF2-9C67-4E71-A2AE-11F3068C8104}"/>
              </a:ext>
            </a:extLst>
          </p:cNvPr>
          <p:cNvSpPr>
            <a:spLocks noGrp="1"/>
          </p:cNvSpPr>
          <p:nvPr>
            <p:ph type="title"/>
          </p:nvPr>
        </p:nvSpPr>
        <p:spPr/>
        <p:txBody>
          <a:bodyPr>
            <a:normAutofit/>
          </a:bodyPr>
          <a:lstStyle/>
          <a:p>
            <a:pPr algn="ctr"/>
            <a:r>
              <a:rPr lang="en-US" altLang="zh-TW" sz="4800" dirty="0">
                <a:latin typeface="Times New Roman" panose="02020603050405020304" pitchFamily="18" charset="0"/>
                <a:cs typeface="Times New Roman" panose="02020603050405020304" pitchFamily="18" charset="0"/>
              </a:rPr>
              <a:t>Dynamic Time Warping</a:t>
            </a:r>
            <a:endParaRPr lang="zh-TW" altLang="en-US" sz="4800" dirty="0">
              <a:latin typeface="Times New Roman" panose="02020603050405020304" pitchFamily="18" charset="0"/>
              <a:cs typeface="Times New Roman" panose="02020603050405020304" pitchFamily="18" charset="0"/>
            </a:endParaRPr>
          </a:p>
        </p:txBody>
      </p:sp>
      <p:sp>
        <p:nvSpPr>
          <p:cNvPr id="3" name="投影片編號版面配置區 2">
            <a:extLst>
              <a:ext uri="{FF2B5EF4-FFF2-40B4-BE49-F238E27FC236}">
                <a16:creationId xmlns:a16="http://schemas.microsoft.com/office/drawing/2014/main" id="{E11B5102-CACD-3DEE-577C-C29FA51D1436}"/>
              </a:ext>
            </a:extLst>
          </p:cNvPr>
          <p:cNvSpPr>
            <a:spLocks noGrp="1"/>
          </p:cNvSpPr>
          <p:nvPr>
            <p:ph type="sldNum" sz="quarter" idx="12"/>
          </p:nvPr>
        </p:nvSpPr>
        <p:spPr/>
        <p:txBody>
          <a:bodyPr/>
          <a:lstStyle/>
          <a:p>
            <a:fld id="{EFAEC03B-316C-4507-8207-D997BB28EB64}" type="slidenum">
              <a:rPr lang="zh-TW" altLang="en-US" smtClean="0"/>
              <a:t>6</a:t>
            </a:fld>
            <a:endParaRPr lang="zh-TW" altLang="en-US" dirty="0"/>
          </a:p>
        </p:txBody>
      </p:sp>
      <p:sp>
        <p:nvSpPr>
          <p:cNvPr id="7" name="內容版面配置區 6">
            <a:extLst>
              <a:ext uri="{FF2B5EF4-FFF2-40B4-BE49-F238E27FC236}">
                <a16:creationId xmlns:a16="http://schemas.microsoft.com/office/drawing/2014/main" id="{9FD87D4D-44F9-D751-EFFB-CC17FBF9DDD9}"/>
              </a:ext>
            </a:extLst>
          </p:cNvPr>
          <p:cNvSpPr>
            <a:spLocks noGrp="1"/>
          </p:cNvSpPr>
          <p:nvPr>
            <p:ph idx="1"/>
          </p:nvPr>
        </p:nvSpPr>
        <p:spPr>
          <a:xfrm>
            <a:off x="838200" y="1690688"/>
            <a:ext cx="10515600" cy="4351338"/>
          </a:xfrm>
        </p:spPr>
        <p:txBody>
          <a:bodyPr/>
          <a:lstStyle/>
          <a:p>
            <a:pPr marL="0" indent="0">
              <a:buNone/>
            </a:pPr>
            <a:endParaRPr lang="en-US" altLang="zh-TW" dirty="0">
              <a:latin typeface="Times New Roman" panose="02020603050405020304" pitchFamily="18" charset="0"/>
              <a:cs typeface="Times New Roman" panose="02020603050405020304" pitchFamily="18" charset="0"/>
            </a:endParaRPr>
          </a:p>
          <a:p>
            <a:endParaRPr lang="en-US" altLang="zh-TW" dirty="0">
              <a:latin typeface="Times New Roman" panose="02020603050405020304" pitchFamily="18" charset="0"/>
              <a:cs typeface="Times New Roman" panose="02020603050405020304" pitchFamily="18" charset="0"/>
            </a:endParaRPr>
          </a:p>
        </p:txBody>
      </p:sp>
      <p:sp>
        <p:nvSpPr>
          <p:cNvPr id="13" name="文字方塊 12">
            <a:extLst>
              <a:ext uri="{FF2B5EF4-FFF2-40B4-BE49-F238E27FC236}">
                <a16:creationId xmlns:a16="http://schemas.microsoft.com/office/drawing/2014/main" id="{2B5BEFFB-FCCD-449F-C53F-3C3194830800}"/>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sp>
        <p:nvSpPr>
          <p:cNvPr id="14" name="文字方塊 13">
            <a:extLst>
              <a:ext uri="{FF2B5EF4-FFF2-40B4-BE49-F238E27FC236}">
                <a16:creationId xmlns:a16="http://schemas.microsoft.com/office/drawing/2014/main" id="{66798146-BD47-B2E7-0E64-82ACA33259FE}"/>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sp>
        <p:nvSpPr>
          <p:cNvPr id="15" name="文字方塊 14">
            <a:extLst>
              <a:ext uri="{FF2B5EF4-FFF2-40B4-BE49-F238E27FC236}">
                <a16:creationId xmlns:a16="http://schemas.microsoft.com/office/drawing/2014/main" id="{BA563692-1EDE-8604-AED9-1609375068D6}"/>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sp>
        <p:nvSpPr>
          <p:cNvPr id="4" name="內容版面配置區 6">
            <a:extLst>
              <a:ext uri="{FF2B5EF4-FFF2-40B4-BE49-F238E27FC236}">
                <a16:creationId xmlns:a16="http://schemas.microsoft.com/office/drawing/2014/main" id="{9BF9797B-AC24-897E-BDA3-5C64E2F0C803}"/>
              </a:ext>
            </a:extLst>
          </p:cNvPr>
          <p:cNvSpPr txBox="1">
            <a:spLocks/>
          </p:cNvSpPr>
          <p:nvPr/>
        </p:nvSpPr>
        <p:spPr>
          <a:xfrm>
            <a:off x="1109472" y="1847850"/>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TW" dirty="0">
                <a:latin typeface="Times New Roman" panose="02020603050405020304" pitchFamily="18" charset="0"/>
                <a:cs typeface="Times New Roman" panose="02020603050405020304" pitchFamily="18" charset="0"/>
              </a:rPr>
              <a:t>Measuring similarity between two time series with different size</a:t>
            </a:r>
          </a:p>
          <a:p>
            <a:r>
              <a:rPr lang="en-US" altLang="zh-TW" dirty="0">
                <a:latin typeface="Times New Roman" panose="02020603050405020304" pitchFamily="18" charset="0"/>
                <a:cs typeface="Times New Roman" panose="02020603050405020304" pitchFamily="18" charset="0"/>
              </a:rPr>
              <a:t>speaker recognition,  signature recognition</a:t>
            </a:r>
          </a:p>
          <a:p>
            <a:endParaRPr lang="en-US" altLang="zh-TW" dirty="0">
              <a:latin typeface="Times New Roman" panose="02020603050405020304" pitchFamily="18" charset="0"/>
              <a:cs typeface="Times New Roman" panose="02020603050405020304" pitchFamily="18" charset="0"/>
            </a:endParaRPr>
          </a:p>
        </p:txBody>
      </p:sp>
      <p:pic>
        <p:nvPicPr>
          <p:cNvPr id="8" name="圖片 7">
            <a:extLst>
              <a:ext uri="{FF2B5EF4-FFF2-40B4-BE49-F238E27FC236}">
                <a16:creationId xmlns:a16="http://schemas.microsoft.com/office/drawing/2014/main" id="{298761C1-F351-7C3C-166F-080A5AA8AFED}"/>
              </a:ext>
            </a:extLst>
          </p:cNvPr>
          <p:cNvPicPr>
            <a:picLocks noChangeAspect="1"/>
          </p:cNvPicPr>
          <p:nvPr/>
        </p:nvPicPr>
        <p:blipFill>
          <a:blip r:embed="rId2"/>
          <a:stretch>
            <a:fillRect/>
          </a:stretch>
        </p:blipFill>
        <p:spPr>
          <a:xfrm>
            <a:off x="3690774" y="3069854"/>
            <a:ext cx="4919826" cy="3423021"/>
          </a:xfrm>
          <a:prstGeom prst="rect">
            <a:avLst/>
          </a:prstGeom>
        </p:spPr>
      </p:pic>
    </p:spTree>
    <p:extLst>
      <p:ext uri="{BB962C8B-B14F-4D97-AF65-F5344CB8AC3E}">
        <p14:creationId xmlns:p14="http://schemas.microsoft.com/office/powerpoint/2010/main" val="5126537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286FCF2-9C67-4E71-A2AE-11F3068C8104}"/>
              </a:ext>
            </a:extLst>
          </p:cNvPr>
          <p:cNvSpPr>
            <a:spLocks noGrp="1"/>
          </p:cNvSpPr>
          <p:nvPr>
            <p:ph type="title"/>
          </p:nvPr>
        </p:nvSpPr>
        <p:spPr/>
        <p:txBody>
          <a:bodyPr>
            <a:normAutofit/>
          </a:bodyPr>
          <a:lstStyle/>
          <a:p>
            <a:pPr algn="ctr"/>
            <a:r>
              <a:rPr lang="en-US" altLang="zh-TW" sz="4800" dirty="0">
                <a:latin typeface="Times New Roman" panose="02020603050405020304" pitchFamily="18" charset="0"/>
                <a:cs typeface="Times New Roman" panose="02020603050405020304" pitchFamily="18" charset="0"/>
              </a:rPr>
              <a:t>DTW</a:t>
            </a:r>
            <a:endParaRPr lang="zh-TW" altLang="en-US" sz="4800" dirty="0">
              <a:latin typeface="Times New Roman" panose="02020603050405020304" pitchFamily="18" charset="0"/>
              <a:cs typeface="Times New Roman" panose="02020603050405020304" pitchFamily="18" charset="0"/>
            </a:endParaRPr>
          </a:p>
        </p:txBody>
      </p:sp>
      <p:sp>
        <p:nvSpPr>
          <p:cNvPr id="3" name="投影片編號版面配置區 2">
            <a:extLst>
              <a:ext uri="{FF2B5EF4-FFF2-40B4-BE49-F238E27FC236}">
                <a16:creationId xmlns:a16="http://schemas.microsoft.com/office/drawing/2014/main" id="{E11B5102-CACD-3DEE-577C-C29FA51D1436}"/>
              </a:ext>
            </a:extLst>
          </p:cNvPr>
          <p:cNvSpPr>
            <a:spLocks noGrp="1"/>
          </p:cNvSpPr>
          <p:nvPr>
            <p:ph type="sldNum" sz="quarter" idx="12"/>
          </p:nvPr>
        </p:nvSpPr>
        <p:spPr/>
        <p:txBody>
          <a:bodyPr/>
          <a:lstStyle/>
          <a:p>
            <a:fld id="{EFAEC03B-316C-4507-8207-D997BB28EB64}" type="slidenum">
              <a:rPr lang="zh-TW" altLang="en-US" smtClean="0"/>
              <a:t>7</a:t>
            </a:fld>
            <a:endParaRPr lang="zh-TW" altLang="en-US" dirty="0"/>
          </a:p>
        </p:txBody>
      </p:sp>
      <p:sp>
        <p:nvSpPr>
          <p:cNvPr id="7" name="內容版面配置區 6">
            <a:extLst>
              <a:ext uri="{FF2B5EF4-FFF2-40B4-BE49-F238E27FC236}">
                <a16:creationId xmlns:a16="http://schemas.microsoft.com/office/drawing/2014/main" id="{9FD87D4D-44F9-D751-EFFB-CC17FBF9DDD9}"/>
              </a:ext>
            </a:extLst>
          </p:cNvPr>
          <p:cNvSpPr>
            <a:spLocks noGrp="1"/>
          </p:cNvSpPr>
          <p:nvPr>
            <p:ph idx="1"/>
          </p:nvPr>
        </p:nvSpPr>
        <p:spPr>
          <a:xfrm>
            <a:off x="838200" y="1690688"/>
            <a:ext cx="10515600" cy="4351338"/>
          </a:xfrm>
        </p:spPr>
        <p:txBody>
          <a:bodyPr/>
          <a:lstStyle/>
          <a:p>
            <a:pPr marL="0" indent="0">
              <a:buNone/>
            </a:pPr>
            <a:endParaRPr lang="en-US" altLang="zh-TW" dirty="0">
              <a:latin typeface="Times New Roman" panose="02020603050405020304" pitchFamily="18" charset="0"/>
              <a:cs typeface="Times New Roman" panose="02020603050405020304" pitchFamily="18" charset="0"/>
            </a:endParaRPr>
          </a:p>
          <a:p>
            <a:endParaRPr lang="en-US" altLang="zh-TW" dirty="0">
              <a:latin typeface="Times New Roman" panose="02020603050405020304" pitchFamily="18" charset="0"/>
              <a:cs typeface="Times New Roman" panose="02020603050405020304" pitchFamily="18" charset="0"/>
            </a:endParaRPr>
          </a:p>
        </p:txBody>
      </p:sp>
      <p:sp>
        <p:nvSpPr>
          <p:cNvPr id="13" name="文字方塊 12">
            <a:extLst>
              <a:ext uri="{FF2B5EF4-FFF2-40B4-BE49-F238E27FC236}">
                <a16:creationId xmlns:a16="http://schemas.microsoft.com/office/drawing/2014/main" id="{2B5BEFFB-FCCD-449F-C53F-3C3194830800}"/>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sp>
        <p:nvSpPr>
          <p:cNvPr id="14" name="文字方塊 13">
            <a:extLst>
              <a:ext uri="{FF2B5EF4-FFF2-40B4-BE49-F238E27FC236}">
                <a16:creationId xmlns:a16="http://schemas.microsoft.com/office/drawing/2014/main" id="{66798146-BD47-B2E7-0E64-82ACA33259FE}"/>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sp>
        <p:nvSpPr>
          <p:cNvPr id="15" name="文字方塊 14">
            <a:extLst>
              <a:ext uri="{FF2B5EF4-FFF2-40B4-BE49-F238E27FC236}">
                <a16:creationId xmlns:a16="http://schemas.microsoft.com/office/drawing/2014/main" id="{BA563692-1EDE-8604-AED9-1609375068D6}"/>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sp>
        <p:nvSpPr>
          <p:cNvPr id="4" name="內容版面配置區 6">
            <a:extLst>
              <a:ext uri="{FF2B5EF4-FFF2-40B4-BE49-F238E27FC236}">
                <a16:creationId xmlns:a16="http://schemas.microsoft.com/office/drawing/2014/main" id="{9BF9797B-AC24-897E-BDA3-5C64E2F0C803}"/>
              </a:ext>
            </a:extLst>
          </p:cNvPr>
          <p:cNvSpPr txBox="1">
            <a:spLocks/>
          </p:cNvSpPr>
          <p:nvPr/>
        </p:nvSpPr>
        <p:spPr>
          <a:xfrm>
            <a:off x="1109472" y="1847850"/>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ltLang="zh-TW" dirty="0">
              <a:latin typeface="Times New Roman" panose="02020603050405020304" pitchFamily="18" charset="0"/>
              <a:cs typeface="Times New Roman" panose="02020603050405020304" pitchFamily="18" charset="0"/>
            </a:endParaRPr>
          </a:p>
        </p:txBody>
      </p:sp>
      <p:sp>
        <p:nvSpPr>
          <p:cNvPr id="9" name="文字方塊 8">
            <a:extLst>
              <a:ext uri="{FF2B5EF4-FFF2-40B4-BE49-F238E27FC236}">
                <a16:creationId xmlns:a16="http://schemas.microsoft.com/office/drawing/2014/main" id="{22E546B2-CFC5-C114-C157-6544D1718852}"/>
              </a:ext>
            </a:extLst>
          </p:cNvPr>
          <p:cNvSpPr txBox="1"/>
          <p:nvPr/>
        </p:nvSpPr>
        <p:spPr>
          <a:xfrm>
            <a:off x="1109472" y="2435196"/>
            <a:ext cx="5450889" cy="954107"/>
          </a:xfrm>
          <a:prstGeom prst="rect">
            <a:avLst/>
          </a:prstGeom>
          <a:noFill/>
        </p:spPr>
        <p:txBody>
          <a:bodyPr wrap="square" rtlCol="0">
            <a:spAutoFit/>
          </a:bodyPr>
          <a:lstStyle/>
          <a:p>
            <a:r>
              <a:rPr lang="en-US" altLang="zh-TW" sz="2800" dirty="0">
                <a:latin typeface="Times New Roman" panose="02020603050405020304" pitchFamily="18" charset="0"/>
                <a:cs typeface="Times New Roman" panose="02020603050405020304" pitchFamily="18" charset="0"/>
              </a:rPr>
              <a:t>S = S</a:t>
            </a:r>
            <a:r>
              <a:rPr lang="en-US" altLang="zh-TW" sz="2800" baseline="-25000" dirty="0">
                <a:latin typeface="Times New Roman" panose="02020603050405020304" pitchFamily="18" charset="0"/>
                <a:cs typeface="Times New Roman" panose="02020603050405020304" pitchFamily="18" charset="0"/>
              </a:rPr>
              <a:t>1</a:t>
            </a:r>
            <a:r>
              <a:rPr lang="en-US" altLang="zh-TW" sz="2800" dirty="0">
                <a:latin typeface="Times New Roman" panose="02020603050405020304" pitchFamily="18" charset="0"/>
                <a:cs typeface="Times New Roman" panose="02020603050405020304" pitchFamily="18" charset="0"/>
              </a:rPr>
              <a:t>, S</a:t>
            </a:r>
            <a:r>
              <a:rPr lang="en-US" altLang="zh-TW" sz="2800" baseline="-25000" dirty="0">
                <a:latin typeface="Times New Roman" panose="02020603050405020304" pitchFamily="18" charset="0"/>
                <a:cs typeface="Times New Roman" panose="02020603050405020304" pitchFamily="18" charset="0"/>
              </a:rPr>
              <a:t>2</a:t>
            </a:r>
            <a:r>
              <a:rPr lang="en-US" altLang="zh-TW" sz="2800" dirty="0">
                <a:latin typeface="Times New Roman" panose="02020603050405020304" pitchFamily="18" charset="0"/>
                <a:cs typeface="Times New Roman" panose="02020603050405020304" pitchFamily="18" charset="0"/>
              </a:rPr>
              <a:t>, ..S</a:t>
            </a:r>
            <a:r>
              <a:rPr lang="en-US" altLang="zh-TW" sz="2800" baseline="-25000" dirty="0">
                <a:latin typeface="Times New Roman" panose="02020603050405020304" pitchFamily="18" charset="0"/>
                <a:cs typeface="Times New Roman" panose="02020603050405020304" pitchFamily="18" charset="0"/>
              </a:rPr>
              <a:t>i</a:t>
            </a:r>
            <a:r>
              <a:rPr lang="en-US" altLang="zh-TW" sz="2800" dirty="0">
                <a:latin typeface="Times New Roman" panose="02020603050405020304" pitchFamily="18" charset="0"/>
                <a:cs typeface="Times New Roman" panose="02020603050405020304" pitchFamily="18" charset="0"/>
              </a:rPr>
              <a:t>.. S</a:t>
            </a:r>
            <a:r>
              <a:rPr lang="en-US" altLang="zh-TW" sz="2800" baseline="-25000" dirty="0">
                <a:latin typeface="Times New Roman" panose="02020603050405020304" pitchFamily="18" charset="0"/>
                <a:cs typeface="Times New Roman" panose="02020603050405020304" pitchFamily="18" charset="0"/>
              </a:rPr>
              <a:t>n</a:t>
            </a:r>
          </a:p>
          <a:p>
            <a:r>
              <a:rPr lang="en-US" altLang="zh-TW" sz="2800" dirty="0">
                <a:latin typeface="Times New Roman" panose="02020603050405020304" pitchFamily="18" charset="0"/>
                <a:cs typeface="Times New Roman" panose="02020603050405020304" pitchFamily="18" charset="0"/>
              </a:rPr>
              <a:t>T = T</a:t>
            </a:r>
            <a:r>
              <a:rPr lang="en-US" altLang="zh-TW" sz="2800" baseline="-25000" dirty="0">
                <a:latin typeface="Times New Roman" panose="02020603050405020304" pitchFamily="18" charset="0"/>
                <a:cs typeface="Times New Roman" panose="02020603050405020304" pitchFamily="18" charset="0"/>
              </a:rPr>
              <a:t>1</a:t>
            </a:r>
            <a:r>
              <a:rPr lang="en-US" altLang="zh-TW" sz="2800" dirty="0">
                <a:latin typeface="Times New Roman" panose="02020603050405020304" pitchFamily="18" charset="0"/>
                <a:cs typeface="Times New Roman" panose="02020603050405020304" pitchFamily="18" charset="0"/>
              </a:rPr>
              <a:t>, T</a:t>
            </a:r>
            <a:r>
              <a:rPr lang="en-US" altLang="zh-TW" sz="2800" baseline="-25000" dirty="0">
                <a:latin typeface="Times New Roman" panose="02020603050405020304" pitchFamily="18" charset="0"/>
                <a:cs typeface="Times New Roman" panose="02020603050405020304" pitchFamily="18" charset="0"/>
              </a:rPr>
              <a:t>2</a:t>
            </a:r>
            <a:r>
              <a:rPr lang="en-US" altLang="zh-TW" sz="2800" dirty="0">
                <a:latin typeface="Times New Roman" panose="02020603050405020304" pitchFamily="18" charset="0"/>
                <a:cs typeface="Times New Roman" panose="02020603050405020304" pitchFamily="18" charset="0"/>
              </a:rPr>
              <a:t>, ..</a:t>
            </a:r>
            <a:r>
              <a:rPr lang="en-US" altLang="zh-TW" sz="2800" dirty="0" err="1">
                <a:latin typeface="Times New Roman" panose="02020603050405020304" pitchFamily="18" charset="0"/>
                <a:cs typeface="Times New Roman" panose="02020603050405020304" pitchFamily="18" charset="0"/>
              </a:rPr>
              <a:t>T</a:t>
            </a:r>
            <a:r>
              <a:rPr lang="en-US" altLang="zh-TW" sz="2800" baseline="-25000" dirty="0" err="1">
                <a:latin typeface="Times New Roman" panose="02020603050405020304" pitchFamily="18" charset="0"/>
                <a:cs typeface="Times New Roman" panose="02020603050405020304" pitchFamily="18" charset="0"/>
              </a:rPr>
              <a:t>j</a:t>
            </a:r>
            <a:r>
              <a:rPr lang="en-US" altLang="zh-TW" sz="2800" dirty="0">
                <a:latin typeface="Times New Roman" panose="02020603050405020304" pitchFamily="18" charset="0"/>
                <a:cs typeface="Times New Roman" panose="02020603050405020304" pitchFamily="18" charset="0"/>
              </a:rPr>
              <a:t>.. T</a:t>
            </a:r>
            <a:r>
              <a:rPr lang="en-US" altLang="zh-TW" sz="2800" baseline="-25000" dirty="0">
                <a:latin typeface="Times New Roman" panose="02020603050405020304" pitchFamily="18" charset="0"/>
                <a:cs typeface="Times New Roman" panose="02020603050405020304" pitchFamily="18" charset="0"/>
              </a:rPr>
              <a:t>m</a:t>
            </a:r>
            <a:endParaRPr lang="zh-TW" altLang="en-US" sz="2800" baseline="-25000" dirty="0">
              <a:latin typeface="Times New Roman" panose="02020603050405020304" pitchFamily="18" charset="0"/>
              <a:cs typeface="Times New Roman" panose="02020603050405020304" pitchFamily="18" charset="0"/>
            </a:endParaRPr>
          </a:p>
        </p:txBody>
      </p:sp>
      <p:sp>
        <p:nvSpPr>
          <p:cNvPr id="20" name="文字方塊 19">
            <a:extLst>
              <a:ext uri="{FF2B5EF4-FFF2-40B4-BE49-F238E27FC236}">
                <a16:creationId xmlns:a16="http://schemas.microsoft.com/office/drawing/2014/main" id="{6B55E9D5-DFE9-3A19-6FDF-736A597A16B1}"/>
              </a:ext>
            </a:extLst>
          </p:cNvPr>
          <p:cNvSpPr txBox="1"/>
          <p:nvPr/>
        </p:nvSpPr>
        <p:spPr>
          <a:xfrm>
            <a:off x="5785635" y="2304591"/>
            <a:ext cx="5450889" cy="1815882"/>
          </a:xfrm>
          <a:prstGeom prst="rect">
            <a:avLst/>
          </a:prstGeom>
          <a:noFill/>
        </p:spPr>
        <p:txBody>
          <a:bodyPr wrap="square" rtlCol="0">
            <a:spAutoFit/>
          </a:bodyPr>
          <a:lstStyle/>
          <a:p>
            <a:r>
              <a:rPr lang="en-US" altLang="zh-TW" sz="2800" dirty="0">
                <a:latin typeface="Times New Roman" panose="02020603050405020304" pitchFamily="18" charset="0"/>
                <a:cs typeface="Times New Roman" panose="02020603050405020304" pitchFamily="18" charset="0"/>
              </a:rPr>
              <a:t>Find a path</a:t>
            </a:r>
          </a:p>
          <a:p>
            <a:r>
              <a:rPr lang="en-US" altLang="zh-TW" sz="2800" dirty="0">
                <a:latin typeface="Times New Roman" panose="02020603050405020304" pitchFamily="18" charset="0"/>
                <a:cs typeface="Times New Roman" panose="02020603050405020304" pitchFamily="18" charset="0"/>
              </a:rPr>
              <a:t>W = {(p</a:t>
            </a:r>
            <a:r>
              <a:rPr lang="en-US" altLang="zh-TW" sz="2800" baseline="-25000" dirty="0">
                <a:latin typeface="Times New Roman" panose="02020603050405020304" pitchFamily="18" charset="0"/>
                <a:cs typeface="Times New Roman" panose="02020603050405020304" pitchFamily="18" charset="0"/>
              </a:rPr>
              <a:t>1</a:t>
            </a:r>
            <a:r>
              <a:rPr lang="en-US" altLang="zh-TW" sz="2800" dirty="0">
                <a:latin typeface="Times New Roman" panose="02020603050405020304" pitchFamily="18" charset="0"/>
                <a:cs typeface="Times New Roman" panose="02020603050405020304" pitchFamily="18" charset="0"/>
              </a:rPr>
              <a:t>, q</a:t>
            </a:r>
            <a:r>
              <a:rPr lang="en-US" altLang="zh-TW" sz="2800" baseline="-25000" dirty="0">
                <a:latin typeface="Times New Roman" panose="02020603050405020304" pitchFamily="18" charset="0"/>
                <a:cs typeface="Times New Roman" panose="02020603050405020304" pitchFamily="18" charset="0"/>
              </a:rPr>
              <a:t>1</a:t>
            </a:r>
            <a:r>
              <a:rPr lang="en-US" altLang="zh-TW" sz="2800" dirty="0">
                <a:latin typeface="Times New Roman" panose="02020603050405020304" pitchFamily="18" charset="0"/>
                <a:cs typeface="Times New Roman" panose="02020603050405020304" pitchFamily="18" charset="0"/>
              </a:rPr>
              <a:t>), (p</a:t>
            </a:r>
            <a:r>
              <a:rPr lang="en-US" altLang="zh-TW" sz="2800" baseline="-25000" dirty="0">
                <a:latin typeface="Times New Roman" panose="02020603050405020304" pitchFamily="18" charset="0"/>
                <a:cs typeface="Times New Roman" panose="02020603050405020304" pitchFamily="18" charset="0"/>
              </a:rPr>
              <a:t>2</a:t>
            </a:r>
            <a:r>
              <a:rPr lang="en-US" altLang="zh-TW" sz="2800" dirty="0">
                <a:latin typeface="Times New Roman" panose="02020603050405020304" pitchFamily="18" charset="0"/>
                <a:cs typeface="Times New Roman" panose="02020603050405020304" pitchFamily="18" charset="0"/>
              </a:rPr>
              <a:t>, q</a:t>
            </a:r>
            <a:r>
              <a:rPr lang="en-US" altLang="zh-TW" sz="2800" baseline="-25000" dirty="0">
                <a:latin typeface="Times New Roman" panose="02020603050405020304" pitchFamily="18" charset="0"/>
                <a:cs typeface="Times New Roman" panose="02020603050405020304" pitchFamily="18" charset="0"/>
              </a:rPr>
              <a:t>2</a:t>
            </a:r>
            <a:r>
              <a:rPr lang="en-US" altLang="zh-TW" sz="2800" dirty="0">
                <a:latin typeface="Times New Roman" panose="02020603050405020304" pitchFamily="18" charset="0"/>
                <a:cs typeface="Times New Roman" panose="02020603050405020304" pitchFamily="18" charset="0"/>
              </a:rPr>
              <a:t>)….(p</a:t>
            </a:r>
            <a:r>
              <a:rPr lang="en-US" altLang="zh-TW" sz="2800" baseline="-25000" dirty="0">
                <a:latin typeface="Times New Roman" panose="02020603050405020304" pitchFamily="18" charset="0"/>
                <a:cs typeface="Times New Roman" panose="02020603050405020304" pitchFamily="18" charset="0"/>
              </a:rPr>
              <a:t>k</a:t>
            </a:r>
            <a:r>
              <a:rPr lang="en-US" altLang="zh-TW" sz="2800" dirty="0">
                <a:latin typeface="Times New Roman" panose="02020603050405020304" pitchFamily="18" charset="0"/>
                <a:cs typeface="Times New Roman" panose="02020603050405020304" pitchFamily="18" charset="0"/>
              </a:rPr>
              <a:t>, </a:t>
            </a:r>
            <a:r>
              <a:rPr lang="en-US" altLang="zh-TW" sz="2800" dirty="0" err="1">
                <a:latin typeface="Times New Roman" panose="02020603050405020304" pitchFamily="18" charset="0"/>
                <a:cs typeface="Times New Roman" panose="02020603050405020304" pitchFamily="18" charset="0"/>
              </a:rPr>
              <a:t>q</a:t>
            </a:r>
            <a:r>
              <a:rPr lang="en-US" altLang="zh-TW" sz="2800" baseline="-25000" dirty="0" err="1">
                <a:latin typeface="Times New Roman" panose="02020603050405020304" pitchFamily="18" charset="0"/>
                <a:cs typeface="Times New Roman" panose="02020603050405020304" pitchFamily="18" charset="0"/>
              </a:rPr>
              <a:t>k</a:t>
            </a:r>
            <a:r>
              <a:rPr lang="en-US" altLang="zh-TW" sz="2800" dirty="0">
                <a:latin typeface="Times New Roman" panose="02020603050405020304" pitchFamily="18" charset="0"/>
                <a:cs typeface="Times New Roman" panose="02020603050405020304" pitchFamily="18" charset="0"/>
              </a:rPr>
              <a:t>)}</a:t>
            </a:r>
          </a:p>
          <a:p>
            <a:r>
              <a:rPr lang="en-US" altLang="zh-TW" sz="2800" dirty="0">
                <a:latin typeface="Times New Roman" panose="02020603050405020304" pitchFamily="18" charset="0"/>
                <a:cs typeface="Times New Roman" panose="02020603050405020304" pitchFamily="18" charset="0"/>
              </a:rPr>
              <a:t>With </a:t>
            </a:r>
            <a:r>
              <a:rPr lang="en-US" altLang="zh-TW" sz="2800" dirty="0">
                <a:solidFill>
                  <a:srgbClr val="FF0000"/>
                </a:solidFill>
                <a:latin typeface="Times New Roman" panose="02020603050405020304" pitchFamily="18" charset="0"/>
                <a:cs typeface="Times New Roman" panose="02020603050405020304" pitchFamily="18" charset="0"/>
              </a:rPr>
              <a:t>minimum</a:t>
            </a:r>
            <a:r>
              <a:rPr lang="en-US" altLang="zh-TW" sz="2800" dirty="0">
                <a:latin typeface="Times New Roman" panose="02020603050405020304" pitchFamily="18" charset="0"/>
                <a:cs typeface="Times New Roman" panose="02020603050405020304" pitchFamily="18" charset="0"/>
              </a:rPr>
              <a:t> distance</a:t>
            </a:r>
            <a:endParaRPr lang="zh-TW" altLang="en-US" sz="2800" dirty="0">
              <a:latin typeface="Times New Roman" panose="02020603050405020304" pitchFamily="18" charset="0"/>
              <a:cs typeface="Times New Roman" panose="02020603050405020304" pitchFamily="18" charset="0"/>
            </a:endParaRPr>
          </a:p>
          <a:p>
            <a:endParaRPr lang="en-US" altLang="zh-TW" sz="2800" dirty="0">
              <a:latin typeface="Times New Roman" panose="02020603050405020304" pitchFamily="18" charset="0"/>
              <a:cs typeface="Times New Roman" panose="02020603050405020304" pitchFamily="18" charset="0"/>
            </a:endParaRPr>
          </a:p>
        </p:txBody>
      </p:sp>
      <p:sp>
        <p:nvSpPr>
          <p:cNvPr id="11" name="箭號: 向右 10">
            <a:extLst>
              <a:ext uri="{FF2B5EF4-FFF2-40B4-BE49-F238E27FC236}">
                <a16:creationId xmlns:a16="http://schemas.microsoft.com/office/drawing/2014/main" id="{4996C73A-2BAB-E03D-DC36-6055B31F1078}"/>
              </a:ext>
            </a:extLst>
          </p:cNvPr>
          <p:cNvSpPr/>
          <p:nvPr/>
        </p:nvSpPr>
        <p:spPr>
          <a:xfrm>
            <a:off x="4516302" y="2796478"/>
            <a:ext cx="520118" cy="27990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26126720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286FCF2-9C67-4E71-A2AE-11F3068C8104}"/>
              </a:ext>
            </a:extLst>
          </p:cNvPr>
          <p:cNvSpPr>
            <a:spLocks noGrp="1"/>
          </p:cNvSpPr>
          <p:nvPr>
            <p:ph type="title"/>
          </p:nvPr>
        </p:nvSpPr>
        <p:spPr/>
        <p:txBody>
          <a:bodyPr>
            <a:normAutofit/>
          </a:bodyPr>
          <a:lstStyle/>
          <a:p>
            <a:pPr algn="ctr"/>
            <a:r>
              <a:rPr lang="en-US" altLang="zh-TW" sz="4800" dirty="0">
                <a:latin typeface="Times New Roman" panose="02020603050405020304" pitchFamily="18" charset="0"/>
                <a:cs typeface="Times New Roman" panose="02020603050405020304" pitchFamily="18" charset="0"/>
              </a:rPr>
              <a:t>DTW</a:t>
            </a:r>
            <a:endParaRPr lang="zh-TW" altLang="en-US" sz="4800" dirty="0">
              <a:latin typeface="Times New Roman" panose="02020603050405020304" pitchFamily="18" charset="0"/>
              <a:cs typeface="Times New Roman" panose="02020603050405020304" pitchFamily="18" charset="0"/>
            </a:endParaRPr>
          </a:p>
        </p:txBody>
      </p:sp>
      <p:sp>
        <p:nvSpPr>
          <p:cNvPr id="3" name="投影片編號版面配置區 2">
            <a:extLst>
              <a:ext uri="{FF2B5EF4-FFF2-40B4-BE49-F238E27FC236}">
                <a16:creationId xmlns:a16="http://schemas.microsoft.com/office/drawing/2014/main" id="{E11B5102-CACD-3DEE-577C-C29FA51D1436}"/>
              </a:ext>
            </a:extLst>
          </p:cNvPr>
          <p:cNvSpPr>
            <a:spLocks noGrp="1"/>
          </p:cNvSpPr>
          <p:nvPr>
            <p:ph type="sldNum" sz="quarter" idx="12"/>
          </p:nvPr>
        </p:nvSpPr>
        <p:spPr/>
        <p:txBody>
          <a:bodyPr/>
          <a:lstStyle/>
          <a:p>
            <a:fld id="{EFAEC03B-316C-4507-8207-D997BB28EB64}" type="slidenum">
              <a:rPr lang="zh-TW" altLang="en-US" smtClean="0"/>
              <a:t>8</a:t>
            </a:fld>
            <a:endParaRPr lang="zh-TW" altLang="en-US" dirty="0"/>
          </a:p>
        </p:txBody>
      </p:sp>
      <p:sp>
        <p:nvSpPr>
          <p:cNvPr id="7" name="內容版面配置區 6">
            <a:extLst>
              <a:ext uri="{FF2B5EF4-FFF2-40B4-BE49-F238E27FC236}">
                <a16:creationId xmlns:a16="http://schemas.microsoft.com/office/drawing/2014/main" id="{9FD87D4D-44F9-D751-EFFB-CC17FBF9DDD9}"/>
              </a:ext>
            </a:extLst>
          </p:cNvPr>
          <p:cNvSpPr>
            <a:spLocks noGrp="1"/>
          </p:cNvSpPr>
          <p:nvPr>
            <p:ph idx="1"/>
          </p:nvPr>
        </p:nvSpPr>
        <p:spPr>
          <a:xfrm>
            <a:off x="838200" y="1690688"/>
            <a:ext cx="10515600" cy="4351338"/>
          </a:xfrm>
        </p:spPr>
        <p:txBody>
          <a:bodyPr/>
          <a:lstStyle/>
          <a:p>
            <a:pPr marL="0" indent="0">
              <a:buNone/>
            </a:pPr>
            <a:endParaRPr lang="en-US" altLang="zh-TW" dirty="0">
              <a:latin typeface="Times New Roman" panose="02020603050405020304" pitchFamily="18" charset="0"/>
              <a:cs typeface="Times New Roman" panose="02020603050405020304" pitchFamily="18" charset="0"/>
            </a:endParaRPr>
          </a:p>
          <a:p>
            <a:endParaRPr lang="en-US" altLang="zh-TW" dirty="0">
              <a:latin typeface="Times New Roman" panose="02020603050405020304" pitchFamily="18" charset="0"/>
              <a:cs typeface="Times New Roman" panose="02020603050405020304" pitchFamily="18" charset="0"/>
            </a:endParaRPr>
          </a:p>
        </p:txBody>
      </p:sp>
      <p:sp>
        <p:nvSpPr>
          <p:cNvPr id="13" name="文字方塊 12">
            <a:extLst>
              <a:ext uri="{FF2B5EF4-FFF2-40B4-BE49-F238E27FC236}">
                <a16:creationId xmlns:a16="http://schemas.microsoft.com/office/drawing/2014/main" id="{2B5BEFFB-FCCD-449F-C53F-3C3194830800}"/>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sp>
        <p:nvSpPr>
          <p:cNvPr id="14" name="文字方塊 13">
            <a:extLst>
              <a:ext uri="{FF2B5EF4-FFF2-40B4-BE49-F238E27FC236}">
                <a16:creationId xmlns:a16="http://schemas.microsoft.com/office/drawing/2014/main" id="{66798146-BD47-B2E7-0E64-82ACA33259FE}"/>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sp>
        <p:nvSpPr>
          <p:cNvPr id="15" name="文字方塊 14">
            <a:extLst>
              <a:ext uri="{FF2B5EF4-FFF2-40B4-BE49-F238E27FC236}">
                <a16:creationId xmlns:a16="http://schemas.microsoft.com/office/drawing/2014/main" id="{BA563692-1EDE-8604-AED9-1609375068D6}"/>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sp>
        <p:nvSpPr>
          <p:cNvPr id="4" name="內容版面配置區 6">
            <a:extLst>
              <a:ext uri="{FF2B5EF4-FFF2-40B4-BE49-F238E27FC236}">
                <a16:creationId xmlns:a16="http://schemas.microsoft.com/office/drawing/2014/main" id="{9BF9797B-AC24-897E-BDA3-5C64E2F0C803}"/>
              </a:ext>
            </a:extLst>
          </p:cNvPr>
          <p:cNvSpPr txBox="1">
            <a:spLocks/>
          </p:cNvSpPr>
          <p:nvPr/>
        </p:nvSpPr>
        <p:spPr>
          <a:xfrm>
            <a:off x="1109472" y="1847850"/>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ltLang="zh-TW" dirty="0">
              <a:latin typeface="Times New Roman" panose="02020603050405020304" pitchFamily="18" charset="0"/>
              <a:cs typeface="Times New Roman" panose="02020603050405020304" pitchFamily="18" charset="0"/>
            </a:endParaRPr>
          </a:p>
        </p:txBody>
      </p:sp>
      <p:pic>
        <p:nvPicPr>
          <p:cNvPr id="16" name="圖片 15">
            <a:extLst>
              <a:ext uri="{FF2B5EF4-FFF2-40B4-BE49-F238E27FC236}">
                <a16:creationId xmlns:a16="http://schemas.microsoft.com/office/drawing/2014/main" id="{AB2B2C33-B37C-BD01-877A-0126643E096B}"/>
              </a:ext>
            </a:extLst>
          </p:cNvPr>
          <p:cNvPicPr>
            <a:picLocks noChangeAspect="1"/>
          </p:cNvPicPr>
          <p:nvPr/>
        </p:nvPicPr>
        <p:blipFill>
          <a:blip r:embed="rId2"/>
          <a:stretch>
            <a:fillRect/>
          </a:stretch>
        </p:blipFill>
        <p:spPr>
          <a:xfrm>
            <a:off x="5637402" y="1591763"/>
            <a:ext cx="5648016" cy="3622096"/>
          </a:xfrm>
          <a:prstGeom prst="rect">
            <a:avLst/>
          </a:prstGeom>
        </p:spPr>
      </p:pic>
      <p:sp>
        <p:nvSpPr>
          <p:cNvPr id="19" name="文字方塊 18">
            <a:extLst>
              <a:ext uri="{FF2B5EF4-FFF2-40B4-BE49-F238E27FC236}">
                <a16:creationId xmlns:a16="http://schemas.microsoft.com/office/drawing/2014/main" id="{33F3F623-1286-F2F4-C0A5-06083F21CC8D}"/>
              </a:ext>
            </a:extLst>
          </p:cNvPr>
          <p:cNvSpPr txBox="1"/>
          <p:nvPr/>
        </p:nvSpPr>
        <p:spPr>
          <a:xfrm>
            <a:off x="566928" y="1970916"/>
            <a:ext cx="5084685" cy="4113947"/>
          </a:xfrm>
          <a:prstGeom prst="rect">
            <a:avLst/>
          </a:prstGeom>
          <a:noFill/>
        </p:spPr>
        <p:txBody>
          <a:bodyPr wrap="square" rtlCol="0">
            <a:spAutoFit/>
          </a:bodyPr>
          <a:lstStyle/>
          <a:p>
            <a:pPr marL="285750" indent="-285750">
              <a:buFont typeface="Arial" panose="020B0604020202020204" pitchFamily="34" charset="0"/>
              <a:buChar char="•"/>
            </a:pPr>
            <a:r>
              <a:rPr lang="en-US" altLang="zh-TW" sz="2800" dirty="0">
                <a:latin typeface="Times New Roman" panose="02020603050405020304" pitchFamily="18" charset="0"/>
                <a:cs typeface="Times New Roman" panose="02020603050405020304" pitchFamily="18" charset="0"/>
              </a:rPr>
              <a:t>Boundary Condition</a:t>
            </a:r>
          </a:p>
          <a:p>
            <a:pPr marL="285750" indent="-285750">
              <a:buFont typeface="Arial" panose="020B0604020202020204" pitchFamily="34" charset="0"/>
              <a:buChar char="•"/>
            </a:pPr>
            <a:endParaRPr lang="en-US" altLang="zh-TW" sz="28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zh-TW" sz="2800" dirty="0">
                <a:latin typeface="Times New Roman" panose="02020603050405020304" pitchFamily="18" charset="0"/>
                <a:cs typeface="Times New Roman" panose="02020603050405020304" pitchFamily="18" charset="0"/>
              </a:rPr>
              <a:t>Monotonicity condition</a:t>
            </a:r>
          </a:p>
          <a:p>
            <a:r>
              <a:rPr lang="en-US" altLang="zh-TW" sz="2800" dirty="0">
                <a:latin typeface="Times New Roman" panose="02020603050405020304" pitchFamily="18" charset="0"/>
                <a:cs typeface="Times New Roman" panose="02020603050405020304" pitchFamily="18" charset="0"/>
              </a:rPr>
              <a:t>   p</a:t>
            </a:r>
            <a:r>
              <a:rPr lang="en-US" altLang="zh-TW" sz="2800" baseline="-25000" dirty="0">
                <a:latin typeface="Times New Roman" panose="02020603050405020304" pitchFamily="18" charset="0"/>
                <a:cs typeface="Times New Roman" panose="02020603050405020304" pitchFamily="18" charset="0"/>
              </a:rPr>
              <a:t>(k)</a:t>
            </a:r>
            <a:r>
              <a:rPr lang="en-US" altLang="zh-TW" sz="2800" dirty="0">
                <a:latin typeface="Times New Roman" panose="02020603050405020304" pitchFamily="18" charset="0"/>
                <a:cs typeface="Times New Roman" panose="02020603050405020304" pitchFamily="18" charset="0"/>
              </a:rPr>
              <a:t> </a:t>
            </a:r>
            <a:r>
              <a:rPr lang="en-US" altLang="zh-TW" sz="2800" baseline="-25000" dirty="0">
                <a:latin typeface="Times New Roman" panose="02020603050405020304" pitchFamily="18" charset="0"/>
                <a:cs typeface="Times New Roman" panose="02020603050405020304" pitchFamily="18" charset="0"/>
              </a:rPr>
              <a:t>&gt;=</a:t>
            </a:r>
            <a:r>
              <a:rPr lang="en-US" altLang="zh-TW" sz="2800" dirty="0">
                <a:latin typeface="Times New Roman" panose="02020603050405020304" pitchFamily="18" charset="0"/>
                <a:cs typeface="Times New Roman" panose="02020603050405020304" pitchFamily="18" charset="0"/>
              </a:rPr>
              <a:t> p</a:t>
            </a:r>
            <a:r>
              <a:rPr lang="en-US" altLang="zh-TW" sz="2800" baseline="-25000" dirty="0">
                <a:latin typeface="Times New Roman" panose="02020603050405020304" pitchFamily="18" charset="0"/>
                <a:cs typeface="Times New Roman" panose="02020603050405020304" pitchFamily="18" charset="0"/>
              </a:rPr>
              <a:t>(k-1)</a:t>
            </a:r>
            <a:r>
              <a:rPr lang="en-US" altLang="zh-TW" sz="2800" dirty="0">
                <a:latin typeface="Times New Roman" panose="02020603050405020304" pitchFamily="18" charset="0"/>
                <a:cs typeface="Times New Roman" panose="02020603050405020304" pitchFamily="18" charset="0"/>
              </a:rPr>
              <a:t>,   q</a:t>
            </a:r>
            <a:r>
              <a:rPr lang="en-US" altLang="zh-TW" sz="2800" baseline="-25000" dirty="0">
                <a:latin typeface="Times New Roman" panose="02020603050405020304" pitchFamily="18" charset="0"/>
                <a:cs typeface="Times New Roman" panose="02020603050405020304" pitchFamily="18" charset="0"/>
              </a:rPr>
              <a:t>(k)</a:t>
            </a:r>
            <a:r>
              <a:rPr lang="en-US" altLang="zh-TW" sz="2800" dirty="0">
                <a:latin typeface="Times New Roman" panose="02020603050405020304" pitchFamily="18" charset="0"/>
                <a:cs typeface="Times New Roman" panose="02020603050405020304" pitchFamily="18" charset="0"/>
              </a:rPr>
              <a:t> </a:t>
            </a:r>
            <a:r>
              <a:rPr lang="en-US" altLang="zh-TW" sz="2800" baseline="-25000" dirty="0">
                <a:latin typeface="Times New Roman" panose="02020603050405020304" pitchFamily="18" charset="0"/>
                <a:cs typeface="Times New Roman" panose="02020603050405020304" pitchFamily="18" charset="0"/>
              </a:rPr>
              <a:t>&gt;=</a:t>
            </a:r>
            <a:r>
              <a:rPr lang="en-US" altLang="zh-TW" sz="2800" dirty="0">
                <a:latin typeface="Times New Roman" panose="02020603050405020304" pitchFamily="18" charset="0"/>
                <a:cs typeface="Times New Roman" panose="02020603050405020304" pitchFamily="18" charset="0"/>
              </a:rPr>
              <a:t> q</a:t>
            </a:r>
            <a:r>
              <a:rPr lang="en-US" altLang="zh-TW" sz="2800" baseline="-25000" dirty="0">
                <a:latin typeface="Times New Roman" panose="02020603050405020304" pitchFamily="18" charset="0"/>
                <a:cs typeface="Times New Roman" panose="02020603050405020304" pitchFamily="18" charset="0"/>
              </a:rPr>
              <a:t>(k-1)</a:t>
            </a:r>
          </a:p>
          <a:p>
            <a:r>
              <a:rPr lang="en-US" altLang="zh-TW" sz="2800" baseline="-25000" dirty="0">
                <a:latin typeface="Times New Roman" panose="02020603050405020304" pitchFamily="18" charset="0"/>
                <a:cs typeface="Times New Roman" panose="02020603050405020304" pitchFamily="18" charset="0"/>
              </a:rPr>
              <a:t> </a:t>
            </a:r>
          </a:p>
          <a:p>
            <a:pPr marL="285750" indent="-285750">
              <a:buFont typeface="Arial" panose="020B0604020202020204" pitchFamily="34" charset="0"/>
              <a:buChar char="•"/>
            </a:pPr>
            <a:r>
              <a:rPr lang="en-US" altLang="zh-TW" sz="2800" dirty="0">
                <a:latin typeface="Times New Roman" panose="02020603050405020304" pitchFamily="18" charset="0"/>
                <a:cs typeface="Times New Roman" panose="02020603050405020304" pitchFamily="18" charset="0"/>
              </a:rPr>
              <a:t>Continuity condition</a:t>
            </a:r>
          </a:p>
          <a:p>
            <a:r>
              <a:rPr lang="en-US" altLang="zh-TW" sz="2800" dirty="0">
                <a:latin typeface="Times New Roman" panose="02020603050405020304" pitchFamily="18" charset="0"/>
                <a:cs typeface="Times New Roman" panose="02020603050405020304" pitchFamily="18" charset="0"/>
              </a:rPr>
              <a:t>   p</a:t>
            </a:r>
            <a:r>
              <a:rPr lang="en-US" altLang="zh-TW" sz="2800" baseline="-25000" dirty="0">
                <a:latin typeface="Times New Roman" panose="02020603050405020304" pitchFamily="18" charset="0"/>
                <a:cs typeface="Times New Roman" panose="02020603050405020304" pitchFamily="18" charset="0"/>
              </a:rPr>
              <a:t>(k)</a:t>
            </a:r>
            <a:r>
              <a:rPr lang="en-US" altLang="zh-TW" sz="2800" dirty="0">
                <a:latin typeface="Times New Roman" panose="02020603050405020304" pitchFamily="18" charset="0"/>
                <a:cs typeface="Times New Roman" panose="02020603050405020304" pitchFamily="18" charset="0"/>
              </a:rPr>
              <a:t> </a:t>
            </a:r>
            <a:r>
              <a:rPr lang="en-US" altLang="zh-TW" sz="2800" baseline="-25000" dirty="0">
                <a:latin typeface="Times New Roman" panose="02020603050405020304" pitchFamily="18" charset="0"/>
                <a:cs typeface="Times New Roman" panose="02020603050405020304" pitchFamily="18" charset="0"/>
              </a:rPr>
              <a:t>-</a:t>
            </a:r>
            <a:r>
              <a:rPr lang="en-US" altLang="zh-TW" sz="2800" dirty="0">
                <a:latin typeface="Times New Roman" panose="02020603050405020304" pitchFamily="18" charset="0"/>
                <a:cs typeface="Times New Roman" panose="02020603050405020304" pitchFamily="18" charset="0"/>
              </a:rPr>
              <a:t> p</a:t>
            </a:r>
            <a:r>
              <a:rPr lang="en-US" altLang="zh-TW" sz="2800" baseline="-25000" dirty="0">
                <a:latin typeface="Times New Roman" panose="02020603050405020304" pitchFamily="18" charset="0"/>
                <a:cs typeface="Times New Roman" panose="02020603050405020304" pitchFamily="18" charset="0"/>
              </a:rPr>
              <a:t>(k-1) &gt;= 1</a:t>
            </a:r>
            <a:r>
              <a:rPr lang="en-US" altLang="zh-TW" sz="2800" dirty="0">
                <a:latin typeface="Times New Roman" panose="02020603050405020304" pitchFamily="18" charset="0"/>
                <a:cs typeface="Times New Roman" panose="02020603050405020304" pitchFamily="18" charset="0"/>
              </a:rPr>
              <a:t>,   q</a:t>
            </a:r>
            <a:r>
              <a:rPr lang="en-US" altLang="zh-TW" sz="2800" baseline="-25000" dirty="0">
                <a:latin typeface="Times New Roman" panose="02020603050405020304" pitchFamily="18" charset="0"/>
                <a:cs typeface="Times New Roman" panose="02020603050405020304" pitchFamily="18" charset="0"/>
              </a:rPr>
              <a:t>(k)</a:t>
            </a:r>
            <a:r>
              <a:rPr lang="en-US" altLang="zh-TW" sz="2800" dirty="0">
                <a:latin typeface="Times New Roman" panose="02020603050405020304" pitchFamily="18" charset="0"/>
                <a:cs typeface="Times New Roman" panose="02020603050405020304" pitchFamily="18" charset="0"/>
              </a:rPr>
              <a:t> </a:t>
            </a:r>
            <a:r>
              <a:rPr lang="en-US" altLang="zh-TW" sz="2800" baseline="-25000" dirty="0">
                <a:latin typeface="Times New Roman" panose="02020603050405020304" pitchFamily="18" charset="0"/>
                <a:cs typeface="Times New Roman" panose="02020603050405020304" pitchFamily="18" charset="0"/>
              </a:rPr>
              <a:t>-</a:t>
            </a:r>
            <a:r>
              <a:rPr lang="en-US" altLang="zh-TW" sz="2800" dirty="0">
                <a:latin typeface="Times New Roman" panose="02020603050405020304" pitchFamily="18" charset="0"/>
                <a:cs typeface="Times New Roman" panose="02020603050405020304" pitchFamily="18" charset="0"/>
              </a:rPr>
              <a:t> q</a:t>
            </a:r>
            <a:r>
              <a:rPr lang="en-US" altLang="zh-TW" sz="2800" baseline="-25000" dirty="0">
                <a:latin typeface="Times New Roman" panose="02020603050405020304" pitchFamily="18" charset="0"/>
                <a:cs typeface="Times New Roman" panose="02020603050405020304" pitchFamily="18" charset="0"/>
              </a:rPr>
              <a:t>(k-1) &gt;= 1</a:t>
            </a:r>
          </a:p>
          <a:p>
            <a:pPr marL="285750" indent="-285750">
              <a:buFont typeface="Arial" panose="020B0604020202020204" pitchFamily="34" charset="0"/>
              <a:buChar char="•"/>
            </a:pPr>
            <a:endParaRPr lang="en-US" altLang="zh-TW" sz="2800" dirty="0">
              <a:latin typeface="Times New Roman" panose="02020603050405020304" pitchFamily="18" charset="0"/>
              <a:cs typeface="Times New Roman" panose="02020603050405020304" pitchFamily="18" charset="0"/>
            </a:endParaRPr>
          </a:p>
          <a:p>
            <a:r>
              <a:rPr lang="en-US" altLang="zh-TW" sz="2800" baseline="-25000" dirty="0">
                <a:latin typeface="Times New Roman" panose="02020603050405020304" pitchFamily="18" charset="0"/>
                <a:cs typeface="Times New Roman" panose="02020603050405020304" pitchFamily="18" charset="0"/>
              </a:rPr>
              <a:t>      </a:t>
            </a:r>
          </a:p>
          <a:p>
            <a:pPr marL="285750" indent="-285750">
              <a:buFont typeface="Arial" panose="020B0604020202020204" pitchFamily="34" charset="0"/>
              <a:buChar char="•"/>
            </a:pPr>
            <a:endParaRPr lang="zh-TW" altLang="en-US" sz="2800" dirty="0">
              <a:latin typeface="Times New Roman" panose="02020603050405020304" pitchFamily="18" charset="0"/>
              <a:cs typeface="Times New Roman" panose="02020603050405020304" pitchFamily="18" charset="0"/>
            </a:endParaRPr>
          </a:p>
        </p:txBody>
      </p:sp>
      <p:pic>
        <p:nvPicPr>
          <p:cNvPr id="6" name="圖片 5">
            <a:extLst>
              <a:ext uri="{FF2B5EF4-FFF2-40B4-BE49-F238E27FC236}">
                <a16:creationId xmlns:a16="http://schemas.microsoft.com/office/drawing/2014/main" id="{6CC059F5-132D-53EC-D6EA-EBD71CE3EABD}"/>
              </a:ext>
            </a:extLst>
          </p:cNvPr>
          <p:cNvPicPr>
            <a:picLocks noChangeAspect="1"/>
          </p:cNvPicPr>
          <p:nvPr/>
        </p:nvPicPr>
        <p:blipFill>
          <a:blip r:embed="rId3"/>
          <a:stretch>
            <a:fillRect/>
          </a:stretch>
        </p:blipFill>
        <p:spPr>
          <a:xfrm>
            <a:off x="5922885" y="2129600"/>
            <a:ext cx="409632" cy="447737"/>
          </a:xfrm>
          <a:prstGeom prst="rect">
            <a:avLst/>
          </a:prstGeom>
        </p:spPr>
      </p:pic>
      <p:pic>
        <p:nvPicPr>
          <p:cNvPr id="10" name="圖片 9">
            <a:extLst>
              <a:ext uri="{FF2B5EF4-FFF2-40B4-BE49-F238E27FC236}">
                <a16:creationId xmlns:a16="http://schemas.microsoft.com/office/drawing/2014/main" id="{674B5341-9C17-E893-C0A0-B2FA0F87ED0E}"/>
              </a:ext>
            </a:extLst>
          </p:cNvPr>
          <p:cNvPicPr>
            <a:picLocks noChangeAspect="1"/>
          </p:cNvPicPr>
          <p:nvPr/>
        </p:nvPicPr>
        <p:blipFill>
          <a:blip r:embed="rId4"/>
          <a:stretch>
            <a:fillRect/>
          </a:stretch>
        </p:blipFill>
        <p:spPr>
          <a:xfrm>
            <a:off x="5922885" y="4521345"/>
            <a:ext cx="352474" cy="428685"/>
          </a:xfrm>
          <a:prstGeom prst="rect">
            <a:avLst/>
          </a:prstGeom>
        </p:spPr>
      </p:pic>
      <p:pic>
        <p:nvPicPr>
          <p:cNvPr id="8" name="圖片 7">
            <a:extLst>
              <a:ext uri="{FF2B5EF4-FFF2-40B4-BE49-F238E27FC236}">
                <a16:creationId xmlns:a16="http://schemas.microsoft.com/office/drawing/2014/main" id="{5DC2F00C-8143-F698-DAB8-97AC617359B8}"/>
              </a:ext>
            </a:extLst>
          </p:cNvPr>
          <p:cNvPicPr>
            <a:picLocks noChangeAspect="1"/>
          </p:cNvPicPr>
          <p:nvPr/>
        </p:nvPicPr>
        <p:blipFill>
          <a:blip r:embed="rId5"/>
          <a:stretch>
            <a:fillRect/>
          </a:stretch>
        </p:blipFill>
        <p:spPr>
          <a:xfrm>
            <a:off x="6551802" y="5213859"/>
            <a:ext cx="4130168" cy="390980"/>
          </a:xfrm>
          <a:prstGeom prst="rect">
            <a:avLst/>
          </a:prstGeom>
        </p:spPr>
      </p:pic>
    </p:spTree>
    <p:extLst>
      <p:ext uri="{BB962C8B-B14F-4D97-AF65-F5344CB8AC3E}">
        <p14:creationId xmlns:p14="http://schemas.microsoft.com/office/powerpoint/2010/main" val="15081057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286FCF2-9C67-4E71-A2AE-11F3068C8104}"/>
              </a:ext>
            </a:extLst>
          </p:cNvPr>
          <p:cNvSpPr>
            <a:spLocks noGrp="1"/>
          </p:cNvSpPr>
          <p:nvPr>
            <p:ph type="title"/>
          </p:nvPr>
        </p:nvSpPr>
        <p:spPr>
          <a:xfrm>
            <a:off x="838200" y="136525"/>
            <a:ext cx="10515600" cy="1325563"/>
          </a:xfrm>
        </p:spPr>
        <p:txBody>
          <a:bodyPr>
            <a:normAutofit/>
          </a:bodyPr>
          <a:lstStyle/>
          <a:p>
            <a:pPr algn="ctr"/>
            <a:r>
              <a:rPr lang="en-US" altLang="zh-TW" sz="4800" dirty="0">
                <a:latin typeface="Times New Roman" panose="02020603050405020304" pitchFamily="18" charset="0"/>
                <a:cs typeface="Times New Roman" panose="02020603050405020304" pitchFamily="18" charset="0"/>
              </a:rPr>
              <a:t>DP</a:t>
            </a:r>
            <a:endParaRPr lang="zh-TW" altLang="en-US" sz="48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2B83179E-22C4-4236-E2D4-6F81ADB26387}"/>
              </a:ext>
            </a:extLst>
          </p:cNvPr>
          <p:cNvSpPr>
            <a:spLocks noGrp="1"/>
          </p:cNvSpPr>
          <p:nvPr>
            <p:ph type="sldNum" sz="quarter" idx="12"/>
          </p:nvPr>
        </p:nvSpPr>
        <p:spPr/>
        <p:txBody>
          <a:bodyPr/>
          <a:lstStyle/>
          <a:p>
            <a:fld id="{EFAEC03B-316C-4507-8207-D997BB28EB64}" type="slidenum">
              <a:rPr lang="zh-TW" altLang="en-US" smtClean="0"/>
              <a:t>9</a:t>
            </a:fld>
            <a:endParaRPr lang="zh-TW" altLang="en-US"/>
          </a:p>
        </p:txBody>
      </p:sp>
      <p:sp>
        <p:nvSpPr>
          <p:cNvPr id="6" name="內容版面配置區 5">
            <a:extLst>
              <a:ext uri="{FF2B5EF4-FFF2-40B4-BE49-F238E27FC236}">
                <a16:creationId xmlns:a16="http://schemas.microsoft.com/office/drawing/2014/main" id="{3336A236-1FAB-35B1-30C4-AB84D17E1DAB}"/>
              </a:ext>
            </a:extLst>
          </p:cNvPr>
          <p:cNvSpPr txBox="1">
            <a:spLocks noGrp="1"/>
          </p:cNvSpPr>
          <p:nvPr>
            <p:ph idx="1"/>
          </p:nvPr>
        </p:nvSpPr>
        <p:spPr>
          <a:xfrm>
            <a:off x="838200" y="1499579"/>
            <a:ext cx="10515600" cy="480131"/>
          </a:xfrm>
          <a:prstGeom prst="rect">
            <a:avLst/>
          </a:prstGeom>
          <a:noFill/>
        </p:spPr>
        <p:txBody>
          <a:bodyPr wrap="square" rtlCol="0">
            <a:spAutoFit/>
          </a:bodyPr>
          <a:lstStyle/>
          <a:p>
            <a:r>
              <a:rPr lang="en-US" altLang="zh-TW" dirty="0">
                <a:latin typeface="Times New Roman" panose="02020603050405020304" pitchFamily="18" charset="0"/>
                <a:cs typeface="Times New Roman" panose="02020603050405020304" pitchFamily="18" charset="0"/>
              </a:rPr>
              <a:t>Assuming a point D(</a:t>
            </a:r>
            <a:r>
              <a:rPr lang="en-US" altLang="zh-TW" dirty="0" err="1">
                <a:latin typeface="Times New Roman" panose="02020603050405020304" pitchFamily="18" charset="0"/>
                <a:cs typeface="Times New Roman" panose="02020603050405020304" pitchFamily="18" charset="0"/>
              </a:rPr>
              <a:t>i</a:t>
            </a:r>
            <a:r>
              <a:rPr lang="en-US" altLang="zh-TW" dirty="0">
                <a:latin typeface="Times New Roman" panose="02020603050405020304" pitchFamily="18" charset="0"/>
                <a:cs typeface="Times New Roman" panose="02020603050405020304" pitchFamily="18" charset="0"/>
              </a:rPr>
              <a:t>, j) is a point on the optimal warping path.</a:t>
            </a:r>
            <a:endParaRPr lang="zh-TW" altLang="en-US" dirty="0">
              <a:latin typeface="Times New Roman" panose="02020603050405020304" pitchFamily="18" charset="0"/>
              <a:cs typeface="Times New Roman" panose="02020603050405020304" pitchFamily="18" charset="0"/>
            </a:endParaRPr>
          </a:p>
        </p:txBody>
      </p:sp>
      <p:pic>
        <p:nvPicPr>
          <p:cNvPr id="10" name="圖片 9">
            <a:extLst>
              <a:ext uri="{FF2B5EF4-FFF2-40B4-BE49-F238E27FC236}">
                <a16:creationId xmlns:a16="http://schemas.microsoft.com/office/drawing/2014/main" id="{C9FF6B4E-5E23-F062-622C-9E489D5E740B}"/>
              </a:ext>
            </a:extLst>
          </p:cNvPr>
          <p:cNvPicPr>
            <a:picLocks noChangeAspect="1"/>
          </p:cNvPicPr>
          <p:nvPr/>
        </p:nvPicPr>
        <p:blipFill>
          <a:blip r:embed="rId2"/>
          <a:stretch>
            <a:fillRect/>
          </a:stretch>
        </p:blipFill>
        <p:spPr>
          <a:xfrm>
            <a:off x="4140513" y="2224159"/>
            <a:ext cx="3910969" cy="3284272"/>
          </a:xfrm>
          <a:prstGeom prst="rect">
            <a:avLst/>
          </a:prstGeom>
        </p:spPr>
      </p:pic>
      <p:pic>
        <p:nvPicPr>
          <p:cNvPr id="14" name="圖片 13">
            <a:extLst>
              <a:ext uri="{FF2B5EF4-FFF2-40B4-BE49-F238E27FC236}">
                <a16:creationId xmlns:a16="http://schemas.microsoft.com/office/drawing/2014/main" id="{29B9F12B-8CDB-E2EC-A734-2B35DF1696CC}"/>
              </a:ext>
            </a:extLst>
          </p:cNvPr>
          <p:cNvPicPr>
            <a:picLocks noChangeAspect="1"/>
          </p:cNvPicPr>
          <p:nvPr/>
        </p:nvPicPr>
        <p:blipFill>
          <a:blip r:embed="rId3"/>
          <a:stretch>
            <a:fillRect/>
          </a:stretch>
        </p:blipFill>
        <p:spPr>
          <a:xfrm>
            <a:off x="1685306" y="5660928"/>
            <a:ext cx="8821381" cy="695422"/>
          </a:xfrm>
          <a:prstGeom prst="rect">
            <a:avLst/>
          </a:prstGeom>
        </p:spPr>
      </p:pic>
      <p:sp>
        <p:nvSpPr>
          <p:cNvPr id="15" name="橢圓 14">
            <a:extLst>
              <a:ext uri="{FF2B5EF4-FFF2-40B4-BE49-F238E27FC236}">
                <a16:creationId xmlns:a16="http://schemas.microsoft.com/office/drawing/2014/main" id="{FEADBF34-33C3-3172-2F15-2E6BCB6C3AB0}"/>
              </a:ext>
            </a:extLst>
          </p:cNvPr>
          <p:cNvSpPr/>
          <p:nvPr/>
        </p:nvSpPr>
        <p:spPr>
          <a:xfrm>
            <a:off x="1543133" y="5601205"/>
            <a:ext cx="1341358" cy="814868"/>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22137210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286FCF2-9C67-4E71-A2AE-11F3068C8104}"/>
              </a:ext>
            </a:extLst>
          </p:cNvPr>
          <p:cNvSpPr>
            <a:spLocks noGrp="1"/>
          </p:cNvSpPr>
          <p:nvPr>
            <p:ph type="title"/>
          </p:nvPr>
        </p:nvSpPr>
        <p:spPr>
          <a:xfrm>
            <a:off x="838200" y="136525"/>
            <a:ext cx="10515600" cy="1325563"/>
          </a:xfrm>
        </p:spPr>
        <p:txBody>
          <a:bodyPr>
            <a:normAutofit/>
          </a:bodyPr>
          <a:lstStyle/>
          <a:p>
            <a:pPr algn="ctr"/>
            <a:r>
              <a:rPr lang="en-US" altLang="zh-TW" sz="4800" dirty="0">
                <a:latin typeface="Times New Roman" panose="02020603050405020304" pitchFamily="18" charset="0"/>
                <a:cs typeface="Times New Roman" panose="02020603050405020304" pitchFamily="18" charset="0"/>
              </a:rPr>
              <a:t>DP</a:t>
            </a:r>
            <a:endParaRPr lang="zh-TW" altLang="en-US" sz="48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2B83179E-22C4-4236-E2D4-6F81ADB26387}"/>
              </a:ext>
            </a:extLst>
          </p:cNvPr>
          <p:cNvSpPr>
            <a:spLocks noGrp="1"/>
          </p:cNvSpPr>
          <p:nvPr>
            <p:ph type="sldNum" sz="quarter" idx="12"/>
          </p:nvPr>
        </p:nvSpPr>
        <p:spPr/>
        <p:txBody>
          <a:bodyPr/>
          <a:lstStyle/>
          <a:p>
            <a:fld id="{EFAEC03B-316C-4507-8207-D997BB28EB64}" type="slidenum">
              <a:rPr lang="zh-TW" altLang="en-US" smtClean="0"/>
              <a:t>10</a:t>
            </a:fld>
            <a:endParaRPr lang="zh-TW" altLang="en-US"/>
          </a:p>
        </p:txBody>
      </p:sp>
      <p:sp>
        <p:nvSpPr>
          <p:cNvPr id="11" name="內容版面配置區 10">
            <a:extLst>
              <a:ext uri="{FF2B5EF4-FFF2-40B4-BE49-F238E27FC236}">
                <a16:creationId xmlns:a16="http://schemas.microsoft.com/office/drawing/2014/main" id="{B109B6DD-03AB-EED3-3BDD-068294FC4A60}"/>
              </a:ext>
            </a:extLst>
          </p:cNvPr>
          <p:cNvSpPr>
            <a:spLocks noGrp="1"/>
          </p:cNvSpPr>
          <p:nvPr>
            <p:ph idx="1"/>
          </p:nvPr>
        </p:nvSpPr>
        <p:spPr>
          <a:xfrm>
            <a:off x="703976" y="1253331"/>
            <a:ext cx="10515600" cy="4351338"/>
          </a:xfrm>
        </p:spPr>
        <p:txBody>
          <a:bodyPr>
            <a:normAutofit/>
          </a:bodyPr>
          <a:lstStyle/>
          <a:p>
            <a:pPr marL="0"/>
            <a:r>
              <a:rPr lang="en-US" altLang="zh-TW" dirty="0">
                <a:latin typeface="Times New Roman" panose="02020603050405020304" pitchFamily="18" charset="0"/>
                <a:cs typeface="Times New Roman" panose="02020603050405020304" pitchFamily="18" charset="0"/>
              </a:rPr>
              <a:t>S = [12, 2, 2, 6, 7]</a:t>
            </a:r>
          </a:p>
          <a:p>
            <a:pPr marL="0"/>
            <a:r>
              <a:rPr lang="en-US" altLang="zh-TW" dirty="0">
                <a:latin typeface="Times New Roman" panose="02020603050405020304" pitchFamily="18" charset="0"/>
                <a:cs typeface="Times New Roman" panose="02020603050405020304" pitchFamily="18" charset="0"/>
              </a:rPr>
              <a:t>T = [11, 10, 1, 0]</a:t>
            </a:r>
            <a:endParaRPr lang="zh-TW" altLang="en-US" dirty="0">
              <a:latin typeface="Times New Roman" panose="02020603050405020304" pitchFamily="18" charset="0"/>
              <a:cs typeface="Times New Roman" panose="02020603050405020304" pitchFamily="18" charset="0"/>
            </a:endParaRPr>
          </a:p>
        </p:txBody>
      </p:sp>
      <p:graphicFrame>
        <p:nvGraphicFramePr>
          <p:cNvPr id="18" name="表格 17">
            <a:extLst>
              <a:ext uri="{FF2B5EF4-FFF2-40B4-BE49-F238E27FC236}">
                <a16:creationId xmlns:a16="http://schemas.microsoft.com/office/drawing/2014/main" id="{C5C668B4-AFE4-0439-E321-926D7B068764}"/>
              </a:ext>
            </a:extLst>
          </p:cNvPr>
          <p:cNvGraphicFramePr>
            <a:graphicFrameLocks noGrp="1"/>
          </p:cNvGraphicFramePr>
          <p:nvPr>
            <p:extLst>
              <p:ext uri="{D42A27DB-BD31-4B8C-83A1-F6EECF244321}">
                <p14:modId xmlns:p14="http://schemas.microsoft.com/office/powerpoint/2010/main" val="1730701140"/>
              </p:ext>
            </p:extLst>
          </p:nvPr>
        </p:nvGraphicFramePr>
        <p:xfrm>
          <a:off x="2936145" y="3263317"/>
          <a:ext cx="6761525" cy="3093031"/>
        </p:xfrm>
        <a:graphic>
          <a:graphicData uri="http://schemas.openxmlformats.org/drawingml/2006/table">
            <a:tbl>
              <a:tblPr/>
              <a:tblGrid>
                <a:gridCol w="1352305">
                  <a:extLst>
                    <a:ext uri="{9D8B030D-6E8A-4147-A177-3AD203B41FA5}">
                      <a16:colId xmlns:a16="http://schemas.microsoft.com/office/drawing/2014/main" val="2524063121"/>
                    </a:ext>
                  </a:extLst>
                </a:gridCol>
                <a:gridCol w="1352305">
                  <a:extLst>
                    <a:ext uri="{9D8B030D-6E8A-4147-A177-3AD203B41FA5}">
                      <a16:colId xmlns:a16="http://schemas.microsoft.com/office/drawing/2014/main" val="3305983794"/>
                    </a:ext>
                  </a:extLst>
                </a:gridCol>
                <a:gridCol w="1352305">
                  <a:extLst>
                    <a:ext uri="{9D8B030D-6E8A-4147-A177-3AD203B41FA5}">
                      <a16:colId xmlns:a16="http://schemas.microsoft.com/office/drawing/2014/main" val="3597898783"/>
                    </a:ext>
                  </a:extLst>
                </a:gridCol>
                <a:gridCol w="1352305">
                  <a:extLst>
                    <a:ext uri="{9D8B030D-6E8A-4147-A177-3AD203B41FA5}">
                      <a16:colId xmlns:a16="http://schemas.microsoft.com/office/drawing/2014/main" val="3543645494"/>
                    </a:ext>
                  </a:extLst>
                </a:gridCol>
                <a:gridCol w="1352305">
                  <a:extLst>
                    <a:ext uri="{9D8B030D-6E8A-4147-A177-3AD203B41FA5}">
                      <a16:colId xmlns:a16="http://schemas.microsoft.com/office/drawing/2014/main" val="259332007"/>
                    </a:ext>
                  </a:extLst>
                </a:gridCol>
              </a:tblGrid>
              <a:tr h="773257">
                <a:tc>
                  <a:txBody>
                    <a:bodyPr/>
                    <a:lstStyle/>
                    <a:p>
                      <a:pPr marL="0" algn="ctr" defTabSz="914400" rtl="0" eaLnBrk="1" latinLnBrk="0" hangingPunct="1"/>
                      <a:r>
                        <a:rPr lang="en-US" altLang="zh-TW" sz="2800" kern="1200" dirty="0">
                          <a:solidFill>
                            <a:schemeClr val="tx1"/>
                          </a:solidFill>
                          <a:latin typeface="Times New Roman" panose="02020603050405020304" pitchFamily="18" charset="0"/>
                          <a:ea typeface="+mn-ea"/>
                          <a:cs typeface="Times New Roman" panose="02020603050405020304" pitchFamily="18" charset="0"/>
                        </a:rPr>
                        <a:t>1</a:t>
                      </a:r>
                      <a:endParaRPr lang="zh-TW" altLang="en-US" sz="2800" kern="1200" dirty="0">
                        <a:solidFill>
                          <a:schemeClr val="tx1"/>
                        </a:solidFill>
                        <a:latin typeface="Times New Roman" panose="02020603050405020304" pitchFamily="18" charset="0"/>
                        <a:ea typeface="+mn-ea"/>
                        <a:cs typeface="Times New Roman" panose="02020603050405020304" pitchFamily="18" charset="0"/>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r>
                        <a:rPr lang="en-US" altLang="zh-TW" sz="2800" kern="1200" dirty="0">
                          <a:solidFill>
                            <a:schemeClr val="tx1"/>
                          </a:solidFill>
                          <a:latin typeface="Times New Roman" panose="02020603050405020304" pitchFamily="18" charset="0"/>
                          <a:ea typeface="+mn-ea"/>
                          <a:cs typeface="Times New Roman" panose="02020603050405020304" pitchFamily="18" charset="0"/>
                        </a:rPr>
                        <a:t>9</a:t>
                      </a:r>
                      <a:endParaRPr lang="zh-TW" altLang="en-US" sz="2800" kern="1200" dirty="0">
                        <a:solidFill>
                          <a:schemeClr val="tx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mpd="sng">
                      <a:solidFill>
                        <a:schemeClr val="tx1"/>
                      </a:solidFill>
                      <a:prstDash val="solid"/>
                    </a:lnR>
                    <a:lnT w="12700" cmpd="sng">
                      <a:solidFill>
                        <a:schemeClr val="tx1"/>
                      </a:solidFill>
                      <a:prstDash val="solid"/>
                    </a:lnT>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r>
                        <a:rPr lang="en-US" altLang="zh-TW" sz="2800" kern="1200" dirty="0">
                          <a:solidFill>
                            <a:schemeClr val="tx1"/>
                          </a:solidFill>
                          <a:latin typeface="Times New Roman" panose="02020603050405020304" pitchFamily="18" charset="0"/>
                          <a:ea typeface="+mn-ea"/>
                          <a:cs typeface="Times New Roman" panose="02020603050405020304" pitchFamily="18" charset="0"/>
                        </a:rPr>
                        <a:t>9</a:t>
                      </a:r>
                      <a:endParaRPr lang="zh-TW" altLang="en-US" sz="2800" kern="1200" dirty="0">
                        <a:solidFill>
                          <a:schemeClr val="tx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solidFill>
                        <a:schemeClr val="tx1"/>
                      </a:solidFill>
                      <a:prstDash val="solid"/>
                    </a:lnT>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r>
                        <a:rPr lang="en-US" altLang="zh-TW" sz="2800" kern="1200" dirty="0">
                          <a:solidFill>
                            <a:schemeClr val="tx1"/>
                          </a:solidFill>
                          <a:latin typeface="Times New Roman" panose="02020603050405020304" pitchFamily="18" charset="0"/>
                          <a:ea typeface="+mn-ea"/>
                          <a:cs typeface="Times New Roman" panose="02020603050405020304" pitchFamily="18" charset="0"/>
                        </a:rPr>
                        <a:t>5</a:t>
                      </a:r>
                      <a:endParaRPr lang="zh-TW" altLang="en-US" sz="2800" kern="1200" dirty="0">
                        <a:solidFill>
                          <a:schemeClr val="tx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mpd="sng">
                      <a:solidFill>
                        <a:schemeClr val="tx1"/>
                      </a:solidFill>
                      <a:prstDash val="solid"/>
                    </a:lnR>
                    <a:lnT w="12700" cmpd="sng">
                      <a:solidFill>
                        <a:schemeClr val="tx1"/>
                      </a:solidFill>
                      <a:prstDash val="solid"/>
                    </a:lnT>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r>
                        <a:rPr lang="en-US" altLang="zh-TW" sz="2800" kern="1200" dirty="0">
                          <a:solidFill>
                            <a:schemeClr val="tx1"/>
                          </a:solidFill>
                          <a:latin typeface="Times New Roman" panose="02020603050405020304" pitchFamily="18" charset="0"/>
                          <a:ea typeface="+mn-ea"/>
                          <a:cs typeface="Times New Roman" panose="02020603050405020304" pitchFamily="18" charset="0"/>
                        </a:rPr>
                        <a:t>4</a:t>
                      </a:r>
                      <a:endParaRPr lang="zh-TW" altLang="en-US" sz="2800" kern="1200" dirty="0">
                        <a:solidFill>
                          <a:schemeClr val="tx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mpd="sng">
                      <a:solidFill>
                        <a:schemeClr val="tx1"/>
                      </a:solidFill>
                      <a:prstDash val="solid"/>
                    </a:lnR>
                    <a:lnT w="12700" cmpd="sng">
                      <a:solidFill>
                        <a:schemeClr val="tx1"/>
                      </a:solidFill>
                      <a:prstDash val="soli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84102866"/>
                  </a:ext>
                </a:extLst>
              </a:tr>
              <a:tr h="773258">
                <a:tc>
                  <a:txBody>
                    <a:bodyPr/>
                    <a:lstStyle/>
                    <a:p>
                      <a:pPr marL="0" algn="ctr" defTabSz="914400" rtl="0" eaLnBrk="1" latinLnBrk="0" hangingPunct="1"/>
                      <a:r>
                        <a:rPr lang="en-US" altLang="zh-TW" sz="2800" kern="1200" dirty="0">
                          <a:solidFill>
                            <a:schemeClr val="tx1"/>
                          </a:solidFill>
                          <a:latin typeface="Times New Roman" panose="02020603050405020304" pitchFamily="18" charset="0"/>
                          <a:ea typeface="+mn-ea"/>
                          <a:cs typeface="Times New Roman" panose="02020603050405020304" pitchFamily="18" charset="0"/>
                        </a:rPr>
                        <a:t>2</a:t>
                      </a:r>
                      <a:endParaRPr lang="zh-TW" altLang="en-US" sz="2800" kern="1200" dirty="0">
                        <a:solidFill>
                          <a:schemeClr val="tx1"/>
                        </a:solidFill>
                        <a:latin typeface="Times New Roman" panose="02020603050405020304" pitchFamily="18" charset="0"/>
                        <a:ea typeface="+mn-ea"/>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r>
                        <a:rPr lang="en-US" altLang="zh-TW" sz="2800" kern="1200" dirty="0">
                          <a:solidFill>
                            <a:schemeClr val="tx1"/>
                          </a:solidFill>
                          <a:latin typeface="Times New Roman" panose="02020603050405020304" pitchFamily="18" charset="0"/>
                          <a:ea typeface="+mn-ea"/>
                          <a:cs typeface="Times New Roman" panose="02020603050405020304" pitchFamily="18" charset="0"/>
                        </a:rPr>
                        <a:t>8</a:t>
                      </a:r>
                      <a:endParaRPr lang="zh-TW" altLang="en-US" sz="2800" kern="1200" dirty="0">
                        <a:solidFill>
                          <a:schemeClr val="tx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r>
                        <a:rPr lang="en-US" altLang="zh-TW" sz="2800" kern="1200" dirty="0">
                          <a:solidFill>
                            <a:schemeClr val="tx1"/>
                          </a:solidFill>
                          <a:latin typeface="Times New Roman" panose="02020603050405020304" pitchFamily="18" charset="0"/>
                          <a:ea typeface="+mn-ea"/>
                          <a:cs typeface="Times New Roman" panose="02020603050405020304" pitchFamily="18" charset="0"/>
                        </a:rPr>
                        <a:t>8</a:t>
                      </a:r>
                      <a:endParaRPr lang="zh-TW" altLang="en-US" sz="2800" kern="1200" dirty="0">
                        <a:solidFill>
                          <a:schemeClr val="tx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r>
                        <a:rPr lang="en-US" altLang="zh-TW" sz="2800" kern="1200" dirty="0">
                          <a:solidFill>
                            <a:schemeClr val="tx1"/>
                          </a:solidFill>
                          <a:latin typeface="Times New Roman" panose="02020603050405020304" pitchFamily="18" charset="0"/>
                          <a:ea typeface="+mn-ea"/>
                          <a:cs typeface="Times New Roman" panose="02020603050405020304" pitchFamily="18" charset="0"/>
                        </a:rPr>
                        <a:t>4</a:t>
                      </a:r>
                      <a:endParaRPr lang="zh-TW" altLang="en-US" sz="2800" kern="1200" dirty="0">
                        <a:solidFill>
                          <a:schemeClr val="tx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r>
                        <a:rPr lang="en-US" altLang="zh-TW" sz="2800" kern="1200" dirty="0">
                          <a:solidFill>
                            <a:schemeClr val="tx1"/>
                          </a:solidFill>
                          <a:latin typeface="Times New Roman" panose="02020603050405020304" pitchFamily="18" charset="0"/>
                          <a:ea typeface="+mn-ea"/>
                          <a:cs typeface="Times New Roman" panose="02020603050405020304" pitchFamily="18" charset="0"/>
                        </a:rPr>
                        <a:t>3</a:t>
                      </a:r>
                      <a:endParaRPr lang="zh-TW" altLang="en-US" sz="2800" kern="1200" dirty="0">
                        <a:solidFill>
                          <a:schemeClr val="tx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13052811"/>
                  </a:ext>
                </a:extLst>
              </a:tr>
              <a:tr h="773258">
                <a:tc>
                  <a:txBody>
                    <a:bodyPr/>
                    <a:lstStyle/>
                    <a:p>
                      <a:pPr marL="0" algn="ctr" defTabSz="914400" rtl="0" eaLnBrk="1" latinLnBrk="0" hangingPunct="1"/>
                      <a:r>
                        <a:rPr lang="en-US" altLang="zh-TW" sz="2800" kern="1200" dirty="0">
                          <a:solidFill>
                            <a:schemeClr val="tx1"/>
                          </a:solidFill>
                          <a:latin typeface="Times New Roman" panose="02020603050405020304" pitchFamily="18" charset="0"/>
                          <a:ea typeface="+mn-ea"/>
                          <a:cs typeface="Times New Roman" panose="02020603050405020304" pitchFamily="18" charset="0"/>
                        </a:rPr>
                        <a:t>11</a:t>
                      </a:r>
                      <a:endParaRPr lang="zh-TW" altLang="en-US" sz="2800" kern="1200" dirty="0">
                        <a:solidFill>
                          <a:schemeClr val="tx1"/>
                        </a:solidFill>
                        <a:latin typeface="Times New Roman" panose="02020603050405020304" pitchFamily="18" charset="0"/>
                        <a:ea typeface="+mn-ea"/>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r>
                        <a:rPr lang="en-US" altLang="zh-TW" sz="2800" kern="1200" dirty="0">
                          <a:solidFill>
                            <a:schemeClr val="tx1"/>
                          </a:solidFill>
                          <a:latin typeface="Times New Roman" panose="02020603050405020304" pitchFamily="18" charset="0"/>
                          <a:ea typeface="+mn-ea"/>
                          <a:cs typeface="Times New Roman" panose="02020603050405020304" pitchFamily="18" charset="0"/>
                        </a:rPr>
                        <a:t>1</a:t>
                      </a:r>
                      <a:endParaRPr lang="zh-TW" altLang="en-US" sz="2800" kern="1200" dirty="0">
                        <a:solidFill>
                          <a:schemeClr val="tx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r>
                        <a:rPr lang="en-US" altLang="zh-TW" sz="2800" kern="1200" dirty="0">
                          <a:solidFill>
                            <a:schemeClr val="tx1"/>
                          </a:solidFill>
                          <a:latin typeface="Times New Roman" panose="02020603050405020304" pitchFamily="18" charset="0"/>
                          <a:ea typeface="+mn-ea"/>
                          <a:cs typeface="Times New Roman" panose="02020603050405020304" pitchFamily="18" charset="0"/>
                        </a:rPr>
                        <a:t>1</a:t>
                      </a:r>
                      <a:endParaRPr lang="zh-TW" altLang="en-US" sz="2800" kern="1200" dirty="0">
                        <a:solidFill>
                          <a:schemeClr val="tx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r>
                        <a:rPr lang="en-US" altLang="zh-TW" sz="2800" kern="1200" dirty="0">
                          <a:solidFill>
                            <a:schemeClr val="tx1"/>
                          </a:solidFill>
                          <a:latin typeface="Times New Roman" panose="02020603050405020304" pitchFamily="18" charset="0"/>
                          <a:ea typeface="+mn-ea"/>
                          <a:cs typeface="Times New Roman" panose="02020603050405020304" pitchFamily="18" charset="0"/>
                        </a:rPr>
                        <a:t>5</a:t>
                      </a:r>
                      <a:endParaRPr lang="zh-TW" altLang="en-US" sz="2800" kern="1200" dirty="0">
                        <a:solidFill>
                          <a:schemeClr val="tx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r>
                        <a:rPr lang="en-US" altLang="zh-TW" sz="2800" kern="1200" dirty="0">
                          <a:solidFill>
                            <a:schemeClr val="tx1"/>
                          </a:solidFill>
                          <a:latin typeface="Times New Roman" panose="02020603050405020304" pitchFamily="18" charset="0"/>
                          <a:ea typeface="+mn-ea"/>
                          <a:cs typeface="Times New Roman" panose="02020603050405020304" pitchFamily="18" charset="0"/>
                        </a:rPr>
                        <a:t>6</a:t>
                      </a:r>
                      <a:endParaRPr lang="zh-TW" altLang="en-US" sz="2800" kern="1200" dirty="0">
                        <a:solidFill>
                          <a:schemeClr val="tx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0302913"/>
                  </a:ext>
                </a:extLst>
              </a:tr>
              <a:tr h="773258">
                <a:tc>
                  <a:txBody>
                    <a:bodyPr/>
                    <a:lstStyle/>
                    <a:p>
                      <a:pPr marL="0" algn="ctr" defTabSz="914400" rtl="0" eaLnBrk="1" latinLnBrk="0" hangingPunct="1"/>
                      <a:r>
                        <a:rPr lang="en-US" altLang="zh-TW" sz="2800" kern="1200" dirty="0">
                          <a:solidFill>
                            <a:schemeClr val="tx1"/>
                          </a:solidFill>
                          <a:latin typeface="Times New Roman" panose="02020603050405020304" pitchFamily="18" charset="0"/>
                          <a:ea typeface="+mn-ea"/>
                          <a:cs typeface="Times New Roman" panose="02020603050405020304" pitchFamily="18" charset="0"/>
                        </a:rPr>
                        <a:t>12</a:t>
                      </a:r>
                      <a:endParaRPr lang="zh-TW" altLang="en-US" sz="2800" kern="1200" dirty="0">
                        <a:solidFill>
                          <a:schemeClr val="tx1"/>
                        </a:solidFill>
                        <a:latin typeface="Times New Roman" panose="02020603050405020304" pitchFamily="18" charset="0"/>
                        <a:ea typeface="+mn-ea"/>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mpd="sng">
                      <a:solidFill>
                        <a:schemeClr val="tx1"/>
                      </a:solidFill>
                      <a:prstDash val="solid"/>
                    </a:lnB>
                  </a:tcPr>
                </a:tc>
                <a:tc>
                  <a:txBody>
                    <a:bodyPr/>
                    <a:lstStyle/>
                    <a:p>
                      <a:pPr marL="0" algn="ctr" defTabSz="914400" rtl="0" eaLnBrk="1" latinLnBrk="0" hangingPunct="1"/>
                      <a:r>
                        <a:rPr lang="en-US" altLang="zh-TW" sz="2800" kern="1200" dirty="0">
                          <a:solidFill>
                            <a:schemeClr val="tx1"/>
                          </a:solidFill>
                          <a:latin typeface="Times New Roman" panose="02020603050405020304" pitchFamily="18" charset="0"/>
                          <a:ea typeface="+mn-ea"/>
                          <a:cs typeface="Times New Roman" panose="02020603050405020304" pitchFamily="18" charset="0"/>
                        </a:rPr>
                        <a:t>2</a:t>
                      </a:r>
                      <a:endParaRPr lang="zh-TW" altLang="en-US" sz="2800" kern="1200" dirty="0">
                        <a:solidFill>
                          <a:schemeClr val="tx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mpd="sng">
                      <a:solidFill>
                        <a:schemeClr val="tx1"/>
                      </a:solidFill>
                      <a:prstDash val="solid"/>
                    </a:lnR>
                    <a:lnT w="12700" cap="flat" cmpd="sng" algn="ctr">
                      <a:solidFill>
                        <a:schemeClr val="tx1"/>
                      </a:solidFill>
                      <a:prstDash val="solid"/>
                      <a:round/>
                      <a:headEnd type="none" w="med" len="med"/>
                      <a:tailEnd type="none" w="med" len="med"/>
                    </a:lnT>
                    <a:lnB w="12700" cmpd="sng">
                      <a:solidFill>
                        <a:schemeClr val="tx1"/>
                      </a:solidFill>
                      <a:prstDash val="solid"/>
                    </a:lnB>
                  </a:tcPr>
                </a:tc>
                <a:tc>
                  <a:txBody>
                    <a:bodyPr/>
                    <a:lstStyle/>
                    <a:p>
                      <a:pPr marL="0" algn="ctr" defTabSz="914400" rtl="0" eaLnBrk="1" latinLnBrk="0" hangingPunct="1"/>
                      <a:r>
                        <a:rPr lang="en-US" altLang="zh-TW" sz="2800" kern="1200" dirty="0">
                          <a:solidFill>
                            <a:schemeClr val="tx1"/>
                          </a:solidFill>
                          <a:latin typeface="Times New Roman" panose="02020603050405020304" pitchFamily="18" charset="0"/>
                          <a:ea typeface="+mn-ea"/>
                          <a:cs typeface="Times New Roman" panose="02020603050405020304" pitchFamily="18" charset="0"/>
                        </a:rPr>
                        <a:t>2</a:t>
                      </a:r>
                      <a:endParaRPr lang="zh-TW" altLang="en-US" sz="2800" kern="1200" dirty="0">
                        <a:solidFill>
                          <a:schemeClr val="tx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solidFill>
                        <a:schemeClr val="tx1"/>
                      </a:solidFill>
                      <a:prstDash val="solid"/>
                    </a:lnB>
                  </a:tcPr>
                </a:tc>
                <a:tc>
                  <a:txBody>
                    <a:bodyPr/>
                    <a:lstStyle/>
                    <a:p>
                      <a:pPr marL="0" algn="ctr" defTabSz="914400" rtl="0" eaLnBrk="1" latinLnBrk="0" hangingPunct="1"/>
                      <a:r>
                        <a:rPr lang="en-US" altLang="zh-TW" sz="2800" kern="1200" dirty="0">
                          <a:solidFill>
                            <a:schemeClr val="tx1"/>
                          </a:solidFill>
                          <a:latin typeface="Times New Roman" panose="02020603050405020304" pitchFamily="18" charset="0"/>
                          <a:ea typeface="+mn-ea"/>
                          <a:cs typeface="Times New Roman" panose="02020603050405020304" pitchFamily="18" charset="0"/>
                        </a:rPr>
                        <a:t>6</a:t>
                      </a:r>
                      <a:endParaRPr lang="zh-TW" altLang="en-US" sz="2800" kern="1200" dirty="0">
                        <a:solidFill>
                          <a:schemeClr val="tx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mpd="sng">
                      <a:solidFill>
                        <a:schemeClr val="tx1"/>
                      </a:solidFill>
                      <a:prstDash val="solid"/>
                    </a:lnR>
                    <a:lnT w="12700" cap="flat" cmpd="sng" algn="ctr">
                      <a:solidFill>
                        <a:schemeClr val="tx1"/>
                      </a:solidFill>
                      <a:prstDash val="solid"/>
                      <a:round/>
                      <a:headEnd type="none" w="med" len="med"/>
                      <a:tailEnd type="none" w="med" len="med"/>
                    </a:lnT>
                    <a:lnB w="12700" cmpd="sng">
                      <a:solidFill>
                        <a:schemeClr val="tx1"/>
                      </a:solidFill>
                      <a:prstDash val="solid"/>
                    </a:lnB>
                  </a:tcPr>
                </a:tc>
                <a:tc>
                  <a:txBody>
                    <a:bodyPr/>
                    <a:lstStyle/>
                    <a:p>
                      <a:pPr marL="0" algn="ctr" defTabSz="914400" rtl="0" eaLnBrk="1" latinLnBrk="0" hangingPunct="1"/>
                      <a:r>
                        <a:rPr lang="en-US" altLang="zh-TW" sz="2800" kern="1200" dirty="0">
                          <a:solidFill>
                            <a:schemeClr val="tx1"/>
                          </a:solidFill>
                          <a:latin typeface="Times New Roman" panose="02020603050405020304" pitchFamily="18" charset="0"/>
                          <a:ea typeface="+mn-ea"/>
                          <a:cs typeface="Times New Roman" panose="02020603050405020304" pitchFamily="18" charset="0"/>
                        </a:rPr>
                        <a:t>7</a:t>
                      </a:r>
                      <a:endParaRPr lang="zh-TW" altLang="en-US" sz="2800" kern="1200" dirty="0">
                        <a:solidFill>
                          <a:schemeClr val="tx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1342869488"/>
                  </a:ext>
                </a:extLst>
              </a:tr>
            </a:tbl>
          </a:graphicData>
        </a:graphic>
      </p:graphicFrame>
      <p:sp>
        <p:nvSpPr>
          <p:cNvPr id="19" name="文字方塊 18">
            <a:extLst>
              <a:ext uri="{FF2B5EF4-FFF2-40B4-BE49-F238E27FC236}">
                <a16:creationId xmlns:a16="http://schemas.microsoft.com/office/drawing/2014/main" id="{5B634A29-2CC3-3EB3-CAE1-DA1C8A863EF5}"/>
              </a:ext>
            </a:extLst>
          </p:cNvPr>
          <p:cNvSpPr txBox="1"/>
          <p:nvPr/>
        </p:nvSpPr>
        <p:spPr>
          <a:xfrm>
            <a:off x="2298583" y="3401313"/>
            <a:ext cx="553673" cy="523220"/>
          </a:xfrm>
          <a:prstGeom prst="rect">
            <a:avLst/>
          </a:prstGeom>
          <a:noFill/>
        </p:spPr>
        <p:txBody>
          <a:bodyPr wrap="square" rtlCol="0">
            <a:spAutoFit/>
          </a:bodyPr>
          <a:lstStyle/>
          <a:p>
            <a:r>
              <a:rPr lang="en-US" altLang="zh-TW" sz="2800" dirty="0">
                <a:solidFill>
                  <a:srgbClr val="FF0000"/>
                </a:solidFill>
                <a:latin typeface="Times New Roman" panose="02020603050405020304" pitchFamily="18" charset="0"/>
                <a:cs typeface="Times New Roman" panose="02020603050405020304" pitchFamily="18" charset="0"/>
              </a:rPr>
              <a:t>11</a:t>
            </a:r>
            <a:endParaRPr lang="zh-TW" altLang="en-US" sz="2800" dirty="0">
              <a:solidFill>
                <a:srgbClr val="FF0000"/>
              </a:solidFill>
              <a:latin typeface="Times New Roman" panose="02020603050405020304" pitchFamily="18" charset="0"/>
              <a:cs typeface="Times New Roman" panose="02020603050405020304" pitchFamily="18" charset="0"/>
            </a:endParaRPr>
          </a:p>
        </p:txBody>
      </p:sp>
      <p:sp>
        <p:nvSpPr>
          <p:cNvPr id="20" name="文字方塊 19">
            <a:extLst>
              <a:ext uri="{FF2B5EF4-FFF2-40B4-BE49-F238E27FC236}">
                <a16:creationId xmlns:a16="http://schemas.microsoft.com/office/drawing/2014/main" id="{3743ACEE-F75F-1092-E691-DAB2EE0D1C0A}"/>
              </a:ext>
            </a:extLst>
          </p:cNvPr>
          <p:cNvSpPr txBox="1"/>
          <p:nvPr/>
        </p:nvSpPr>
        <p:spPr>
          <a:xfrm>
            <a:off x="2298582" y="4154161"/>
            <a:ext cx="553673" cy="523220"/>
          </a:xfrm>
          <a:prstGeom prst="rect">
            <a:avLst/>
          </a:prstGeom>
          <a:noFill/>
        </p:spPr>
        <p:txBody>
          <a:bodyPr wrap="square" rtlCol="0">
            <a:spAutoFit/>
          </a:bodyPr>
          <a:lstStyle/>
          <a:p>
            <a:r>
              <a:rPr lang="en-US" altLang="zh-TW" sz="2800" dirty="0">
                <a:solidFill>
                  <a:srgbClr val="FF0000"/>
                </a:solidFill>
                <a:latin typeface="Times New Roman" panose="02020603050405020304" pitchFamily="18" charset="0"/>
                <a:cs typeface="Times New Roman" panose="02020603050405020304" pitchFamily="18" charset="0"/>
              </a:rPr>
              <a:t>10</a:t>
            </a:r>
            <a:endParaRPr lang="zh-TW" altLang="en-US" sz="2800" dirty="0">
              <a:solidFill>
                <a:srgbClr val="FF0000"/>
              </a:solidFill>
              <a:latin typeface="Times New Roman" panose="02020603050405020304" pitchFamily="18" charset="0"/>
              <a:cs typeface="Times New Roman" panose="02020603050405020304" pitchFamily="18" charset="0"/>
            </a:endParaRPr>
          </a:p>
        </p:txBody>
      </p:sp>
      <p:sp>
        <p:nvSpPr>
          <p:cNvPr id="21" name="文字方塊 20">
            <a:extLst>
              <a:ext uri="{FF2B5EF4-FFF2-40B4-BE49-F238E27FC236}">
                <a16:creationId xmlns:a16="http://schemas.microsoft.com/office/drawing/2014/main" id="{8ED08909-ED73-78D3-15A0-51EB06CDF15F}"/>
              </a:ext>
            </a:extLst>
          </p:cNvPr>
          <p:cNvSpPr txBox="1"/>
          <p:nvPr/>
        </p:nvSpPr>
        <p:spPr>
          <a:xfrm>
            <a:off x="2382472" y="4924582"/>
            <a:ext cx="553673" cy="523220"/>
          </a:xfrm>
          <a:prstGeom prst="rect">
            <a:avLst/>
          </a:prstGeom>
          <a:noFill/>
        </p:spPr>
        <p:txBody>
          <a:bodyPr wrap="square" rtlCol="0">
            <a:spAutoFit/>
          </a:bodyPr>
          <a:lstStyle/>
          <a:p>
            <a:r>
              <a:rPr lang="en-US" altLang="zh-TW" sz="2800" dirty="0">
                <a:solidFill>
                  <a:srgbClr val="FF0000"/>
                </a:solidFill>
                <a:latin typeface="Times New Roman" panose="02020603050405020304" pitchFamily="18" charset="0"/>
                <a:cs typeface="Times New Roman" panose="02020603050405020304" pitchFamily="18" charset="0"/>
              </a:rPr>
              <a:t>1</a:t>
            </a:r>
            <a:endParaRPr lang="zh-TW" altLang="en-US" sz="2800" dirty="0">
              <a:solidFill>
                <a:srgbClr val="FF0000"/>
              </a:solidFill>
              <a:latin typeface="Times New Roman" panose="02020603050405020304" pitchFamily="18" charset="0"/>
              <a:cs typeface="Times New Roman" panose="02020603050405020304" pitchFamily="18" charset="0"/>
            </a:endParaRPr>
          </a:p>
        </p:txBody>
      </p:sp>
      <p:sp>
        <p:nvSpPr>
          <p:cNvPr id="22" name="文字方塊 21">
            <a:extLst>
              <a:ext uri="{FF2B5EF4-FFF2-40B4-BE49-F238E27FC236}">
                <a16:creationId xmlns:a16="http://schemas.microsoft.com/office/drawing/2014/main" id="{4CC39796-800E-ABDB-F115-3C82DFF491B6}"/>
              </a:ext>
            </a:extLst>
          </p:cNvPr>
          <p:cNvSpPr txBox="1"/>
          <p:nvPr/>
        </p:nvSpPr>
        <p:spPr>
          <a:xfrm>
            <a:off x="2382472" y="5654154"/>
            <a:ext cx="553673" cy="523220"/>
          </a:xfrm>
          <a:prstGeom prst="rect">
            <a:avLst/>
          </a:prstGeom>
          <a:noFill/>
        </p:spPr>
        <p:txBody>
          <a:bodyPr wrap="square" rtlCol="0">
            <a:spAutoFit/>
          </a:bodyPr>
          <a:lstStyle/>
          <a:p>
            <a:r>
              <a:rPr lang="en-US" altLang="zh-TW" sz="2800" dirty="0">
                <a:solidFill>
                  <a:srgbClr val="FF0000"/>
                </a:solidFill>
                <a:latin typeface="Times New Roman" panose="02020603050405020304" pitchFamily="18" charset="0"/>
                <a:cs typeface="Times New Roman" panose="02020603050405020304" pitchFamily="18" charset="0"/>
              </a:rPr>
              <a:t>0</a:t>
            </a:r>
            <a:endParaRPr lang="zh-TW" altLang="en-US" sz="2800" dirty="0">
              <a:solidFill>
                <a:srgbClr val="FF0000"/>
              </a:solidFill>
              <a:latin typeface="Times New Roman" panose="02020603050405020304" pitchFamily="18" charset="0"/>
              <a:cs typeface="Times New Roman" panose="02020603050405020304" pitchFamily="18" charset="0"/>
            </a:endParaRPr>
          </a:p>
        </p:txBody>
      </p:sp>
      <p:sp>
        <p:nvSpPr>
          <p:cNvPr id="23" name="文字方塊 22">
            <a:extLst>
              <a:ext uri="{FF2B5EF4-FFF2-40B4-BE49-F238E27FC236}">
                <a16:creationId xmlns:a16="http://schemas.microsoft.com/office/drawing/2014/main" id="{04A57048-97D4-E9B8-9C59-482CAE7929C1}"/>
              </a:ext>
            </a:extLst>
          </p:cNvPr>
          <p:cNvSpPr txBox="1"/>
          <p:nvPr/>
        </p:nvSpPr>
        <p:spPr>
          <a:xfrm>
            <a:off x="8719656" y="2747302"/>
            <a:ext cx="553673" cy="523220"/>
          </a:xfrm>
          <a:prstGeom prst="rect">
            <a:avLst/>
          </a:prstGeom>
          <a:noFill/>
        </p:spPr>
        <p:txBody>
          <a:bodyPr wrap="square" rtlCol="0">
            <a:spAutoFit/>
          </a:bodyPr>
          <a:lstStyle/>
          <a:p>
            <a:r>
              <a:rPr lang="en-US" altLang="zh-TW" sz="2800" dirty="0">
                <a:solidFill>
                  <a:srgbClr val="FF0000"/>
                </a:solidFill>
                <a:latin typeface="Times New Roman" panose="02020603050405020304" pitchFamily="18" charset="0"/>
                <a:cs typeface="Times New Roman" panose="02020603050405020304" pitchFamily="18" charset="0"/>
              </a:rPr>
              <a:t>7</a:t>
            </a:r>
            <a:endParaRPr lang="zh-TW" altLang="en-US" sz="2800" dirty="0">
              <a:solidFill>
                <a:srgbClr val="FF0000"/>
              </a:solidFill>
              <a:latin typeface="Times New Roman" panose="02020603050405020304" pitchFamily="18" charset="0"/>
              <a:cs typeface="Times New Roman" panose="02020603050405020304" pitchFamily="18" charset="0"/>
            </a:endParaRPr>
          </a:p>
        </p:txBody>
      </p:sp>
      <p:sp>
        <p:nvSpPr>
          <p:cNvPr id="24" name="文字方塊 23">
            <a:extLst>
              <a:ext uri="{FF2B5EF4-FFF2-40B4-BE49-F238E27FC236}">
                <a16:creationId xmlns:a16="http://schemas.microsoft.com/office/drawing/2014/main" id="{0EAABC2A-A2F1-D479-129A-647C975C7496}"/>
              </a:ext>
            </a:extLst>
          </p:cNvPr>
          <p:cNvSpPr txBox="1"/>
          <p:nvPr/>
        </p:nvSpPr>
        <p:spPr>
          <a:xfrm>
            <a:off x="7354339" y="2747302"/>
            <a:ext cx="553673" cy="523220"/>
          </a:xfrm>
          <a:prstGeom prst="rect">
            <a:avLst/>
          </a:prstGeom>
          <a:noFill/>
        </p:spPr>
        <p:txBody>
          <a:bodyPr wrap="square" rtlCol="0">
            <a:spAutoFit/>
          </a:bodyPr>
          <a:lstStyle/>
          <a:p>
            <a:r>
              <a:rPr lang="en-US" altLang="zh-TW" sz="2800" dirty="0">
                <a:solidFill>
                  <a:srgbClr val="FF0000"/>
                </a:solidFill>
                <a:latin typeface="Times New Roman" panose="02020603050405020304" pitchFamily="18" charset="0"/>
                <a:cs typeface="Times New Roman" panose="02020603050405020304" pitchFamily="18" charset="0"/>
              </a:rPr>
              <a:t>6</a:t>
            </a:r>
            <a:endParaRPr lang="zh-TW" altLang="en-US" sz="2800" dirty="0">
              <a:solidFill>
                <a:srgbClr val="FF0000"/>
              </a:solidFill>
              <a:latin typeface="Times New Roman" panose="02020603050405020304" pitchFamily="18" charset="0"/>
              <a:cs typeface="Times New Roman" panose="02020603050405020304" pitchFamily="18" charset="0"/>
            </a:endParaRPr>
          </a:p>
        </p:txBody>
      </p:sp>
      <p:sp>
        <p:nvSpPr>
          <p:cNvPr id="27" name="文字方塊 26">
            <a:extLst>
              <a:ext uri="{FF2B5EF4-FFF2-40B4-BE49-F238E27FC236}">
                <a16:creationId xmlns:a16="http://schemas.microsoft.com/office/drawing/2014/main" id="{C49FB9E1-348D-DE46-9759-2EADBC03DFE8}"/>
              </a:ext>
            </a:extLst>
          </p:cNvPr>
          <p:cNvSpPr txBox="1"/>
          <p:nvPr/>
        </p:nvSpPr>
        <p:spPr>
          <a:xfrm>
            <a:off x="3338816" y="2754506"/>
            <a:ext cx="553673" cy="523220"/>
          </a:xfrm>
          <a:prstGeom prst="rect">
            <a:avLst/>
          </a:prstGeom>
          <a:noFill/>
        </p:spPr>
        <p:txBody>
          <a:bodyPr wrap="square" rtlCol="0">
            <a:spAutoFit/>
          </a:bodyPr>
          <a:lstStyle/>
          <a:p>
            <a:r>
              <a:rPr lang="en-US" altLang="zh-TW" sz="2800" dirty="0">
                <a:solidFill>
                  <a:srgbClr val="FF0000"/>
                </a:solidFill>
                <a:latin typeface="Times New Roman" panose="02020603050405020304" pitchFamily="18" charset="0"/>
                <a:cs typeface="Times New Roman" panose="02020603050405020304" pitchFamily="18" charset="0"/>
              </a:rPr>
              <a:t>12</a:t>
            </a:r>
            <a:endParaRPr lang="zh-TW" altLang="en-US" sz="2800" dirty="0">
              <a:solidFill>
                <a:srgbClr val="FF0000"/>
              </a:solidFill>
              <a:latin typeface="Times New Roman" panose="02020603050405020304" pitchFamily="18" charset="0"/>
              <a:cs typeface="Times New Roman" panose="02020603050405020304" pitchFamily="18" charset="0"/>
            </a:endParaRPr>
          </a:p>
        </p:txBody>
      </p:sp>
      <p:sp>
        <p:nvSpPr>
          <p:cNvPr id="28" name="文字方塊 27">
            <a:extLst>
              <a:ext uri="{FF2B5EF4-FFF2-40B4-BE49-F238E27FC236}">
                <a16:creationId xmlns:a16="http://schemas.microsoft.com/office/drawing/2014/main" id="{C5CAC070-E43F-6085-891E-9DBC1D3F59EC}"/>
              </a:ext>
            </a:extLst>
          </p:cNvPr>
          <p:cNvSpPr txBox="1"/>
          <p:nvPr/>
        </p:nvSpPr>
        <p:spPr>
          <a:xfrm>
            <a:off x="6116268" y="2740095"/>
            <a:ext cx="553673" cy="523220"/>
          </a:xfrm>
          <a:prstGeom prst="rect">
            <a:avLst/>
          </a:prstGeom>
          <a:noFill/>
        </p:spPr>
        <p:txBody>
          <a:bodyPr wrap="square" rtlCol="0">
            <a:spAutoFit/>
          </a:bodyPr>
          <a:lstStyle/>
          <a:p>
            <a:r>
              <a:rPr lang="en-US" altLang="zh-TW" sz="2800" dirty="0">
                <a:solidFill>
                  <a:srgbClr val="FF0000"/>
                </a:solidFill>
                <a:latin typeface="Times New Roman" panose="02020603050405020304" pitchFamily="18" charset="0"/>
                <a:cs typeface="Times New Roman" panose="02020603050405020304" pitchFamily="18" charset="0"/>
              </a:rPr>
              <a:t>2</a:t>
            </a:r>
            <a:endParaRPr lang="zh-TW" altLang="en-US" sz="2800" dirty="0">
              <a:solidFill>
                <a:srgbClr val="FF0000"/>
              </a:solidFill>
              <a:latin typeface="Times New Roman" panose="02020603050405020304" pitchFamily="18" charset="0"/>
              <a:cs typeface="Times New Roman" panose="02020603050405020304" pitchFamily="18" charset="0"/>
            </a:endParaRPr>
          </a:p>
        </p:txBody>
      </p:sp>
      <p:sp>
        <p:nvSpPr>
          <p:cNvPr id="29" name="文字方塊 28">
            <a:extLst>
              <a:ext uri="{FF2B5EF4-FFF2-40B4-BE49-F238E27FC236}">
                <a16:creationId xmlns:a16="http://schemas.microsoft.com/office/drawing/2014/main" id="{ABFE0FE3-9727-868D-915E-9FBFCDAD9554}"/>
              </a:ext>
            </a:extLst>
          </p:cNvPr>
          <p:cNvSpPr txBox="1"/>
          <p:nvPr/>
        </p:nvSpPr>
        <p:spPr>
          <a:xfrm>
            <a:off x="4777522" y="2740095"/>
            <a:ext cx="553673" cy="523220"/>
          </a:xfrm>
          <a:prstGeom prst="rect">
            <a:avLst/>
          </a:prstGeom>
          <a:noFill/>
        </p:spPr>
        <p:txBody>
          <a:bodyPr wrap="square" rtlCol="0">
            <a:spAutoFit/>
          </a:bodyPr>
          <a:lstStyle/>
          <a:p>
            <a:r>
              <a:rPr lang="en-US" altLang="zh-TW" sz="2800" dirty="0">
                <a:solidFill>
                  <a:srgbClr val="FF0000"/>
                </a:solidFill>
                <a:latin typeface="Times New Roman" panose="02020603050405020304" pitchFamily="18" charset="0"/>
                <a:cs typeface="Times New Roman" panose="02020603050405020304" pitchFamily="18" charset="0"/>
              </a:rPr>
              <a:t>2</a:t>
            </a:r>
            <a:endParaRPr lang="zh-TW" altLang="en-US" sz="2800" dirty="0">
              <a:solidFill>
                <a:srgbClr val="FF0000"/>
              </a:solidFill>
              <a:latin typeface="Times New Roman" panose="02020603050405020304" pitchFamily="18" charset="0"/>
              <a:cs typeface="Times New Roman" panose="02020603050405020304" pitchFamily="18" charset="0"/>
            </a:endParaRPr>
          </a:p>
        </p:txBody>
      </p:sp>
      <p:cxnSp>
        <p:nvCxnSpPr>
          <p:cNvPr id="31" name="直線接點 30">
            <a:extLst>
              <a:ext uri="{FF2B5EF4-FFF2-40B4-BE49-F238E27FC236}">
                <a16:creationId xmlns:a16="http://schemas.microsoft.com/office/drawing/2014/main" id="{C53B8AA0-8AF3-1D77-163D-3F03C4CBB174}"/>
              </a:ext>
            </a:extLst>
          </p:cNvPr>
          <p:cNvCxnSpPr/>
          <p:nvPr/>
        </p:nvCxnSpPr>
        <p:spPr>
          <a:xfrm>
            <a:off x="2382472" y="2754504"/>
            <a:ext cx="553673" cy="523222"/>
          </a:xfrm>
          <a:prstGeom prst="line">
            <a:avLst/>
          </a:prstGeom>
        </p:spPr>
        <p:style>
          <a:lnRef idx="1">
            <a:schemeClr val="accent1"/>
          </a:lnRef>
          <a:fillRef idx="0">
            <a:schemeClr val="accent1"/>
          </a:fillRef>
          <a:effectRef idx="0">
            <a:schemeClr val="accent1"/>
          </a:effectRef>
          <a:fontRef idx="minor">
            <a:schemeClr val="tx1"/>
          </a:fontRef>
        </p:style>
      </p:cxnSp>
      <p:pic>
        <p:nvPicPr>
          <p:cNvPr id="33" name="圖片 32">
            <a:extLst>
              <a:ext uri="{FF2B5EF4-FFF2-40B4-BE49-F238E27FC236}">
                <a16:creationId xmlns:a16="http://schemas.microsoft.com/office/drawing/2014/main" id="{16EDC85B-AD97-9AEA-1A65-76214F45D8A5}"/>
              </a:ext>
            </a:extLst>
          </p:cNvPr>
          <p:cNvPicPr>
            <a:picLocks noChangeAspect="1"/>
          </p:cNvPicPr>
          <p:nvPr/>
        </p:nvPicPr>
        <p:blipFill>
          <a:blip r:embed="rId2"/>
          <a:stretch>
            <a:fillRect/>
          </a:stretch>
        </p:blipFill>
        <p:spPr>
          <a:xfrm>
            <a:off x="2733176" y="2582177"/>
            <a:ext cx="238158" cy="504895"/>
          </a:xfrm>
          <a:prstGeom prst="rect">
            <a:avLst/>
          </a:prstGeom>
        </p:spPr>
      </p:pic>
      <p:pic>
        <p:nvPicPr>
          <p:cNvPr id="35" name="圖片 34">
            <a:extLst>
              <a:ext uri="{FF2B5EF4-FFF2-40B4-BE49-F238E27FC236}">
                <a16:creationId xmlns:a16="http://schemas.microsoft.com/office/drawing/2014/main" id="{683993D0-B0B7-EF2B-0DE9-1003FCE52400}"/>
              </a:ext>
            </a:extLst>
          </p:cNvPr>
          <p:cNvPicPr>
            <a:picLocks noChangeAspect="1"/>
          </p:cNvPicPr>
          <p:nvPr/>
        </p:nvPicPr>
        <p:blipFill>
          <a:blip r:embed="rId3"/>
          <a:stretch>
            <a:fillRect/>
          </a:stretch>
        </p:blipFill>
        <p:spPr>
          <a:xfrm>
            <a:off x="2095370" y="2876473"/>
            <a:ext cx="390580" cy="552527"/>
          </a:xfrm>
          <a:prstGeom prst="rect">
            <a:avLst/>
          </a:prstGeom>
        </p:spPr>
      </p:pic>
      <p:sp>
        <p:nvSpPr>
          <p:cNvPr id="36" name="文字方塊 35">
            <a:extLst>
              <a:ext uri="{FF2B5EF4-FFF2-40B4-BE49-F238E27FC236}">
                <a16:creationId xmlns:a16="http://schemas.microsoft.com/office/drawing/2014/main" id="{C89E4132-1F5A-2070-535D-6AC94C0A2C62}"/>
              </a:ext>
            </a:extLst>
          </p:cNvPr>
          <p:cNvSpPr txBox="1"/>
          <p:nvPr/>
        </p:nvSpPr>
        <p:spPr>
          <a:xfrm>
            <a:off x="4953690" y="6270983"/>
            <a:ext cx="4953014" cy="523220"/>
          </a:xfrm>
          <a:prstGeom prst="rect">
            <a:avLst/>
          </a:prstGeom>
          <a:noFill/>
        </p:spPr>
        <p:txBody>
          <a:bodyPr wrap="square" rtlCol="0">
            <a:spAutoFit/>
          </a:bodyPr>
          <a:lstStyle/>
          <a:p>
            <a:r>
              <a:rPr lang="en-US" altLang="zh-TW" sz="2800" dirty="0">
                <a:latin typeface="Times New Roman" panose="02020603050405020304" pitchFamily="18" charset="0"/>
                <a:cs typeface="Times New Roman" panose="02020603050405020304" pitchFamily="18" charset="0"/>
              </a:rPr>
              <a:t>Distance Matrix</a:t>
            </a:r>
            <a:endParaRPr lang="zh-TW" alt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806057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2B83179E-22C4-4236-E2D4-6F81ADB26387}"/>
              </a:ext>
            </a:extLst>
          </p:cNvPr>
          <p:cNvSpPr>
            <a:spLocks noGrp="1"/>
          </p:cNvSpPr>
          <p:nvPr>
            <p:ph type="sldNum" sz="quarter" idx="12"/>
          </p:nvPr>
        </p:nvSpPr>
        <p:spPr/>
        <p:txBody>
          <a:bodyPr/>
          <a:lstStyle/>
          <a:p>
            <a:fld id="{EFAEC03B-316C-4507-8207-D997BB28EB64}" type="slidenum">
              <a:rPr lang="zh-TW" altLang="en-US" smtClean="0"/>
              <a:t>11</a:t>
            </a:fld>
            <a:endParaRPr lang="zh-TW" altLang="en-US"/>
          </a:p>
        </p:txBody>
      </p:sp>
      <p:graphicFrame>
        <p:nvGraphicFramePr>
          <p:cNvPr id="18" name="表格 17">
            <a:extLst>
              <a:ext uri="{FF2B5EF4-FFF2-40B4-BE49-F238E27FC236}">
                <a16:creationId xmlns:a16="http://schemas.microsoft.com/office/drawing/2014/main" id="{C5C668B4-AFE4-0439-E321-926D7B068764}"/>
              </a:ext>
            </a:extLst>
          </p:cNvPr>
          <p:cNvGraphicFramePr>
            <a:graphicFrameLocks noGrp="1"/>
          </p:cNvGraphicFramePr>
          <p:nvPr>
            <p:extLst>
              <p:ext uri="{D42A27DB-BD31-4B8C-83A1-F6EECF244321}">
                <p14:modId xmlns:p14="http://schemas.microsoft.com/office/powerpoint/2010/main" val="2653938440"/>
              </p:ext>
            </p:extLst>
          </p:nvPr>
        </p:nvGraphicFramePr>
        <p:xfrm>
          <a:off x="2861339" y="2739796"/>
          <a:ext cx="6761525" cy="3093031"/>
        </p:xfrm>
        <a:graphic>
          <a:graphicData uri="http://schemas.openxmlformats.org/drawingml/2006/table">
            <a:tbl>
              <a:tblPr/>
              <a:tblGrid>
                <a:gridCol w="1352305">
                  <a:extLst>
                    <a:ext uri="{9D8B030D-6E8A-4147-A177-3AD203B41FA5}">
                      <a16:colId xmlns:a16="http://schemas.microsoft.com/office/drawing/2014/main" val="2524063121"/>
                    </a:ext>
                  </a:extLst>
                </a:gridCol>
                <a:gridCol w="1352305">
                  <a:extLst>
                    <a:ext uri="{9D8B030D-6E8A-4147-A177-3AD203B41FA5}">
                      <a16:colId xmlns:a16="http://schemas.microsoft.com/office/drawing/2014/main" val="3305983794"/>
                    </a:ext>
                  </a:extLst>
                </a:gridCol>
                <a:gridCol w="1352305">
                  <a:extLst>
                    <a:ext uri="{9D8B030D-6E8A-4147-A177-3AD203B41FA5}">
                      <a16:colId xmlns:a16="http://schemas.microsoft.com/office/drawing/2014/main" val="3597898783"/>
                    </a:ext>
                  </a:extLst>
                </a:gridCol>
                <a:gridCol w="1352305">
                  <a:extLst>
                    <a:ext uri="{9D8B030D-6E8A-4147-A177-3AD203B41FA5}">
                      <a16:colId xmlns:a16="http://schemas.microsoft.com/office/drawing/2014/main" val="3543645494"/>
                    </a:ext>
                  </a:extLst>
                </a:gridCol>
                <a:gridCol w="1352305">
                  <a:extLst>
                    <a:ext uri="{9D8B030D-6E8A-4147-A177-3AD203B41FA5}">
                      <a16:colId xmlns:a16="http://schemas.microsoft.com/office/drawing/2014/main" val="259332007"/>
                    </a:ext>
                  </a:extLst>
                </a:gridCol>
              </a:tblGrid>
              <a:tr h="773257">
                <a:tc>
                  <a:txBody>
                    <a:bodyPr/>
                    <a:lstStyle/>
                    <a:p>
                      <a:pPr marL="0" algn="ctr" defTabSz="914400" rtl="0" eaLnBrk="1" latinLnBrk="0" hangingPunct="1"/>
                      <a:r>
                        <a:rPr lang="en-US" altLang="zh-TW" sz="2800" kern="1200" dirty="0">
                          <a:solidFill>
                            <a:schemeClr val="tx1"/>
                          </a:solidFill>
                          <a:latin typeface="Times New Roman" panose="02020603050405020304" pitchFamily="18" charset="0"/>
                          <a:ea typeface="+mn-ea"/>
                          <a:cs typeface="Times New Roman" panose="02020603050405020304" pitchFamily="18" charset="0"/>
                        </a:rPr>
                        <a:t>1</a:t>
                      </a:r>
                      <a:endParaRPr lang="zh-TW" altLang="en-US" sz="2800" kern="1200" dirty="0">
                        <a:solidFill>
                          <a:schemeClr val="tx1"/>
                        </a:solidFill>
                        <a:latin typeface="Times New Roman" panose="02020603050405020304" pitchFamily="18" charset="0"/>
                        <a:ea typeface="+mn-ea"/>
                        <a:cs typeface="Times New Roman" panose="02020603050405020304" pitchFamily="18" charset="0"/>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r>
                        <a:rPr lang="en-US" altLang="zh-TW" sz="2800" kern="1200" dirty="0">
                          <a:solidFill>
                            <a:schemeClr val="tx1"/>
                          </a:solidFill>
                          <a:latin typeface="Times New Roman" panose="02020603050405020304" pitchFamily="18" charset="0"/>
                          <a:ea typeface="+mn-ea"/>
                          <a:cs typeface="Times New Roman" panose="02020603050405020304" pitchFamily="18" charset="0"/>
                        </a:rPr>
                        <a:t>10</a:t>
                      </a:r>
                      <a:endParaRPr lang="zh-TW" altLang="en-US" sz="2800" kern="1200" dirty="0">
                        <a:solidFill>
                          <a:schemeClr val="tx1"/>
                        </a:solidFill>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solidFill>
                        <a:schemeClr val="tx1"/>
                      </a:solidFill>
                      <a:prstDash val="solid"/>
                    </a:lnR>
                    <a:lnT w="12700" cmpd="sng">
                      <a:solidFill>
                        <a:schemeClr val="tx1"/>
                      </a:solidFill>
                      <a:prstDash val="solid"/>
                    </a:lnT>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r>
                        <a:rPr lang="en-US" altLang="zh-TW" sz="2800" kern="1200" dirty="0">
                          <a:solidFill>
                            <a:schemeClr val="tx1"/>
                          </a:solidFill>
                          <a:latin typeface="Times New Roman" panose="02020603050405020304" pitchFamily="18" charset="0"/>
                          <a:ea typeface="+mn-ea"/>
                          <a:cs typeface="Times New Roman" panose="02020603050405020304" pitchFamily="18" charset="0"/>
                        </a:rPr>
                        <a:t>19</a:t>
                      </a:r>
                      <a:endParaRPr lang="zh-TW" altLang="en-US" sz="2800" kern="1200" dirty="0">
                        <a:solidFill>
                          <a:schemeClr val="tx1"/>
                        </a:solidFill>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solidFill>
                        <a:schemeClr val="tx1"/>
                      </a:solidFill>
                      <a:prstDash val="solid"/>
                    </a:lnT>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r>
                        <a:rPr lang="en-US" altLang="zh-TW" sz="2800" kern="1200" dirty="0">
                          <a:solidFill>
                            <a:schemeClr val="tx1"/>
                          </a:solidFill>
                          <a:latin typeface="Times New Roman" panose="02020603050405020304" pitchFamily="18" charset="0"/>
                          <a:ea typeface="+mn-ea"/>
                          <a:cs typeface="Times New Roman" panose="02020603050405020304" pitchFamily="18" charset="0"/>
                        </a:rPr>
                        <a:t>24</a:t>
                      </a:r>
                      <a:endParaRPr lang="zh-TW" altLang="en-US" sz="2800" kern="1200" dirty="0">
                        <a:solidFill>
                          <a:schemeClr val="tx1"/>
                        </a:solidFill>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solidFill>
                        <a:schemeClr val="tx1"/>
                      </a:solidFill>
                      <a:prstDash val="solid"/>
                    </a:lnR>
                    <a:lnT w="12700" cmpd="sng">
                      <a:solidFill>
                        <a:schemeClr val="tx1"/>
                      </a:solidFill>
                      <a:prstDash val="solid"/>
                    </a:lnT>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r>
                        <a:rPr lang="en-US" altLang="zh-TW" sz="2800" kern="1200" dirty="0">
                          <a:solidFill>
                            <a:schemeClr val="tx1"/>
                          </a:solidFill>
                          <a:latin typeface="Times New Roman" panose="02020603050405020304" pitchFamily="18" charset="0"/>
                          <a:ea typeface="+mn-ea"/>
                          <a:cs typeface="Times New Roman" panose="02020603050405020304" pitchFamily="18" charset="0"/>
                        </a:rPr>
                        <a:t>28</a:t>
                      </a:r>
                      <a:endParaRPr lang="zh-TW" altLang="en-US" sz="2800" kern="1200" dirty="0">
                        <a:solidFill>
                          <a:schemeClr val="tx1"/>
                        </a:solidFill>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solidFill>
                        <a:schemeClr val="tx1"/>
                      </a:solidFill>
                      <a:prstDash val="solid"/>
                    </a:lnR>
                    <a:lnT w="12700" cmpd="sng">
                      <a:solidFill>
                        <a:schemeClr val="tx1"/>
                      </a:solidFill>
                      <a:prstDash val="soli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84102866"/>
                  </a:ext>
                </a:extLst>
              </a:tr>
              <a:tr h="773258">
                <a:tc>
                  <a:txBody>
                    <a:bodyPr/>
                    <a:lstStyle/>
                    <a:p>
                      <a:pPr marL="0" algn="ctr" defTabSz="914400" rtl="0" eaLnBrk="1" latinLnBrk="0" hangingPunct="1"/>
                      <a:r>
                        <a:rPr lang="en-US" altLang="zh-TW" sz="2800" kern="1200" dirty="0">
                          <a:solidFill>
                            <a:schemeClr val="tx1"/>
                          </a:solidFill>
                          <a:latin typeface="Times New Roman" panose="02020603050405020304" pitchFamily="18" charset="0"/>
                          <a:ea typeface="+mn-ea"/>
                          <a:cs typeface="Times New Roman" panose="02020603050405020304" pitchFamily="18" charset="0"/>
                        </a:rPr>
                        <a:t>3</a:t>
                      </a:r>
                      <a:endParaRPr lang="zh-TW" altLang="en-US" sz="2800" kern="1200" dirty="0">
                        <a:solidFill>
                          <a:schemeClr val="tx1"/>
                        </a:solidFill>
                        <a:latin typeface="Times New Roman" panose="02020603050405020304" pitchFamily="18" charset="0"/>
                        <a:ea typeface="+mn-ea"/>
                        <a:cs typeface="Times New Roman" panose="02020603050405020304" pitchFamily="18" charset="0"/>
                      </a:endParaRPr>
                    </a:p>
                  </a:txBody>
                  <a:tcPr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endParaRPr lang="zh-TW" altLang="en-US" sz="2800" kern="1200" dirty="0">
                        <a:solidFill>
                          <a:schemeClr val="tx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endParaRPr lang="zh-TW" altLang="en-US" sz="2800" kern="1200" dirty="0">
                        <a:solidFill>
                          <a:schemeClr val="tx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endParaRPr lang="zh-TW" altLang="en-US" sz="2800" kern="1200" dirty="0">
                        <a:solidFill>
                          <a:schemeClr val="tx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endParaRPr lang="zh-TW" altLang="en-US" sz="2800" kern="1200" dirty="0">
                        <a:solidFill>
                          <a:schemeClr val="tx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13052811"/>
                  </a:ext>
                </a:extLst>
              </a:tr>
              <a:tr h="773258">
                <a:tc>
                  <a:txBody>
                    <a:bodyPr/>
                    <a:lstStyle/>
                    <a:p>
                      <a:pPr marL="0" algn="ctr" defTabSz="914400" rtl="0" eaLnBrk="1" latinLnBrk="0" hangingPunct="1"/>
                      <a:endParaRPr lang="zh-TW" altLang="en-US" sz="2800" kern="1200" dirty="0">
                        <a:solidFill>
                          <a:schemeClr val="tx1"/>
                        </a:solidFill>
                        <a:latin typeface="Times New Roman" panose="02020603050405020304" pitchFamily="18" charset="0"/>
                        <a:ea typeface="+mn-ea"/>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endParaRPr lang="zh-TW" altLang="en-US" sz="2800" kern="1200" dirty="0">
                        <a:solidFill>
                          <a:schemeClr val="tx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endParaRPr lang="zh-TW" altLang="en-US" sz="2800" kern="1200" dirty="0">
                        <a:solidFill>
                          <a:schemeClr val="tx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endParaRPr lang="zh-TW" altLang="en-US" sz="2800" kern="1200" dirty="0">
                        <a:solidFill>
                          <a:schemeClr val="tx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endParaRPr lang="zh-TW" altLang="en-US" sz="2800" kern="1200" dirty="0">
                        <a:solidFill>
                          <a:schemeClr val="tx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0302913"/>
                  </a:ext>
                </a:extLst>
              </a:tr>
              <a:tr h="773258">
                <a:tc>
                  <a:txBody>
                    <a:bodyPr/>
                    <a:lstStyle/>
                    <a:p>
                      <a:pPr marL="0" algn="ctr" defTabSz="914400" rtl="0" eaLnBrk="1" latinLnBrk="0" hangingPunct="1"/>
                      <a:endParaRPr lang="zh-TW" altLang="en-US" sz="2800" kern="1200" dirty="0">
                        <a:solidFill>
                          <a:schemeClr val="tx1"/>
                        </a:solidFill>
                        <a:latin typeface="Times New Roman" panose="02020603050405020304" pitchFamily="18" charset="0"/>
                        <a:ea typeface="+mn-ea"/>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mpd="sng">
                      <a:solidFill>
                        <a:schemeClr val="tx1"/>
                      </a:solidFill>
                      <a:prstDash val="solid"/>
                    </a:lnB>
                  </a:tcPr>
                </a:tc>
                <a:tc>
                  <a:txBody>
                    <a:bodyPr/>
                    <a:lstStyle/>
                    <a:p>
                      <a:pPr marL="0" algn="ctr" defTabSz="914400" rtl="0" eaLnBrk="1" latinLnBrk="0" hangingPunct="1"/>
                      <a:endParaRPr lang="zh-TW" altLang="en-US" sz="2800" kern="1200" dirty="0">
                        <a:solidFill>
                          <a:schemeClr val="tx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mpd="sng">
                      <a:solidFill>
                        <a:schemeClr val="tx1"/>
                      </a:solidFill>
                      <a:prstDash val="solid"/>
                    </a:lnR>
                    <a:lnT w="12700" cap="flat" cmpd="sng" algn="ctr">
                      <a:solidFill>
                        <a:schemeClr val="tx1"/>
                      </a:solidFill>
                      <a:prstDash val="solid"/>
                      <a:round/>
                      <a:headEnd type="none" w="med" len="med"/>
                      <a:tailEnd type="none" w="med" len="med"/>
                    </a:lnT>
                    <a:lnB w="12700" cmpd="sng">
                      <a:solidFill>
                        <a:schemeClr val="tx1"/>
                      </a:solidFill>
                      <a:prstDash val="solid"/>
                    </a:lnB>
                  </a:tcPr>
                </a:tc>
                <a:tc>
                  <a:txBody>
                    <a:bodyPr/>
                    <a:lstStyle/>
                    <a:p>
                      <a:pPr marL="0" algn="ctr" defTabSz="914400" rtl="0" eaLnBrk="1" latinLnBrk="0" hangingPunct="1"/>
                      <a:endParaRPr lang="zh-TW" altLang="en-US" sz="2800" kern="1200" dirty="0">
                        <a:solidFill>
                          <a:schemeClr val="tx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solidFill>
                        <a:schemeClr val="tx1"/>
                      </a:solidFill>
                      <a:prstDash val="solid"/>
                    </a:lnB>
                  </a:tcPr>
                </a:tc>
                <a:tc>
                  <a:txBody>
                    <a:bodyPr/>
                    <a:lstStyle/>
                    <a:p>
                      <a:pPr marL="0" algn="ctr" defTabSz="914400" rtl="0" eaLnBrk="1" latinLnBrk="0" hangingPunct="1"/>
                      <a:endParaRPr lang="zh-TW" altLang="en-US" sz="2800" kern="1200" dirty="0">
                        <a:solidFill>
                          <a:schemeClr val="tx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mpd="sng">
                      <a:solidFill>
                        <a:schemeClr val="tx1"/>
                      </a:solidFill>
                      <a:prstDash val="solid"/>
                    </a:lnR>
                    <a:lnT w="12700" cap="flat" cmpd="sng" algn="ctr">
                      <a:solidFill>
                        <a:schemeClr val="tx1"/>
                      </a:solidFill>
                      <a:prstDash val="solid"/>
                      <a:round/>
                      <a:headEnd type="none" w="med" len="med"/>
                      <a:tailEnd type="none" w="med" len="med"/>
                    </a:lnT>
                    <a:lnB w="12700" cmpd="sng">
                      <a:solidFill>
                        <a:schemeClr val="tx1"/>
                      </a:solidFill>
                      <a:prstDash val="solid"/>
                    </a:lnB>
                  </a:tcPr>
                </a:tc>
                <a:tc>
                  <a:txBody>
                    <a:bodyPr/>
                    <a:lstStyle/>
                    <a:p>
                      <a:pPr marL="0" algn="ctr" defTabSz="914400" rtl="0" eaLnBrk="1" latinLnBrk="0" hangingPunct="1"/>
                      <a:endParaRPr lang="zh-TW" altLang="en-US" sz="2800" kern="1200" dirty="0">
                        <a:solidFill>
                          <a:schemeClr val="tx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1342869488"/>
                  </a:ext>
                </a:extLst>
              </a:tr>
            </a:tbl>
          </a:graphicData>
        </a:graphic>
      </p:graphicFrame>
      <p:sp>
        <p:nvSpPr>
          <p:cNvPr id="19" name="文字方塊 18">
            <a:extLst>
              <a:ext uri="{FF2B5EF4-FFF2-40B4-BE49-F238E27FC236}">
                <a16:creationId xmlns:a16="http://schemas.microsoft.com/office/drawing/2014/main" id="{5B634A29-2CC3-3EB3-CAE1-DA1C8A863EF5}"/>
              </a:ext>
            </a:extLst>
          </p:cNvPr>
          <p:cNvSpPr txBox="1"/>
          <p:nvPr/>
        </p:nvSpPr>
        <p:spPr>
          <a:xfrm>
            <a:off x="2307666" y="2845653"/>
            <a:ext cx="553673" cy="523220"/>
          </a:xfrm>
          <a:prstGeom prst="rect">
            <a:avLst/>
          </a:prstGeom>
          <a:noFill/>
        </p:spPr>
        <p:txBody>
          <a:bodyPr wrap="square" rtlCol="0">
            <a:spAutoFit/>
          </a:bodyPr>
          <a:lstStyle/>
          <a:p>
            <a:r>
              <a:rPr lang="en-US" altLang="zh-TW" sz="2800" dirty="0">
                <a:solidFill>
                  <a:srgbClr val="FF0000"/>
                </a:solidFill>
                <a:latin typeface="Times New Roman" panose="02020603050405020304" pitchFamily="18" charset="0"/>
                <a:cs typeface="Times New Roman" panose="02020603050405020304" pitchFamily="18" charset="0"/>
              </a:rPr>
              <a:t>11</a:t>
            </a:r>
            <a:endParaRPr lang="zh-TW" altLang="en-US" sz="2800" dirty="0">
              <a:solidFill>
                <a:srgbClr val="FF0000"/>
              </a:solidFill>
              <a:latin typeface="Times New Roman" panose="02020603050405020304" pitchFamily="18" charset="0"/>
              <a:cs typeface="Times New Roman" panose="02020603050405020304" pitchFamily="18" charset="0"/>
            </a:endParaRPr>
          </a:p>
        </p:txBody>
      </p:sp>
      <p:sp>
        <p:nvSpPr>
          <p:cNvPr id="20" name="文字方塊 19">
            <a:extLst>
              <a:ext uri="{FF2B5EF4-FFF2-40B4-BE49-F238E27FC236}">
                <a16:creationId xmlns:a16="http://schemas.microsoft.com/office/drawing/2014/main" id="{3743ACEE-F75F-1092-E691-DAB2EE0D1C0A}"/>
              </a:ext>
            </a:extLst>
          </p:cNvPr>
          <p:cNvSpPr txBox="1"/>
          <p:nvPr/>
        </p:nvSpPr>
        <p:spPr>
          <a:xfrm>
            <a:off x="2292299" y="3623095"/>
            <a:ext cx="553673" cy="523220"/>
          </a:xfrm>
          <a:prstGeom prst="rect">
            <a:avLst/>
          </a:prstGeom>
          <a:noFill/>
        </p:spPr>
        <p:txBody>
          <a:bodyPr wrap="square" rtlCol="0">
            <a:spAutoFit/>
          </a:bodyPr>
          <a:lstStyle/>
          <a:p>
            <a:r>
              <a:rPr lang="en-US" altLang="zh-TW" sz="2800" dirty="0">
                <a:solidFill>
                  <a:srgbClr val="FF0000"/>
                </a:solidFill>
                <a:latin typeface="Times New Roman" panose="02020603050405020304" pitchFamily="18" charset="0"/>
                <a:cs typeface="Times New Roman" panose="02020603050405020304" pitchFamily="18" charset="0"/>
              </a:rPr>
              <a:t>10</a:t>
            </a:r>
            <a:endParaRPr lang="zh-TW" altLang="en-US" sz="2800" dirty="0">
              <a:solidFill>
                <a:srgbClr val="FF0000"/>
              </a:solidFill>
              <a:latin typeface="Times New Roman" panose="02020603050405020304" pitchFamily="18" charset="0"/>
              <a:cs typeface="Times New Roman" panose="02020603050405020304" pitchFamily="18" charset="0"/>
            </a:endParaRPr>
          </a:p>
        </p:txBody>
      </p:sp>
      <p:sp>
        <p:nvSpPr>
          <p:cNvPr id="21" name="文字方塊 20">
            <a:extLst>
              <a:ext uri="{FF2B5EF4-FFF2-40B4-BE49-F238E27FC236}">
                <a16:creationId xmlns:a16="http://schemas.microsoft.com/office/drawing/2014/main" id="{8ED08909-ED73-78D3-15A0-51EB06CDF15F}"/>
              </a:ext>
            </a:extLst>
          </p:cNvPr>
          <p:cNvSpPr txBox="1"/>
          <p:nvPr/>
        </p:nvSpPr>
        <p:spPr>
          <a:xfrm>
            <a:off x="2401963" y="4363150"/>
            <a:ext cx="553673" cy="523220"/>
          </a:xfrm>
          <a:prstGeom prst="rect">
            <a:avLst/>
          </a:prstGeom>
          <a:noFill/>
        </p:spPr>
        <p:txBody>
          <a:bodyPr wrap="square" rtlCol="0">
            <a:spAutoFit/>
          </a:bodyPr>
          <a:lstStyle/>
          <a:p>
            <a:r>
              <a:rPr lang="en-US" altLang="zh-TW" sz="2800" dirty="0">
                <a:solidFill>
                  <a:srgbClr val="FF0000"/>
                </a:solidFill>
                <a:latin typeface="Times New Roman" panose="02020603050405020304" pitchFamily="18" charset="0"/>
                <a:cs typeface="Times New Roman" panose="02020603050405020304" pitchFamily="18" charset="0"/>
              </a:rPr>
              <a:t>1</a:t>
            </a:r>
            <a:endParaRPr lang="zh-TW" altLang="en-US" sz="2800" dirty="0">
              <a:solidFill>
                <a:srgbClr val="FF0000"/>
              </a:solidFill>
              <a:latin typeface="Times New Roman" panose="02020603050405020304" pitchFamily="18" charset="0"/>
              <a:cs typeface="Times New Roman" panose="02020603050405020304" pitchFamily="18" charset="0"/>
            </a:endParaRPr>
          </a:p>
        </p:txBody>
      </p:sp>
      <p:sp>
        <p:nvSpPr>
          <p:cNvPr id="22" name="文字方塊 21">
            <a:extLst>
              <a:ext uri="{FF2B5EF4-FFF2-40B4-BE49-F238E27FC236}">
                <a16:creationId xmlns:a16="http://schemas.microsoft.com/office/drawing/2014/main" id="{4CC39796-800E-ABDB-F115-3C82DFF491B6}"/>
              </a:ext>
            </a:extLst>
          </p:cNvPr>
          <p:cNvSpPr txBox="1"/>
          <p:nvPr/>
        </p:nvSpPr>
        <p:spPr>
          <a:xfrm>
            <a:off x="2401964" y="5175599"/>
            <a:ext cx="553673" cy="523220"/>
          </a:xfrm>
          <a:prstGeom prst="rect">
            <a:avLst/>
          </a:prstGeom>
          <a:noFill/>
        </p:spPr>
        <p:txBody>
          <a:bodyPr wrap="square" rtlCol="0">
            <a:spAutoFit/>
          </a:bodyPr>
          <a:lstStyle/>
          <a:p>
            <a:r>
              <a:rPr lang="en-US" altLang="zh-TW" sz="2800" dirty="0">
                <a:solidFill>
                  <a:srgbClr val="FF0000"/>
                </a:solidFill>
                <a:latin typeface="Times New Roman" panose="02020603050405020304" pitchFamily="18" charset="0"/>
                <a:cs typeface="Times New Roman" panose="02020603050405020304" pitchFamily="18" charset="0"/>
              </a:rPr>
              <a:t>0</a:t>
            </a:r>
            <a:endParaRPr lang="zh-TW" altLang="en-US" sz="2800" dirty="0">
              <a:solidFill>
                <a:srgbClr val="FF0000"/>
              </a:solidFill>
              <a:latin typeface="Times New Roman" panose="02020603050405020304" pitchFamily="18" charset="0"/>
              <a:cs typeface="Times New Roman" panose="02020603050405020304" pitchFamily="18" charset="0"/>
            </a:endParaRPr>
          </a:p>
        </p:txBody>
      </p:sp>
      <p:sp>
        <p:nvSpPr>
          <p:cNvPr id="23" name="文字方塊 22">
            <a:extLst>
              <a:ext uri="{FF2B5EF4-FFF2-40B4-BE49-F238E27FC236}">
                <a16:creationId xmlns:a16="http://schemas.microsoft.com/office/drawing/2014/main" id="{04A57048-97D4-E9B8-9C59-482CAE7929C1}"/>
              </a:ext>
            </a:extLst>
          </p:cNvPr>
          <p:cNvSpPr txBox="1"/>
          <p:nvPr/>
        </p:nvSpPr>
        <p:spPr>
          <a:xfrm>
            <a:off x="8775940" y="2195320"/>
            <a:ext cx="553673" cy="523220"/>
          </a:xfrm>
          <a:prstGeom prst="rect">
            <a:avLst/>
          </a:prstGeom>
          <a:noFill/>
        </p:spPr>
        <p:txBody>
          <a:bodyPr wrap="square" rtlCol="0">
            <a:spAutoFit/>
          </a:bodyPr>
          <a:lstStyle/>
          <a:p>
            <a:r>
              <a:rPr lang="en-US" altLang="zh-TW" sz="2800" dirty="0">
                <a:solidFill>
                  <a:srgbClr val="FF0000"/>
                </a:solidFill>
                <a:latin typeface="Times New Roman" panose="02020603050405020304" pitchFamily="18" charset="0"/>
                <a:cs typeface="Times New Roman" panose="02020603050405020304" pitchFamily="18" charset="0"/>
              </a:rPr>
              <a:t>7</a:t>
            </a:r>
            <a:endParaRPr lang="zh-TW" altLang="en-US" sz="2800" dirty="0">
              <a:solidFill>
                <a:srgbClr val="FF0000"/>
              </a:solidFill>
              <a:latin typeface="Times New Roman" panose="02020603050405020304" pitchFamily="18" charset="0"/>
              <a:cs typeface="Times New Roman" panose="02020603050405020304" pitchFamily="18" charset="0"/>
            </a:endParaRPr>
          </a:p>
        </p:txBody>
      </p:sp>
      <p:sp>
        <p:nvSpPr>
          <p:cNvPr id="24" name="文字方塊 23">
            <a:extLst>
              <a:ext uri="{FF2B5EF4-FFF2-40B4-BE49-F238E27FC236}">
                <a16:creationId xmlns:a16="http://schemas.microsoft.com/office/drawing/2014/main" id="{0EAABC2A-A2F1-D479-129A-647C975C7496}"/>
              </a:ext>
            </a:extLst>
          </p:cNvPr>
          <p:cNvSpPr txBox="1"/>
          <p:nvPr/>
        </p:nvSpPr>
        <p:spPr>
          <a:xfrm>
            <a:off x="7370602" y="2205948"/>
            <a:ext cx="553673" cy="523220"/>
          </a:xfrm>
          <a:prstGeom prst="rect">
            <a:avLst/>
          </a:prstGeom>
          <a:noFill/>
        </p:spPr>
        <p:txBody>
          <a:bodyPr wrap="square" rtlCol="0">
            <a:spAutoFit/>
          </a:bodyPr>
          <a:lstStyle/>
          <a:p>
            <a:r>
              <a:rPr lang="en-US" altLang="zh-TW" sz="2800" dirty="0">
                <a:solidFill>
                  <a:srgbClr val="FF0000"/>
                </a:solidFill>
                <a:latin typeface="Times New Roman" panose="02020603050405020304" pitchFamily="18" charset="0"/>
                <a:cs typeface="Times New Roman" panose="02020603050405020304" pitchFamily="18" charset="0"/>
              </a:rPr>
              <a:t>6</a:t>
            </a:r>
            <a:endParaRPr lang="zh-TW" altLang="en-US" sz="2800" dirty="0">
              <a:solidFill>
                <a:srgbClr val="FF0000"/>
              </a:solidFill>
              <a:latin typeface="Times New Roman" panose="02020603050405020304" pitchFamily="18" charset="0"/>
              <a:cs typeface="Times New Roman" panose="02020603050405020304" pitchFamily="18" charset="0"/>
            </a:endParaRPr>
          </a:p>
        </p:txBody>
      </p:sp>
      <p:sp>
        <p:nvSpPr>
          <p:cNvPr id="27" name="文字方塊 26">
            <a:extLst>
              <a:ext uri="{FF2B5EF4-FFF2-40B4-BE49-F238E27FC236}">
                <a16:creationId xmlns:a16="http://schemas.microsoft.com/office/drawing/2014/main" id="{C49FB9E1-348D-DE46-9759-2EADBC03DFE8}"/>
              </a:ext>
            </a:extLst>
          </p:cNvPr>
          <p:cNvSpPr txBox="1"/>
          <p:nvPr/>
        </p:nvSpPr>
        <p:spPr>
          <a:xfrm>
            <a:off x="3221183" y="2195320"/>
            <a:ext cx="553673" cy="523220"/>
          </a:xfrm>
          <a:prstGeom prst="rect">
            <a:avLst/>
          </a:prstGeom>
          <a:noFill/>
        </p:spPr>
        <p:txBody>
          <a:bodyPr wrap="square" rtlCol="0">
            <a:spAutoFit/>
          </a:bodyPr>
          <a:lstStyle/>
          <a:p>
            <a:r>
              <a:rPr lang="en-US" altLang="zh-TW" sz="2800" dirty="0">
                <a:solidFill>
                  <a:srgbClr val="FF0000"/>
                </a:solidFill>
                <a:latin typeface="Times New Roman" panose="02020603050405020304" pitchFamily="18" charset="0"/>
                <a:cs typeface="Times New Roman" panose="02020603050405020304" pitchFamily="18" charset="0"/>
              </a:rPr>
              <a:t>12</a:t>
            </a:r>
            <a:endParaRPr lang="zh-TW" altLang="en-US" sz="2800" dirty="0">
              <a:solidFill>
                <a:srgbClr val="FF0000"/>
              </a:solidFill>
              <a:latin typeface="Times New Roman" panose="02020603050405020304" pitchFamily="18" charset="0"/>
              <a:cs typeface="Times New Roman" panose="02020603050405020304" pitchFamily="18" charset="0"/>
            </a:endParaRPr>
          </a:p>
        </p:txBody>
      </p:sp>
      <p:sp>
        <p:nvSpPr>
          <p:cNvPr id="28" name="文字方塊 27">
            <a:extLst>
              <a:ext uri="{FF2B5EF4-FFF2-40B4-BE49-F238E27FC236}">
                <a16:creationId xmlns:a16="http://schemas.microsoft.com/office/drawing/2014/main" id="{C5CAC070-E43F-6085-891E-9DBC1D3F59EC}"/>
              </a:ext>
            </a:extLst>
          </p:cNvPr>
          <p:cNvSpPr txBox="1"/>
          <p:nvPr/>
        </p:nvSpPr>
        <p:spPr>
          <a:xfrm>
            <a:off x="5965264" y="2195320"/>
            <a:ext cx="553673" cy="523220"/>
          </a:xfrm>
          <a:prstGeom prst="rect">
            <a:avLst/>
          </a:prstGeom>
          <a:noFill/>
        </p:spPr>
        <p:txBody>
          <a:bodyPr wrap="square" rtlCol="0">
            <a:spAutoFit/>
          </a:bodyPr>
          <a:lstStyle/>
          <a:p>
            <a:r>
              <a:rPr lang="en-US" altLang="zh-TW" sz="2800" dirty="0">
                <a:solidFill>
                  <a:srgbClr val="FF0000"/>
                </a:solidFill>
                <a:latin typeface="Times New Roman" panose="02020603050405020304" pitchFamily="18" charset="0"/>
                <a:cs typeface="Times New Roman" panose="02020603050405020304" pitchFamily="18" charset="0"/>
              </a:rPr>
              <a:t>2</a:t>
            </a:r>
            <a:endParaRPr lang="zh-TW" altLang="en-US" sz="2800" dirty="0">
              <a:solidFill>
                <a:srgbClr val="FF0000"/>
              </a:solidFill>
              <a:latin typeface="Times New Roman" panose="02020603050405020304" pitchFamily="18" charset="0"/>
              <a:cs typeface="Times New Roman" panose="02020603050405020304" pitchFamily="18" charset="0"/>
            </a:endParaRPr>
          </a:p>
        </p:txBody>
      </p:sp>
      <p:sp>
        <p:nvSpPr>
          <p:cNvPr id="29" name="文字方塊 28">
            <a:extLst>
              <a:ext uri="{FF2B5EF4-FFF2-40B4-BE49-F238E27FC236}">
                <a16:creationId xmlns:a16="http://schemas.microsoft.com/office/drawing/2014/main" id="{ABFE0FE3-9727-868D-915E-9FBFCDAD9554}"/>
              </a:ext>
            </a:extLst>
          </p:cNvPr>
          <p:cNvSpPr txBox="1"/>
          <p:nvPr/>
        </p:nvSpPr>
        <p:spPr>
          <a:xfrm>
            <a:off x="4626521" y="2205948"/>
            <a:ext cx="553673" cy="523220"/>
          </a:xfrm>
          <a:prstGeom prst="rect">
            <a:avLst/>
          </a:prstGeom>
          <a:noFill/>
        </p:spPr>
        <p:txBody>
          <a:bodyPr wrap="square" rtlCol="0">
            <a:spAutoFit/>
          </a:bodyPr>
          <a:lstStyle/>
          <a:p>
            <a:r>
              <a:rPr lang="en-US" altLang="zh-TW" sz="2800" dirty="0">
                <a:solidFill>
                  <a:srgbClr val="FF0000"/>
                </a:solidFill>
                <a:latin typeface="Times New Roman" panose="02020603050405020304" pitchFamily="18" charset="0"/>
                <a:cs typeface="Times New Roman" panose="02020603050405020304" pitchFamily="18" charset="0"/>
              </a:rPr>
              <a:t>2</a:t>
            </a:r>
            <a:endParaRPr lang="zh-TW" altLang="en-US" sz="2800" dirty="0">
              <a:solidFill>
                <a:srgbClr val="FF0000"/>
              </a:solidFill>
              <a:latin typeface="Times New Roman" panose="02020603050405020304" pitchFamily="18" charset="0"/>
              <a:cs typeface="Times New Roman" panose="02020603050405020304" pitchFamily="18" charset="0"/>
            </a:endParaRPr>
          </a:p>
        </p:txBody>
      </p:sp>
      <p:cxnSp>
        <p:nvCxnSpPr>
          <p:cNvPr id="31" name="直線接點 30">
            <a:extLst>
              <a:ext uri="{FF2B5EF4-FFF2-40B4-BE49-F238E27FC236}">
                <a16:creationId xmlns:a16="http://schemas.microsoft.com/office/drawing/2014/main" id="{C53B8AA0-8AF3-1D77-163D-3F03C4CBB174}"/>
              </a:ext>
            </a:extLst>
          </p:cNvPr>
          <p:cNvCxnSpPr/>
          <p:nvPr/>
        </p:nvCxnSpPr>
        <p:spPr>
          <a:xfrm>
            <a:off x="2292298" y="2195320"/>
            <a:ext cx="553673" cy="523222"/>
          </a:xfrm>
          <a:prstGeom prst="line">
            <a:avLst/>
          </a:prstGeom>
        </p:spPr>
        <p:style>
          <a:lnRef idx="1">
            <a:schemeClr val="accent1"/>
          </a:lnRef>
          <a:fillRef idx="0">
            <a:schemeClr val="accent1"/>
          </a:fillRef>
          <a:effectRef idx="0">
            <a:schemeClr val="accent1"/>
          </a:effectRef>
          <a:fontRef idx="minor">
            <a:schemeClr val="tx1"/>
          </a:fontRef>
        </p:style>
      </p:cxnSp>
      <p:pic>
        <p:nvPicPr>
          <p:cNvPr id="33" name="圖片 32">
            <a:extLst>
              <a:ext uri="{FF2B5EF4-FFF2-40B4-BE49-F238E27FC236}">
                <a16:creationId xmlns:a16="http://schemas.microsoft.com/office/drawing/2014/main" id="{16EDC85B-AD97-9AEA-1A65-76214F45D8A5}"/>
              </a:ext>
            </a:extLst>
          </p:cNvPr>
          <p:cNvPicPr>
            <a:picLocks noChangeAspect="1"/>
          </p:cNvPicPr>
          <p:nvPr/>
        </p:nvPicPr>
        <p:blipFill>
          <a:blip r:embed="rId2"/>
          <a:stretch>
            <a:fillRect/>
          </a:stretch>
        </p:blipFill>
        <p:spPr>
          <a:xfrm>
            <a:off x="2484912" y="1808864"/>
            <a:ext cx="238158" cy="504895"/>
          </a:xfrm>
          <a:prstGeom prst="rect">
            <a:avLst/>
          </a:prstGeom>
        </p:spPr>
      </p:pic>
      <p:pic>
        <p:nvPicPr>
          <p:cNvPr id="35" name="圖片 34">
            <a:extLst>
              <a:ext uri="{FF2B5EF4-FFF2-40B4-BE49-F238E27FC236}">
                <a16:creationId xmlns:a16="http://schemas.microsoft.com/office/drawing/2014/main" id="{683993D0-B0B7-EF2B-0DE9-1003FCE52400}"/>
              </a:ext>
            </a:extLst>
          </p:cNvPr>
          <p:cNvPicPr>
            <a:picLocks noChangeAspect="1"/>
          </p:cNvPicPr>
          <p:nvPr/>
        </p:nvPicPr>
        <p:blipFill>
          <a:blip r:embed="rId3"/>
          <a:stretch>
            <a:fillRect/>
          </a:stretch>
        </p:blipFill>
        <p:spPr>
          <a:xfrm>
            <a:off x="1917086" y="2274432"/>
            <a:ext cx="390580" cy="552527"/>
          </a:xfrm>
          <a:prstGeom prst="rect">
            <a:avLst/>
          </a:prstGeom>
        </p:spPr>
      </p:pic>
      <p:pic>
        <p:nvPicPr>
          <p:cNvPr id="5" name="圖片 4">
            <a:extLst>
              <a:ext uri="{FF2B5EF4-FFF2-40B4-BE49-F238E27FC236}">
                <a16:creationId xmlns:a16="http://schemas.microsoft.com/office/drawing/2014/main" id="{C5A26AF8-5572-B10F-042F-9889091B85C7}"/>
              </a:ext>
            </a:extLst>
          </p:cNvPr>
          <p:cNvPicPr>
            <a:picLocks noChangeAspect="1"/>
          </p:cNvPicPr>
          <p:nvPr/>
        </p:nvPicPr>
        <p:blipFill>
          <a:blip r:embed="rId4"/>
          <a:stretch>
            <a:fillRect/>
          </a:stretch>
        </p:blipFill>
        <p:spPr>
          <a:xfrm>
            <a:off x="1554573" y="839725"/>
            <a:ext cx="8821381" cy="695422"/>
          </a:xfrm>
          <a:prstGeom prst="rect">
            <a:avLst/>
          </a:prstGeom>
        </p:spPr>
      </p:pic>
      <p:sp>
        <p:nvSpPr>
          <p:cNvPr id="6" name="文字方塊 5">
            <a:extLst>
              <a:ext uri="{FF2B5EF4-FFF2-40B4-BE49-F238E27FC236}">
                <a16:creationId xmlns:a16="http://schemas.microsoft.com/office/drawing/2014/main" id="{D372BE8E-142A-3753-C803-61D7FC44ECD4}"/>
              </a:ext>
            </a:extLst>
          </p:cNvPr>
          <p:cNvSpPr txBox="1"/>
          <p:nvPr/>
        </p:nvSpPr>
        <p:spPr>
          <a:xfrm>
            <a:off x="7370601" y="4362201"/>
            <a:ext cx="553673" cy="523220"/>
          </a:xfrm>
          <a:prstGeom prst="rect">
            <a:avLst/>
          </a:prstGeom>
          <a:noFill/>
        </p:spPr>
        <p:txBody>
          <a:bodyPr wrap="square" rtlCol="0">
            <a:spAutoFit/>
          </a:bodyPr>
          <a:lstStyle/>
          <a:p>
            <a:pPr algn="ctr"/>
            <a:r>
              <a:rPr lang="en-US" altLang="zh-TW" sz="2800" dirty="0">
                <a:latin typeface="Times New Roman" panose="02020603050405020304" pitchFamily="18" charset="0"/>
                <a:cs typeface="Times New Roman" panose="02020603050405020304" pitchFamily="18" charset="0"/>
              </a:rPr>
              <a:t>10</a:t>
            </a:r>
            <a:endParaRPr lang="zh-TW" altLang="en-US" sz="2800" dirty="0">
              <a:latin typeface="Times New Roman" panose="02020603050405020304" pitchFamily="18" charset="0"/>
              <a:cs typeface="Times New Roman" panose="02020603050405020304" pitchFamily="18" charset="0"/>
            </a:endParaRPr>
          </a:p>
        </p:txBody>
      </p:sp>
      <p:sp>
        <p:nvSpPr>
          <p:cNvPr id="7" name="文字方塊 6">
            <a:extLst>
              <a:ext uri="{FF2B5EF4-FFF2-40B4-BE49-F238E27FC236}">
                <a16:creationId xmlns:a16="http://schemas.microsoft.com/office/drawing/2014/main" id="{2DA2AD74-C571-ED2A-9255-47BB0C1AF21E}"/>
              </a:ext>
            </a:extLst>
          </p:cNvPr>
          <p:cNvSpPr txBox="1"/>
          <p:nvPr/>
        </p:nvSpPr>
        <p:spPr>
          <a:xfrm>
            <a:off x="5965264" y="3623095"/>
            <a:ext cx="553673" cy="523220"/>
          </a:xfrm>
          <a:prstGeom prst="rect">
            <a:avLst/>
          </a:prstGeom>
          <a:noFill/>
        </p:spPr>
        <p:txBody>
          <a:bodyPr wrap="square" rtlCol="0">
            <a:spAutoFit/>
          </a:bodyPr>
          <a:lstStyle/>
          <a:p>
            <a:pPr algn="ctr"/>
            <a:r>
              <a:rPr lang="en-US" altLang="zh-TW" sz="2800" dirty="0">
                <a:latin typeface="Times New Roman" panose="02020603050405020304" pitchFamily="18" charset="0"/>
                <a:cs typeface="Times New Roman" panose="02020603050405020304" pitchFamily="18" charset="0"/>
              </a:rPr>
              <a:t>17</a:t>
            </a:r>
            <a:endParaRPr lang="zh-TW" altLang="en-US" sz="2800" dirty="0">
              <a:latin typeface="Times New Roman" panose="02020603050405020304" pitchFamily="18" charset="0"/>
              <a:cs typeface="Times New Roman" panose="02020603050405020304" pitchFamily="18" charset="0"/>
            </a:endParaRPr>
          </a:p>
        </p:txBody>
      </p:sp>
      <p:sp>
        <p:nvSpPr>
          <p:cNvPr id="8" name="文字方塊 7">
            <a:extLst>
              <a:ext uri="{FF2B5EF4-FFF2-40B4-BE49-F238E27FC236}">
                <a16:creationId xmlns:a16="http://schemas.microsoft.com/office/drawing/2014/main" id="{4810CF94-A3E5-053C-4909-A7F183FCF7FF}"/>
              </a:ext>
            </a:extLst>
          </p:cNvPr>
          <p:cNvSpPr txBox="1"/>
          <p:nvPr/>
        </p:nvSpPr>
        <p:spPr>
          <a:xfrm>
            <a:off x="7370601" y="5174979"/>
            <a:ext cx="553673" cy="523220"/>
          </a:xfrm>
          <a:prstGeom prst="rect">
            <a:avLst/>
          </a:prstGeom>
          <a:noFill/>
        </p:spPr>
        <p:txBody>
          <a:bodyPr wrap="square" rtlCol="0">
            <a:spAutoFit/>
          </a:bodyPr>
          <a:lstStyle/>
          <a:p>
            <a:pPr algn="ctr"/>
            <a:r>
              <a:rPr lang="en-US" altLang="zh-TW" sz="2800" dirty="0">
                <a:latin typeface="Times New Roman" panose="02020603050405020304" pitchFamily="18" charset="0"/>
                <a:cs typeface="Times New Roman" panose="02020603050405020304" pitchFamily="18" charset="0"/>
              </a:rPr>
              <a:t>11</a:t>
            </a:r>
            <a:endParaRPr lang="zh-TW" altLang="en-US" sz="2800" dirty="0">
              <a:latin typeface="Times New Roman" panose="02020603050405020304" pitchFamily="18" charset="0"/>
              <a:cs typeface="Times New Roman" panose="02020603050405020304" pitchFamily="18" charset="0"/>
            </a:endParaRPr>
          </a:p>
        </p:txBody>
      </p:sp>
      <p:sp>
        <p:nvSpPr>
          <p:cNvPr id="9" name="文字方塊 8">
            <a:extLst>
              <a:ext uri="{FF2B5EF4-FFF2-40B4-BE49-F238E27FC236}">
                <a16:creationId xmlns:a16="http://schemas.microsoft.com/office/drawing/2014/main" id="{449B20CB-1525-3E81-F6D7-9184817074AC}"/>
              </a:ext>
            </a:extLst>
          </p:cNvPr>
          <p:cNvSpPr txBox="1"/>
          <p:nvPr/>
        </p:nvSpPr>
        <p:spPr>
          <a:xfrm>
            <a:off x="6010892" y="5174979"/>
            <a:ext cx="553673" cy="523220"/>
          </a:xfrm>
          <a:prstGeom prst="rect">
            <a:avLst/>
          </a:prstGeom>
          <a:noFill/>
        </p:spPr>
        <p:txBody>
          <a:bodyPr wrap="square" rtlCol="0">
            <a:spAutoFit/>
          </a:bodyPr>
          <a:lstStyle/>
          <a:p>
            <a:pPr algn="ctr"/>
            <a:r>
              <a:rPr lang="en-US" altLang="zh-TW" sz="2800" dirty="0">
                <a:latin typeface="Times New Roman" panose="02020603050405020304" pitchFamily="18" charset="0"/>
                <a:cs typeface="Times New Roman" panose="02020603050405020304" pitchFamily="18" charset="0"/>
              </a:rPr>
              <a:t>6</a:t>
            </a:r>
            <a:endParaRPr lang="zh-TW" altLang="en-US" sz="2800" dirty="0">
              <a:latin typeface="Times New Roman" panose="02020603050405020304" pitchFamily="18" charset="0"/>
              <a:cs typeface="Times New Roman" panose="02020603050405020304" pitchFamily="18" charset="0"/>
            </a:endParaRPr>
          </a:p>
        </p:txBody>
      </p:sp>
      <p:sp>
        <p:nvSpPr>
          <p:cNvPr id="10" name="文字方塊 9">
            <a:extLst>
              <a:ext uri="{FF2B5EF4-FFF2-40B4-BE49-F238E27FC236}">
                <a16:creationId xmlns:a16="http://schemas.microsoft.com/office/drawing/2014/main" id="{65404F42-4A5C-C424-C41D-1DC9413E03AB}"/>
              </a:ext>
            </a:extLst>
          </p:cNvPr>
          <p:cNvSpPr txBox="1"/>
          <p:nvPr/>
        </p:nvSpPr>
        <p:spPr>
          <a:xfrm>
            <a:off x="5965263" y="4363150"/>
            <a:ext cx="553673" cy="523220"/>
          </a:xfrm>
          <a:prstGeom prst="rect">
            <a:avLst/>
          </a:prstGeom>
          <a:noFill/>
        </p:spPr>
        <p:txBody>
          <a:bodyPr wrap="square" rtlCol="0">
            <a:spAutoFit/>
          </a:bodyPr>
          <a:lstStyle/>
          <a:p>
            <a:pPr algn="ctr"/>
            <a:r>
              <a:rPr lang="en-US" altLang="zh-TW" sz="2800" dirty="0">
                <a:latin typeface="Times New Roman" panose="02020603050405020304" pitchFamily="18" charset="0"/>
                <a:cs typeface="Times New Roman" panose="02020603050405020304" pitchFamily="18" charset="0"/>
              </a:rPr>
              <a:t>5</a:t>
            </a:r>
            <a:endParaRPr lang="zh-TW" altLang="en-US" sz="2800" dirty="0">
              <a:latin typeface="Times New Roman" panose="02020603050405020304" pitchFamily="18" charset="0"/>
              <a:cs typeface="Times New Roman" panose="02020603050405020304" pitchFamily="18" charset="0"/>
            </a:endParaRPr>
          </a:p>
        </p:txBody>
      </p:sp>
      <p:sp>
        <p:nvSpPr>
          <p:cNvPr id="12" name="文字方塊 11">
            <a:extLst>
              <a:ext uri="{FF2B5EF4-FFF2-40B4-BE49-F238E27FC236}">
                <a16:creationId xmlns:a16="http://schemas.microsoft.com/office/drawing/2014/main" id="{1BF0A08E-B238-013F-9A8B-C0B6289CE109}"/>
              </a:ext>
            </a:extLst>
          </p:cNvPr>
          <p:cNvSpPr txBox="1"/>
          <p:nvPr/>
        </p:nvSpPr>
        <p:spPr>
          <a:xfrm>
            <a:off x="4626520" y="5175599"/>
            <a:ext cx="553673" cy="523220"/>
          </a:xfrm>
          <a:prstGeom prst="rect">
            <a:avLst/>
          </a:prstGeom>
          <a:noFill/>
        </p:spPr>
        <p:txBody>
          <a:bodyPr wrap="square" rtlCol="0">
            <a:spAutoFit/>
          </a:bodyPr>
          <a:lstStyle/>
          <a:p>
            <a:pPr algn="ctr"/>
            <a:r>
              <a:rPr lang="en-US" altLang="zh-TW" sz="2800" dirty="0">
                <a:latin typeface="Times New Roman" panose="02020603050405020304" pitchFamily="18" charset="0"/>
                <a:cs typeface="Times New Roman" panose="02020603050405020304" pitchFamily="18" charset="0"/>
              </a:rPr>
              <a:t>6</a:t>
            </a:r>
            <a:endParaRPr lang="zh-TW" altLang="en-US" sz="2800" dirty="0">
              <a:latin typeface="Times New Roman" panose="02020603050405020304" pitchFamily="18" charset="0"/>
              <a:cs typeface="Times New Roman" panose="02020603050405020304" pitchFamily="18" charset="0"/>
            </a:endParaRPr>
          </a:p>
        </p:txBody>
      </p:sp>
      <p:sp>
        <p:nvSpPr>
          <p:cNvPr id="13" name="文字方塊 12">
            <a:extLst>
              <a:ext uri="{FF2B5EF4-FFF2-40B4-BE49-F238E27FC236}">
                <a16:creationId xmlns:a16="http://schemas.microsoft.com/office/drawing/2014/main" id="{CA60153D-9B21-C8DE-83B7-1B5F7A2081D7}"/>
              </a:ext>
            </a:extLst>
          </p:cNvPr>
          <p:cNvSpPr txBox="1"/>
          <p:nvPr/>
        </p:nvSpPr>
        <p:spPr>
          <a:xfrm>
            <a:off x="4646801" y="4379285"/>
            <a:ext cx="553673" cy="523220"/>
          </a:xfrm>
          <a:prstGeom prst="rect">
            <a:avLst/>
          </a:prstGeom>
          <a:noFill/>
        </p:spPr>
        <p:txBody>
          <a:bodyPr wrap="square" rtlCol="0">
            <a:spAutoFit/>
          </a:bodyPr>
          <a:lstStyle/>
          <a:p>
            <a:pPr algn="ctr"/>
            <a:r>
              <a:rPr lang="en-US" altLang="zh-TW" sz="2800" dirty="0">
                <a:latin typeface="Times New Roman" panose="02020603050405020304" pitchFamily="18" charset="0"/>
                <a:cs typeface="Times New Roman" panose="02020603050405020304" pitchFamily="18" charset="0"/>
              </a:rPr>
              <a:t>4</a:t>
            </a:r>
            <a:endParaRPr lang="zh-TW" altLang="en-US" sz="2800" dirty="0">
              <a:latin typeface="Times New Roman" panose="02020603050405020304" pitchFamily="18" charset="0"/>
              <a:cs typeface="Times New Roman" panose="02020603050405020304" pitchFamily="18" charset="0"/>
            </a:endParaRPr>
          </a:p>
        </p:txBody>
      </p:sp>
      <p:sp>
        <p:nvSpPr>
          <p:cNvPr id="14" name="文字方塊 13">
            <a:extLst>
              <a:ext uri="{FF2B5EF4-FFF2-40B4-BE49-F238E27FC236}">
                <a16:creationId xmlns:a16="http://schemas.microsoft.com/office/drawing/2014/main" id="{88103233-0AD0-51F5-E8F0-9680CACA0972}"/>
              </a:ext>
            </a:extLst>
          </p:cNvPr>
          <p:cNvSpPr txBox="1"/>
          <p:nvPr/>
        </p:nvSpPr>
        <p:spPr>
          <a:xfrm>
            <a:off x="3242148" y="5175599"/>
            <a:ext cx="553673" cy="523220"/>
          </a:xfrm>
          <a:prstGeom prst="rect">
            <a:avLst/>
          </a:prstGeom>
          <a:noFill/>
        </p:spPr>
        <p:txBody>
          <a:bodyPr wrap="square" rtlCol="0">
            <a:spAutoFit/>
          </a:bodyPr>
          <a:lstStyle/>
          <a:p>
            <a:pPr algn="ctr"/>
            <a:r>
              <a:rPr lang="en-US" altLang="zh-TW" sz="2800" dirty="0">
                <a:latin typeface="Times New Roman" panose="02020603050405020304" pitchFamily="18" charset="0"/>
                <a:cs typeface="Times New Roman" panose="02020603050405020304" pitchFamily="18" charset="0"/>
              </a:rPr>
              <a:t>26</a:t>
            </a:r>
            <a:endParaRPr lang="zh-TW" altLang="en-US" sz="2800" dirty="0">
              <a:latin typeface="Times New Roman" panose="02020603050405020304" pitchFamily="18" charset="0"/>
              <a:cs typeface="Times New Roman" panose="02020603050405020304" pitchFamily="18" charset="0"/>
            </a:endParaRPr>
          </a:p>
        </p:txBody>
      </p:sp>
      <p:sp>
        <p:nvSpPr>
          <p:cNvPr id="15" name="文字方塊 14">
            <a:extLst>
              <a:ext uri="{FF2B5EF4-FFF2-40B4-BE49-F238E27FC236}">
                <a16:creationId xmlns:a16="http://schemas.microsoft.com/office/drawing/2014/main" id="{C6D31BA4-EADA-7D22-B867-2826A53C746C}"/>
              </a:ext>
            </a:extLst>
          </p:cNvPr>
          <p:cNvSpPr txBox="1"/>
          <p:nvPr/>
        </p:nvSpPr>
        <p:spPr>
          <a:xfrm>
            <a:off x="3242148" y="4379285"/>
            <a:ext cx="553673" cy="523220"/>
          </a:xfrm>
          <a:prstGeom prst="rect">
            <a:avLst/>
          </a:prstGeom>
          <a:noFill/>
        </p:spPr>
        <p:txBody>
          <a:bodyPr wrap="square" rtlCol="0">
            <a:spAutoFit/>
          </a:bodyPr>
          <a:lstStyle/>
          <a:p>
            <a:pPr algn="ctr"/>
            <a:r>
              <a:rPr lang="en-US" altLang="zh-TW" sz="2800" dirty="0">
                <a:latin typeface="Times New Roman" panose="02020603050405020304" pitchFamily="18" charset="0"/>
                <a:cs typeface="Times New Roman" panose="02020603050405020304" pitchFamily="18" charset="0"/>
              </a:rPr>
              <a:t>14</a:t>
            </a:r>
            <a:endParaRPr lang="zh-TW" altLang="en-US" sz="2800" dirty="0">
              <a:latin typeface="Times New Roman" panose="02020603050405020304" pitchFamily="18" charset="0"/>
              <a:cs typeface="Times New Roman" panose="02020603050405020304" pitchFamily="18" charset="0"/>
            </a:endParaRPr>
          </a:p>
        </p:txBody>
      </p:sp>
      <p:sp>
        <p:nvSpPr>
          <p:cNvPr id="16" name="文字方塊 15">
            <a:extLst>
              <a:ext uri="{FF2B5EF4-FFF2-40B4-BE49-F238E27FC236}">
                <a16:creationId xmlns:a16="http://schemas.microsoft.com/office/drawing/2014/main" id="{5DD371F4-A7D0-B2C2-ACCA-6BE18BE3FC32}"/>
              </a:ext>
            </a:extLst>
          </p:cNvPr>
          <p:cNvSpPr txBox="1"/>
          <p:nvPr/>
        </p:nvSpPr>
        <p:spPr>
          <a:xfrm>
            <a:off x="4626521" y="3623095"/>
            <a:ext cx="553673" cy="523220"/>
          </a:xfrm>
          <a:prstGeom prst="rect">
            <a:avLst/>
          </a:prstGeom>
          <a:noFill/>
        </p:spPr>
        <p:txBody>
          <a:bodyPr wrap="square" rtlCol="0">
            <a:spAutoFit/>
          </a:bodyPr>
          <a:lstStyle/>
          <a:p>
            <a:pPr algn="ctr"/>
            <a:r>
              <a:rPr lang="en-US" altLang="zh-TW" sz="2800" dirty="0">
                <a:latin typeface="Times New Roman" panose="02020603050405020304" pitchFamily="18" charset="0"/>
                <a:cs typeface="Times New Roman" panose="02020603050405020304" pitchFamily="18" charset="0"/>
              </a:rPr>
              <a:t>9</a:t>
            </a:r>
            <a:endParaRPr lang="zh-TW" altLang="en-US" sz="2800" dirty="0">
              <a:latin typeface="Times New Roman" panose="02020603050405020304" pitchFamily="18" charset="0"/>
              <a:cs typeface="Times New Roman" panose="02020603050405020304" pitchFamily="18" charset="0"/>
            </a:endParaRPr>
          </a:p>
        </p:txBody>
      </p:sp>
      <p:sp>
        <p:nvSpPr>
          <p:cNvPr id="25" name="文字方塊 24">
            <a:extLst>
              <a:ext uri="{FF2B5EF4-FFF2-40B4-BE49-F238E27FC236}">
                <a16:creationId xmlns:a16="http://schemas.microsoft.com/office/drawing/2014/main" id="{3014031C-8C5F-DA6B-6117-73E4532E46C8}"/>
              </a:ext>
            </a:extLst>
          </p:cNvPr>
          <p:cNvSpPr txBox="1"/>
          <p:nvPr/>
        </p:nvSpPr>
        <p:spPr>
          <a:xfrm>
            <a:off x="8613039" y="3623095"/>
            <a:ext cx="553673" cy="523220"/>
          </a:xfrm>
          <a:prstGeom prst="rect">
            <a:avLst/>
          </a:prstGeom>
          <a:noFill/>
        </p:spPr>
        <p:txBody>
          <a:bodyPr wrap="square" rtlCol="0">
            <a:spAutoFit/>
          </a:bodyPr>
          <a:lstStyle/>
          <a:p>
            <a:pPr algn="ctr"/>
            <a:r>
              <a:rPr lang="en-US" altLang="zh-TW" sz="2800" dirty="0">
                <a:latin typeface="Times New Roman" panose="02020603050405020304" pitchFamily="18" charset="0"/>
                <a:cs typeface="Times New Roman" panose="02020603050405020304" pitchFamily="18" charset="0"/>
              </a:rPr>
              <a:t>24</a:t>
            </a:r>
            <a:endParaRPr lang="zh-TW" altLang="en-US" sz="2800" dirty="0">
              <a:latin typeface="Times New Roman" panose="02020603050405020304" pitchFamily="18" charset="0"/>
              <a:cs typeface="Times New Roman" panose="02020603050405020304" pitchFamily="18" charset="0"/>
            </a:endParaRPr>
          </a:p>
        </p:txBody>
      </p:sp>
      <p:sp>
        <p:nvSpPr>
          <p:cNvPr id="26" name="文字方塊 25">
            <a:extLst>
              <a:ext uri="{FF2B5EF4-FFF2-40B4-BE49-F238E27FC236}">
                <a16:creationId xmlns:a16="http://schemas.microsoft.com/office/drawing/2014/main" id="{13B1077C-E3C8-A6CA-DC3A-6819093C1B55}"/>
              </a:ext>
            </a:extLst>
          </p:cNvPr>
          <p:cNvSpPr txBox="1"/>
          <p:nvPr/>
        </p:nvSpPr>
        <p:spPr>
          <a:xfrm>
            <a:off x="7370600" y="3623095"/>
            <a:ext cx="553673" cy="523220"/>
          </a:xfrm>
          <a:prstGeom prst="rect">
            <a:avLst/>
          </a:prstGeom>
          <a:noFill/>
        </p:spPr>
        <p:txBody>
          <a:bodyPr wrap="square" rtlCol="0">
            <a:spAutoFit/>
          </a:bodyPr>
          <a:lstStyle/>
          <a:p>
            <a:pPr algn="ctr"/>
            <a:r>
              <a:rPr lang="en-US" altLang="zh-TW" sz="2800" dirty="0">
                <a:latin typeface="Times New Roman" panose="02020603050405020304" pitchFamily="18" charset="0"/>
                <a:cs typeface="Times New Roman" panose="02020603050405020304" pitchFamily="18" charset="0"/>
              </a:rPr>
              <a:t>21</a:t>
            </a:r>
            <a:endParaRPr lang="zh-TW" altLang="en-US" sz="2800" dirty="0">
              <a:latin typeface="Times New Roman" panose="02020603050405020304" pitchFamily="18" charset="0"/>
              <a:cs typeface="Times New Roman" panose="02020603050405020304" pitchFamily="18" charset="0"/>
            </a:endParaRPr>
          </a:p>
        </p:txBody>
      </p:sp>
      <p:sp>
        <p:nvSpPr>
          <p:cNvPr id="30" name="文字方塊 29">
            <a:extLst>
              <a:ext uri="{FF2B5EF4-FFF2-40B4-BE49-F238E27FC236}">
                <a16:creationId xmlns:a16="http://schemas.microsoft.com/office/drawing/2014/main" id="{FF17DE79-8012-5430-A52E-5EE2F3B240A5}"/>
              </a:ext>
            </a:extLst>
          </p:cNvPr>
          <p:cNvSpPr txBox="1"/>
          <p:nvPr/>
        </p:nvSpPr>
        <p:spPr>
          <a:xfrm>
            <a:off x="8618288" y="4341905"/>
            <a:ext cx="553673" cy="523220"/>
          </a:xfrm>
          <a:prstGeom prst="rect">
            <a:avLst/>
          </a:prstGeom>
          <a:noFill/>
        </p:spPr>
        <p:txBody>
          <a:bodyPr wrap="square" rtlCol="0">
            <a:spAutoFit/>
          </a:bodyPr>
          <a:lstStyle/>
          <a:p>
            <a:pPr algn="ctr"/>
            <a:r>
              <a:rPr lang="en-US" altLang="zh-TW" sz="2800" dirty="0">
                <a:latin typeface="Times New Roman" panose="02020603050405020304" pitchFamily="18" charset="0"/>
                <a:cs typeface="Times New Roman" panose="02020603050405020304" pitchFamily="18" charset="0"/>
              </a:rPr>
              <a:t>16</a:t>
            </a:r>
            <a:endParaRPr lang="zh-TW" altLang="en-US" sz="2800" dirty="0">
              <a:latin typeface="Times New Roman" panose="02020603050405020304" pitchFamily="18" charset="0"/>
              <a:cs typeface="Times New Roman" panose="02020603050405020304" pitchFamily="18" charset="0"/>
            </a:endParaRPr>
          </a:p>
        </p:txBody>
      </p:sp>
      <p:sp>
        <p:nvSpPr>
          <p:cNvPr id="32" name="文字方塊 31">
            <a:extLst>
              <a:ext uri="{FF2B5EF4-FFF2-40B4-BE49-F238E27FC236}">
                <a16:creationId xmlns:a16="http://schemas.microsoft.com/office/drawing/2014/main" id="{5982A088-088C-B0A1-3E00-1F21D75884FA}"/>
              </a:ext>
            </a:extLst>
          </p:cNvPr>
          <p:cNvSpPr txBox="1"/>
          <p:nvPr/>
        </p:nvSpPr>
        <p:spPr>
          <a:xfrm>
            <a:off x="8618288" y="5174979"/>
            <a:ext cx="553673" cy="523220"/>
          </a:xfrm>
          <a:prstGeom prst="rect">
            <a:avLst/>
          </a:prstGeom>
          <a:noFill/>
        </p:spPr>
        <p:txBody>
          <a:bodyPr wrap="square" rtlCol="0">
            <a:spAutoFit/>
          </a:bodyPr>
          <a:lstStyle/>
          <a:p>
            <a:pPr algn="ctr"/>
            <a:r>
              <a:rPr lang="en-US" altLang="zh-TW" sz="2800" dirty="0">
                <a:latin typeface="Times New Roman" panose="02020603050405020304" pitchFamily="18" charset="0"/>
                <a:cs typeface="Times New Roman" panose="02020603050405020304" pitchFamily="18" charset="0"/>
              </a:rPr>
              <a:t>17</a:t>
            </a:r>
            <a:endParaRPr lang="zh-TW" altLang="en-US" sz="2800" dirty="0">
              <a:latin typeface="Times New Roman" panose="02020603050405020304" pitchFamily="18" charset="0"/>
              <a:cs typeface="Times New Roman" panose="02020603050405020304" pitchFamily="18" charset="0"/>
            </a:endParaRPr>
          </a:p>
        </p:txBody>
      </p:sp>
      <p:cxnSp>
        <p:nvCxnSpPr>
          <p:cNvPr id="39" name="直線單箭頭接點 38">
            <a:extLst>
              <a:ext uri="{FF2B5EF4-FFF2-40B4-BE49-F238E27FC236}">
                <a16:creationId xmlns:a16="http://schemas.microsoft.com/office/drawing/2014/main" id="{3243D257-58D0-3F76-0518-110D8F815FE5}"/>
              </a:ext>
            </a:extLst>
          </p:cNvPr>
          <p:cNvCxnSpPr/>
          <p:nvPr/>
        </p:nvCxnSpPr>
        <p:spPr>
          <a:xfrm>
            <a:off x="7924273" y="4781725"/>
            <a:ext cx="686327" cy="520117"/>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41" name="直線單箭頭接點 40">
            <a:extLst>
              <a:ext uri="{FF2B5EF4-FFF2-40B4-BE49-F238E27FC236}">
                <a16:creationId xmlns:a16="http://schemas.microsoft.com/office/drawing/2014/main" id="{5F58395E-DA72-FDF8-8360-6F78DD740AB1}"/>
              </a:ext>
            </a:extLst>
          </p:cNvPr>
          <p:cNvCxnSpPr/>
          <p:nvPr/>
        </p:nvCxnSpPr>
        <p:spPr>
          <a:xfrm>
            <a:off x="6564565" y="4630723"/>
            <a:ext cx="700301"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43" name="直線單箭頭接點 42">
            <a:extLst>
              <a:ext uri="{FF2B5EF4-FFF2-40B4-BE49-F238E27FC236}">
                <a16:creationId xmlns:a16="http://schemas.microsoft.com/office/drawing/2014/main" id="{19671F75-32A8-3CED-716F-4DE7A5B86A16}"/>
              </a:ext>
            </a:extLst>
          </p:cNvPr>
          <p:cNvCxnSpPr>
            <a:cxnSpLocks/>
          </p:cNvCxnSpPr>
          <p:nvPr/>
        </p:nvCxnSpPr>
        <p:spPr>
          <a:xfrm>
            <a:off x="5200474" y="4647501"/>
            <a:ext cx="655032"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45" name="直線單箭頭接點 44">
            <a:extLst>
              <a:ext uri="{FF2B5EF4-FFF2-40B4-BE49-F238E27FC236}">
                <a16:creationId xmlns:a16="http://schemas.microsoft.com/office/drawing/2014/main" id="{C16CA03E-2127-43E2-4F71-B416033C4E3D}"/>
              </a:ext>
            </a:extLst>
          </p:cNvPr>
          <p:cNvCxnSpPr/>
          <p:nvPr/>
        </p:nvCxnSpPr>
        <p:spPr>
          <a:xfrm>
            <a:off x="3795821" y="3967993"/>
            <a:ext cx="830699" cy="57884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47" name="直線單箭頭接點 46">
            <a:extLst>
              <a:ext uri="{FF2B5EF4-FFF2-40B4-BE49-F238E27FC236}">
                <a16:creationId xmlns:a16="http://schemas.microsoft.com/office/drawing/2014/main" id="{CCB35498-6294-D323-8869-C9A8E8883837}"/>
              </a:ext>
            </a:extLst>
          </p:cNvPr>
          <p:cNvCxnSpPr>
            <a:cxnSpLocks/>
          </p:cNvCxnSpPr>
          <p:nvPr/>
        </p:nvCxnSpPr>
        <p:spPr>
          <a:xfrm>
            <a:off x="3523379" y="3316442"/>
            <a:ext cx="0" cy="381006"/>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5524763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6">
                                            <p:txEl>
                                              <p:pRg st="0" end="0"/>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47"/>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45"/>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43"/>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41"/>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9" grpId="0"/>
      <p:bldP spid="10" grpId="0"/>
      <p:bldP spid="12" grpId="0"/>
      <p:bldP spid="13" grpId="0"/>
      <p:bldP spid="14" grpId="0"/>
      <p:bldP spid="15" grpId="0"/>
      <p:bldP spid="25" grpId="0"/>
      <p:bldP spid="30" grpId="0"/>
      <p:bldP spid="3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投影片編號版面配置區 2">
            <a:extLst>
              <a:ext uri="{FF2B5EF4-FFF2-40B4-BE49-F238E27FC236}">
                <a16:creationId xmlns:a16="http://schemas.microsoft.com/office/drawing/2014/main" id="{E11B5102-CACD-3DEE-577C-C29FA51D1436}"/>
              </a:ext>
            </a:extLst>
          </p:cNvPr>
          <p:cNvSpPr>
            <a:spLocks noGrp="1"/>
          </p:cNvSpPr>
          <p:nvPr>
            <p:ph type="sldNum" sz="quarter" idx="12"/>
          </p:nvPr>
        </p:nvSpPr>
        <p:spPr/>
        <p:txBody>
          <a:bodyPr/>
          <a:lstStyle/>
          <a:p>
            <a:fld id="{EFAEC03B-316C-4507-8207-D997BB28EB64}" type="slidenum">
              <a:rPr lang="zh-TW" altLang="en-US" smtClean="0"/>
              <a:t>12</a:t>
            </a:fld>
            <a:endParaRPr lang="zh-TW" altLang="en-US" dirty="0"/>
          </a:p>
        </p:txBody>
      </p:sp>
      <p:sp>
        <p:nvSpPr>
          <p:cNvPr id="7" name="內容版面配置區 6">
            <a:extLst>
              <a:ext uri="{FF2B5EF4-FFF2-40B4-BE49-F238E27FC236}">
                <a16:creationId xmlns:a16="http://schemas.microsoft.com/office/drawing/2014/main" id="{9FD87D4D-44F9-D751-EFFB-CC17FBF9DDD9}"/>
              </a:ext>
            </a:extLst>
          </p:cNvPr>
          <p:cNvSpPr>
            <a:spLocks noGrp="1"/>
          </p:cNvSpPr>
          <p:nvPr>
            <p:ph idx="1"/>
          </p:nvPr>
        </p:nvSpPr>
        <p:spPr>
          <a:xfrm>
            <a:off x="838200" y="1690688"/>
            <a:ext cx="10515600" cy="4351338"/>
          </a:xfrm>
        </p:spPr>
        <p:txBody>
          <a:bodyPr/>
          <a:lstStyle/>
          <a:p>
            <a:pPr marL="0" indent="0">
              <a:buNone/>
            </a:pPr>
            <a:endParaRPr lang="en-US" altLang="zh-TW" dirty="0">
              <a:latin typeface="Times New Roman" panose="02020603050405020304" pitchFamily="18" charset="0"/>
              <a:cs typeface="Times New Roman" panose="02020603050405020304" pitchFamily="18" charset="0"/>
            </a:endParaRPr>
          </a:p>
          <a:p>
            <a:endParaRPr lang="en-US" altLang="zh-TW" dirty="0">
              <a:latin typeface="Times New Roman" panose="02020603050405020304" pitchFamily="18" charset="0"/>
              <a:cs typeface="Times New Roman" panose="02020603050405020304" pitchFamily="18" charset="0"/>
            </a:endParaRPr>
          </a:p>
        </p:txBody>
      </p:sp>
      <p:sp>
        <p:nvSpPr>
          <p:cNvPr id="13" name="文字方塊 12">
            <a:extLst>
              <a:ext uri="{FF2B5EF4-FFF2-40B4-BE49-F238E27FC236}">
                <a16:creationId xmlns:a16="http://schemas.microsoft.com/office/drawing/2014/main" id="{2B5BEFFB-FCCD-449F-C53F-3C3194830800}"/>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sp>
        <p:nvSpPr>
          <p:cNvPr id="14" name="文字方塊 13">
            <a:extLst>
              <a:ext uri="{FF2B5EF4-FFF2-40B4-BE49-F238E27FC236}">
                <a16:creationId xmlns:a16="http://schemas.microsoft.com/office/drawing/2014/main" id="{66798146-BD47-B2E7-0E64-82ACA33259FE}"/>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sp>
        <p:nvSpPr>
          <p:cNvPr id="15" name="文字方塊 14">
            <a:extLst>
              <a:ext uri="{FF2B5EF4-FFF2-40B4-BE49-F238E27FC236}">
                <a16:creationId xmlns:a16="http://schemas.microsoft.com/office/drawing/2014/main" id="{BA563692-1EDE-8604-AED9-1609375068D6}"/>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sp>
        <p:nvSpPr>
          <p:cNvPr id="4" name="內容版面配置區 6">
            <a:extLst>
              <a:ext uri="{FF2B5EF4-FFF2-40B4-BE49-F238E27FC236}">
                <a16:creationId xmlns:a16="http://schemas.microsoft.com/office/drawing/2014/main" id="{9BF9797B-AC24-897E-BDA3-5C64E2F0C803}"/>
              </a:ext>
            </a:extLst>
          </p:cNvPr>
          <p:cNvSpPr txBox="1">
            <a:spLocks/>
          </p:cNvSpPr>
          <p:nvPr/>
        </p:nvSpPr>
        <p:spPr>
          <a:xfrm>
            <a:off x="1109472" y="1847850"/>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ltLang="zh-TW" dirty="0">
              <a:latin typeface="Times New Roman" panose="02020603050405020304" pitchFamily="18" charset="0"/>
              <a:cs typeface="Times New Roman" panose="02020603050405020304" pitchFamily="18" charset="0"/>
            </a:endParaRPr>
          </a:p>
        </p:txBody>
      </p:sp>
      <p:pic>
        <p:nvPicPr>
          <p:cNvPr id="9" name="圖片 8">
            <a:extLst>
              <a:ext uri="{FF2B5EF4-FFF2-40B4-BE49-F238E27FC236}">
                <a16:creationId xmlns:a16="http://schemas.microsoft.com/office/drawing/2014/main" id="{A443AEAD-2706-04C0-D4BB-570556B980BB}"/>
              </a:ext>
            </a:extLst>
          </p:cNvPr>
          <p:cNvPicPr>
            <a:picLocks noChangeAspect="1"/>
          </p:cNvPicPr>
          <p:nvPr/>
        </p:nvPicPr>
        <p:blipFill>
          <a:blip r:embed="rId2"/>
          <a:stretch>
            <a:fillRect/>
          </a:stretch>
        </p:blipFill>
        <p:spPr>
          <a:xfrm>
            <a:off x="1926833" y="754868"/>
            <a:ext cx="8335538" cy="5601482"/>
          </a:xfrm>
          <a:prstGeom prst="rect">
            <a:avLst/>
          </a:prstGeom>
        </p:spPr>
      </p:pic>
      <p:sp>
        <p:nvSpPr>
          <p:cNvPr id="12" name="標題 11">
            <a:extLst>
              <a:ext uri="{FF2B5EF4-FFF2-40B4-BE49-F238E27FC236}">
                <a16:creationId xmlns:a16="http://schemas.microsoft.com/office/drawing/2014/main" id="{47E8EBCC-941D-38A2-2D24-5C90D7A34EE8}"/>
              </a:ext>
            </a:extLst>
          </p:cNvPr>
          <p:cNvSpPr>
            <a:spLocks noGrp="1"/>
          </p:cNvSpPr>
          <p:nvPr>
            <p:ph type="title"/>
          </p:nvPr>
        </p:nvSpPr>
        <p:spPr/>
        <p:txBody>
          <a:bodyPr/>
          <a:lstStyle/>
          <a:p>
            <a:endParaRPr lang="zh-TW" altLang="en-US"/>
          </a:p>
        </p:txBody>
      </p:sp>
      <p:sp>
        <p:nvSpPr>
          <p:cNvPr id="17" name="橢圓 16">
            <a:extLst>
              <a:ext uri="{FF2B5EF4-FFF2-40B4-BE49-F238E27FC236}">
                <a16:creationId xmlns:a16="http://schemas.microsoft.com/office/drawing/2014/main" id="{7C772219-FE59-D6B0-F6A3-E522231458F5}"/>
              </a:ext>
            </a:extLst>
          </p:cNvPr>
          <p:cNvSpPr/>
          <p:nvPr/>
        </p:nvSpPr>
        <p:spPr>
          <a:xfrm>
            <a:off x="2885813" y="2721244"/>
            <a:ext cx="914400" cy="1415511"/>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19743260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投影片編號版面配置區 2">
            <a:extLst>
              <a:ext uri="{FF2B5EF4-FFF2-40B4-BE49-F238E27FC236}">
                <a16:creationId xmlns:a16="http://schemas.microsoft.com/office/drawing/2014/main" id="{E11B5102-CACD-3DEE-577C-C29FA51D1436}"/>
              </a:ext>
            </a:extLst>
          </p:cNvPr>
          <p:cNvSpPr>
            <a:spLocks noGrp="1"/>
          </p:cNvSpPr>
          <p:nvPr>
            <p:ph type="sldNum" sz="quarter" idx="12"/>
          </p:nvPr>
        </p:nvSpPr>
        <p:spPr/>
        <p:txBody>
          <a:bodyPr/>
          <a:lstStyle/>
          <a:p>
            <a:fld id="{EFAEC03B-316C-4507-8207-D997BB28EB64}" type="slidenum">
              <a:rPr lang="zh-TW" altLang="en-US" smtClean="0"/>
              <a:t>13</a:t>
            </a:fld>
            <a:endParaRPr lang="zh-TW" altLang="en-US" dirty="0"/>
          </a:p>
        </p:txBody>
      </p:sp>
      <p:sp>
        <p:nvSpPr>
          <p:cNvPr id="7" name="內容版面配置區 6">
            <a:extLst>
              <a:ext uri="{FF2B5EF4-FFF2-40B4-BE49-F238E27FC236}">
                <a16:creationId xmlns:a16="http://schemas.microsoft.com/office/drawing/2014/main" id="{9FD87D4D-44F9-D751-EFFB-CC17FBF9DDD9}"/>
              </a:ext>
            </a:extLst>
          </p:cNvPr>
          <p:cNvSpPr>
            <a:spLocks noGrp="1"/>
          </p:cNvSpPr>
          <p:nvPr>
            <p:ph idx="1"/>
          </p:nvPr>
        </p:nvSpPr>
        <p:spPr>
          <a:xfrm>
            <a:off x="838200" y="1690688"/>
            <a:ext cx="10515600" cy="4351338"/>
          </a:xfrm>
        </p:spPr>
        <p:txBody>
          <a:bodyPr/>
          <a:lstStyle/>
          <a:p>
            <a:pPr marL="0" indent="0">
              <a:buNone/>
            </a:pPr>
            <a:endParaRPr lang="en-US" altLang="zh-TW" dirty="0">
              <a:latin typeface="Times New Roman" panose="02020603050405020304" pitchFamily="18" charset="0"/>
              <a:cs typeface="Times New Roman" panose="02020603050405020304" pitchFamily="18" charset="0"/>
            </a:endParaRPr>
          </a:p>
          <a:p>
            <a:endParaRPr lang="en-US" altLang="zh-TW" dirty="0">
              <a:latin typeface="Times New Roman" panose="02020603050405020304" pitchFamily="18" charset="0"/>
              <a:cs typeface="Times New Roman" panose="02020603050405020304" pitchFamily="18" charset="0"/>
            </a:endParaRPr>
          </a:p>
        </p:txBody>
      </p:sp>
      <p:sp>
        <p:nvSpPr>
          <p:cNvPr id="13" name="文字方塊 12">
            <a:extLst>
              <a:ext uri="{FF2B5EF4-FFF2-40B4-BE49-F238E27FC236}">
                <a16:creationId xmlns:a16="http://schemas.microsoft.com/office/drawing/2014/main" id="{2B5BEFFB-FCCD-449F-C53F-3C3194830800}"/>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sp>
        <p:nvSpPr>
          <p:cNvPr id="14" name="文字方塊 13">
            <a:extLst>
              <a:ext uri="{FF2B5EF4-FFF2-40B4-BE49-F238E27FC236}">
                <a16:creationId xmlns:a16="http://schemas.microsoft.com/office/drawing/2014/main" id="{66798146-BD47-B2E7-0E64-82ACA33259FE}"/>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sp>
        <p:nvSpPr>
          <p:cNvPr id="15" name="文字方塊 14">
            <a:extLst>
              <a:ext uri="{FF2B5EF4-FFF2-40B4-BE49-F238E27FC236}">
                <a16:creationId xmlns:a16="http://schemas.microsoft.com/office/drawing/2014/main" id="{BA563692-1EDE-8604-AED9-1609375068D6}"/>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sp>
        <p:nvSpPr>
          <p:cNvPr id="4" name="內容版面配置區 6">
            <a:extLst>
              <a:ext uri="{FF2B5EF4-FFF2-40B4-BE49-F238E27FC236}">
                <a16:creationId xmlns:a16="http://schemas.microsoft.com/office/drawing/2014/main" id="{9BF9797B-AC24-897E-BDA3-5C64E2F0C803}"/>
              </a:ext>
            </a:extLst>
          </p:cNvPr>
          <p:cNvSpPr txBox="1">
            <a:spLocks/>
          </p:cNvSpPr>
          <p:nvPr/>
        </p:nvSpPr>
        <p:spPr>
          <a:xfrm>
            <a:off x="1109472" y="1847850"/>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ltLang="zh-TW" dirty="0">
              <a:latin typeface="Times New Roman" panose="02020603050405020304" pitchFamily="18" charset="0"/>
              <a:cs typeface="Times New Roman" panose="02020603050405020304" pitchFamily="18" charset="0"/>
            </a:endParaRPr>
          </a:p>
        </p:txBody>
      </p:sp>
      <p:sp>
        <p:nvSpPr>
          <p:cNvPr id="12" name="標題 11">
            <a:extLst>
              <a:ext uri="{FF2B5EF4-FFF2-40B4-BE49-F238E27FC236}">
                <a16:creationId xmlns:a16="http://schemas.microsoft.com/office/drawing/2014/main" id="{47E8EBCC-941D-38A2-2D24-5C90D7A34EE8}"/>
              </a:ext>
            </a:extLst>
          </p:cNvPr>
          <p:cNvSpPr>
            <a:spLocks noGrp="1"/>
          </p:cNvSpPr>
          <p:nvPr>
            <p:ph type="title"/>
          </p:nvPr>
        </p:nvSpPr>
        <p:spPr/>
        <p:txBody>
          <a:bodyPr/>
          <a:lstStyle/>
          <a:p>
            <a:endParaRPr lang="zh-TW" altLang="en-US"/>
          </a:p>
        </p:txBody>
      </p:sp>
      <p:pic>
        <p:nvPicPr>
          <p:cNvPr id="5" name="圖片 4">
            <a:extLst>
              <a:ext uri="{FF2B5EF4-FFF2-40B4-BE49-F238E27FC236}">
                <a16:creationId xmlns:a16="http://schemas.microsoft.com/office/drawing/2014/main" id="{1C156972-F11F-0363-270A-D83CF66C66D5}"/>
              </a:ext>
            </a:extLst>
          </p:cNvPr>
          <p:cNvPicPr>
            <a:picLocks noChangeAspect="1"/>
          </p:cNvPicPr>
          <p:nvPr/>
        </p:nvPicPr>
        <p:blipFill>
          <a:blip r:embed="rId2"/>
          <a:stretch>
            <a:fillRect/>
          </a:stretch>
        </p:blipFill>
        <p:spPr>
          <a:xfrm>
            <a:off x="-177285" y="2716045"/>
            <a:ext cx="6964096" cy="1698362"/>
          </a:xfrm>
          <a:prstGeom prst="rect">
            <a:avLst/>
          </a:prstGeom>
        </p:spPr>
      </p:pic>
      <p:pic>
        <p:nvPicPr>
          <p:cNvPr id="8" name="圖片 7">
            <a:extLst>
              <a:ext uri="{FF2B5EF4-FFF2-40B4-BE49-F238E27FC236}">
                <a16:creationId xmlns:a16="http://schemas.microsoft.com/office/drawing/2014/main" id="{CDD747A3-0BEF-C7A8-EF91-8DA19FB5D29E}"/>
              </a:ext>
            </a:extLst>
          </p:cNvPr>
          <p:cNvPicPr>
            <a:picLocks noChangeAspect="1"/>
          </p:cNvPicPr>
          <p:nvPr/>
        </p:nvPicPr>
        <p:blipFill>
          <a:blip r:embed="rId3"/>
          <a:stretch>
            <a:fillRect/>
          </a:stretch>
        </p:blipFill>
        <p:spPr>
          <a:xfrm>
            <a:off x="6551802" y="1909969"/>
            <a:ext cx="5601482" cy="4210638"/>
          </a:xfrm>
          <a:prstGeom prst="rect">
            <a:avLst/>
          </a:prstGeom>
        </p:spPr>
      </p:pic>
    </p:spTree>
    <p:extLst>
      <p:ext uri="{BB962C8B-B14F-4D97-AF65-F5344CB8AC3E}">
        <p14:creationId xmlns:p14="http://schemas.microsoft.com/office/powerpoint/2010/main" val="19863304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投影片編號版面配置區 2">
            <a:extLst>
              <a:ext uri="{FF2B5EF4-FFF2-40B4-BE49-F238E27FC236}">
                <a16:creationId xmlns:a16="http://schemas.microsoft.com/office/drawing/2014/main" id="{E11B5102-CACD-3DEE-577C-C29FA51D1436}"/>
              </a:ext>
            </a:extLst>
          </p:cNvPr>
          <p:cNvSpPr>
            <a:spLocks noGrp="1"/>
          </p:cNvSpPr>
          <p:nvPr>
            <p:ph type="sldNum" sz="quarter" idx="12"/>
          </p:nvPr>
        </p:nvSpPr>
        <p:spPr/>
        <p:txBody>
          <a:bodyPr/>
          <a:lstStyle/>
          <a:p>
            <a:fld id="{EFAEC03B-316C-4507-8207-D997BB28EB64}" type="slidenum">
              <a:rPr lang="zh-TW" altLang="en-US" smtClean="0"/>
              <a:t>14</a:t>
            </a:fld>
            <a:endParaRPr lang="zh-TW" altLang="en-US" dirty="0"/>
          </a:p>
        </p:txBody>
      </p:sp>
      <p:sp>
        <p:nvSpPr>
          <p:cNvPr id="7" name="內容版面配置區 6">
            <a:extLst>
              <a:ext uri="{FF2B5EF4-FFF2-40B4-BE49-F238E27FC236}">
                <a16:creationId xmlns:a16="http://schemas.microsoft.com/office/drawing/2014/main" id="{9FD87D4D-44F9-D751-EFFB-CC17FBF9DDD9}"/>
              </a:ext>
            </a:extLst>
          </p:cNvPr>
          <p:cNvSpPr>
            <a:spLocks noGrp="1"/>
          </p:cNvSpPr>
          <p:nvPr>
            <p:ph idx="1"/>
          </p:nvPr>
        </p:nvSpPr>
        <p:spPr>
          <a:xfrm>
            <a:off x="838200" y="1690688"/>
            <a:ext cx="10515600" cy="4351338"/>
          </a:xfrm>
        </p:spPr>
        <p:txBody>
          <a:bodyPr/>
          <a:lstStyle/>
          <a:p>
            <a:pPr marL="0" indent="0">
              <a:buNone/>
            </a:pPr>
            <a:endParaRPr lang="en-US" altLang="zh-TW" dirty="0">
              <a:latin typeface="Times New Roman" panose="02020603050405020304" pitchFamily="18" charset="0"/>
              <a:cs typeface="Times New Roman" panose="02020603050405020304" pitchFamily="18" charset="0"/>
            </a:endParaRPr>
          </a:p>
          <a:p>
            <a:endParaRPr lang="en-US" altLang="zh-TW" dirty="0">
              <a:latin typeface="Times New Roman" panose="02020603050405020304" pitchFamily="18" charset="0"/>
              <a:cs typeface="Times New Roman" panose="02020603050405020304" pitchFamily="18" charset="0"/>
            </a:endParaRPr>
          </a:p>
        </p:txBody>
      </p:sp>
      <p:sp>
        <p:nvSpPr>
          <p:cNvPr id="13" name="文字方塊 12">
            <a:extLst>
              <a:ext uri="{FF2B5EF4-FFF2-40B4-BE49-F238E27FC236}">
                <a16:creationId xmlns:a16="http://schemas.microsoft.com/office/drawing/2014/main" id="{2B5BEFFB-FCCD-449F-C53F-3C3194830800}"/>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sp>
        <p:nvSpPr>
          <p:cNvPr id="14" name="文字方塊 13">
            <a:extLst>
              <a:ext uri="{FF2B5EF4-FFF2-40B4-BE49-F238E27FC236}">
                <a16:creationId xmlns:a16="http://schemas.microsoft.com/office/drawing/2014/main" id="{66798146-BD47-B2E7-0E64-82ACA33259FE}"/>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sp>
        <p:nvSpPr>
          <p:cNvPr id="15" name="文字方塊 14">
            <a:extLst>
              <a:ext uri="{FF2B5EF4-FFF2-40B4-BE49-F238E27FC236}">
                <a16:creationId xmlns:a16="http://schemas.microsoft.com/office/drawing/2014/main" id="{BA563692-1EDE-8604-AED9-1609375068D6}"/>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sp>
        <p:nvSpPr>
          <p:cNvPr id="4" name="內容版面配置區 6">
            <a:extLst>
              <a:ext uri="{FF2B5EF4-FFF2-40B4-BE49-F238E27FC236}">
                <a16:creationId xmlns:a16="http://schemas.microsoft.com/office/drawing/2014/main" id="{9BF9797B-AC24-897E-BDA3-5C64E2F0C803}"/>
              </a:ext>
            </a:extLst>
          </p:cNvPr>
          <p:cNvSpPr txBox="1">
            <a:spLocks/>
          </p:cNvSpPr>
          <p:nvPr/>
        </p:nvSpPr>
        <p:spPr>
          <a:xfrm>
            <a:off x="1109472" y="1847850"/>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ltLang="zh-TW" dirty="0">
              <a:latin typeface="Times New Roman" panose="02020603050405020304" pitchFamily="18" charset="0"/>
              <a:cs typeface="Times New Roman" panose="02020603050405020304" pitchFamily="18" charset="0"/>
            </a:endParaRPr>
          </a:p>
        </p:txBody>
      </p:sp>
      <p:sp>
        <p:nvSpPr>
          <p:cNvPr id="12" name="標題 11">
            <a:extLst>
              <a:ext uri="{FF2B5EF4-FFF2-40B4-BE49-F238E27FC236}">
                <a16:creationId xmlns:a16="http://schemas.microsoft.com/office/drawing/2014/main" id="{47E8EBCC-941D-38A2-2D24-5C90D7A34EE8}"/>
              </a:ext>
            </a:extLst>
          </p:cNvPr>
          <p:cNvSpPr>
            <a:spLocks noGrp="1"/>
          </p:cNvSpPr>
          <p:nvPr>
            <p:ph type="title"/>
          </p:nvPr>
        </p:nvSpPr>
        <p:spPr/>
        <p:txBody>
          <a:bodyPr/>
          <a:lstStyle/>
          <a:p>
            <a:endParaRPr lang="zh-TW" altLang="en-US"/>
          </a:p>
        </p:txBody>
      </p:sp>
      <p:pic>
        <p:nvPicPr>
          <p:cNvPr id="6" name="圖片 5">
            <a:extLst>
              <a:ext uri="{FF2B5EF4-FFF2-40B4-BE49-F238E27FC236}">
                <a16:creationId xmlns:a16="http://schemas.microsoft.com/office/drawing/2014/main" id="{C9DA799B-A512-62B7-C641-3D0C923027E1}"/>
              </a:ext>
            </a:extLst>
          </p:cNvPr>
          <p:cNvPicPr>
            <a:picLocks noChangeAspect="1"/>
          </p:cNvPicPr>
          <p:nvPr/>
        </p:nvPicPr>
        <p:blipFill>
          <a:blip r:embed="rId2"/>
          <a:stretch>
            <a:fillRect/>
          </a:stretch>
        </p:blipFill>
        <p:spPr>
          <a:xfrm>
            <a:off x="2086395" y="725018"/>
            <a:ext cx="8561754" cy="5813894"/>
          </a:xfrm>
          <a:prstGeom prst="rect">
            <a:avLst/>
          </a:prstGeom>
        </p:spPr>
      </p:pic>
      <p:sp>
        <p:nvSpPr>
          <p:cNvPr id="9" name="橢圓 8">
            <a:extLst>
              <a:ext uri="{FF2B5EF4-FFF2-40B4-BE49-F238E27FC236}">
                <a16:creationId xmlns:a16="http://schemas.microsoft.com/office/drawing/2014/main" id="{11E557DE-C7D6-7686-8D84-87E89842AA1E}"/>
              </a:ext>
            </a:extLst>
          </p:cNvPr>
          <p:cNvSpPr/>
          <p:nvPr/>
        </p:nvSpPr>
        <p:spPr>
          <a:xfrm>
            <a:off x="2811566" y="1435693"/>
            <a:ext cx="418744" cy="412157"/>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橢圓 9">
            <a:extLst>
              <a:ext uri="{FF2B5EF4-FFF2-40B4-BE49-F238E27FC236}">
                <a16:creationId xmlns:a16="http://schemas.microsoft.com/office/drawing/2014/main" id="{D5FD6526-1288-ECF1-1CF1-4473FED647CB}"/>
              </a:ext>
            </a:extLst>
          </p:cNvPr>
          <p:cNvSpPr/>
          <p:nvPr/>
        </p:nvSpPr>
        <p:spPr>
          <a:xfrm>
            <a:off x="3020938" y="4408205"/>
            <a:ext cx="713574" cy="601946"/>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橢圓 10">
            <a:extLst>
              <a:ext uri="{FF2B5EF4-FFF2-40B4-BE49-F238E27FC236}">
                <a16:creationId xmlns:a16="http://schemas.microsoft.com/office/drawing/2014/main" id="{46BADD17-A0A0-F8EA-3A4C-FDB985F31DFA}"/>
              </a:ext>
            </a:extLst>
          </p:cNvPr>
          <p:cNvSpPr/>
          <p:nvPr/>
        </p:nvSpPr>
        <p:spPr>
          <a:xfrm>
            <a:off x="4579122" y="1344634"/>
            <a:ext cx="418744" cy="412157"/>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 name="橢圓 15">
            <a:extLst>
              <a:ext uri="{FF2B5EF4-FFF2-40B4-BE49-F238E27FC236}">
                <a16:creationId xmlns:a16="http://schemas.microsoft.com/office/drawing/2014/main" id="{E32D72ED-10FF-24D8-469D-0EA13A872038}"/>
              </a:ext>
            </a:extLst>
          </p:cNvPr>
          <p:cNvSpPr/>
          <p:nvPr/>
        </p:nvSpPr>
        <p:spPr>
          <a:xfrm>
            <a:off x="4669054" y="4202126"/>
            <a:ext cx="552425" cy="808025"/>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8206670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方塊 1">
            <a:extLst>
              <a:ext uri="{FF2B5EF4-FFF2-40B4-BE49-F238E27FC236}">
                <a16:creationId xmlns:a16="http://schemas.microsoft.com/office/drawing/2014/main" id="{994B9074-FFE2-64E5-A801-528B60039244}"/>
              </a:ext>
            </a:extLst>
          </p:cNvPr>
          <p:cNvSpPr txBox="1"/>
          <p:nvPr/>
        </p:nvSpPr>
        <p:spPr>
          <a:xfrm>
            <a:off x="4500980" y="2228671"/>
            <a:ext cx="8416031" cy="1200329"/>
          </a:xfrm>
          <a:prstGeom prst="rect">
            <a:avLst/>
          </a:prstGeom>
          <a:noFill/>
        </p:spPr>
        <p:txBody>
          <a:bodyPr wrap="square" rtlCol="0">
            <a:spAutoFit/>
          </a:bodyPr>
          <a:lstStyle/>
          <a:p>
            <a:r>
              <a:rPr lang="en-US" altLang="zh-TW" sz="7200" dirty="0">
                <a:latin typeface="Times New Roman" panose="02020603050405020304" pitchFamily="18" charset="0"/>
                <a:ea typeface="+mj-ea"/>
                <a:cs typeface="Times New Roman" panose="02020603050405020304" pitchFamily="18" charset="0"/>
              </a:rPr>
              <a:t>Thanks</a:t>
            </a:r>
          </a:p>
        </p:txBody>
      </p:sp>
      <p:sp>
        <p:nvSpPr>
          <p:cNvPr id="3" name="投影片編號版面配置區 2">
            <a:extLst>
              <a:ext uri="{FF2B5EF4-FFF2-40B4-BE49-F238E27FC236}">
                <a16:creationId xmlns:a16="http://schemas.microsoft.com/office/drawing/2014/main" id="{470088EC-5D8D-9A95-DC6D-2DD90021AD39}"/>
              </a:ext>
            </a:extLst>
          </p:cNvPr>
          <p:cNvSpPr>
            <a:spLocks noGrp="1"/>
          </p:cNvSpPr>
          <p:nvPr>
            <p:ph type="sldNum" sz="quarter" idx="12"/>
          </p:nvPr>
        </p:nvSpPr>
        <p:spPr/>
        <p:txBody>
          <a:bodyPr/>
          <a:lstStyle/>
          <a:p>
            <a:fld id="{EFAEC03B-316C-4507-8207-D997BB28EB64}" type="slidenum">
              <a:rPr lang="zh-TW" altLang="en-US" smtClean="0"/>
              <a:t>15</a:t>
            </a:fld>
            <a:endParaRPr lang="zh-TW" altLang="en-US"/>
          </a:p>
        </p:txBody>
      </p:sp>
    </p:spTree>
    <p:extLst>
      <p:ext uri="{BB962C8B-B14F-4D97-AF65-F5344CB8AC3E}">
        <p14:creationId xmlns:p14="http://schemas.microsoft.com/office/powerpoint/2010/main" val="3819905331"/>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4567</TotalTime>
  <Words>424</Words>
  <Application>Microsoft Office PowerPoint</Application>
  <PresentationFormat>寬螢幕</PresentationFormat>
  <Paragraphs>113</Paragraphs>
  <Slides>15</Slides>
  <Notes>0</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15</vt:i4>
      </vt:variant>
    </vt:vector>
  </HeadingPairs>
  <TitlesOfParts>
    <vt:vector size="20" baseType="lpstr">
      <vt:lpstr>Arial</vt:lpstr>
      <vt:lpstr>Calibri</vt:lpstr>
      <vt:lpstr>Calibri Light</vt:lpstr>
      <vt:lpstr>Times New Roman</vt:lpstr>
      <vt:lpstr>Office 佈景主題</vt:lpstr>
      <vt:lpstr>Using Dynamic Time Warping to Find Patterns in Time Series</vt:lpstr>
      <vt:lpstr>ABSTRACT</vt:lpstr>
      <vt:lpstr>Temporal Data</vt:lpstr>
      <vt:lpstr>Patterns in Time Series</vt:lpstr>
      <vt:lpstr>Patterns in Time Series</vt:lpstr>
      <vt:lpstr>Dynamic Time Warping</vt:lpstr>
      <vt:lpstr>DTW</vt:lpstr>
      <vt:lpstr>DTW</vt:lpstr>
      <vt:lpstr>DP</vt:lpstr>
      <vt:lpstr>DP</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Stock Prediction Based on Genetic Algorithm Feature Selection and Long Short-Term Memory Neural Network </dc:title>
  <dc:creator>楊景翔</dc:creator>
  <cp:lastModifiedBy>楊景翔</cp:lastModifiedBy>
  <cp:revision>29</cp:revision>
  <dcterms:created xsi:type="dcterms:W3CDTF">2023-09-05T08:57:34Z</dcterms:created>
  <dcterms:modified xsi:type="dcterms:W3CDTF">2024-02-20T03:59:23Z</dcterms:modified>
</cp:coreProperties>
</file>