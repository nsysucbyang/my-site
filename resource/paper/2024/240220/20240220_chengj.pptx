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697a2d305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697a2d305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697a2d305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697a2d305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697a2d305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697a2d305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猜是用index做dom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697a2d305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697a2d305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697a2d305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697a2d305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ba4e2a87d0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ba4e2a87d0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ba4e2a87d0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ba4e2a87d0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ba4e2a87d0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ba4e2a87d0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ba4e2a87d0_4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ba4e2a87d0_4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ba4e2a87d0_3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ba4e2a87d0_3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ba4e2a87d0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ba4e2a87d0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ba4e2a87d0_4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ba4e2a87d0_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ba4e2a87d0_4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ba4e2a87d0_4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ba78fa746b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ba78fa746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a4e2a87d0_4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ba4e2a87d0_4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697a2d305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697a2d305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>
                <a:latin typeface="Times New Roman"/>
                <a:ea typeface="Times New Roman"/>
                <a:cs typeface="Times New Roman"/>
                <a:sym typeface="Times New Roman"/>
              </a:rPr>
              <a:t>Computing a Longest Common Almost-Increasing Subsequence of Two Sequences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Toan Thang Ta, Yi-Kung Shieh, Chin Lung Lu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Theoretical Computer Science, Volume 854, 16 January 2021, Pages 44-51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914600" y="4220100"/>
            <a:ext cx="422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Presenter: Guan-Jie Chen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Feb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zh-TW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zh-TW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a positive constant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 sequence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&lt;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…,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aseline="-25000"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of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numbers is said to be almost increasing if and only if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aseline="-25000"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max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1≤</a:t>
            </a:r>
            <a:r>
              <a:rPr baseline="-25000"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</a:t>
            </a:r>
            <a:r>
              <a:rPr baseline="-25000"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aseline="-25000"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all 1 &lt;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 longest common almost-increasing subsequence (LCaIS) between two input sequences is a longest common subsequence that is also an almost increasing sequence. We found out that the existing algorithm proposed by Moosa et al. [1] to find an LCaIS of two sequences without repeated elements gives an incorrect result for some instances.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Abstract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this work, we present a dynamic programming algorithm that can correctly compute an LCaIS between any two sequences with repeated elements in 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time and 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space, where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the lengths of two input sequences and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length of the output LCaIS.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Algorithm Proposed by Moosa et al.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&lt;11, 7, 9, 8, 6&gt;	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’ = &lt;11, 7, 9, 8&gt;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&lt;9, 8, 11, 7, 6&gt;	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’ = &lt;9, 8, 11, 7&gt;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 = 1: &lt;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&gt;, </a:t>
            </a:r>
            <a:r>
              <a:rPr lang="zh-TW" sz="2400" strike="sng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&lt;11&gt;</a:t>
            </a:r>
            <a:endParaRPr sz="2400" strike="sng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 = 2: </a:t>
            </a:r>
            <a:r>
              <a:rPr lang="zh-TW" sz="2400" strike="sng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&lt;9, 8&gt;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&lt;11, 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construct 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true 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LCaIS:</a:t>
            </a:r>
            <a:r>
              <a:rPr lang="zh-TW" sz="2400">
                <a:solidFill>
                  <a:srgbClr val="00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&lt;9, 8, 6&gt;</a:t>
            </a:r>
            <a:endParaRPr sz="24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LCaIS (DP)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&lt;3, 2, 1, 3, 2&gt;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&lt;1, 3, 3, 2&gt;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9275" y="587450"/>
            <a:ext cx="3381529" cy="396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LCaIS (DP)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&lt;3, 2, 1, 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2&gt;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&lt;1, 3, 3, 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1: mismatched pair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- 1,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∪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- 1)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4050" y="955688"/>
            <a:ext cx="3750800" cy="3232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8"/>
          <p:cNvCxnSpPr/>
          <p:nvPr/>
        </p:nvCxnSpPr>
        <p:spPr>
          <a:xfrm>
            <a:off x="7211775" y="1556025"/>
            <a:ext cx="2721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18"/>
          <p:cNvCxnSpPr/>
          <p:nvPr/>
        </p:nvCxnSpPr>
        <p:spPr>
          <a:xfrm>
            <a:off x="5579250" y="2724975"/>
            <a:ext cx="2721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8"/>
          <p:cNvCxnSpPr/>
          <p:nvPr/>
        </p:nvCxnSpPr>
        <p:spPr>
          <a:xfrm>
            <a:off x="7211775" y="1828500"/>
            <a:ext cx="2721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8"/>
          <p:cNvCxnSpPr/>
          <p:nvPr/>
        </p:nvCxnSpPr>
        <p:spPr>
          <a:xfrm>
            <a:off x="5579250" y="2997450"/>
            <a:ext cx="2721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LCaIS (DP)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&lt;3, 2, 1, 3, 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&lt;1, 3, 3, 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2: matched pair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7950" y="0"/>
            <a:ext cx="311514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Case 2: Matched Pair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找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- 1,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- 1)中maximal &lt;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且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最長</a:t>
            </a:r>
            <a:endParaRPr sz="2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7950" y="0"/>
            <a:ext cx="3115145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20"/>
          <p:cNvCxnSpPr/>
          <p:nvPr/>
        </p:nvCxnSpPr>
        <p:spPr>
          <a:xfrm>
            <a:off x="6995600" y="2142950"/>
            <a:ext cx="1101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20"/>
          <p:cNvCxnSpPr/>
          <p:nvPr/>
        </p:nvCxnSpPr>
        <p:spPr>
          <a:xfrm>
            <a:off x="5683025" y="969375"/>
            <a:ext cx="1101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Case 2: Matched Pair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找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- 1,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- 1)中maximal - c &lt;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7950" y="0"/>
            <a:ext cx="311514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/>
          <p:nvPr/>
        </p:nvSpPr>
        <p:spPr>
          <a:xfrm>
            <a:off x="6952825" y="2356825"/>
            <a:ext cx="1293900" cy="9531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/>
          <p:nvPr/>
        </p:nvSpPr>
        <p:spPr>
          <a:xfrm>
            <a:off x="5658925" y="303700"/>
            <a:ext cx="1047900" cy="4599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/>
          <p:nvPr/>
        </p:nvSpPr>
        <p:spPr>
          <a:xfrm>
            <a:off x="5658925" y="958700"/>
            <a:ext cx="1176300" cy="4599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Case 2: Matched Pair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of step 1) ⋃ (set of step 2)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’(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7950" y="0"/>
            <a:ext cx="311514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2"/>
          <p:cNvSpPr/>
          <p:nvPr/>
        </p:nvSpPr>
        <p:spPr>
          <a:xfrm>
            <a:off x="6952825" y="1683125"/>
            <a:ext cx="1293900" cy="16269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Case 2: Matched Pair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- 1,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∪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- 1) ∪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’(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43" name="Google Shape;1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7950" y="0"/>
            <a:ext cx="3115145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p23"/>
          <p:cNvCxnSpPr/>
          <p:nvPr/>
        </p:nvCxnSpPr>
        <p:spPr>
          <a:xfrm>
            <a:off x="5691000" y="1897000"/>
            <a:ext cx="1037400" cy="108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23"/>
          <p:cNvCxnSpPr/>
          <p:nvPr/>
        </p:nvCxnSpPr>
        <p:spPr>
          <a:xfrm>
            <a:off x="7030400" y="2566350"/>
            <a:ext cx="1037400" cy="108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Simplification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dominated paths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53" name="Google Shape;15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4874" y="394913"/>
            <a:ext cx="3692501" cy="198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2174" y="2841905"/>
            <a:ext cx="3692500" cy="19066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24"/>
          <p:cNvCxnSpPr/>
          <p:nvPr/>
        </p:nvCxnSpPr>
        <p:spPr>
          <a:xfrm>
            <a:off x="5177725" y="827675"/>
            <a:ext cx="15825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24"/>
          <p:cNvCxnSpPr/>
          <p:nvPr/>
        </p:nvCxnSpPr>
        <p:spPr>
          <a:xfrm>
            <a:off x="5177725" y="1195250"/>
            <a:ext cx="15825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Simplification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redundant paths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64" name="Google Shape;1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5649" y="774755"/>
            <a:ext cx="3692500" cy="1906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5650" y="3538500"/>
            <a:ext cx="3760450" cy="8302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" name="Google Shape;166;p25"/>
          <p:cNvCxnSpPr/>
          <p:nvPr/>
        </p:nvCxnSpPr>
        <p:spPr>
          <a:xfrm>
            <a:off x="5199150" y="1918325"/>
            <a:ext cx="18501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Simplification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3-tuple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(maximal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在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中的index,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maximal在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中的index,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目前找到的LCaIS長度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74" name="Google Shape;17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9450" y="1362563"/>
            <a:ext cx="3760450" cy="830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9448" y="2957063"/>
            <a:ext cx="3760450" cy="823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82" name="Google Shape;18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7313" y="1627063"/>
            <a:ext cx="6429375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001612"/>
            <a:ext cx="8839199" cy="1052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complexity: 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Constructing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Constructing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(backtracking): 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 complexity: 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196" name="Google Shape;196;p29"/>
          <p:cNvSpPr txBox="1"/>
          <p:nvPr>
            <p:ph idx="1" type="body"/>
          </p:nvPr>
        </p:nvSpPr>
        <p:spPr>
          <a:xfrm>
            <a:off x="311700" y="1353325"/>
            <a:ext cx="8520600" cy="10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Thanks for your patience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9"/>
          <p:cNvSpPr/>
          <p:nvPr/>
        </p:nvSpPr>
        <p:spPr>
          <a:xfrm>
            <a:off x="3987600" y="2357825"/>
            <a:ext cx="1168800" cy="11403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