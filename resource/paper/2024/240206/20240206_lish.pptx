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sldIdLst>
    <p:sldId id="257" r:id="rId2"/>
    <p:sldId id="258" r:id="rId3"/>
    <p:sldId id="291" r:id="rId4"/>
    <p:sldId id="292" r:id="rId5"/>
    <p:sldId id="293" r:id="rId6"/>
    <p:sldId id="294" r:id="rId7"/>
    <p:sldId id="295" r:id="rId8"/>
    <p:sldId id="297" r:id="rId9"/>
    <p:sldId id="298" r:id="rId10"/>
    <p:sldId id="299" r:id="rId11"/>
    <p:sldId id="300" r:id="rId12"/>
    <p:sldId id="302" r:id="rId13"/>
    <p:sldId id="303" r:id="rId14"/>
    <p:sldId id="304" r:id="rId15"/>
    <p:sldId id="305" r:id="rId16"/>
    <p:sldId id="306" r:id="rId17"/>
    <p:sldId id="307" r:id="rId18"/>
    <p:sldId id="308" r:id="rId19"/>
    <p:sldId id="309" r:id="rId20"/>
    <p:sldId id="310" r:id="rId21"/>
    <p:sldId id="311" r:id="rId22"/>
    <p:sldId id="312" r:id="rId23"/>
    <p:sldId id="313" r:id="rId24"/>
    <p:sldId id="314" r:id="rId25"/>
    <p:sldId id="315" r:id="rId26"/>
    <p:sldId id="316" r:id="rId27"/>
    <p:sldId id="317" r:id="rId28"/>
    <p:sldId id="318" r:id="rId29"/>
    <p:sldId id="301" r:id="rId30"/>
    <p:sldId id="320" r:id="rId31"/>
    <p:sldId id="321" r:id="rId32"/>
    <p:sldId id="322" r:id="rId33"/>
    <p:sldId id="323" r:id="rId34"/>
    <p:sldId id="324" r:id="rId35"/>
    <p:sldId id="325" r:id="rId36"/>
    <p:sldId id="326" r:id="rId37"/>
    <p:sldId id="327" r:id="rId38"/>
    <p:sldId id="328" r:id="rId39"/>
    <p:sldId id="329" r:id="rId40"/>
    <p:sldId id="330" r:id="rId41"/>
    <p:sldId id="331" r:id="rId42"/>
    <p:sldId id="319" r:id="rId43"/>
    <p:sldId id="332" r:id="rId44"/>
    <p:sldId id="333" r:id="rId45"/>
    <p:sldId id="334" r:id="rId46"/>
    <p:sldId id="335" r:id="rId47"/>
    <p:sldId id="336" r:id="rId48"/>
    <p:sldId id="337" r:id="rId49"/>
    <p:sldId id="290" r:id="rId5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414578-5835-485D-A797-12C6B257B115}" v="11" dt="2023-09-04T04:31:32.037"/>
    <p1510:client id="{E7DA5099-78A1-408B-84DF-074DE53BB9A0}" v="2911" dt="2023-08-31T07:26:23.869"/>
    <p1510:client id="{F70ECEBF-8AD3-43A7-BF35-843D2F9F26F7}" v="22" dt="2023-09-04T05:18:59.6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中等深淺樣式 3 - 輔色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78" autoAdjust="0"/>
    <p:restoredTop sz="85529" autoAdjust="0"/>
  </p:normalViewPr>
  <p:slideViewPr>
    <p:cSldViewPr snapToGrid="0">
      <p:cViewPr varScale="1">
        <p:scale>
          <a:sx n="95" d="100"/>
          <a:sy n="95" d="100"/>
        </p:scale>
        <p:origin x="114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5/10/relationships/revisionInfo" Target="revisionInfo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 適宏" userId="ba70bf4345ae8a18" providerId="Windows Live" clId="Web-{60414578-5835-485D-A797-12C6B257B115}"/>
    <pc:docChg chg="modSld sldOrd">
      <pc:chgData name="李 適宏" userId="ba70bf4345ae8a18" providerId="Windows Live" clId="Web-{60414578-5835-485D-A797-12C6B257B115}" dt="2023-09-04T04:31:32.037" v="10"/>
      <pc:docMkLst>
        <pc:docMk/>
      </pc:docMkLst>
      <pc:sldChg chg="modSp">
        <pc:chgData name="李 適宏" userId="ba70bf4345ae8a18" providerId="Windows Live" clId="Web-{60414578-5835-485D-A797-12C6B257B115}" dt="2023-09-04T04:27:19.961" v="9" actId="20577"/>
        <pc:sldMkLst>
          <pc:docMk/>
          <pc:sldMk cId="3671907888" sldId="258"/>
        </pc:sldMkLst>
        <pc:spChg chg="mod">
          <ac:chgData name="李 適宏" userId="ba70bf4345ae8a18" providerId="Windows Live" clId="Web-{60414578-5835-485D-A797-12C6B257B115}" dt="2023-09-04T04:27:19.961" v="9" actId="20577"/>
          <ac:spMkLst>
            <pc:docMk/>
            <pc:sldMk cId="3671907888" sldId="258"/>
            <ac:spMk id="3" creationId="{2E60A558-83F5-DC4B-E8C9-3EB0801F3EAE}"/>
          </ac:spMkLst>
        </pc:spChg>
      </pc:sldChg>
      <pc:sldChg chg="modSp">
        <pc:chgData name="李 適宏" userId="ba70bf4345ae8a18" providerId="Windows Live" clId="Web-{60414578-5835-485D-A797-12C6B257B115}" dt="2023-09-04T04:26:39.037" v="4" actId="20577"/>
        <pc:sldMkLst>
          <pc:docMk/>
          <pc:sldMk cId="3428300884" sldId="270"/>
        </pc:sldMkLst>
        <pc:spChg chg="mod">
          <ac:chgData name="李 適宏" userId="ba70bf4345ae8a18" providerId="Windows Live" clId="Web-{60414578-5835-485D-A797-12C6B257B115}" dt="2023-09-04T04:26:39.037" v="4" actId="20577"/>
          <ac:spMkLst>
            <pc:docMk/>
            <pc:sldMk cId="3428300884" sldId="270"/>
            <ac:spMk id="3" creationId="{2E60A558-83F5-DC4B-E8C9-3EB0801F3EAE}"/>
          </ac:spMkLst>
        </pc:spChg>
      </pc:sldChg>
      <pc:sldChg chg="ord">
        <pc:chgData name="李 適宏" userId="ba70bf4345ae8a18" providerId="Windows Live" clId="Web-{60414578-5835-485D-A797-12C6B257B115}" dt="2023-09-04T04:31:32.037" v="10"/>
        <pc:sldMkLst>
          <pc:docMk/>
          <pc:sldMk cId="3552292399" sldId="274"/>
        </pc:sldMkLst>
      </pc:sldChg>
    </pc:docChg>
  </pc:docChgLst>
  <pc:docChgLst>
    <pc:chgData name="李 適宏" userId="ba70bf4345ae8a18" providerId="Windows Live" clId="Web-{E7DA5099-78A1-408B-84DF-074DE53BB9A0}"/>
    <pc:docChg chg="addSld delSld modSld sldOrd">
      <pc:chgData name="李 適宏" userId="ba70bf4345ae8a18" providerId="Windows Live" clId="Web-{E7DA5099-78A1-408B-84DF-074DE53BB9A0}" dt="2023-08-31T07:26:23.869" v="2559" actId="20577"/>
      <pc:docMkLst>
        <pc:docMk/>
      </pc:docMkLst>
      <pc:sldChg chg="modSp modTransition">
        <pc:chgData name="李 適宏" userId="ba70bf4345ae8a18" providerId="Windows Live" clId="Web-{E7DA5099-78A1-408B-84DF-074DE53BB9A0}" dt="2023-08-31T07:19:27.153" v="2517"/>
        <pc:sldMkLst>
          <pc:docMk/>
          <pc:sldMk cId="2067857472" sldId="257"/>
        </pc:sldMkLst>
        <pc:spChg chg="mod">
          <ac:chgData name="李 適宏" userId="ba70bf4345ae8a18" providerId="Windows Live" clId="Web-{E7DA5099-78A1-408B-84DF-074DE53BB9A0}" dt="2023-08-30T09:50:44.315" v="7" actId="20577"/>
          <ac:spMkLst>
            <pc:docMk/>
            <pc:sldMk cId="2067857472" sldId="257"/>
            <ac:spMk id="2" creationId="{CC7901A9-EC42-0349-C42C-1EF1F72BF040}"/>
          </ac:spMkLst>
        </pc:spChg>
        <pc:spChg chg="mod">
          <ac:chgData name="李 適宏" userId="ba70bf4345ae8a18" providerId="Windows Live" clId="Web-{E7DA5099-78A1-408B-84DF-074DE53BB9A0}" dt="2023-08-30T09:51:59.990" v="17" actId="20577"/>
          <ac:spMkLst>
            <pc:docMk/>
            <pc:sldMk cId="2067857472" sldId="257"/>
            <ac:spMk id="3" creationId="{54DBE6CB-9CF8-48E7-B831-C6B10B6C080F}"/>
          </ac:spMkLst>
        </pc:spChg>
        <pc:spChg chg="mod">
          <ac:chgData name="李 適宏" userId="ba70bf4345ae8a18" providerId="Windows Live" clId="Web-{E7DA5099-78A1-408B-84DF-074DE53BB9A0}" dt="2023-08-30T09:56:00.011" v="36" actId="20577"/>
          <ac:spMkLst>
            <pc:docMk/>
            <pc:sldMk cId="2067857472" sldId="257"/>
            <ac:spMk id="4" creationId="{272805CA-C188-EA0E-0232-5E39FC11B582}"/>
          </ac:spMkLst>
        </pc:spChg>
      </pc:sldChg>
      <pc:sldChg chg="modSp modTransition">
        <pc:chgData name="李 適宏" userId="ba70bf4345ae8a18" providerId="Windows Live" clId="Web-{E7DA5099-78A1-408B-84DF-074DE53BB9A0}" dt="2023-08-31T07:24:26.568" v="2550" actId="20577"/>
        <pc:sldMkLst>
          <pc:docMk/>
          <pc:sldMk cId="3671907888" sldId="258"/>
        </pc:sldMkLst>
        <pc:spChg chg="mod">
          <ac:chgData name="李 適宏" userId="ba70bf4345ae8a18" providerId="Windows Live" clId="Web-{E7DA5099-78A1-408B-84DF-074DE53BB9A0}" dt="2023-08-31T07:24:26.568" v="2550" actId="20577"/>
          <ac:spMkLst>
            <pc:docMk/>
            <pc:sldMk cId="3671907888" sldId="258"/>
            <ac:spMk id="3" creationId="{2E60A558-83F5-DC4B-E8C9-3EB0801F3EAE}"/>
          </ac:spMkLst>
        </pc:spChg>
      </pc:sldChg>
      <pc:sldChg chg="modSp del">
        <pc:chgData name="李 適宏" userId="ba70bf4345ae8a18" providerId="Windows Live" clId="Web-{E7DA5099-78A1-408B-84DF-074DE53BB9A0}" dt="2023-08-31T07:19:04.762" v="2516"/>
        <pc:sldMkLst>
          <pc:docMk/>
          <pc:sldMk cId="3664592898" sldId="269"/>
        </pc:sldMkLst>
        <pc:spChg chg="mod">
          <ac:chgData name="李 適宏" userId="ba70bf4345ae8a18" providerId="Windows Live" clId="Web-{E7DA5099-78A1-408B-84DF-074DE53BB9A0}" dt="2023-08-31T07:18:55.121" v="2515" actId="20577"/>
          <ac:spMkLst>
            <pc:docMk/>
            <pc:sldMk cId="3664592898" sldId="269"/>
            <ac:spMk id="3" creationId="{09049979-F5A7-6534-10C1-F736244053A9}"/>
          </ac:spMkLst>
        </pc:spChg>
      </pc:sldChg>
      <pc:sldChg chg="modSp modTransition">
        <pc:chgData name="李 適宏" userId="ba70bf4345ae8a18" providerId="Windows Live" clId="Web-{E7DA5099-78A1-408B-84DF-074DE53BB9A0}" dt="2023-08-31T07:25:13.742" v="2557" actId="20577"/>
        <pc:sldMkLst>
          <pc:docMk/>
          <pc:sldMk cId="3428300884" sldId="270"/>
        </pc:sldMkLst>
        <pc:spChg chg="mod">
          <ac:chgData name="李 適宏" userId="ba70bf4345ae8a18" providerId="Windows Live" clId="Web-{E7DA5099-78A1-408B-84DF-074DE53BB9A0}" dt="2023-08-31T07:25:13.742" v="2557" actId="20577"/>
          <ac:spMkLst>
            <pc:docMk/>
            <pc:sldMk cId="3428300884" sldId="270"/>
            <ac:spMk id="3" creationId="{2E60A558-83F5-DC4B-E8C9-3EB0801F3EAE}"/>
          </ac:spMkLst>
        </pc:spChg>
      </pc:sldChg>
      <pc:sldChg chg="addSp delSp modSp new modNotes">
        <pc:chgData name="李 適宏" userId="ba70bf4345ae8a18" providerId="Windows Live" clId="Web-{E7DA5099-78A1-408B-84DF-074DE53BB9A0}" dt="2023-08-31T07:23:07.363" v="2522"/>
        <pc:sldMkLst>
          <pc:docMk/>
          <pc:sldMk cId="1196738268" sldId="271"/>
        </pc:sldMkLst>
        <pc:spChg chg="mod">
          <ac:chgData name="李 適宏" userId="ba70bf4345ae8a18" providerId="Windows Live" clId="Web-{E7DA5099-78A1-408B-84DF-074DE53BB9A0}" dt="2023-08-30T11:08:30.829" v="81" actId="20577"/>
          <ac:spMkLst>
            <pc:docMk/>
            <pc:sldMk cId="1196738268" sldId="271"/>
            <ac:spMk id="2" creationId="{714A1471-B659-9AFA-9FB7-C296825199DF}"/>
          </ac:spMkLst>
        </pc:spChg>
        <pc:spChg chg="mod">
          <ac:chgData name="李 適宏" userId="ba70bf4345ae8a18" providerId="Windows Live" clId="Web-{E7DA5099-78A1-408B-84DF-074DE53BB9A0}" dt="2023-08-30T11:23:34.912" v="208" actId="20577"/>
          <ac:spMkLst>
            <pc:docMk/>
            <pc:sldMk cId="1196738268" sldId="271"/>
            <ac:spMk id="3" creationId="{BB23D789-6263-68FE-1828-B082C1D4C87F}"/>
          </ac:spMkLst>
        </pc:spChg>
        <pc:spChg chg="add del mod">
          <ac:chgData name="李 適宏" userId="ba70bf4345ae8a18" providerId="Windows Live" clId="Web-{E7DA5099-78A1-408B-84DF-074DE53BB9A0}" dt="2023-08-31T07:23:06.441" v="2521"/>
          <ac:spMkLst>
            <pc:docMk/>
            <pc:sldMk cId="1196738268" sldId="271"/>
            <ac:spMk id="4" creationId="{634F2545-DE7D-59B6-0CD0-FEC5C2642F0D}"/>
          </ac:spMkLst>
        </pc:spChg>
        <pc:spChg chg="add mod">
          <ac:chgData name="李 適宏" userId="ba70bf4345ae8a18" providerId="Windows Live" clId="Web-{E7DA5099-78A1-408B-84DF-074DE53BB9A0}" dt="2023-08-31T07:23:07.363" v="2522"/>
          <ac:spMkLst>
            <pc:docMk/>
            <pc:sldMk cId="1196738268" sldId="271"/>
            <ac:spMk id="6" creationId="{E11BD203-F3E3-C11F-86C8-9E21F0E172C7}"/>
          </ac:spMkLst>
        </pc:spChg>
        <pc:picChg chg="add del mod">
          <ac:chgData name="李 適宏" userId="ba70bf4345ae8a18" providerId="Windows Live" clId="Web-{E7DA5099-78A1-408B-84DF-074DE53BB9A0}" dt="2023-08-30T11:11:19.630" v="107"/>
          <ac:picMkLst>
            <pc:docMk/>
            <pc:sldMk cId="1196738268" sldId="271"/>
            <ac:picMk id="4" creationId="{804AC9F9-0CD1-C557-D554-94CE053E334C}"/>
          </ac:picMkLst>
        </pc:picChg>
        <pc:picChg chg="add mod">
          <ac:chgData name="李 適宏" userId="ba70bf4345ae8a18" providerId="Windows Live" clId="Web-{E7DA5099-78A1-408B-84DF-074DE53BB9A0}" dt="2023-08-30T11:12:20.115" v="111" actId="1076"/>
          <ac:picMkLst>
            <pc:docMk/>
            <pc:sldMk cId="1196738268" sldId="271"/>
            <ac:picMk id="5" creationId="{080D0FF3-29DD-DCF0-135A-09ABBF2E9829}"/>
          </ac:picMkLst>
        </pc:picChg>
      </pc:sldChg>
      <pc:sldChg chg="addSp delSp modSp new">
        <pc:chgData name="李 適宏" userId="ba70bf4345ae8a18" providerId="Windows Live" clId="Web-{E7DA5099-78A1-408B-84DF-074DE53BB9A0}" dt="2023-08-31T07:23:12.519" v="2523"/>
        <pc:sldMkLst>
          <pc:docMk/>
          <pc:sldMk cId="3110931882" sldId="272"/>
        </pc:sldMkLst>
        <pc:spChg chg="mod">
          <ac:chgData name="李 適宏" userId="ba70bf4345ae8a18" providerId="Windows Live" clId="Web-{E7DA5099-78A1-408B-84DF-074DE53BB9A0}" dt="2023-08-30T11:24:07.913" v="225" actId="20577"/>
          <ac:spMkLst>
            <pc:docMk/>
            <pc:sldMk cId="3110931882" sldId="272"/>
            <ac:spMk id="2" creationId="{54FBA7F6-8A44-6BC2-C112-79F7BCAF0400}"/>
          </ac:spMkLst>
        </pc:spChg>
        <pc:spChg chg="del">
          <ac:chgData name="李 適宏" userId="ba70bf4345ae8a18" providerId="Windows Live" clId="Web-{E7DA5099-78A1-408B-84DF-074DE53BB9A0}" dt="2023-08-30T11:35:05.131" v="226"/>
          <ac:spMkLst>
            <pc:docMk/>
            <pc:sldMk cId="3110931882" sldId="272"/>
            <ac:spMk id="3" creationId="{12799C6B-A928-A441-5D1D-6BAB4CDA6B60}"/>
          </ac:spMkLst>
        </pc:spChg>
        <pc:spChg chg="add mod">
          <ac:chgData name="李 適宏" userId="ba70bf4345ae8a18" providerId="Windows Live" clId="Web-{E7DA5099-78A1-408B-84DF-074DE53BB9A0}" dt="2023-08-31T07:23:12.519" v="2523"/>
          <ac:spMkLst>
            <pc:docMk/>
            <pc:sldMk cId="3110931882" sldId="272"/>
            <ac:spMk id="3" creationId="{39F43FE4-649D-A30D-F15B-BC859062ED8E}"/>
          </ac:spMkLst>
        </pc:spChg>
        <pc:spChg chg="add mod">
          <ac:chgData name="李 適宏" userId="ba70bf4345ae8a18" providerId="Windows Live" clId="Web-{E7DA5099-78A1-408B-84DF-074DE53BB9A0}" dt="2023-08-30T12:40:57.912" v="373" actId="20577"/>
          <ac:spMkLst>
            <pc:docMk/>
            <pc:sldMk cId="3110931882" sldId="272"/>
            <ac:spMk id="5" creationId="{384F1F5F-5F06-AAE2-AC0F-0AC1575C90F4}"/>
          </ac:spMkLst>
        </pc:spChg>
        <pc:spChg chg="add mod">
          <ac:chgData name="李 適宏" userId="ba70bf4345ae8a18" providerId="Windows Live" clId="Web-{E7DA5099-78A1-408B-84DF-074DE53BB9A0}" dt="2023-08-30T12:27:47.810" v="317" actId="1076"/>
          <ac:spMkLst>
            <pc:docMk/>
            <pc:sldMk cId="3110931882" sldId="272"/>
            <ac:spMk id="6" creationId="{74604AC9-0E71-854D-B06A-0AE291917F90}"/>
          </ac:spMkLst>
        </pc:spChg>
        <pc:spChg chg="add del mod">
          <ac:chgData name="李 適宏" userId="ba70bf4345ae8a18" providerId="Windows Live" clId="Web-{E7DA5099-78A1-408B-84DF-074DE53BB9A0}" dt="2023-08-30T11:39:15.043" v="275"/>
          <ac:spMkLst>
            <pc:docMk/>
            <pc:sldMk cId="3110931882" sldId="272"/>
            <ac:spMk id="8" creationId="{897DCAF1-1538-888B-49C6-DF2645F3105F}"/>
          </ac:spMkLst>
        </pc:spChg>
        <pc:picChg chg="add del mod ord">
          <ac:chgData name="李 適宏" userId="ba70bf4345ae8a18" providerId="Windows Live" clId="Web-{E7DA5099-78A1-408B-84DF-074DE53BB9A0}" dt="2023-08-30T11:39:13.762" v="274"/>
          <ac:picMkLst>
            <pc:docMk/>
            <pc:sldMk cId="3110931882" sldId="272"/>
            <ac:picMk id="4" creationId="{20C506AE-7AFF-84D0-241C-9C12D4B5104B}"/>
          </ac:picMkLst>
        </pc:picChg>
        <pc:picChg chg="add mod ord">
          <ac:chgData name="李 適宏" userId="ba70bf4345ae8a18" providerId="Windows Live" clId="Web-{E7DA5099-78A1-408B-84DF-074DE53BB9A0}" dt="2023-08-30T11:40:40.529" v="293" actId="1076"/>
          <ac:picMkLst>
            <pc:docMk/>
            <pc:sldMk cId="3110931882" sldId="272"/>
            <ac:picMk id="9" creationId="{8073A0C4-4503-13E4-6ED3-879BE34D695B}"/>
          </ac:picMkLst>
        </pc:picChg>
        <pc:picChg chg="add mod">
          <ac:chgData name="李 適宏" userId="ba70bf4345ae8a18" providerId="Windows Live" clId="Web-{E7DA5099-78A1-408B-84DF-074DE53BB9A0}" dt="2023-08-30T12:28:59.359" v="331" actId="1076"/>
          <ac:picMkLst>
            <pc:docMk/>
            <pc:sldMk cId="3110931882" sldId="272"/>
            <ac:picMk id="10" creationId="{7330CB98-7BB0-E390-137A-91A7077C8187}"/>
          </ac:picMkLst>
        </pc:picChg>
      </pc:sldChg>
      <pc:sldChg chg="addSp delSp modSp new ord">
        <pc:chgData name="李 適宏" userId="ba70bf4345ae8a18" providerId="Windows Live" clId="Web-{E7DA5099-78A1-408B-84DF-074DE53BB9A0}" dt="2023-08-31T07:23:23.129" v="2541"/>
        <pc:sldMkLst>
          <pc:docMk/>
          <pc:sldMk cId="1551935164" sldId="273"/>
        </pc:sldMkLst>
        <pc:spChg chg="mod">
          <ac:chgData name="李 適宏" userId="ba70bf4345ae8a18" providerId="Windows Live" clId="Web-{E7DA5099-78A1-408B-84DF-074DE53BB9A0}" dt="2023-08-30T12:33:19.726" v="344" actId="20577"/>
          <ac:spMkLst>
            <pc:docMk/>
            <pc:sldMk cId="1551935164" sldId="273"/>
            <ac:spMk id="2" creationId="{586E7B9E-57DC-CBEB-89A8-BAB4955671D3}"/>
          </ac:spMkLst>
        </pc:spChg>
        <pc:spChg chg="add del mod">
          <ac:chgData name="李 適宏" userId="ba70bf4345ae8a18" providerId="Windows Live" clId="Web-{E7DA5099-78A1-408B-84DF-074DE53BB9A0}" dt="2023-08-30T12:27:55.201" v="320"/>
          <ac:spMkLst>
            <pc:docMk/>
            <pc:sldMk cId="1551935164" sldId="273"/>
            <ac:spMk id="3" creationId="{71F32AE9-BD79-625B-809D-90E1D46A9DCC}"/>
          </ac:spMkLst>
        </pc:spChg>
        <pc:spChg chg="add mod">
          <ac:chgData name="李 適宏" userId="ba70bf4345ae8a18" providerId="Windows Live" clId="Web-{E7DA5099-78A1-408B-84DF-074DE53BB9A0}" dt="2023-08-31T07:23:23.129" v="2541"/>
          <ac:spMkLst>
            <pc:docMk/>
            <pc:sldMk cId="1551935164" sldId="273"/>
            <ac:spMk id="3" creationId="{BF74973F-E3B6-DDD4-C893-02C5039B2550}"/>
          </ac:spMkLst>
        </pc:spChg>
        <pc:spChg chg="del">
          <ac:chgData name="李 適宏" userId="ba70bf4345ae8a18" providerId="Windows Live" clId="Web-{E7DA5099-78A1-408B-84DF-074DE53BB9A0}" dt="2023-08-30T11:39:55.294" v="278"/>
          <ac:spMkLst>
            <pc:docMk/>
            <pc:sldMk cId="1551935164" sldId="273"/>
            <ac:spMk id="3" creationId="{CD4351F0-137F-6239-55F6-4D76C8E6A942}"/>
          </ac:spMkLst>
        </pc:spChg>
        <pc:spChg chg="add del mod">
          <ac:chgData name="李 適宏" userId="ba70bf4345ae8a18" providerId="Windows Live" clId="Web-{E7DA5099-78A1-408B-84DF-074DE53BB9A0}" dt="2023-08-30T12:27:32.169" v="315"/>
          <ac:spMkLst>
            <pc:docMk/>
            <pc:sldMk cId="1551935164" sldId="273"/>
            <ac:spMk id="6" creationId="{B3826738-D20A-4EE0-70C8-E17CB48C9D3C}"/>
          </ac:spMkLst>
        </pc:spChg>
        <pc:spChg chg="add mod">
          <ac:chgData name="李 適宏" userId="ba70bf4345ae8a18" providerId="Windows Live" clId="Web-{E7DA5099-78A1-408B-84DF-074DE53BB9A0}" dt="2023-08-30T12:40:39.208" v="369" actId="20577"/>
          <ac:spMkLst>
            <pc:docMk/>
            <pc:sldMk cId="1551935164" sldId="273"/>
            <ac:spMk id="7" creationId="{7B70283C-D4CF-1F44-716D-03B304C2249A}"/>
          </ac:spMkLst>
        </pc:spChg>
        <pc:spChg chg="add mod">
          <ac:chgData name="李 適宏" userId="ba70bf4345ae8a18" providerId="Windows Live" clId="Web-{E7DA5099-78A1-408B-84DF-074DE53BB9A0}" dt="2023-08-30T12:40:44.817" v="370" actId="20577"/>
          <ac:spMkLst>
            <pc:docMk/>
            <pc:sldMk cId="1551935164" sldId="273"/>
            <ac:spMk id="9" creationId="{642B57A3-6253-FD80-BA86-C5EC45DB1705}"/>
          </ac:spMkLst>
        </pc:spChg>
        <pc:picChg chg="add del mod ord">
          <ac:chgData name="李 適宏" userId="ba70bf4345ae8a18" providerId="Windows Live" clId="Web-{E7DA5099-78A1-408B-84DF-074DE53BB9A0}" dt="2023-08-30T11:39:56.997" v="279"/>
          <ac:picMkLst>
            <pc:docMk/>
            <pc:sldMk cId="1551935164" sldId="273"/>
            <ac:picMk id="4" creationId="{A62D658F-7C38-CF0E-1888-A7686B01785B}"/>
          </ac:picMkLst>
        </pc:picChg>
        <pc:picChg chg="add del mod">
          <ac:chgData name="李 適宏" userId="ba70bf4345ae8a18" providerId="Windows Live" clId="Web-{E7DA5099-78A1-408B-84DF-074DE53BB9A0}" dt="2023-08-30T12:28:12.217" v="325"/>
          <ac:picMkLst>
            <pc:docMk/>
            <pc:sldMk cId="1551935164" sldId="273"/>
            <ac:picMk id="4" creationId="{C686695A-5C23-33FF-2152-A018B98C31F6}"/>
          </ac:picMkLst>
        </pc:picChg>
        <pc:picChg chg="add del mod">
          <ac:chgData name="李 適宏" userId="ba70bf4345ae8a18" providerId="Windows Live" clId="Web-{E7DA5099-78A1-408B-84DF-074DE53BB9A0}" dt="2023-08-30T12:34:08.212" v="353"/>
          <ac:picMkLst>
            <pc:docMk/>
            <pc:sldMk cId="1551935164" sldId="273"/>
            <ac:picMk id="5" creationId="{C5EBC955-CFAA-9004-9472-6E9370FE16DE}"/>
          </ac:picMkLst>
        </pc:picChg>
        <pc:picChg chg="add del mod">
          <ac:chgData name="李 適宏" userId="ba70bf4345ae8a18" providerId="Windows Live" clId="Web-{E7DA5099-78A1-408B-84DF-074DE53BB9A0}" dt="2023-08-30T12:34:08.509" v="354"/>
          <ac:picMkLst>
            <pc:docMk/>
            <pc:sldMk cId="1551935164" sldId="273"/>
            <ac:picMk id="8" creationId="{D6E5D283-BF59-6B40-1E21-1923DDC26443}"/>
          </ac:picMkLst>
        </pc:picChg>
        <pc:picChg chg="add mod">
          <ac:chgData name="李 適宏" userId="ba70bf4345ae8a18" providerId="Windows Live" clId="Web-{E7DA5099-78A1-408B-84DF-074DE53BB9A0}" dt="2023-08-30T12:36:11.919" v="358" actId="1076"/>
          <ac:picMkLst>
            <pc:docMk/>
            <pc:sldMk cId="1551935164" sldId="273"/>
            <ac:picMk id="10" creationId="{0A853D1A-5AA9-E382-60A2-92187BA88AF4}"/>
          </ac:picMkLst>
        </pc:picChg>
        <pc:picChg chg="add mod">
          <ac:chgData name="李 適宏" userId="ba70bf4345ae8a18" providerId="Windows Live" clId="Web-{E7DA5099-78A1-408B-84DF-074DE53BB9A0}" dt="2023-08-30T12:40:28.520" v="368" actId="1076"/>
          <ac:picMkLst>
            <pc:docMk/>
            <pc:sldMk cId="1551935164" sldId="273"/>
            <ac:picMk id="11" creationId="{CF88C92D-8DC9-8A55-B97C-4ED72EB2789F}"/>
          </ac:picMkLst>
        </pc:picChg>
      </pc:sldChg>
      <pc:sldChg chg="modSp new del">
        <pc:chgData name="李 適宏" userId="ba70bf4345ae8a18" providerId="Windows Live" clId="Web-{E7DA5099-78A1-408B-84DF-074DE53BB9A0}" dt="2023-08-30T12:33:27.164" v="345"/>
        <pc:sldMkLst>
          <pc:docMk/>
          <pc:sldMk cId="225342217" sldId="274"/>
        </pc:sldMkLst>
        <pc:spChg chg="mod">
          <ac:chgData name="李 適宏" userId="ba70bf4345ae8a18" providerId="Windows Live" clId="Web-{E7DA5099-78A1-408B-84DF-074DE53BB9A0}" dt="2023-08-30T12:33:06.882" v="343" actId="20577"/>
          <ac:spMkLst>
            <pc:docMk/>
            <pc:sldMk cId="225342217" sldId="274"/>
            <ac:spMk id="2" creationId="{6B4936EE-B8B0-5E65-CBD2-D9F303D20049}"/>
          </ac:spMkLst>
        </pc:spChg>
      </pc:sldChg>
      <pc:sldChg chg="addSp modSp add ord replId">
        <pc:chgData name="李 適宏" userId="ba70bf4345ae8a18" providerId="Windows Live" clId="Web-{E7DA5099-78A1-408B-84DF-074DE53BB9A0}" dt="2023-08-31T07:23:23.129" v="2540"/>
        <pc:sldMkLst>
          <pc:docMk/>
          <pc:sldMk cId="3552292399" sldId="274"/>
        </pc:sldMkLst>
        <pc:spChg chg="add mod">
          <ac:chgData name="李 適宏" userId="ba70bf4345ae8a18" providerId="Windows Live" clId="Web-{E7DA5099-78A1-408B-84DF-074DE53BB9A0}" dt="2023-08-31T07:23:23.129" v="2540"/>
          <ac:spMkLst>
            <pc:docMk/>
            <pc:sldMk cId="3552292399" sldId="274"/>
            <ac:spMk id="3" creationId="{8A139FA2-7E2C-5C5B-0677-F6275AE3FAE2}"/>
          </ac:spMkLst>
        </pc:spChg>
        <pc:spChg chg="mod">
          <ac:chgData name="李 適宏" userId="ba70bf4345ae8a18" providerId="Windows Live" clId="Web-{E7DA5099-78A1-408B-84DF-074DE53BB9A0}" dt="2023-08-30T12:40:48.927" v="371" actId="20577"/>
          <ac:spMkLst>
            <pc:docMk/>
            <pc:sldMk cId="3552292399" sldId="274"/>
            <ac:spMk id="7" creationId="{7B70283C-D4CF-1F44-716D-03B304C2249A}"/>
          </ac:spMkLst>
        </pc:spChg>
        <pc:spChg chg="mod">
          <ac:chgData name="李 適宏" userId="ba70bf4345ae8a18" providerId="Windows Live" clId="Web-{E7DA5099-78A1-408B-84DF-074DE53BB9A0}" dt="2023-08-30T12:40:52.318" v="372" actId="20577"/>
          <ac:spMkLst>
            <pc:docMk/>
            <pc:sldMk cId="3552292399" sldId="274"/>
            <ac:spMk id="9" creationId="{642B57A3-6253-FD80-BA86-C5EC45DB1705}"/>
          </ac:spMkLst>
        </pc:spChg>
      </pc:sldChg>
      <pc:sldChg chg="addSp delSp modSp add replId">
        <pc:chgData name="李 適宏" userId="ba70bf4345ae8a18" providerId="Windows Live" clId="Web-{E7DA5099-78A1-408B-84DF-074DE53BB9A0}" dt="2023-08-31T07:23:22.926" v="2525"/>
        <pc:sldMkLst>
          <pc:docMk/>
          <pc:sldMk cId="4084616550" sldId="275"/>
        </pc:sldMkLst>
        <pc:spChg chg="add mod">
          <ac:chgData name="李 適宏" userId="ba70bf4345ae8a18" providerId="Windows Live" clId="Web-{E7DA5099-78A1-408B-84DF-074DE53BB9A0}" dt="2023-08-31T07:23:22.926" v="2525"/>
          <ac:spMkLst>
            <pc:docMk/>
            <pc:sldMk cId="4084616550" sldId="275"/>
            <ac:spMk id="5" creationId="{6FAE04C4-35A8-4F06-8FC5-2899B7014F78}"/>
          </ac:spMkLst>
        </pc:spChg>
        <pc:spChg chg="mod">
          <ac:chgData name="李 適宏" userId="ba70bf4345ae8a18" providerId="Windows Live" clId="Web-{E7DA5099-78A1-408B-84DF-074DE53BB9A0}" dt="2023-08-30T12:46:11.811" v="379" actId="20577"/>
          <ac:spMkLst>
            <pc:docMk/>
            <pc:sldMk cId="4084616550" sldId="275"/>
            <ac:spMk id="7" creationId="{7B70283C-D4CF-1F44-716D-03B304C2249A}"/>
          </ac:spMkLst>
        </pc:spChg>
        <pc:spChg chg="mod">
          <ac:chgData name="李 適宏" userId="ba70bf4345ae8a18" providerId="Windows Live" clId="Web-{E7DA5099-78A1-408B-84DF-074DE53BB9A0}" dt="2023-08-30T12:46:27.296" v="383" actId="20577"/>
          <ac:spMkLst>
            <pc:docMk/>
            <pc:sldMk cId="4084616550" sldId="275"/>
            <ac:spMk id="9" creationId="{642B57A3-6253-FD80-BA86-C5EC45DB1705}"/>
          </ac:spMkLst>
        </pc:spChg>
        <pc:picChg chg="add mod">
          <ac:chgData name="李 適宏" userId="ba70bf4345ae8a18" providerId="Windows Live" clId="Web-{E7DA5099-78A1-408B-84DF-074DE53BB9A0}" dt="2023-08-30T20:39:45.504" v="1795" actId="1076"/>
          <ac:picMkLst>
            <pc:docMk/>
            <pc:sldMk cId="4084616550" sldId="275"/>
            <ac:picMk id="3" creationId="{AF46341E-6136-CD40-DA84-CE90AC9A2A39}"/>
          </ac:picMkLst>
        </pc:picChg>
        <pc:picChg chg="add mod">
          <ac:chgData name="李 適宏" userId="ba70bf4345ae8a18" providerId="Windows Live" clId="Web-{E7DA5099-78A1-408B-84DF-074DE53BB9A0}" dt="2023-08-30T12:49:53.521" v="392" actId="1076"/>
          <ac:picMkLst>
            <pc:docMk/>
            <pc:sldMk cId="4084616550" sldId="275"/>
            <ac:picMk id="4" creationId="{56DD295D-F342-2168-632F-290BF055947C}"/>
          </ac:picMkLst>
        </pc:picChg>
        <pc:picChg chg="del">
          <ac:chgData name="李 適宏" userId="ba70bf4345ae8a18" providerId="Windows Live" clId="Web-{E7DA5099-78A1-408B-84DF-074DE53BB9A0}" dt="2023-08-30T12:45:57.295" v="376"/>
          <ac:picMkLst>
            <pc:docMk/>
            <pc:sldMk cId="4084616550" sldId="275"/>
            <ac:picMk id="10" creationId="{0A853D1A-5AA9-E382-60A2-92187BA88AF4}"/>
          </ac:picMkLst>
        </pc:picChg>
        <pc:picChg chg="del">
          <ac:chgData name="李 適宏" userId="ba70bf4345ae8a18" providerId="Windows Live" clId="Web-{E7DA5099-78A1-408B-84DF-074DE53BB9A0}" dt="2023-08-30T12:45:45.951" v="375"/>
          <ac:picMkLst>
            <pc:docMk/>
            <pc:sldMk cId="4084616550" sldId="275"/>
            <ac:picMk id="11" creationId="{CF88C92D-8DC9-8A55-B97C-4ED72EB2789F}"/>
          </ac:picMkLst>
        </pc:picChg>
        <pc:cxnChg chg="add mod">
          <ac:chgData name="李 適宏" userId="ba70bf4345ae8a18" providerId="Windows Live" clId="Web-{E7DA5099-78A1-408B-84DF-074DE53BB9A0}" dt="2023-08-30T20:48:34.579" v="1892" actId="1076"/>
          <ac:cxnSpMkLst>
            <pc:docMk/>
            <pc:sldMk cId="4084616550" sldId="275"/>
            <ac:cxnSpMk id="6" creationId="{E61B31FE-B5A6-2D60-AF0B-2019933CD9BC}"/>
          </ac:cxnSpMkLst>
        </pc:cxnChg>
        <pc:cxnChg chg="add mod">
          <ac:chgData name="李 適宏" userId="ba70bf4345ae8a18" providerId="Windows Live" clId="Web-{E7DA5099-78A1-408B-84DF-074DE53BB9A0}" dt="2023-08-30T20:48:41.736" v="1895" actId="14100"/>
          <ac:cxnSpMkLst>
            <pc:docMk/>
            <pc:sldMk cId="4084616550" sldId="275"/>
            <ac:cxnSpMk id="10" creationId="{D0AB796D-9176-F1B0-1104-0F80EAC66D6B}"/>
          </ac:cxnSpMkLst>
        </pc:cxnChg>
      </pc:sldChg>
      <pc:sldChg chg="del">
        <pc:chgData name="李 適宏" userId="ba70bf4345ae8a18" providerId="Windows Live" clId="Web-{E7DA5099-78A1-408B-84DF-074DE53BB9A0}" dt="2023-08-30T09:56:24.434" v="46"/>
        <pc:sldMkLst>
          <pc:docMk/>
          <pc:sldMk cId="976314453" sldId="276"/>
        </pc:sldMkLst>
      </pc:sldChg>
      <pc:sldChg chg="addSp delSp modSp add replId">
        <pc:chgData name="李 適宏" userId="ba70bf4345ae8a18" providerId="Windows Live" clId="Web-{E7DA5099-78A1-408B-84DF-074DE53BB9A0}" dt="2023-08-31T07:23:22.926" v="2526"/>
        <pc:sldMkLst>
          <pc:docMk/>
          <pc:sldMk cId="1644202037" sldId="276"/>
        </pc:sldMkLst>
        <pc:spChg chg="add mod">
          <ac:chgData name="李 適宏" userId="ba70bf4345ae8a18" providerId="Windows Live" clId="Web-{E7DA5099-78A1-408B-84DF-074DE53BB9A0}" dt="2023-08-31T07:23:22.926" v="2526"/>
          <ac:spMkLst>
            <pc:docMk/>
            <pc:sldMk cId="1644202037" sldId="276"/>
            <ac:spMk id="3" creationId="{B4A54FD1-341D-5662-D4FA-A44C40142FE9}"/>
          </ac:spMkLst>
        </pc:spChg>
        <pc:spChg chg="mod">
          <ac:chgData name="李 適宏" userId="ba70bf4345ae8a18" providerId="Windows Live" clId="Web-{E7DA5099-78A1-408B-84DF-074DE53BB9A0}" dt="2023-08-30T12:50:11.006" v="397" actId="20577"/>
          <ac:spMkLst>
            <pc:docMk/>
            <pc:sldMk cId="1644202037" sldId="276"/>
            <ac:spMk id="7" creationId="{7B70283C-D4CF-1F44-716D-03B304C2249A}"/>
          </ac:spMkLst>
        </pc:spChg>
        <pc:spChg chg="mod">
          <ac:chgData name="李 適宏" userId="ba70bf4345ae8a18" providerId="Windows Live" clId="Web-{E7DA5099-78A1-408B-84DF-074DE53BB9A0}" dt="2023-08-30T12:50:19.256" v="399" actId="20577"/>
          <ac:spMkLst>
            <pc:docMk/>
            <pc:sldMk cId="1644202037" sldId="276"/>
            <ac:spMk id="9" creationId="{642B57A3-6253-FD80-BA86-C5EC45DB1705}"/>
          </ac:spMkLst>
        </pc:spChg>
        <pc:picChg chg="del">
          <ac:chgData name="李 適宏" userId="ba70bf4345ae8a18" providerId="Windows Live" clId="Web-{E7DA5099-78A1-408B-84DF-074DE53BB9A0}" dt="2023-08-30T12:50:04.318" v="394"/>
          <ac:picMkLst>
            <pc:docMk/>
            <pc:sldMk cId="1644202037" sldId="276"/>
            <ac:picMk id="3" creationId="{AF46341E-6136-CD40-DA84-CE90AC9A2A39}"/>
          </ac:picMkLst>
        </pc:picChg>
        <pc:picChg chg="del">
          <ac:chgData name="李 適宏" userId="ba70bf4345ae8a18" providerId="Windows Live" clId="Web-{E7DA5099-78A1-408B-84DF-074DE53BB9A0}" dt="2023-08-30T12:50:04.959" v="395"/>
          <ac:picMkLst>
            <pc:docMk/>
            <pc:sldMk cId="1644202037" sldId="276"/>
            <ac:picMk id="4" creationId="{56DD295D-F342-2168-632F-290BF055947C}"/>
          </ac:picMkLst>
        </pc:picChg>
        <pc:picChg chg="add mod">
          <ac:chgData name="李 適宏" userId="ba70bf4345ae8a18" providerId="Windows Live" clId="Web-{E7DA5099-78A1-408B-84DF-074DE53BB9A0}" dt="2023-08-30T12:53:10.917" v="402" actId="14100"/>
          <ac:picMkLst>
            <pc:docMk/>
            <pc:sldMk cId="1644202037" sldId="276"/>
            <ac:picMk id="5" creationId="{BD25DD76-FF56-5B83-29AA-A8A5C3CD9172}"/>
          </ac:picMkLst>
        </pc:picChg>
        <pc:picChg chg="add mod">
          <ac:chgData name="李 適宏" userId="ba70bf4345ae8a18" providerId="Windows Live" clId="Web-{E7DA5099-78A1-408B-84DF-074DE53BB9A0}" dt="2023-08-30T12:55:01.170" v="407" actId="1076"/>
          <ac:picMkLst>
            <pc:docMk/>
            <pc:sldMk cId="1644202037" sldId="276"/>
            <ac:picMk id="6" creationId="{586B9764-7AFF-2A7D-C0F9-9F9B3BCED405}"/>
          </ac:picMkLst>
        </pc:picChg>
        <pc:cxnChg chg="add mod">
          <ac:chgData name="李 適宏" userId="ba70bf4345ae8a18" providerId="Windows Live" clId="Web-{E7DA5099-78A1-408B-84DF-074DE53BB9A0}" dt="2023-08-30T20:48:18.360" v="1887" actId="14100"/>
          <ac:cxnSpMkLst>
            <pc:docMk/>
            <pc:sldMk cId="1644202037" sldId="276"/>
            <ac:cxnSpMk id="4" creationId="{1314AD16-A450-867F-CDE8-52C82295DC4A}"/>
          </ac:cxnSpMkLst>
        </pc:cxnChg>
        <pc:cxnChg chg="add mod">
          <ac:chgData name="李 適宏" userId="ba70bf4345ae8a18" providerId="Windows Live" clId="Web-{E7DA5099-78A1-408B-84DF-074DE53BB9A0}" dt="2023-08-30T20:48:25.829" v="1890" actId="14100"/>
          <ac:cxnSpMkLst>
            <pc:docMk/>
            <pc:sldMk cId="1644202037" sldId="276"/>
            <ac:cxnSpMk id="10" creationId="{8707903F-50EE-4843-2377-44DB3DFC00D6}"/>
          </ac:cxnSpMkLst>
        </pc:cxnChg>
      </pc:sldChg>
      <pc:sldChg chg="addSp delSp modSp add replId">
        <pc:chgData name="李 適宏" userId="ba70bf4345ae8a18" providerId="Windows Live" clId="Web-{E7DA5099-78A1-408B-84DF-074DE53BB9A0}" dt="2023-08-31T07:23:22.941" v="2527"/>
        <pc:sldMkLst>
          <pc:docMk/>
          <pc:sldMk cId="1108261142" sldId="277"/>
        </pc:sldMkLst>
        <pc:spChg chg="mod">
          <ac:chgData name="李 適宏" userId="ba70bf4345ae8a18" providerId="Windows Live" clId="Web-{E7DA5099-78A1-408B-84DF-074DE53BB9A0}" dt="2023-08-30T18:46:13.743" v="601" actId="20577"/>
          <ac:spMkLst>
            <pc:docMk/>
            <pc:sldMk cId="1108261142" sldId="277"/>
            <ac:spMk id="2" creationId="{586E7B9E-57DC-CBEB-89A8-BAB4955671D3}"/>
          </ac:spMkLst>
        </pc:spChg>
        <pc:spChg chg="add mod">
          <ac:chgData name="李 適宏" userId="ba70bf4345ae8a18" providerId="Windows Live" clId="Web-{E7DA5099-78A1-408B-84DF-074DE53BB9A0}" dt="2023-08-31T07:23:22.941" v="2527"/>
          <ac:spMkLst>
            <pc:docMk/>
            <pc:sldMk cId="1108261142" sldId="277"/>
            <ac:spMk id="5" creationId="{93E866EE-CA50-DC17-3BDB-3DD0EA87EF37}"/>
          </ac:spMkLst>
        </pc:spChg>
        <pc:spChg chg="mod">
          <ac:chgData name="李 適宏" userId="ba70bf4345ae8a18" providerId="Windows Live" clId="Web-{E7DA5099-78A1-408B-84DF-074DE53BB9A0}" dt="2023-08-30T12:55:26.234" v="413" actId="20577"/>
          <ac:spMkLst>
            <pc:docMk/>
            <pc:sldMk cId="1108261142" sldId="277"/>
            <ac:spMk id="7" creationId="{7B70283C-D4CF-1F44-716D-03B304C2249A}"/>
          </ac:spMkLst>
        </pc:spChg>
        <pc:spChg chg="mod">
          <ac:chgData name="李 適宏" userId="ba70bf4345ae8a18" providerId="Windows Live" clId="Web-{E7DA5099-78A1-408B-84DF-074DE53BB9A0}" dt="2023-08-30T13:00:10.086" v="427" actId="20577"/>
          <ac:spMkLst>
            <pc:docMk/>
            <pc:sldMk cId="1108261142" sldId="277"/>
            <ac:spMk id="9" creationId="{642B57A3-6253-FD80-BA86-C5EC45DB1705}"/>
          </ac:spMkLst>
        </pc:spChg>
        <pc:picChg chg="add mod">
          <ac:chgData name="李 適宏" userId="ba70bf4345ae8a18" providerId="Windows Live" clId="Web-{E7DA5099-78A1-408B-84DF-074DE53BB9A0}" dt="2023-08-30T12:57:04.237" v="420" actId="14100"/>
          <ac:picMkLst>
            <pc:docMk/>
            <pc:sldMk cId="1108261142" sldId="277"/>
            <ac:picMk id="3" creationId="{31790599-A2DE-5C16-3410-92521D5E9D47}"/>
          </ac:picMkLst>
        </pc:picChg>
        <pc:picChg chg="add mod">
          <ac:chgData name="李 適宏" userId="ba70bf4345ae8a18" providerId="Windows Live" clId="Web-{E7DA5099-78A1-408B-84DF-074DE53BB9A0}" dt="2023-08-30T12:59:47.944" v="424" actId="1076"/>
          <ac:picMkLst>
            <pc:docMk/>
            <pc:sldMk cId="1108261142" sldId="277"/>
            <ac:picMk id="4" creationId="{4D1C6ADD-071C-C7E0-64FA-1922A67FE4E8}"/>
          </ac:picMkLst>
        </pc:picChg>
        <pc:picChg chg="del">
          <ac:chgData name="李 適宏" userId="ba70bf4345ae8a18" providerId="Windows Live" clId="Web-{E7DA5099-78A1-408B-84DF-074DE53BB9A0}" dt="2023-08-30T12:55:18.124" v="409"/>
          <ac:picMkLst>
            <pc:docMk/>
            <pc:sldMk cId="1108261142" sldId="277"/>
            <ac:picMk id="5" creationId="{BD25DD76-FF56-5B83-29AA-A8A5C3CD9172}"/>
          </ac:picMkLst>
        </pc:picChg>
        <pc:picChg chg="del">
          <ac:chgData name="李 適宏" userId="ba70bf4345ae8a18" providerId="Windows Live" clId="Web-{E7DA5099-78A1-408B-84DF-074DE53BB9A0}" dt="2023-08-30T12:55:18.687" v="410"/>
          <ac:picMkLst>
            <pc:docMk/>
            <pc:sldMk cId="1108261142" sldId="277"/>
            <ac:picMk id="6" creationId="{586B9764-7AFF-2A7D-C0F9-9F9B3BCED405}"/>
          </ac:picMkLst>
        </pc:picChg>
        <pc:cxnChg chg="add mod">
          <ac:chgData name="李 適宏" userId="ba70bf4345ae8a18" providerId="Windows Live" clId="Web-{E7DA5099-78A1-408B-84DF-074DE53BB9A0}" dt="2023-08-30T20:47:58.094" v="1880" actId="1076"/>
          <ac:cxnSpMkLst>
            <pc:docMk/>
            <pc:sldMk cId="1108261142" sldId="277"/>
            <ac:cxnSpMk id="6" creationId="{92DCA5B9-0901-8CB0-6416-01C86CAB0D16}"/>
          </ac:cxnSpMkLst>
        </pc:cxnChg>
        <pc:cxnChg chg="add mod">
          <ac:chgData name="李 適宏" userId="ba70bf4345ae8a18" providerId="Windows Live" clId="Web-{E7DA5099-78A1-408B-84DF-074DE53BB9A0}" dt="2023-08-30T20:48:09.297" v="1884" actId="14100"/>
          <ac:cxnSpMkLst>
            <pc:docMk/>
            <pc:sldMk cId="1108261142" sldId="277"/>
            <ac:cxnSpMk id="10" creationId="{6C1A636E-AD67-5DA5-AB87-9CC192303540}"/>
          </ac:cxnSpMkLst>
        </pc:cxnChg>
      </pc:sldChg>
      <pc:sldChg chg="del">
        <pc:chgData name="李 適宏" userId="ba70bf4345ae8a18" providerId="Windows Live" clId="Web-{E7DA5099-78A1-408B-84DF-074DE53BB9A0}" dt="2023-08-30T09:56:24.606" v="47"/>
        <pc:sldMkLst>
          <pc:docMk/>
          <pc:sldMk cId="1562261445" sldId="277"/>
        </pc:sldMkLst>
      </pc:sldChg>
      <pc:sldChg chg="addSp delSp modSp add replId">
        <pc:chgData name="李 適宏" userId="ba70bf4345ae8a18" providerId="Windows Live" clId="Web-{E7DA5099-78A1-408B-84DF-074DE53BB9A0}" dt="2023-08-31T07:23:22.957" v="2528"/>
        <pc:sldMkLst>
          <pc:docMk/>
          <pc:sldMk cId="2778347549" sldId="278"/>
        </pc:sldMkLst>
        <pc:spChg chg="mod">
          <ac:chgData name="李 適宏" userId="ba70bf4345ae8a18" providerId="Windows Live" clId="Web-{E7DA5099-78A1-408B-84DF-074DE53BB9A0}" dt="2023-08-30T18:46:21.540" v="603" actId="20577"/>
          <ac:spMkLst>
            <pc:docMk/>
            <pc:sldMk cId="2778347549" sldId="278"/>
            <ac:spMk id="2" creationId="{586E7B9E-57DC-CBEB-89A8-BAB4955671D3}"/>
          </ac:spMkLst>
        </pc:spChg>
        <pc:spChg chg="add mod">
          <ac:chgData name="李 適宏" userId="ba70bf4345ae8a18" providerId="Windows Live" clId="Web-{E7DA5099-78A1-408B-84DF-074DE53BB9A0}" dt="2023-08-31T07:23:22.957" v="2528"/>
          <ac:spMkLst>
            <pc:docMk/>
            <pc:sldMk cId="2778347549" sldId="278"/>
            <ac:spMk id="3" creationId="{5B8EAAD2-E307-242C-3D1C-2124E7695518}"/>
          </ac:spMkLst>
        </pc:spChg>
        <pc:spChg chg="add del mod">
          <ac:chgData name="李 適宏" userId="ba70bf4345ae8a18" providerId="Windows Live" clId="Web-{E7DA5099-78A1-408B-84DF-074DE53BB9A0}" dt="2023-08-30T13:03:10.763" v="446"/>
          <ac:spMkLst>
            <pc:docMk/>
            <pc:sldMk cId="2778347549" sldId="278"/>
            <ac:spMk id="5" creationId="{59F03AF3-C7ED-5FD8-319E-09229F8F672A}"/>
          </ac:spMkLst>
        </pc:spChg>
        <pc:spChg chg="mod">
          <ac:chgData name="李 適宏" userId="ba70bf4345ae8a18" providerId="Windows Live" clId="Web-{E7DA5099-78A1-408B-84DF-074DE53BB9A0}" dt="2023-08-30T13:00:32.946" v="437" actId="20577"/>
          <ac:spMkLst>
            <pc:docMk/>
            <pc:sldMk cId="2778347549" sldId="278"/>
            <ac:spMk id="7" creationId="{7B70283C-D4CF-1F44-716D-03B304C2249A}"/>
          </ac:spMkLst>
        </pc:spChg>
        <pc:spChg chg="mod">
          <ac:chgData name="李 適宏" userId="ba70bf4345ae8a18" providerId="Windows Live" clId="Web-{E7DA5099-78A1-408B-84DF-074DE53BB9A0}" dt="2023-08-30T13:00:39.758" v="440" actId="20577"/>
          <ac:spMkLst>
            <pc:docMk/>
            <pc:sldMk cId="2778347549" sldId="278"/>
            <ac:spMk id="9" creationId="{642B57A3-6253-FD80-BA86-C5EC45DB1705}"/>
          </ac:spMkLst>
        </pc:spChg>
        <pc:picChg chg="del">
          <ac:chgData name="李 適宏" userId="ba70bf4345ae8a18" providerId="Windows Live" clId="Web-{E7DA5099-78A1-408B-84DF-074DE53BB9A0}" dt="2023-08-30T13:00:46.368" v="441"/>
          <ac:picMkLst>
            <pc:docMk/>
            <pc:sldMk cId="2778347549" sldId="278"/>
            <ac:picMk id="3" creationId="{31790599-A2DE-5C16-3410-92521D5E9D47}"/>
          </ac:picMkLst>
        </pc:picChg>
        <pc:picChg chg="del">
          <ac:chgData name="李 適宏" userId="ba70bf4345ae8a18" providerId="Windows Live" clId="Web-{E7DA5099-78A1-408B-84DF-074DE53BB9A0}" dt="2023-08-30T13:00:46.571" v="442"/>
          <ac:picMkLst>
            <pc:docMk/>
            <pc:sldMk cId="2778347549" sldId="278"/>
            <ac:picMk id="4" creationId="{4D1C6ADD-071C-C7E0-64FA-1922A67FE4E8}"/>
          </ac:picMkLst>
        </pc:picChg>
        <pc:picChg chg="add mod">
          <ac:chgData name="李 適宏" userId="ba70bf4345ae8a18" providerId="Windows Live" clId="Web-{E7DA5099-78A1-408B-84DF-074DE53BB9A0}" dt="2023-08-30T13:03:29.560" v="450" actId="1076"/>
          <ac:picMkLst>
            <pc:docMk/>
            <pc:sldMk cId="2778347549" sldId="278"/>
            <ac:picMk id="6" creationId="{5D0A4FC2-3D58-E499-5175-88A846022B55}"/>
          </ac:picMkLst>
        </pc:picChg>
        <pc:picChg chg="add mod">
          <ac:chgData name="李 適宏" userId="ba70bf4345ae8a18" providerId="Windows Live" clId="Web-{E7DA5099-78A1-408B-84DF-074DE53BB9A0}" dt="2023-08-30T13:04:46.906" v="454" actId="1076"/>
          <ac:picMkLst>
            <pc:docMk/>
            <pc:sldMk cId="2778347549" sldId="278"/>
            <ac:picMk id="8" creationId="{176243BC-6B65-BF69-6D42-5D8D52CC3A8F}"/>
          </ac:picMkLst>
        </pc:picChg>
        <pc:cxnChg chg="add mod">
          <ac:chgData name="李 適宏" userId="ba70bf4345ae8a18" providerId="Windows Live" clId="Web-{E7DA5099-78A1-408B-84DF-074DE53BB9A0}" dt="2023-08-30T20:47:35.921" v="1875" actId="14100"/>
          <ac:cxnSpMkLst>
            <pc:docMk/>
            <pc:sldMk cId="2778347549" sldId="278"/>
            <ac:cxnSpMk id="4" creationId="{2F117D60-DB32-F27F-F202-745DE38E991D}"/>
          </ac:cxnSpMkLst>
        </pc:cxnChg>
        <pc:cxnChg chg="add mod">
          <ac:chgData name="李 適宏" userId="ba70bf4345ae8a18" providerId="Windows Live" clId="Web-{E7DA5099-78A1-408B-84DF-074DE53BB9A0}" dt="2023-08-30T20:47:45.656" v="1878" actId="14100"/>
          <ac:cxnSpMkLst>
            <pc:docMk/>
            <pc:sldMk cId="2778347549" sldId="278"/>
            <ac:cxnSpMk id="10" creationId="{BAE26980-54EC-4ADF-5E7C-A0AD63CACEE3}"/>
          </ac:cxnSpMkLst>
        </pc:cxnChg>
      </pc:sldChg>
      <pc:sldChg chg="del">
        <pc:chgData name="李 適宏" userId="ba70bf4345ae8a18" providerId="Windows Live" clId="Web-{E7DA5099-78A1-408B-84DF-074DE53BB9A0}" dt="2023-08-30T09:56:24.434" v="44"/>
        <pc:sldMkLst>
          <pc:docMk/>
          <pc:sldMk cId="1139216738" sldId="279"/>
        </pc:sldMkLst>
      </pc:sldChg>
      <pc:sldChg chg="addSp delSp modSp add replId">
        <pc:chgData name="李 適宏" userId="ba70bf4345ae8a18" providerId="Windows Live" clId="Web-{E7DA5099-78A1-408B-84DF-074DE53BB9A0}" dt="2023-08-31T07:23:22.957" v="2529"/>
        <pc:sldMkLst>
          <pc:docMk/>
          <pc:sldMk cId="2876509648" sldId="279"/>
        </pc:sldMkLst>
        <pc:spChg chg="add mod">
          <ac:chgData name="李 適宏" userId="ba70bf4345ae8a18" providerId="Windows Live" clId="Web-{E7DA5099-78A1-408B-84DF-074DE53BB9A0}" dt="2023-08-31T07:23:22.957" v="2529"/>
          <ac:spMkLst>
            <pc:docMk/>
            <pc:sldMk cId="2876509648" sldId="279"/>
            <ac:spMk id="4" creationId="{2AB043E5-7C75-04A2-0A97-DAC773960FD2}"/>
          </ac:spMkLst>
        </pc:spChg>
        <pc:spChg chg="mod">
          <ac:chgData name="李 適宏" userId="ba70bf4345ae8a18" providerId="Windows Live" clId="Web-{E7DA5099-78A1-408B-84DF-074DE53BB9A0}" dt="2023-08-30T13:20:23.855" v="565" actId="20577"/>
          <ac:spMkLst>
            <pc:docMk/>
            <pc:sldMk cId="2876509648" sldId="279"/>
            <ac:spMk id="7" creationId="{7B70283C-D4CF-1F44-716D-03B304C2249A}"/>
          </ac:spMkLst>
        </pc:spChg>
        <pc:spChg chg="del">
          <ac:chgData name="李 適宏" userId="ba70bf4345ae8a18" providerId="Windows Live" clId="Web-{E7DA5099-78A1-408B-84DF-074DE53BB9A0}" dt="2023-08-30T13:05:16.001" v="462"/>
          <ac:spMkLst>
            <pc:docMk/>
            <pc:sldMk cId="2876509648" sldId="279"/>
            <ac:spMk id="9" creationId="{642B57A3-6253-FD80-BA86-C5EC45DB1705}"/>
          </ac:spMkLst>
        </pc:spChg>
        <pc:spChg chg="add mod">
          <ac:chgData name="李 適宏" userId="ba70bf4345ae8a18" providerId="Windows Live" clId="Web-{E7DA5099-78A1-408B-84DF-074DE53BB9A0}" dt="2023-08-30T19:19:00.638" v="808" actId="20577"/>
          <ac:spMkLst>
            <pc:docMk/>
            <pc:sldMk cId="2876509648" sldId="279"/>
            <ac:spMk id="10" creationId="{57B27060-23DD-C14E-2199-90760FF9DE5F}"/>
          </ac:spMkLst>
        </pc:spChg>
        <pc:spChg chg="add del">
          <ac:chgData name="李 適宏" userId="ba70bf4345ae8a18" providerId="Windows Live" clId="Web-{E7DA5099-78A1-408B-84DF-074DE53BB9A0}" dt="2023-08-30T13:09:33.165" v="485"/>
          <ac:spMkLst>
            <pc:docMk/>
            <pc:sldMk cId="2876509648" sldId="279"/>
            <ac:spMk id="11" creationId="{3DBDFE4C-0451-AF39-1607-FA31B17A58D9}"/>
          </ac:spMkLst>
        </pc:spChg>
        <pc:picChg chg="add mod">
          <ac:chgData name="李 適宏" userId="ba70bf4345ae8a18" providerId="Windows Live" clId="Web-{E7DA5099-78A1-408B-84DF-074DE53BB9A0}" dt="2023-08-30T13:06:39.378" v="467" actId="1076"/>
          <ac:picMkLst>
            <pc:docMk/>
            <pc:sldMk cId="2876509648" sldId="279"/>
            <ac:picMk id="3" creationId="{3AE7C658-6F42-8BFB-3AC0-E0A9B05E94D8}"/>
          </ac:picMkLst>
        </pc:picChg>
        <pc:picChg chg="add del mod">
          <ac:chgData name="李 適宏" userId="ba70bf4345ae8a18" providerId="Windows Live" clId="Web-{E7DA5099-78A1-408B-84DF-074DE53BB9A0}" dt="2023-08-30T13:07:25.536" v="470"/>
          <ac:picMkLst>
            <pc:docMk/>
            <pc:sldMk cId="2876509648" sldId="279"/>
            <ac:picMk id="5" creationId="{32D88D96-F8B6-4AF4-BFC2-0F538B57C691}"/>
          </ac:picMkLst>
        </pc:picChg>
        <pc:picChg chg="del">
          <ac:chgData name="李 適宏" userId="ba70bf4345ae8a18" providerId="Windows Live" clId="Web-{E7DA5099-78A1-408B-84DF-074DE53BB9A0}" dt="2023-08-30T13:04:58.922" v="456"/>
          <ac:picMkLst>
            <pc:docMk/>
            <pc:sldMk cId="2876509648" sldId="279"/>
            <ac:picMk id="6" creationId="{5D0A4FC2-3D58-E499-5175-88A846022B55}"/>
          </ac:picMkLst>
        </pc:picChg>
        <pc:picChg chg="del">
          <ac:chgData name="李 適宏" userId="ba70bf4345ae8a18" providerId="Windows Live" clId="Web-{E7DA5099-78A1-408B-84DF-074DE53BB9A0}" dt="2023-08-30T13:04:59.453" v="457"/>
          <ac:picMkLst>
            <pc:docMk/>
            <pc:sldMk cId="2876509648" sldId="279"/>
            <ac:picMk id="8" creationId="{176243BC-6B65-BF69-6D42-5D8D52CC3A8F}"/>
          </ac:picMkLst>
        </pc:picChg>
        <pc:cxnChg chg="add mod">
          <ac:chgData name="李 適宏" userId="ba70bf4345ae8a18" providerId="Windows Live" clId="Web-{E7DA5099-78A1-408B-84DF-074DE53BB9A0}" dt="2023-08-30T20:47:24.749" v="1872" actId="1076"/>
          <ac:cxnSpMkLst>
            <pc:docMk/>
            <pc:sldMk cId="2876509648" sldId="279"/>
            <ac:cxnSpMk id="5" creationId="{12E06FFC-7339-CACA-18CD-9B3B6B363754}"/>
          </ac:cxnSpMkLst>
        </pc:cxnChg>
      </pc:sldChg>
      <pc:sldChg chg="del">
        <pc:chgData name="李 適宏" userId="ba70bf4345ae8a18" providerId="Windows Live" clId="Web-{E7DA5099-78A1-408B-84DF-074DE53BB9A0}" dt="2023-08-30T09:56:24.434" v="45"/>
        <pc:sldMkLst>
          <pc:docMk/>
          <pc:sldMk cId="2089769532" sldId="280"/>
        </pc:sldMkLst>
      </pc:sldChg>
      <pc:sldChg chg="addSp modSp new ord modNotes">
        <pc:chgData name="李 適宏" userId="ba70bf4345ae8a18" providerId="Windows Live" clId="Web-{E7DA5099-78A1-408B-84DF-074DE53BB9A0}" dt="2023-08-31T07:23:22.988" v="2531"/>
        <pc:sldMkLst>
          <pc:docMk/>
          <pc:sldMk cId="2366481983" sldId="280"/>
        </pc:sldMkLst>
        <pc:spChg chg="mod">
          <ac:chgData name="李 適宏" userId="ba70bf4345ae8a18" providerId="Windows Live" clId="Web-{E7DA5099-78A1-408B-84DF-074DE53BB9A0}" dt="2023-08-30T18:46:01.071" v="600" actId="20577"/>
          <ac:spMkLst>
            <pc:docMk/>
            <pc:sldMk cId="2366481983" sldId="280"/>
            <ac:spMk id="2" creationId="{22B757A1-34EF-296F-C492-509B10CCA717}"/>
          </ac:spMkLst>
        </pc:spChg>
        <pc:spChg chg="mod">
          <ac:chgData name="李 適宏" userId="ba70bf4345ae8a18" providerId="Windows Live" clId="Web-{E7DA5099-78A1-408B-84DF-074DE53BB9A0}" dt="2023-08-30T18:56:33.840" v="713" actId="20577"/>
          <ac:spMkLst>
            <pc:docMk/>
            <pc:sldMk cId="2366481983" sldId="280"/>
            <ac:spMk id="3" creationId="{96577230-7D86-D0B7-608C-4C71188C0301}"/>
          </ac:spMkLst>
        </pc:spChg>
        <pc:spChg chg="add mod">
          <ac:chgData name="李 適宏" userId="ba70bf4345ae8a18" providerId="Windows Live" clId="Web-{E7DA5099-78A1-408B-84DF-074DE53BB9A0}" dt="2023-08-31T07:23:22.988" v="2531"/>
          <ac:spMkLst>
            <pc:docMk/>
            <pc:sldMk cId="2366481983" sldId="280"/>
            <ac:spMk id="4" creationId="{CB31F11B-9FF8-C371-D1BE-7B33E2E6E5ED}"/>
          </ac:spMkLst>
        </pc:spChg>
      </pc:sldChg>
      <pc:sldChg chg="del">
        <pc:chgData name="李 適宏" userId="ba70bf4345ae8a18" providerId="Windows Live" clId="Web-{E7DA5099-78A1-408B-84DF-074DE53BB9A0}" dt="2023-08-30T09:56:24.153" v="43"/>
        <pc:sldMkLst>
          <pc:docMk/>
          <pc:sldMk cId="139360540" sldId="281"/>
        </pc:sldMkLst>
      </pc:sldChg>
      <pc:sldChg chg="addSp delSp modSp new">
        <pc:chgData name="李 適宏" userId="ba70bf4345ae8a18" providerId="Windows Live" clId="Web-{E7DA5099-78A1-408B-84DF-074DE53BB9A0}" dt="2023-08-31T07:26:23.869" v="2559" actId="20577"/>
        <pc:sldMkLst>
          <pc:docMk/>
          <pc:sldMk cId="1250583130" sldId="281"/>
        </pc:sldMkLst>
        <pc:spChg chg="mod">
          <ac:chgData name="李 適宏" userId="ba70bf4345ae8a18" providerId="Windows Live" clId="Web-{E7DA5099-78A1-408B-84DF-074DE53BB9A0}" dt="2023-08-30T18:58:56.954" v="716" actId="20577"/>
          <ac:spMkLst>
            <pc:docMk/>
            <pc:sldMk cId="1250583130" sldId="281"/>
            <ac:spMk id="2" creationId="{274890AF-9A0C-4C2E-42B0-73C0D726D449}"/>
          </ac:spMkLst>
        </pc:spChg>
        <pc:spChg chg="mod">
          <ac:chgData name="李 適宏" userId="ba70bf4345ae8a18" providerId="Windows Live" clId="Web-{E7DA5099-78A1-408B-84DF-074DE53BB9A0}" dt="2023-08-31T07:26:23.869" v="2559" actId="20577"/>
          <ac:spMkLst>
            <pc:docMk/>
            <pc:sldMk cId="1250583130" sldId="281"/>
            <ac:spMk id="3" creationId="{BA75B119-A2A2-860D-8787-7E5292210D0A}"/>
          </ac:spMkLst>
        </pc:spChg>
        <pc:spChg chg="add mod">
          <ac:chgData name="李 適宏" userId="ba70bf4345ae8a18" providerId="Windows Live" clId="Web-{E7DA5099-78A1-408B-84DF-074DE53BB9A0}" dt="2023-08-31T07:23:22.973" v="2530"/>
          <ac:spMkLst>
            <pc:docMk/>
            <pc:sldMk cId="1250583130" sldId="281"/>
            <ac:spMk id="4" creationId="{BEC5296C-9088-BE6D-07E6-1116B6B730E5}"/>
          </ac:spMkLst>
        </pc:spChg>
        <pc:spChg chg="add del mod">
          <ac:chgData name="李 適宏" userId="ba70bf4345ae8a18" providerId="Windows Live" clId="Web-{E7DA5099-78A1-408B-84DF-074DE53BB9A0}" dt="2023-08-30T19:08:19.767" v="778"/>
          <ac:spMkLst>
            <pc:docMk/>
            <pc:sldMk cId="1250583130" sldId="281"/>
            <ac:spMk id="4" creationId="{EEA38AA7-2E29-2FB9-9B1A-5D8280CDC83A}"/>
          </ac:spMkLst>
        </pc:spChg>
        <pc:picChg chg="add mod">
          <ac:chgData name="李 適宏" userId="ba70bf4345ae8a18" providerId="Windows Live" clId="Web-{E7DA5099-78A1-408B-84DF-074DE53BB9A0}" dt="2023-08-30T19:09:04.284" v="785" actId="1076"/>
          <ac:picMkLst>
            <pc:docMk/>
            <pc:sldMk cId="1250583130" sldId="281"/>
            <ac:picMk id="5" creationId="{9A001351-ADAB-5B92-987F-9447F2F50040}"/>
          </ac:picMkLst>
        </pc:picChg>
      </pc:sldChg>
      <pc:sldChg chg="del">
        <pc:chgData name="李 適宏" userId="ba70bf4345ae8a18" providerId="Windows Live" clId="Web-{E7DA5099-78A1-408B-84DF-074DE53BB9A0}" dt="2023-08-30T09:56:24.153" v="41"/>
        <pc:sldMkLst>
          <pc:docMk/>
          <pc:sldMk cId="324218543" sldId="282"/>
        </pc:sldMkLst>
      </pc:sldChg>
      <pc:sldChg chg="addSp modSp new">
        <pc:chgData name="李 適宏" userId="ba70bf4345ae8a18" providerId="Windows Live" clId="Web-{E7DA5099-78A1-408B-84DF-074DE53BB9A0}" dt="2023-08-31T07:23:23.004" v="2532"/>
        <pc:sldMkLst>
          <pc:docMk/>
          <pc:sldMk cId="1129166158" sldId="282"/>
        </pc:sldMkLst>
        <pc:spChg chg="mod">
          <ac:chgData name="李 適宏" userId="ba70bf4345ae8a18" providerId="Windows Live" clId="Web-{E7DA5099-78A1-408B-84DF-074DE53BB9A0}" dt="2023-08-30T19:17:43.543" v="803" actId="20577"/>
          <ac:spMkLst>
            <pc:docMk/>
            <pc:sldMk cId="1129166158" sldId="282"/>
            <ac:spMk id="2" creationId="{B82D5465-6424-897A-20FA-D053DDB15427}"/>
          </ac:spMkLst>
        </pc:spChg>
        <pc:spChg chg="mod">
          <ac:chgData name="李 適宏" userId="ba70bf4345ae8a18" providerId="Windows Live" clId="Web-{E7DA5099-78A1-408B-84DF-074DE53BB9A0}" dt="2023-08-30T19:28:28.793" v="959" actId="20577"/>
          <ac:spMkLst>
            <pc:docMk/>
            <pc:sldMk cId="1129166158" sldId="282"/>
            <ac:spMk id="3" creationId="{C228B281-FB0F-E075-C48B-F53E99703D4A}"/>
          </ac:spMkLst>
        </pc:spChg>
        <pc:spChg chg="add mod">
          <ac:chgData name="李 適宏" userId="ba70bf4345ae8a18" providerId="Windows Live" clId="Web-{E7DA5099-78A1-408B-84DF-074DE53BB9A0}" dt="2023-08-31T07:23:23.004" v="2532"/>
          <ac:spMkLst>
            <pc:docMk/>
            <pc:sldMk cId="1129166158" sldId="282"/>
            <ac:spMk id="4" creationId="{556B5CE7-E875-6066-D67D-C82DF62F6986}"/>
          </ac:spMkLst>
        </pc:spChg>
      </pc:sldChg>
      <pc:sldChg chg="addSp delSp modSp new">
        <pc:chgData name="李 適宏" userId="ba70bf4345ae8a18" providerId="Windows Live" clId="Web-{E7DA5099-78A1-408B-84DF-074DE53BB9A0}" dt="2023-08-31T07:23:23.004" v="2533"/>
        <pc:sldMkLst>
          <pc:docMk/>
          <pc:sldMk cId="2495757006" sldId="283"/>
        </pc:sldMkLst>
        <pc:spChg chg="mod">
          <ac:chgData name="李 適宏" userId="ba70bf4345ae8a18" providerId="Windows Live" clId="Web-{E7DA5099-78A1-408B-84DF-074DE53BB9A0}" dt="2023-08-30T19:30:44.077" v="981" actId="20577"/>
          <ac:spMkLst>
            <pc:docMk/>
            <pc:sldMk cId="2495757006" sldId="283"/>
            <ac:spMk id="2" creationId="{8F6145AE-13C2-819A-454C-6D0420413DB1}"/>
          </ac:spMkLst>
        </pc:spChg>
        <pc:spChg chg="add mod">
          <ac:chgData name="李 適宏" userId="ba70bf4345ae8a18" providerId="Windows Live" clId="Web-{E7DA5099-78A1-408B-84DF-074DE53BB9A0}" dt="2023-08-31T07:23:23.004" v="2533"/>
          <ac:spMkLst>
            <pc:docMk/>
            <pc:sldMk cId="2495757006" sldId="283"/>
            <ac:spMk id="3" creationId="{8F244933-83B6-6CEF-3860-612C80FC75D0}"/>
          </ac:spMkLst>
        </pc:spChg>
        <pc:spChg chg="del">
          <ac:chgData name="李 適宏" userId="ba70bf4345ae8a18" providerId="Windows Live" clId="Web-{E7DA5099-78A1-408B-84DF-074DE53BB9A0}" dt="2023-08-30T19:29:16.419" v="961"/>
          <ac:spMkLst>
            <pc:docMk/>
            <pc:sldMk cId="2495757006" sldId="283"/>
            <ac:spMk id="3" creationId="{B63C4760-BB30-5BC1-84E1-49985E3F0C76}"/>
          </ac:spMkLst>
        </pc:spChg>
        <pc:spChg chg="add mod">
          <ac:chgData name="李 適宏" userId="ba70bf4345ae8a18" providerId="Windows Live" clId="Web-{E7DA5099-78A1-408B-84DF-074DE53BB9A0}" dt="2023-08-30T19:39:03.089" v="1088" actId="20577"/>
          <ac:spMkLst>
            <pc:docMk/>
            <pc:sldMk cId="2495757006" sldId="283"/>
            <ac:spMk id="5" creationId="{6F3CE8F8-1C83-7161-7592-879A01980E90}"/>
          </ac:spMkLst>
        </pc:spChg>
        <pc:picChg chg="add mod ord">
          <ac:chgData name="李 適宏" userId="ba70bf4345ae8a18" providerId="Windows Live" clId="Web-{E7DA5099-78A1-408B-84DF-074DE53BB9A0}" dt="2023-08-30T19:29:20.184" v="962" actId="1076"/>
          <ac:picMkLst>
            <pc:docMk/>
            <pc:sldMk cId="2495757006" sldId="283"/>
            <ac:picMk id="4" creationId="{9405F2E0-7FF5-EA28-9417-F2492CDE6B86}"/>
          </ac:picMkLst>
        </pc:picChg>
      </pc:sldChg>
      <pc:sldChg chg="del">
        <pc:chgData name="李 適宏" userId="ba70bf4345ae8a18" providerId="Windows Live" clId="Web-{E7DA5099-78A1-408B-84DF-074DE53BB9A0}" dt="2023-08-30T09:56:24.059" v="40"/>
        <pc:sldMkLst>
          <pc:docMk/>
          <pc:sldMk cId="4023731045" sldId="283"/>
        </pc:sldMkLst>
      </pc:sldChg>
      <pc:sldChg chg="addSp modSp new">
        <pc:chgData name="李 適宏" userId="ba70bf4345ae8a18" providerId="Windows Live" clId="Web-{E7DA5099-78A1-408B-84DF-074DE53BB9A0}" dt="2023-08-31T07:23:23.020" v="2534"/>
        <pc:sldMkLst>
          <pc:docMk/>
          <pc:sldMk cId="918537606" sldId="284"/>
        </pc:sldMkLst>
        <pc:spChg chg="mod">
          <ac:chgData name="李 適宏" userId="ba70bf4345ae8a18" providerId="Windows Live" clId="Web-{E7DA5099-78A1-408B-84DF-074DE53BB9A0}" dt="2023-08-30T19:40:39.857" v="1091" actId="20577"/>
          <ac:spMkLst>
            <pc:docMk/>
            <pc:sldMk cId="918537606" sldId="284"/>
            <ac:spMk id="2" creationId="{35CB59DA-99AE-1E3F-BE67-E0117A48E919}"/>
          </ac:spMkLst>
        </pc:spChg>
        <pc:spChg chg="mod">
          <ac:chgData name="李 適宏" userId="ba70bf4345ae8a18" providerId="Windows Live" clId="Web-{E7DA5099-78A1-408B-84DF-074DE53BB9A0}" dt="2023-08-30T19:45:21.114" v="1172" actId="20577"/>
          <ac:spMkLst>
            <pc:docMk/>
            <pc:sldMk cId="918537606" sldId="284"/>
            <ac:spMk id="3" creationId="{84ACAE3E-62A4-ED5D-359B-7C704CB5F38B}"/>
          </ac:spMkLst>
        </pc:spChg>
        <pc:spChg chg="add mod">
          <ac:chgData name="李 適宏" userId="ba70bf4345ae8a18" providerId="Windows Live" clId="Web-{E7DA5099-78A1-408B-84DF-074DE53BB9A0}" dt="2023-08-31T07:23:23.020" v="2534"/>
          <ac:spMkLst>
            <pc:docMk/>
            <pc:sldMk cId="918537606" sldId="284"/>
            <ac:spMk id="4" creationId="{8FEB5D2D-D98A-3EF2-7D48-C28E9551B7D3}"/>
          </ac:spMkLst>
        </pc:spChg>
      </pc:sldChg>
      <pc:sldChg chg="del">
        <pc:chgData name="李 適宏" userId="ba70bf4345ae8a18" providerId="Windows Live" clId="Web-{E7DA5099-78A1-408B-84DF-074DE53BB9A0}" dt="2023-08-30T09:56:24.059" v="39"/>
        <pc:sldMkLst>
          <pc:docMk/>
          <pc:sldMk cId="4184696065" sldId="284"/>
        </pc:sldMkLst>
      </pc:sldChg>
      <pc:sldChg chg="del">
        <pc:chgData name="李 適宏" userId="ba70bf4345ae8a18" providerId="Windows Live" clId="Web-{E7DA5099-78A1-408B-84DF-074DE53BB9A0}" dt="2023-08-30T09:56:24.059" v="38"/>
        <pc:sldMkLst>
          <pc:docMk/>
          <pc:sldMk cId="468694768" sldId="285"/>
        </pc:sldMkLst>
      </pc:sldChg>
      <pc:sldChg chg="addSp delSp modSp new">
        <pc:chgData name="李 適宏" userId="ba70bf4345ae8a18" providerId="Windows Live" clId="Web-{E7DA5099-78A1-408B-84DF-074DE53BB9A0}" dt="2023-08-31T07:23:23.051" v="2535"/>
        <pc:sldMkLst>
          <pc:docMk/>
          <pc:sldMk cId="1163189224" sldId="285"/>
        </pc:sldMkLst>
        <pc:spChg chg="mod">
          <ac:chgData name="李 適宏" userId="ba70bf4345ae8a18" providerId="Windows Live" clId="Web-{E7DA5099-78A1-408B-84DF-074DE53BB9A0}" dt="2023-08-30T20:11:24.932" v="1636" actId="20577"/>
          <ac:spMkLst>
            <pc:docMk/>
            <pc:sldMk cId="1163189224" sldId="285"/>
            <ac:spMk id="2" creationId="{E6428363-9E49-B06E-A74D-8935475A42EB}"/>
          </ac:spMkLst>
        </pc:spChg>
        <pc:spChg chg="mod">
          <ac:chgData name="李 適宏" userId="ba70bf4345ae8a18" providerId="Windows Live" clId="Web-{E7DA5099-78A1-408B-84DF-074DE53BB9A0}" dt="2023-08-30T20:17:24.535" v="1772" actId="20577"/>
          <ac:spMkLst>
            <pc:docMk/>
            <pc:sldMk cId="1163189224" sldId="285"/>
            <ac:spMk id="3" creationId="{62FC13A2-4CDE-B7E6-3DA7-925B2F0F99EF}"/>
          </ac:spMkLst>
        </pc:spChg>
        <pc:spChg chg="add mod">
          <ac:chgData name="李 適宏" userId="ba70bf4345ae8a18" providerId="Windows Live" clId="Web-{E7DA5099-78A1-408B-84DF-074DE53BB9A0}" dt="2023-08-31T07:23:23.051" v="2535"/>
          <ac:spMkLst>
            <pc:docMk/>
            <pc:sldMk cId="1163189224" sldId="285"/>
            <ac:spMk id="4" creationId="{27E637F6-D0DE-5D5A-964A-DDBDFBF5EC9A}"/>
          </ac:spMkLst>
        </pc:spChg>
        <pc:graphicFrameChg chg="add mod modGraphic">
          <ac:chgData name="李 適宏" userId="ba70bf4345ae8a18" providerId="Windows Live" clId="Web-{E7DA5099-78A1-408B-84DF-074DE53BB9A0}" dt="2023-08-30T20:38:31.080" v="1790"/>
          <ac:graphicFrameMkLst>
            <pc:docMk/>
            <pc:sldMk cId="1163189224" sldId="285"/>
            <ac:graphicFrameMk id="5" creationId="{FE83D9F6-757B-C76E-8D81-317A44A27283}"/>
          </ac:graphicFrameMkLst>
        </pc:graphicFrameChg>
        <pc:graphicFrameChg chg="add mod modGraphic">
          <ac:chgData name="李 適宏" userId="ba70bf4345ae8a18" providerId="Windows Live" clId="Web-{E7DA5099-78A1-408B-84DF-074DE53BB9A0}" dt="2023-08-30T20:10:53.525" v="1619" actId="1076"/>
          <ac:graphicFrameMkLst>
            <pc:docMk/>
            <pc:sldMk cId="1163189224" sldId="285"/>
            <ac:graphicFrameMk id="6" creationId="{36EA033C-9781-F383-536D-366F5DAD01B7}"/>
          </ac:graphicFrameMkLst>
        </pc:graphicFrameChg>
        <pc:picChg chg="add del mod">
          <ac:chgData name="李 適宏" userId="ba70bf4345ae8a18" providerId="Windows Live" clId="Web-{E7DA5099-78A1-408B-84DF-074DE53BB9A0}" dt="2023-08-30T20:05:45.315" v="1550"/>
          <ac:picMkLst>
            <pc:docMk/>
            <pc:sldMk cId="1163189224" sldId="285"/>
            <ac:picMk id="4" creationId="{D12873D1-A318-A32E-8C30-C7B7A2AB8884}"/>
          </ac:picMkLst>
        </pc:picChg>
        <pc:picChg chg="add del mod">
          <ac:chgData name="李 適宏" userId="ba70bf4345ae8a18" providerId="Windows Live" clId="Web-{E7DA5099-78A1-408B-84DF-074DE53BB9A0}" dt="2023-08-30T20:08:35.038" v="1570"/>
          <ac:picMkLst>
            <pc:docMk/>
            <pc:sldMk cId="1163189224" sldId="285"/>
            <ac:picMk id="7" creationId="{ED8F85C6-24AA-A7DC-2A95-F71EC8413F74}"/>
          </ac:picMkLst>
        </pc:picChg>
        <pc:picChg chg="add mod ord">
          <ac:chgData name="李 適宏" userId="ba70bf4345ae8a18" providerId="Windows Live" clId="Web-{E7DA5099-78A1-408B-84DF-074DE53BB9A0}" dt="2023-08-30T20:10:57.666" v="1620"/>
          <ac:picMkLst>
            <pc:docMk/>
            <pc:sldMk cId="1163189224" sldId="285"/>
            <ac:picMk id="8" creationId="{91E2D868-83DB-C4F8-C4B8-97551ACFF8C1}"/>
          </ac:picMkLst>
        </pc:picChg>
        <pc:cxnChg chg="add mod">
          <ac:chgData name="李 適宏" userId="ba70bf4345ae8a18" providerId="Windows Live" clId="Web-{E7DA5099-78A1-408B-84DF-074DE53BB9A0}" dt="2023-08-30T20:47:04.827" v="1868" actId="1076"/>
          <ac:cxnSpMkLst>
            <pc:docMk/>
            <pc:sldMk cId="1163189224" sldId="285"/>
            <ac:cxnSpMk id="9" creationId="{3403112F-9F7E-C354-EC03-ADECEA6C0B48}"/>
          </ac:cxnSpMkLst>
        </pc:cxnChg>
      </pc:sldChg>
      <pc:sldChg chg="addSp delSp modSp new">
        <pc:chgData name="李 適宏" userId="ba70bf4345ae8a18" providerId="Windows Live" clId="Web-{E7DA5099-78A1-408B-84DF-074DE53BB9A0}" dt="2023-08-31T07:23:23.082" v="2536"/>
        <pc:sldMkLst>
          <pc:docMk/>
          <pc:sldMk cId="1683517903" sldId="286"/>
        </pc:sldMkLst>
        <pc:spChg chg="mod">
          <ac:chgData name="李 適宏" userId="ba70bf4345ae8a18" providerId="Windows Live" clId="Web-{E7DA5099-78A1-408B-84DF-074DE53BB9A0}" dt="2023-08-30T20:37:34.079" v="1785" actId="20577"/>
          <ac:spMkLst>
            <pc:docMk/>
            <pc:sldMk cId="1683517903" sldId="286"/>
            <ac:spMk id="2" creationId="{A004FD11-257D-62CE-D688-723D2E67FB37}"/>
          </ac:spMkLst>
        </pc:spChg>
        <pc:spChg chg="add mod">
          <ac:chgData name="李 適宏" userId="ba70bf4345ae8a18" providerId="Windows Live" clId="Web-{E7DA5099-78A1-408B-84DF-074DE53BB9A0}" dt="2023-08-31T07:23:23.082" v="2536"/>
          <ac:spMkLst>
            <pc:docMk/>
            <pc:sldMk cId="1683517903" sldId="286"/>
            <ac:spMk id="3" creationId="{04EDCC1F-8918-FA2A-0DDD-7497C207A591}"/>
          </ac:spMkLst>
        </pc:spChg>
        <pc:spChg chg="del mod">
          <ac:chgData name="李 適宏" userId="ba70bf4345ae8a18" providerId="Windows Live" clId="Web-{E7DA5099-78A1-408B-84DF-074DE53BB9A0}" dt="2023-08-30T20:41:10.178" v="1800"/>
          <ac:spMkLst>
            <pc:docMk/>
            <pc:sldMk cId="1683517903" sldId="286"/>
            <ac:spMk id="3" creationId="{110FF0CA-2C6B-6141-5925-3FD2B02DF836}"/>
          </ac:spMkLst>
        </pc:spChg>
        <pc:spChg chg="add del mod">
          <ac:chgData name="李 適宏" userId="ba70bf4345ae8a18" providerId="Windows Live" clId="Web-{E7DA5099-78A1-408B-84DF-074DE53BB9A0}" dt="2023-08-30T20:40:41.318" v="1799"/>
          <ac:spMkLst>
            <pc:docMk/>
            <pc:sldMk cId="1683517903" sldId="286"/>
            <ac:spMk id="8" creationId="{F2FAC252-6DA2-3064-430B-73A955F4A344}"/>
          </ac:spMkLst>
        </pc:spChg>
        <pc:spChg chg="add mod">
          <ac:chgData name="李 適宏" userId="ba70bf4345ae8a18" providerId="Windows Live" clId="Web-{E7DA5099-78A1-408B-84DF-074DE53BB9A0}" dt="2023-08-30T20:45:08.246" v="1859" actId="20577"/>
          <ac:spMkLst>
            <pc:docMk/>
            <pc:sldMk cId="1683517903" sldId="286"/>
            <ac:spMk id="10" creationId="{26C2C17A-B174-444A-6239-F4E7F4A8C36E}"/>
          </ac:spMkLst>
        </pc:spChg>
        <pc:graphicFrameChg chg="add">
          <ac:chgData name="李 適宏" userId="ba70bf4345ae8a18" providerId="Windows Live" clId="Web-{E7DA5099-78A1-408B-84DF-074DE53BB9A0}" dt="2023-08-30T20:38:11.909" v="1786"/>
          <ac:graphicFrameMkLst>
            <pc:docMk/>
            <pc:sldMk cId="1683517903" sldId="286"/>
            <ac:graphicFrameMk id="5" creationId="{7E4D3DB7-9B03-0AD2-FBB7-028F48FFDB15}"/>
          </ac:graphicFrameMkLst>
        </pc:graphicFrameChg>
        <pc:graphicFrameChg chg="add mod modGraphic">
          <ac:chgData name="李 適宏" userId="ba70bf4345ae8a18" providerId="Windows Live" clId="Web-{E7DA5099-78A1-408B-84DF-074DE53BB9A0}" dt="2023-08-30T20:38:35.456" v="1792"/>
          <ac:graphicFrameMkLst>
            <pc:docMk/>
            <pc:sldMk cId="1683517903" sldId="286"/>
            <ac:graphicFrameMk id="7" creationId="{51168FDF-8612-72D2-66F0-A18598AF96BB}"/>
          </ac:graphicFrameMkLst>
        </pc:graphicFrameChg>
        <pc:picChg chg="add mod ord">
          <ac:chgData name="李 適宏" userId="ba70bf4345ae8a18" providerId="Windows Live" clId="Web-{E7DA5099-78A1-408B-84DF-074DE53BB9A0}" dt="2023-08-30T20:41:17.178" v="1802" actId="1076"/>
          <ac:picMkLst>
            <pc:docMk/>
            <pc:sldMk cId="1683517903" sldId="286"/>
            <ac:picMk id="9" creationId="{95A40EC2-584F-AB00-080A-2FE4DDD50844}"/>
          </ac:picMkLst>
        </pc:picChg>
      </pc:sldChg>
      <pc:sldChg chg="del">
        <pc:chgData name="李 適宏" userId="ba70bf4345ae8a18" providerId="Windows Live" clId="Web-{E7DA5099-78A1-408B-84DF-074DE53BB9A0}" dt="2023-08-30T09:56:24.059" v="37"/>
        <pc:sldMkLst>
          <pc:docMk/>
          <pc:sldMk cId="3819135115" sldId="286"/>
        </pc:sldMkLst>
      </pc:sldChg>
      <pc:sldChg chg="addSp modSp new">
        <pc:chgData name="李 適宏" userId="ba70bf4345ae8a18" providerId="Windows Live" clId="Web-{E7DA5099-78A1-408B-84DF-074DE53BB9A0}" dt="2023-08-31T07:23:23.082" v="2537"/>
        <pc:sldMkLst>
          <pc:docMk/>
          <pc:sldMk cId="2152916773" sldId="287"/>
        </pc:sldMkLst>
        <pc:spChg chg="mod">
          <ac:chgData name="李 適宏" userId="ba70bf4345ae8a18" providerId="Windows Live" clId="Web-{E7DA5099-78A1-408B-84DF-074DE53BB9A0}" dt="2023-08-31T06:06:23.073" v="1897" actId="20577"/>
          <ac:spMkLst>
            <pc:docMk/>
            <pc:sldMk cId="2152916773" sldId="287"/>
            <ac:spMk id="2" creationId="{3F2412AD-2AFB-13E9-4B13-8527F4C62FF6}"/>
          </ac:spMkLst>
        </pc:spChg>
        <pc:spChg chg="mod">
          <ac:chgData name="李 適宏" userId="ba70bf4345ae8a18" providerId="Windows Live" clId="Web-{E7DA5099-78A1-408B-84DF-074DE53BB9A0}" dt="2023-08-31T06:16:10.512" v="2085" actId="20577"/>
          <ac:spMkLst>
            <pc:docMk/>
            <pc:sldMk cId="2152916773" sldId="287"/>
            <ac:spMk id="3" creationId="{7911B56A-1115-9429-3174-CAF0E5D2CD92}"/>
          </ac:spMkLst>
        </pc:spChg>
        <pc:spChg chg="add mod">
          <ac:chgData name="李 適宏" userId="ba70bf4345ae8a18" providerId="Windows Live" clId="Web-{E7DA5099-78A1-408B-84DF-074DE53BB9A0}" dt="2023-08-31T07:23:23.082" v="2537"/>
          <ac:spMkLst>
            <pc:docMk/>
            <pc:sldMk cId="2152916773" sldId="287"/>
            <ac:spMk id="4" creationId="{A8D934C0-8310-91DC-0CD2-AC8E4FCC94A1}"/>
          </ac:spMkLst>
        </pc:spChg>
      </pc:sldChg>
      <pc:sldChg chg="del">
        <pc:chgData name="李 適宏" userId="ba70bf4345ae8a18" providerId="Windows Live" clId="Web-{E7DA5099-78A1-408B-84DF-074DE53BB9A0}" dt="2023-08-30T09:56:24.153" v="42"/>
        <pc:sldMkLst>
          <pc:docMk/>
          <pc:sldMk cId="2639931187" sldId="287"/>
        </pc:sldMkLst>
      </pc:sldChg>
      <pc:sldChg chg="addSp modSp new ord modNotes">
        <pc:chgData name="李 適宏" userId="ba70bf4345ae8a18" providerId="Windows Live" clId="Web-{E7DA5099-78A1-408B-84DF-074DE53BB9A0}" dt="2023-08-31T07:23:23.098" v="2538"/>
        <pc:sldMkLst>
          <pc:docMk/>
          <pc:sldMk cId="1025841646" sldId="288"/>
        </pc:sldMkLst>
        <pc:spChg chg="mod">
          <ac:chgData name="李 適宏" userId="ba70bf4345ae8a18" providerId="Windows Live" clId="Web-{E7DA5099-78A1-408B-84DF-074DE53BB9A0}" dt="2023-08-31T06:54:09.953" v="2306" actId="20577"/>
          <ac:spMkLst>
            <pc:docMk/>
            <pc:sldMk cId="1025841646" sldId="288"/>
            <ac:spMk id="2" creationId="{EE70504A-5172-8BA8-9C15-0F7B69AAB495}"/>
          </ac:spMkLst>
        </pc:spChg>
        <pc:spChg chg="mod">
          <ac:chgData name="李 適宏" userId="ba70bf4345ae8a18" providerId="Windows Live" clId="Web-{E7DA5099-78A1-408B-84DF-074DE53BB9A0}" dt="2023-08-31T07:09:04.901" v="2464" actId="20577"/>
          <ac:spMkLst>
            <pc:docMk/>
            <pc:sldMk cId="1025841646" sldId="288"/>
            <ac:spMk id="3" creationId="{11ED5AA8-FA66-12B1-7561-3FE447FE851E}"/>
          </ac:spMkLst>
        </pc:spChg>
        <pc:spChg chg="add mod">
          <ac:chgData name="李 適宏" userId="ba70bf4345ae8a18" providerId="Windows Live" clId="Web-{E7DA5099-78A1-408B-84DF-074DE53BB9A0}" dt="2023-08-31T07:23:23.098" v="2538"/>
          <ac:spMkLst>
            <pc:docMk/>
            <pc:sldMk cId="1025841646" sldId="288"/>
            <ac:spMk id="4" creationId="{83137B9D-4706-83CA-963E-BFB51394090C}"/>
          </ac:spMkLst>
        </pc:spChg>
      </pc:sldChg>
      <pc:sldChg chg="addSp modSp new ord">
        <pc:chgData name="李 適宏" userId="ba70bf4345ae8a18" providerId="Windows Live" clId="Web-{E7DA5099-78A1-408B-84DF-074DE53BB9A0}" dt="2023-08-31T07:23:23.113" v="2539"/>
        <pc:sldMkLst>
          <pc:docMk/>
          <pc:sldMk cId="1900478409" sldId="289"/>
        </pc:sldMkLst>
        <pc:spChg chg="mod">
          <ac:chgData name="李 適宏" userId="ba70bf4345ae8a18" providerId="Windows Live" clId="Web-{E7DA5099-78A1-408B-84DF-074DE53BB9A0}" dt="2023-08-31T06:54:14.485" v="2308" actId="20577"/>
          <ac:spMkLst>
            <pc:docMk/>
            <pc:sldMk cId="1900478409" sldId="289"/>
            <ac:spMk id="2" creationId="{08B7EDD0-E380-A8FC-31BE-E3386BA990D3}"/>
          </ac:spMkLst>
        </pc:spChg>
        <pc:spChg chg="mod">
          <ac:chgData name="李 適宏" userId="ba70bf4345ae8a18" providerId="Windows Live" clId="Web-{E7DA5099-78A1-408B-84DF-074DE53BB9A0}" dt="2023-08-31T07:18:44.090" v="2512" actId="20577"/>
          <ac:spMkLst>
            <pc:docMk/>
            <pc:sldMk cId="1900478409" sldId="289"/>
            <ac:spMk id="3" creationId="{2CFE26D1-1383-BF51-E3AF-009ADF969ECE}"/>
          </ac:spMkLst>
        </pc:spChg>
        <pc:spChg chg="add mod">
          <ac:chgData name="李 適宏" userId="ba70bf4345ae8a18" providerId="Windows Live" clId="Web-{E7DA5099-78A1-408B-84DF-074DE53BB9A0}" dt="2023-08-31T07:23:23.113" v="2539"/>
          <ac:spMkLst>
            <pc:docMk/>
            <pc:sldMk cId="1900478409" sldId="289"/>
            <ac:spMk id="4" creationId="{DD52911A-EB32-209A-14C0-E973569B1CF4}"/>
          </ac:spMkLst>
        </pc:spChg>
      </pc:sldChg>
    </pc:docChg>
  </pc:docChgLst>
  <pc:docChgLst>
    <pc:chgData name="李 適宏" userId="ba70bf4345ae8a18" providerId="Windows Live" clId="Web-{F70ECEBF-8AD3-43A7-BF35-843D2F9F26F7}"/>
    <pc:docChg chg="addSld modSld sldOrd">
      <pc:chgData name="李 適宏" userId="ba70bf4345ae8a18" providerId="Windows Live" clId="Web-{F70ECEBF-8AD3-43A7-BF35-843D2F9F26F7}" dt="2023-09-04T05:18:59.643" v="21" actId="20577"/>
      <pc:docMkLst>
        <pc:docMk/>
      </pc:docMkLst>
      <pc:sldChg chg="modSp">
        <pc:chgData name="李 適宏" userId="ba70bf4345ae8a18" providerId="Windows Live" clId="Web-{F70ECEBF-8AD3-43A7-BF35-843D2F9F26F7}" dt="2023-09-04T04:41:07.889" v="4" actId="20577"/>
        <pc:sldMkLst>
          <pc:docMk/>
          <pc:sldMk cId="1250583130" sldId="281"/>
        </pc:sldMkLst>
        <pc:spChg chg="mod">
          <ac:chgData name="李 適宏" userId="ba70bf4345ae8a18" providerId="Windows Live" clId="Web-{F70ECEBF-8AD3-43A7-BF35-843D2F9F26F7}" dt="2023-09-04T04:41:07.889" v="4" actId="20577"/>
          <ac:spMkLst>
            <pc:docMk/>
            <pc:sldMk cId="1250583130" sldId="281"/>
            <ac:spMk id="3" creationId="{BA75B119-A2A2-860D-8787-7E5292210D0A}"/>
          </ac:spMkLst>
        </pc:spChg>
      </pc:sldChg>
      <pc:sldChg chg="ord">
        <pc:chgData name="李 適宏" userId="ba70bf4345ae8a18" providerId="Windows Live" clId="Web-{F70ECEBF-8AD3-43A7-BF35-843D2F9F26F7}" dt="2023-09-04T04:43:08.282" v="6"/>
        <pc:sldMkLst>
          <pc:docMk/>
          <pc:sldMk cId="1129166158" sldId="282"/>
        </pc:sldMkLst>
      </pc:sldChg>
      <pc:sldChg chg="modSp">
        <pc:chgData name="李 適宏" userId="ba70bf4345ae8a18" providerId="Windows Live" clId="Web-{F70ECEBF-8AD3-43A7-BF35-843D2F9F26F7}" dt="2023-09-04T05:15:44.528" v="7" actId="20577"/>
        <pc:sldMkLst>
          <pc:docMk/>
          <pc:sldMk cId="1025841646" sldId="288"/>
        </pc:sldMkLst>
        <pc:spChg chg="mod">
          <ac:chgData name="李 適宏" userId="ba70bf4345ae8a18" providerId="Windows Live" clId="Web-{F70ECEBF-8AD3-43A7-BF35-843D2F9F26F7}" dt="2023-09-04T05:15:44.528" v="7" actId="20577"/>
          <ac:spMkLst>
            <pc:docMk/>
            <pc:sldMk cId="1025841646" sldId="288"/>
            <ac:spMk id="3" creationId="{11ED5AA8-FA66-12B1-7561-3FE447FE851E}"/>
          </ac:spMkLst>
        </pc:spChg>
      </pc:sldChg>
      <pc:sldChg chg="modSp">
        <pc:chgData name="李 適宏" userId="ba70bf4345ae8a18" providerId="Windows Live" clId="Web-{F70ECEBF-8AD3-43A7-BF35-843D2F9F26F7}" dt="2023-09-04T05:18:05.860" v="10" actId="20577"/>
        <pc:sldMkLst>
          <pc:docMk/>
          <pc:sldMk cId="1900478409" sldId="289"/>
        </pc:sldMkLst>
        <pc:spChg chg="mod">
          <ac:chgData name="李 適宏" userId="ba70bf4345ae8a18" providerId="Windows Live" clId="Web-{F70ECEBF-8AD3-43A7-BF35-843D2F9F26F7}" dt="2023-09-04T05:18:05.860" v="10" actId="20577"/>
          <ac:spMkLst>
            <pc:docMk/>
            <pc:sldMk cId="1900478409" sldId="289"/>
            <ac:spMk id="3" creationId="{2CFE26D1-1383-BF51-E3AF-009ADF969ECE}"/>
          </ac:spMkLst>
        </pc:spChg>
      </pc:sldChg>
      <pc:sldChg chg="delSp modSp new">
        <pc:chgData name="李 適宏" userId="ba70bf4345ae8a18" providerId="Windows Live" clId="Web-{F70ECEBF-8AD3-43A7-BF35-843D2F9F26F7}" dt="2023-09-04T05:18:59.643" v="21" actId="20577"/>
        <pc:sldMkLst>
          <pc:docMk/>
          <pc:sldMk cId="4091403356" sldId="290"/>
        </pc:sldMkLst>
        <pc:spChg chg="mod">
          <ac:chgData name="李 適宏" userId="ba70bf4345ae8a18" providerId="Windows Live" clId="Web-{F70ECEBF-8AD3-43A7-BF35-843D2F9F26F7}" dt="2023-09-04T05:18:59.643" v="21" actId="20577"/>
          <ac:spMkLst>
            <pc:docMk/>
            <pc:sldMk cId="4091403356" sldId="290"/>
            <ac:spMk id="2" creationId="{D31554D3-484E-CAD8-6D38-3915C1B95CCB}"/>
          </ac:spMkLst>
        </pc:spChg>
        <pc:spChg chg="del">
          <ac:chgData name="李 適宏" userId="ba70bf4345ae8a18" providerId="Windows Live" clId="Web-{F70ECEBF-8AD3-43A7-BF35-843D2F9F26F7}" dt="2023-09-04T05:18:32.142" v="12"/>
          <ac:spMkLst>
            <pc:docMk/>
            <pc:sldMk cId="4091403356" sldId="290"/>
            <ac:spMk id="3" creationId="{515F0E91-12F2-61B5-248E-07A2EBE351B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F667DF-ECF2-46EC-8446-7B955A747664}" type="datetimeFigureOut">
              <a:rPr lang="zh-TW" altLang="en-US" smtClean="0"/>
              <a:t>2024/2/6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562F9-E128-4B6E-872C-5F1FFAE335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9557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B0929B-4ACD-4AAE-9309-95C05ACE2D43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39331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24340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17391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84298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52845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93103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77422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35049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74126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1665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05426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25695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85534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41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5982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18045-16E7-451C-65FC-B158983ECC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AF068A-58AE-8713-2F67-C52F90F862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BA286-7DBB-ABAF-AE2A-AD9DDE775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F57D2-7BA1-4DB1-96F5-7A053A222987}" type="datetime1">
              <a:rPr lang="zh-TW" altLang="en-US" smtClean="0"/>
              <a:t>2024/2/6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A0D4C-517F-3A75-2138-B35995E6D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1CC6E-1A90-9EBF-3395-DCC19E86B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3099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5D236-5FFE-A036-B937-040C503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EEFD4-29DF-59B4-50ED-3F42FB6C5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25951-765D-8F13-9483-0B7BC8346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80DED-8F7F-4840-95CC-07C169235ABE}" type="datetime1">
              <a:rPr lang="zh-TW" altLang="en-US" smtClean="0"/>
              <a:t>2024/2/6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DCF9E-E6A3-995C-A1B7-97A453CBD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85ECA-E5DF-198A-D862-E85E01727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6363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64931-3342-74A5-5F4A-1ACADB362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4ABAD9-77A7-31C2-CE3B-83AB0265A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B3F41-FADE-64E8-94E5-51E3BAD87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65B83-0041-4153-BE6A-AC833F78FF5D}" type="datetime1">
              <a:rPr lang="zh-TW" altLang="en-US" smtClean="0"/>
              <a:t>2024/2/6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F82AA-63C8-C306-BDDF-A523D9F84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83CF1-15A7-D9A0-AB7D-63A9F3204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9627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A4541-876E-1323-86BB-134B34EBF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F7A99-40BB-A978-A62D-456D85CB31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6C4AB-2328-C15C-EDBA-A6D9849715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785A17-9FA9-28E5-585D-C1967447E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B9B35-D303-45AC-922E-2C254C3D75FD}" type="datetime1">
              <a:rPr lang="zh-TW" altLang="en-US" smtClean="0"/>
              <a:t>2024/2/6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8A8324-6BD6-434F-B46A-42E288600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7986F1-3A6D-B41E-CFB4-7417B1F77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5118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3C63D-C7AF-2A59-F8AD-A038C042A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C0EB9-FD48-3B5F-2543-5658F7F50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5B3736-516F-9579-FACA-DCB21A18E9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B03EA5-7849-E5F4-BF87-F3FC863686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31D914-6ED8-D257-6CC2-104C6745C0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9A8773-F0F7-3DBC-9C59-CA8EF9CF9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21656-B42B-4D9A-AC54-F81F7BCCBEAE}" type="datetime1">
              <a:rPr lang="zh-TW" altLang="en-US" smtClean="0"/>
              <a:t>2024/2/6</a:t>
            </a:fld>
            <a:endParaRPr lang="zh-TW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D508DB-1C1C-AFC2-2C1A-1DDBC10F8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C9407E-CED6-F5A6-39DB-82B07C84A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5342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28DAB-3374-67D6-5EB1-2C3253F55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0D7194-F69E-4DA8-89C4-AE8729BF6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17E9E-DC5F-4981-A278-B964CEDE55F3}" type="datetime1">
              <a:rPr lang="zh-TW" altLang="en-US" smtClean="0"/>
              <a:t>2024/2/6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8D0780-D9CB-B34D-A2E0-1D14B42F5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A4697E-BF8C-08DA-29D6-3B9ACC5CE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0603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7CFF4D-DBD6-E4FB-30B0-3844F2359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1BA28-29E6-413C-8FC3-1AB2A12C5000}" type="datetime1">
              <a:rPr lang="zh-TW" altLang="en-US" smtClean="0"/>
              <a:t>2024/2/6</a:t>
            </a:fld>
            <a:endParaRPr lang="zh-TW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53340C-74EA-761B-F592-FD6C44690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816107-4110-8028-60EF-14E5F2D11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8812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D5481-AD55-0A04-6A16-2FE5FE1FE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FA7E5-F55B-C36B-5945-661CDB1ED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45507-E0DA-CCE2-C66E-2F29EA6A9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D0A186-4631-35C9-68C0-298149FFE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5B894-C477-477B-A40C-ABF96CFD8F6D}" type="datetime1">
              <a:rPr lang="zh-TW" altLang="en-US" smtClean="0"/>
              <a:t>2024/2/6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6AC9F0-1D2E-CD0B-A6B8-A8337FE53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C73D3E-1C05-2CFF-6405-4771E57F8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5450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29362-71C4-6CF9-38E0-C4F81738C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30231A-174C-8A04-7F37-326E7B3D7B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03C50E-C2ED-00AE-E101-79CFAFB17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E4BE7B-D25D-CFE2-B089-BAA86DCFC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8CEE4-CC87-4EDB-B1A0-E5B550FCFFE6}" type="datetime1">
              <a:rPr lang="zh-TW" altLang="en-US" smtClean="0"/>
              <a:t>2024/2/6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D0EA70-9CF5-E2A3-4310-0B5FAE7B7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34B4A-B942-A3BD-6BA9-01E17E554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8095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8A6AD-5403-1ACC-D4D1-96B39DD84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E60034-6B39-C082-088F-72D19BFE13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803D3-C2D4-4034-17A0-8D2928B12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EE008-8BE4-416E-B613-24286D41E7D4}" type="datetime1">
              <a:rPr lang="zh-TW" altLang="en-US" smtClean="0"/>
              <a:t>2024/2/6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95024-0915-E154-0CBE-65A94D230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7C4D6-1F53-D5A1-0F98-4AF14C84F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8947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C8714A-61BB-5406-A5DA-BC8910B5CD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4B0A4F-7A22-6245-0B0A-635765A854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23698-D80C-5B02-26C3-B7E0D0209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EF28F-6298-4CFF-8665-F90686AB1F2D}" type="datetime1">
              <a:rPr lang="zh-TW" altLang="en-US" smtClean="0"/>
              <a:t>2024/2/6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61CDA-4309-2D61-CD40-8DE7FA2E1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DEE89-0D64-3A74-3CEA-425D035B8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8924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9CB272-2800-21BB-F226-6BCB7515B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EA0C83-E1FB-8AAC-CDEA-98C2D15B7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E59ED-035C-8CC1-CFE9-73EA26D0C3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C9A6DC-91FA-468A-8153-0A164473FE7A}" type="datetime1">
              <a:rPr lang="zh-TW" altLang="en-US" smtClean="0"/>
              <a:t>2024/2/6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ED3AA-0139-02CF-DF2C-5E6C9CB6C2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D16DD-A0C6-441C-56CA-8F27599A8E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3377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901A9-EC42-0349-C42C-1EF1F72BF0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3962" y="1122363"/>
            <a:ext cx="9744075" cy="238760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TW" sz="4400" dirty="0">
                <a:latin typeface="Times New Roman"/>
                <a:ea typeface="新細明體"/>
                <a:cs typeface="Times New Roman"/>
              </a:rPr>
              <a:t>The longest almost-increasing subsequence</a:t>
            </a:r>
            <a:endParaRPr lang="zh-TW" sz="4400" dirty="0">
              <a:ea typeface="新細明體"/>
              <a:cs typeface="Calibri Ligh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DBE6CB-9CF8-48E7-B831-C6B10B6C08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6767" y="3845319"/>
            <a:ext cx="9398466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Times New Roman"/>
                <a:ea typeface="+mn-lt"/>
                <a:cs typeface="+mn-lt"/>
              </a:rPr>
              <a:t>Amr </a:t>
            </a:r>
            <a:r>
              <a:rPr lang="en-US" dirty="0" err="1">
                <a:latin typeface="Times New Roman"/>
                <a:ea typeface="+mn-lt"/>
                <a:cs typeface="+mn-lt"/>
              </a:rPr>
              <a:t>Elmasry</a:t>
            </a:r>
            <a:endParaRPr lang="en-US" dirty="0">
              <a:latin typeface="Times New Roman"/>
              <a:ea typeface="+mn-lt"/>
              <a:cs typeface="+mn-lt"/>
            </a:endParaRP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Processing Letters Volume 110, Issue 16, 31 July 2010, Pages 655-658</a:t>
            </a:r>
            <a:endParaRPr lang="fr-FR" altLang="zh-TW" sz="2500" dirty="0">
              <a:latin typeface="Times New Roman" panose="02020603050405020304" pitchFamily="18" charset="0"/>
              <a:ea typeface="新細明體"/>
              <a:cs typeface="Times New Roman" panose="02020603050405020304" pitchFamily="18" charset="0"/>
            </a:endParaRPr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272805CA-C188-EA0E-0232-5E39FC11B582}"/>
              </a:ext>
            </a:extLst>
          </p:cNvPr>
          <p:cNvSpPr txBox="1">
            <a:spLocks/>
          </p:cNvSpPr>
          <p:nvPr/>
        </p:nvSpPr>
        <p:spPr>
          <a:xfrm>
            <a:off x="8322197" y="6002973"/>
            <a:ext cx="3584053" cy="66071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" altLang="zh-TW" dirty="0">
                <a:latin typeface="Times New Roman"/>
                <a:ea typeface="新細明體"/>
                <a:cs typeface="Times New Roman"/>
              </a:rPr>
              <a:t>Presenter: Shih-Hong Li</a:t>
            </a:r>
          </a:p>
          <a:p>
            <a:r>
              <a:rPr kumimoji="1" lang="en" altLang="zh-TW" dirty="0">
                <a:latin typeface="Times New Roman"/>
                <a:ea typeface="新細明體"/>
                <a:cs typeface="Times New Roman"/>
              </a:rPr>
              <a:t>Date: </a:t>
            </a:r>
            <a:r>
              <a:rPr kumimoji="1" lang="en-US" altLang="zh-TW" dirty="0">
                <a:latin typeface="Times New Roman"/>
                <a:ea typeface="新細明體"/>
                <a:cs typeface="Times New Roman"/>
              </a:rPr>
              <a:t>Feb.</a:t>
            </a:r>
            <a:r>
              <a:rPr kumimoji="1" lang="en" altLang="zh-TW" dirty="0">
                <a:latin typeface="Times New Roman"/>
                <a:ea typeface="新細明體"/>
                <a:cs typeface="Times New Roman"/>
              </a:rPr>
              <a:t> </a:t>
            </a:r>
            <a:r>
              <a:rPr kumimoji="1" lang="en-US" altLang="zh-TW" dirty="0">
                <a:latin typeface="Times New Roman"/>
                <a:ea typeface="新細明體"/>
                <a:cs typeface="Times New Roman"/>
              </a:rPr>
              <a:t>6</a:t>
            </a:r>
            <a:r>
              <a:rPr kumimoji="1" lang="en" altLang="zh-TW" dirty="0">
                <a:latin typeface="Times New Roman"/>
                <a:ea typeface="新細明體"/>
                <a:cs typeface="Times New Roman"/>
              </a:rPr>
              <a:t>, 2024</a:t>
            </a:r>
            <a:endParaRPr lang="en" altLang="zh-TW" dirty="0">
              <a:latin typeface="Times New Roman"/>
              <a:ea typeface="新細明體"/>
              <a:cs typeface="Times New 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AAB76B-0FAF-9711-6F27-1F8F6638E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67857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3735-885C-D762-2A7C-7760F6C51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6866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0A558-83F5-DC4B-E8C9-3EB0801F3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2298"/>
            <a:ext cx="10797330" cy="469783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Given a sequence of </a:t>
            </a:r>
            <a:r>
              <a:rPr lang="en-US" altLang="zh-TW" sz="2400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elements, we introduce the notion of an almost-increasing </a:t>
            </a:r>
            <a:r>
              <a:rPr lang="en-US" altLang="zh-TW" sz="2400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subse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400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quence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as the longest subsequence that can be converted to an increasing subsequence by possibly adding a value, that is at most a fixed constant, to each of the elements. We show how to optimally construct such subsequence in O(</a:t>
            </a:r>
            <a:r>
              <a:rPr lang="en-US" altLang="zh-TW" sz="2400" i="1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</a:t>
            </a:r>
            <a:r>
              <a:rPr lang="en-US" altLang="zh-TW" sz="2400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log</a:t>
            </a:r>
            <a:r>
              <a:rPr lang="en-US" altLang="zh-TW" sz="2400" i="1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 time, where </a:t>
            </a:r>
            <a:r>
              <a:rPr lang="en-US" altLang="zh-TW" sz="2400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is the length of the output subsequence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5E3F4-879A-1E75-AEA8-8BFC5FE9B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71907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0E1B08-B8FA-CD50-50D2-B716600B7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longest increasing subsequence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3F363C9D-0728-9590-A63A-CDE3A0BC80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a sequence {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,…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 </a:t>
                </a:r>
              </a:p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Exist a subsequence 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{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,…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 which 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&lt;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&lt;…&lt;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0</a:t>
                </a:r>
                <a:r>
                  <a:rPr lang="en-US" altLang="zh-TW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 </m:t>
                    </m:r>
                  </m:oMath>
                </a14:m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 </a:t>
                </a:r>
              </a:p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E.g. : {4,1,2,7,6,5,8,9,3}</a:t>
                </a:r>
              </a:p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LIS:{1,2,6,8,9}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3F363C9D-0728-9590-A63A-CDE3A0BC80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4B7820A-D44F-01F6-EB6B-9068ADB85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2049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6AA0E4-1A7B-CFDD-99A3-1DC4D1866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dirty="0">
                <a:latin typeface="Times New Roman"/>
                <a:ea typeface="新細明體"/>
                <a:cs typeface="Times New Roman"/>
              </a:rPr>
              <a:t>The longest almost increasing subsequence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C84BC8C-710F-2AFE-E00D-ABCF2A9589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Recursive formulation</a:t>
                </a:r>
              </a:p>
              <a:p>
                <a:pPr lvl="1"/>
                <a:r>
                  <a:rPr lang="en-US" altLang="zh-TW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LaIS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TW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</a:t>
                </a:r>
                <a:r>
                  <a:rPr lang="en-US" altLang="zh-TW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LaIS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TW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∎</m:t>
                    </m:r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TW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lvl="1"/>
                <a:r>
                  <a:rPr lang="en-US" altLang="zh-TW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LaIS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TW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</a:t>
                </a:r>
                <a:r>
                  <a:rPr lang="en-US" altLang="zh-TW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LaIS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i’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h-1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TW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∎</m:t>
                    </m:r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&lt;</a:t>
                </a:r>
                <a:r>
                  <a:rPr lang="en-US" altLang="zh-TW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TW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&gt;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C84BC8C-710F-2AFE-E00D-ABCF2A9589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1DE4988-D83E-C351-49BC-D4EB1F670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6103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6706E5-E69A-93D0-5F6F-FA76F40F7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basic algorithm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4099A61-1D07-A128-A30E-12785ACC3E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Task1 : find a longest almost-increasing subsequence whose largest    element is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Task2 : append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every subsequence found so far whose largest element is larger or equal to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smaller than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930C40E-822C-2C12-EC5B-3716C2F15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0537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001308-626F-5145-48A1-BFD7EAF0F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BDC5DC8-56B2-12DF-27F2-44AA1EAC7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a sequence with index from 1 to 12: &lt;7,15,2,14,14,6,8,11,17,15,14,13&gt;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Tolerance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F3DA113-E79E-B0D8-ACC4-1D3575C89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5004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A29D645-D2B5-F0CA-4A43-649593684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9484"/>
            <a:ext cx="10515600" cy="36512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 1 &lt;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,15,2,14,14,6,8,11,17,15,14,13&gt;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AB56CC-8A2A-E966-0665-55E53DF64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7</a:t>
            </a:fld>
            <a:endParaRPr lang="zh-TW" altLang="en-US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E75C047-554B-834E-3929-D0097F8EA6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0228225"/>
              </p:ext>
            </p:extLst>
          </p:nvPr>
        </p:nvGraphicFramePr>
        <p:xfrm>
          <a:off x="2032002" y="3058160"/>
          <a:ext cx="8127986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2">
                  <a:extLst>
                    <a:ext uri="{9D8B030D-6E8A-4147-A177-3AD203B41FA5}">
                      <a16:colId xmlns:a16="http://schemas.microsoft.com/office/drawing/2014/main" val="224306831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10678920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824617491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51564991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468798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61346376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082819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214086817"/>
                    </a:ext>
                  </a:extLst>
                </a:gridCol>
                <a:gridCol w="698547">
                  <a:extLst>
                    <a:ext uri="{9D8B030D-6E8A-4147-A177-3AD203B41FA5}">
                      <a16:colId xmlns:a16="http://schemas.microsoft.com/office/drawing/2014/main" val="361334224"/>
                    </a:ext>
                  </a:extLst>
                </a:gridCol>
                <a:gridCol w="656119">
                  <a:extLst>
                    <a:ext uri="{9D8B030D-6E8A-4147-A177-3AD203B41FA5}">
                      <a16:colId xmlns:a16="http://schemas.microsoft.com/office/drawing/2014/main" val="1545067506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34190847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547972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7122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343471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id="{DD540A67-E9B9-E8CA-A190-D0B9C6E17AED}"/>
              </a:ext>
            </a:extLst>
          </p:cNvPr>
          <p:cNvSpPr txBox="1"/>
          <p:nvPr/>
        </p:nvSpPr>
        <p:spPr>
          <a:xfrm>
            <a:off x="763675" y="3058160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FDECFB6-C478-6255-0502-0D99FAEBAB7E}"/>
              </a:ext>
            </a:extLst>
          </p:cNvPr>
          <p:cNvSpPr txBox="1"/>
          <p:nvPr/>
        </p:nvSpPr>
        <p:spPr>
          <a:xfrm>
            <a:off x="763674" y="3415755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9717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A29D645-D2B5-F0CA-4A43-649593684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9484"/>
            <a:ext cx="10515600" cy="36512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 2  &lt;7,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,2,14,14,6,8,11,17,15,14,13&gt;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AB56CC-8A2A-E966-0665-55E53DF64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8</a:t>
            </a:fld>
            <a:endParaRPr lang="zh-TW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6556659-BE56-9CE7-FDC1-79964A91E1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3377504"/>
              </p:ext>
            </p:extLst>
          </p:nvPr>
        </p:nvGraphicFramePr>
        <p:xfrm>
          <a:off x="2032002" y="3058160"/>
          <a:ext cx="8127986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2">
                  <a:extLst>
                    <a:ext uri="{9D8B030D-6E8A-4147-A177-3AD203B41FA5}">
                      <a16:colId xmlns:a16="http://schemas.microsoft.com/office/drawing/2014/main" val="224306831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10678920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824617491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51564991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468798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61346376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082819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214086817"/>
                    </a:ext>
                  </a:extLst>
                </a:gridCol>
                <a:gridCol w="698547">
                  <a:extLst>
                    <a:ext uri="{9D8B030D-6E8A-4147-A177-3AD203B41FA5}">
                      <a16:colId xmlns:a16="http://schemas.microsoft.com/office/drawing/2014/main" val="361334224"/>
                    </a:ext>
                  </a:extLst>
                </a:gridCol>
                <a:gridCol w="656119">
                  <a:extLst>
                    <a:ext uri="{9D8B030D-6E8A-4147-A177-3AD203B41FA5}">
                      <a16:colId xmlns:a16="http://schemas.microsoft.com/office/drawing/2014/main" val="1545067506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34190847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547972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7122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343471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666B8E43-CB74-1206-8114-1ADC8CD991DF}"/>
              </a:ext>
            </a:extLst>
          </p:cNvPr>
          <p:cNvSpPr txBox="1"/>
          <p:nvPr/>
        </p:nvSpPr>
        <p:spPr>
          <a:xfrm>
            <a:off x="763675" y="3058160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1E52C21-6058-9C52-9BD6-F91D5507B965}"/>
              </a:ext>
            </a:extLst>
          </p:cNvPr>
          <p:cNvSpPr txBox="1"/>
          <p:nvPr/>
        </p:nvSpPr>
        <p:spPr>
          <a:xfrm>
            <a:off x="763674" y="3415755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A96B13AE-86A0-325C-AE38-C1A50A1CA6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1675577"/>
              </p:ext>
            </p:extLst>
          </p:nvPr>
        </p:nvGraphicFramePr>
        <p:xfrm>
          <a:off x="2032001" y="3799840"/>
          <a:ext cx="8127986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2">
                  <a:extLst>
                    <a:ext uri="{9D8B030D-6E8A-4147-A177-3AD203B41FA5}">
                      <a16:colId xmlns:a16="http://schemas.microsoft.com/office/drawing/2014/main" val="224306831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10678920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824617491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51564991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468798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61346376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082819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214086817"/>
                    </a:ext>
                  </a:extLst>
                </a:gridCol>
                <a:gridCol w="698547">
                  <a:extLst>
                    <a:ext uri="{9D8B030D-6E8A-4147-A177-3AD203B41FA5}">
                      <a16:colId xmlns:a16="http://schemas.microsoft.com/office/drawing/2014/main" val="361334224"/>
                    </a:ext>
                  </a:extLst>
                </a:gridCol>
                <a:gridCol w="656119">
                  <a:extLst>
                    <a:ext uri="{9D8B030D-6E8A-4147-A177-3AD203B41FA5}">
                      <a16:colId xmlns:a16="http://schemas.microsoft.com/office/drawing/2014/main" val="1545067506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34190847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547972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2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7122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343471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A87382C7-173D-4008-821C-418D804CF2CC}"/>
              </a:ext>
            </a:extLst>
          </p:cNvPr>
          <p:cNvSpPr txBox="1"/>
          <p:nvPr/>
        </p:nvSpPr>
        <p:spPr>
          <a:xfrm>
            <a:off x="763674" y="3799840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1CCCCFF-2EEE-BC14-F191-A5EC5F7C9C7F}"/>
              </a:ext>
            </a:extLst>
          </p:cNvPr>
          <p:cNvSpPr txBox="1"/>
          <p:nvPr/>
        </p:nvSpPr>
        <p:spPr>
          <a:xfrm>
            <a:off x="763673" y="4157435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5492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A29D645-D2B5-F0CA-4A43-649593684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9484"/>
            <a:ext cx="10515600" cy="10514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 3  &lt;7,15,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,14,14,6,8,11,17,15,14,13&gt; 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AB56CC-8A2A-E966-0665-55E53DF64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9</a:t>
            </a:fld>
            <a:endParaRPr lang="zh-TW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6556659-BE56-9CE7-FDC1-79964A91E1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8089401"/>
              </p:ext>
            </p:extLst>
          </p:nvPr>
        </p:nvGraphicFramePr>
        <p:xfrm>
          <a:off x="2032002" y="3058160"/>
          <a:ext cx="8127986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2">
                  <a:extLst>
                    <a:ext uri="{9D8B030D-6E8A-4147-A177-3AD203B41FA5}">
                      <a16:colId xmlns:a16="http://schemas.microsoft.com/office/drawing/2014/main" val="224306831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10678920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824617491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51564991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468798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61346376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082819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214086817"/>
                    </a:ext>
                  </a:extLst>
                </a:gridCol>
                <a:gridCol w="698547">
                  <a:extLst>
                    <a:ext uri="{9D8B030D-6E8A-4147-A177-3AD203B41FA5}">
                      <a16:colId xmlns:a16="http://schemas.microsoft.com/office/drawing/2014/main" val="361334224"/>
                    </a:ext>
                  </a:extLst>
                </a:gridCol>
                <a:gridCol w="656119">
                  <a:extLst>
                    <a:ext uri="{9D8B030D-6E8A-4147-A177-3AD203B41FA5}">
                      <a16:colId xmlns:a16="http://schemas.microsoft.com/office/drawing/2014/main" val="1545067506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34190847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547972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7122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343471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666B8E43-CB74-1206-8114-1ADC8CD991DF}"/>
              </a:ext>
            </a:extLst>
          </p:cNvPr>
          <p:cNvSpPr txBox="1"/>
          <p:nvPr/>
        </p:nvSpPr>
        <p:spPr>
          <a:xfrm>
            <a:off x="763675" y="3058160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1E52C21-6058-9C52-9BD6-F91D5507B965}"/>
              </a:ext>
            </a:extLst>
          </p:cNvPr>
          <p:cNvSpPr txBox="1"/>
          <p:nvPr/>
        </p:nvSpPr>
        <p:spPr>
          <a:xfrm>
            <a:off x="763674" y="3415755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A96B13AE-86A0-325C-AE38-C1A50A1CA6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1138922"/>
              </p:ext>
            </p:extLst>
          </p:nvPr>
        </p:nvGraphicFramePr>
        <p:xfrm>
          <a:off x="2032001" y="3799840"/>
          <a:ext cx="8127986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2">
                  <a:extLst>
                    <a:ext uri="{9D8B030D-6E8A-4147-A177-3AD203B41FA5}">
                      <a16:colId xmlns:a16="http://schemas.microsoft.com/office/drawing/2014/main" val="224306831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10678920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824617491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51564991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468798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61346376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082819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214086817"/>
                    </a:ext>
                  </a:extLst>
                </a:gridCol>
                <a:gridCol w="698547">
                  <a:extLst>
                    <a:ext uri="{9D8B030D-6E8A-4147-A177-3AD203B41FA5}">
                      <a16:colId xmlns:a16="http://schemas.microsoft.com/office/drawing/2014/main" val="361334224"/>
                    </a:ext>
                  </a:extLst>
                </a:gridCol>
                <a:gridCol w="656119">
                  <a:extLst>
                    <a:ext uri="{9D8B030D-6E8A-4147-A177-3AD203B41FA5}">
                      <a16:colId xmlns:a16="http://schemas.microsoft.com/office/drawing/2014/main" val="1545067506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34190847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547972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7122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343471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A87382C7-173D-4008-821C-418D804CF2CC}"/>
              </a:ext>
            </a:extLst>
          </p:cNvPr>
          <p:cNvSpPr txBox="1"/>
          <p:nvPr/>
        </p:nvSpPr>
        <p:spPr>
          <a:xfrm>
            <a:off x="763674" y="3799840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1CCCCFF-2EEE-BC14-F191-A5EC5F7C9C7F}"/>
              </a:ext>
            </a:extLst>
          </p:cNvPr>
          <p:cNvSpPr txBox="1"/>
          <p:nvPr/>
        </p:nvSpPr>
        <p:spPr>
          <a:xfrm>
            <a:off x="763673" y="4157435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9680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A29D645-D2B5-F0CA-4A43-649593684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9484"/>
            <a:ext cx="10515600" cy="10514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 4  &lt;7,15,2,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,14,6,8,11,17,15,14,13&gt; </a:t>
            </a: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Task1</a:t>
            </a:r>
          </a:p>
          <a:p>
            <a:pPr marL="0" indent="0">
              <a:buNone/>
            </a:pP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AB56CC-8A2A-E966-0665-55E53DF64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10</a:t>
            </a:fld>
            <a:endParaRPr lang="zh-TW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6556659-BE56-9CE7-FDC1-79964A91E1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2585600"/>
              </p:ext>
            </p:extLst>
          </p:nvPr>
        </p:nvGraphicFramePr>
        <p:xfrm>
          <a:off x="2032002" y="3058160"/>
          <a:ext cx="8127986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2">
                  <a:extLst>
                    <a:ext uri="{9D8B030D-6E8A-4147-A177-3AD203B41FA5}">
                      <a16:colId xmlns:a16="http://schemas.microsoft.com/office/drawing/2014/main" val="224306831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10678920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824617491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51564991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468798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61346376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082819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214086817"/>
                    </a:ext>
                  </a:extLst>
                </a:gridCol>
                <a:gridCol w="698547">
                  <a:extLst>
                    <a:ext uri="{9D8B030D-6E8A-4147-A177-3AD203B41FA5}">
                      <a16:colId xmlns:a16="http://schemas.microsoft.com/office/drawing/2014/main" val="361334224"/>
                    </a:ext>
                  </a:extLst>
                </a:gridCol>
                <a:gridCol w="656119">
                  <a:extLst>
                    <a:ext uri="{9D8B030D-6E8A-4147-A177-3AD203B41FA5}">
                      <a16:colId xmlns:a16="http://schemas.microsoft.com/office/drawing/2014/main" val="1545067506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34190847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547972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7122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343471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666B8E43-CB74-1206-8114-1ADC8CD991DF}"/>
              </a:ext>
            </a:extLst>
          </p:cNvPr>
          <p:cNvSpPr txBox="1"/>
          <p:nvPr/>
        </p:nvSpPr>
        <p:spPr>
          <a:xfrm>
            <a:off x="763675" y="3058160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1E52C21-6058-9C52-9BD6-F91D5507B965}"/>
              </a:ext>
            </a:extLst>
          </p:cNvPr>
          <p:cNvSpPr txBox="1"/>
          <p:nvPr/>
        </p:nvSpPr>
        <p:spPr>
          <a:xfrm>
            <a:off x="763674" y="3415755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A96B13AE-86A0-325C-AE38-C1A50A1CA6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2772051"/>
              </p:ext>
            </p:extLst>
          </p:nvPr>
        </p:nvGraphicFramePr>
        <p:xfrm>
          <a:off x="2032001" y="3799840"/>
          <a:ext cx="8127986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2">
                  <a:extLst>
                    <a:ext uri="{9D8B030D-6E8A-4147-A177-3AD203B41FA5}">
                      <a16:colId xmlns:a16="http://schemas.microsoft.com/office/drawing/2014/main" val="224306831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10678920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824617491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51564991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468798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61346376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082819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214086817"/>
                    </a:ext>
                  </a:extLst>
                </a:gridCol>
                <a:gridCol w="698547">
                  <a:extLst>
                    <a:ext uri="{9D8B030D-6E8A-4147-A177-3AD203B41FA5}">
                      <a16:colId xmlns:a16="http://schemas.microsoft.com/office/drawing/2014/main" val="361334224"/>
                    </a:ext>
                  </a:extLst>
                </a:gridCol>
                <a:gridCol w="656119">
                  <a:extLst>
                    <a:ext uri="{9D8B030D-6E8A-4147-A177-3AD203B41FA5}">
                      <a16:colId xmlns:a16="http://schemas.microsoft.com/office/drawing/2014/main" val="1545067506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34190847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547972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2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7122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1,3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343471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A87382C7-173D-4008-821C-418D804CF2CC}"/>
              </a:ext>
            </a:extLst>
          </p:cNvPr>
          <p:cNvSpPr txBox="1"/>
          <p:nvPr/>
        </p:nvSpPr>
        <p:spPr>
          <a:xfrm>
            <a:off x="763674" y="3799840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1CCCCFF-2EEE-BC14-F191-A5EC5F7C9C7F}"/>
              </a:ext>
            </a:extLst>
          </p:cNvPr>
          <p:cNvSpPr txBox="1"/>
          <p:nvPr/>
        </p:nvSpPr>
        <p:spPr>
          <a:xfrm>
            <a:off x="763673" y="4157435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4343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5A29D645-D2B5-F0CA-4A43-6495936847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549484"/>
                <a:ext cx="10515600" cy="105144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Iteration 4  &lt;7,15,2,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14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,14,6,8,11,17,15,14,13&gt; </a:t>
                </a:r>
              </a:p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Task2 :14</a:t>
                </a:r>
                <a14:m>
                  <m:oMath xmlns:m="http://schemas.openxmlformats.org/officeDocument/2006/math">
                    <m:r>
                      <a:rPr lang="en-US" altLang="zh-TW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x</a:t>
                </a:r>
                <a:r>
                  <a:rPr lang="en-US" altLang="zh-TW" sz="24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14+2</a:t>
                </a:r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5A29D645-D2B5-F0CA-4A43-6495936847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49484"/>
                <a:ext cx="10515600" cy="1051441"/>
              </a:xfrm>
              <a:blipFill>
                <a:blip r:embed="rId2"/>
                <a:stretch>
                  <a:fillRect l="-928" t="-80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AB56CC-8A2A-E966-0665-55E53DF64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11</a:t>
            </a:fld>
            <a:endParaRPr lang="zh-TW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6556659-BE56-9CE7-FDC1-79964A91E1FF}"/>
              </a:ext>
            </a:extLst>
          </p:cNvPr>
          <p:cNvGraphicFramePr>
            <a:graphicFrameLocks noGrp="1"/>
          </p:cNvGraphicFramePr>
          <p:nvPr/>
        </p:nvGraphicFramePr>
        <p:xfrm>
          <a:off x="2032002" y="3058160"/>
          <a:ext cx="8127986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2">
                  <a:extLst>
                    <a:ext uri="{9D8B030D-6E8A-4147-A177-3AD203B41FA5}">
                      <a16:colId xmlns:a16="http://schemas.microsoft.com/office/drawing/2014/main" val="224306831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10678920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824617491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51564991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468798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61346376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082819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214086817"/>
                    </a:ext>
                  </a:extLst>
                </a:gridCol>
                <a:gridCol w="698547">
                  <a:extLst>
                    <a:ext uri="{9D8B030D-6E8A-4147-A177-3AD203B41FA5}">
                      <a16:colId xmlns:a16="http://schemas.microsoft.com/office/drawing/2014/main" val="361334224"/>
                    </a:ext>
                  </a:extLst>
                </a:gridCol>
                <a:gridCol w="656119">
                  <a:extLst>
                    <a:ext uri="{9D8B030D-6E8A-4147-A177-3AD203B41FA5}">
                      <a16:colId xmlns:a16="http://schemas.microsoft.com/office/drawing/2014/main" val="1545067506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34190847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547972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7122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343471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666B8E43-CB74-1206-8114-1ADC8CD991DF}"/>
              </a:ext>
            </a:extLst>
          </p:cNvPr>
          <p:cNvSpPr txBox="1"/>
          <p:nvPr/>
        </p:nvSpPr>
        <p:spPr>
          <a:xfrm>
            <a:off x="763675" y="3058160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1E52C21-6058-9C52-9BD6-F91D5507B965}"/>
              </a:ext>
            </a:extLst>
          </p:cNvPr>
          <p:cNvSpPr txBox="1"/>
          <p:nvPr/>
        </p:nvSpPr>
        <p:spPr>
          <a:xfrm>
            <a:off x="763674" y="3415755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A96B13AE-86A0-325C-AE38-C1A50A1CA6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2942761"/>
              </p:ext>
            </p:extLst>
          </p:nvPr>
        </p:nvGraphicFramePr>
        <p:xfrm>
          <a:off x="2032001" y="3799840"/>
          <a:ext cx="8127986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2">
                  <a:extLst>
                    <a:ext uri="{9D8B030D-6E8A-4147-A177-3AD203B41FA5}">
                      <a16:colId xmlns:a16="http://schemas.microsoft.com/office/drawing/2014/main" val="224306831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10678920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824617491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51564991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468798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61346376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082819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214086817"/>
                    </a:ext>
                  </a:extLst>
                </a:gridCol>
                <a:gridCol w="698547">
                  <a:extLst>
                    <a:ext uri="{9D8B030D-6E8A-4147-A177-3AD203B41FA5}">
                      <a16:colId xmlns:a16="http://schemas.microsoft.com/office/drawing/2014/main" val="361334224"/>
                    </a:ext>
                  </a:extLst>
                </a:gridCol>
                <a:gridCol w="656119">
                  <a:extLst>
                    <a:ext uri="{9D8B030D-6E8A-4147-A177-3AD203B41FA5}">
                      <a16:colId xmlns:a16="http://schemas.microsoft.com/office/drawing/2014/main" val="1545067506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34190847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547972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2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7122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1,3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343471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A87382C7-173D-4008-821C-418D804CF2CC}"/>
              </a:ext>
            </a:extLst>
          </p:cNvPr>
          <p:cNvSpPr txBox="1"/>
          <p:nvPr/>
        </p:nvSpPr>
        <p:spPr>
          <a:xfrm>
            <a:off x="763674" y="3799840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1CCCCFF-2EEE-BC14-F191-A5EC5F7C9C7F}"/>
              </a:ext>
            </a:extLst>
          </p:cNvPr>
          <p:cNvSpPr txBox="1"/>
          <p:nvPr/>
        </p:nvSpPr>
        <p:spPr>
          <a:xfrm>
            <a:off x="763673" y="4157435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39486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A29D645-D2B5-F0CA-4A43-649593684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9484"/>
            <a:ext cx="10515600" cy="10514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 5  &lt;7,15,2,14,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,6,8,11,17,15,14,13&gt; </a:t>
            </a: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Task1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AB56CC-8A2A-E966-0665-55E53DF64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12</a:t>
            </a:fld>
            <a:endParaRPr lang="zh-TW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6556659-BE56-9CE7-FDC1-79964A91E1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2258685"/>
              </p:ext>
            </p:extLst>
          </p:nvPr>
        </p:nvGraphicFramePr>
        <p:xfrm>
          <a:off x="2032002" y="3058160"/>
          <a:ext cx="8127986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2">
                  <a:extLst>
                    <a:ext uri="{9D8B030D-6E8A-4147-A177-3AD203B41FA5}">
                      <a16:colId xmlns:a16="http://schemas.microsoft.com/office/drawing/2014/main" val="224306831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10678920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824617491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51564991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468798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61346376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082819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214086817"/>
                    </a:ext>
                  </a:extLst>
                </a:gridCol>
                <a:gridCol w="698547">
                  <a:extLst>
                    <a:ext uri="{9D8B030D-6E8A-4147-A177-3AD203B41FA5}">
                      <a16:colId xmlns:a16="http://schemas.microsoft.com/office/drawing/2014/main" val="361334224"/>
                    </a:ext>
                  </a:extLst>
                </a:gridCol>
                <a:gridCol w="656119">
                  <a:extLst>
                    <a:ext uri="{9D8B030D-6E8A-4147-A177-3AD203B41FA5}">
                      <a16:colId xmlns:a16="http://schemas.microsoft.com/office/drawing/2014/main" val="1545067506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34190847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547972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7122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1,3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343471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666B8E43-CB74-1206-8114-1ADC8CD991DF}"/>
              </a:ext>
            </a:extLst>
          </p:cNvPr>
          <p:cNvSpPr txBox="1"/>
          <p:nvPr/>
        </p:nvSpPr>
        <p:spPr>
          <a:xfrm>
            <a:off x="763675" y="3058160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1E52C21-6058-9C52-9BD6-F91D5507B965}"/>
              </a:ext>
            </a:extLst>
          </p:cNvPr>
          <p:cNvSpPr txBox="1"/>
          <p:nvPr/>
        </p:nvSpPr>
        <p:spPr>
          <a:xfrm>
            <a:off x="763674" y="3415755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A96B13AE-86A0-325C-AE38-C1A50A1CA6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7572052"/>
              </p:ext>
            </p:extLst>
          </p:nvPr>
        </p:nvGraphicFramePr>
        <p:xfrm>
          <a:off x="2032002" y="3798332"/>
          <a:ext cx="8127986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2">
                  <a:extLst>
                    <a:ext uri="{9D8B030D-6E8A-4147-A177-3AD203B41FA5}">
                      <a16:colId xmlns:a16="http://schemas.microsoft.com/office/drawing/2014/main" val="224306831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10678920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824617491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51564991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468798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61346376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082819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214086817"/>
                    </a:ext>
                  </a:extLst>
                </a:gridCol>
                <a:gridCol w="698547">
                  <a:extLst>
                    <a:ext uri="{9D8B030D-6E8A-4147-A177-3AD203B41FA5}">
                      <a16:colId xmlns:a16="http://schemas.microsoft.com/office/drawing/2014/main" val="361334224"/>
                    </a:ext>
                  </a:extLst>
                </a:gridCol>
                <a:gridCol w="656119">
                  <a:extLst>
                    <a:ext uri="{9D8B030D-6E8A-4147-A177-3AD203B41FA5}">
                      <a16:colId xmlns:a16="http://schemas.microsoft.com/office/drawing/2014/main" val="1545067506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34190847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547972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2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7122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1,3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1,3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343471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A87382C7-173D-4008-821C-418D804CF2CC}"/>
              </a:ext>
            </a:extLst>
          </p:cNvPr>
          <p:cNvSpPr txBox="1"/>
          <p:nvPr/>
        </p:nvSpPr>
        <p:spPr>
          <a:xfrm>
            <a:off x="763674" y="3799840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1CCCCFF-2EEE-BC14-F191-A5EC5F7C9C7F}"/>
              </a:ext>
            </a:extLst>
          </p:cNvPr>
          <p:cNvSpPr txBox="1"/>
          <p:nvPr/>
        </p:nvSpPr>
        <p:spPr>
          <a:xfrm>
            <a:off x="763673" y="4157435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34771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5A29D645-D2B5-F0CA-4A43-6495936847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549484"/>
                <a:ext cx="10515600" cy="105144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Iteration 5  &lt;7,15,2,14,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14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,6,8,11,17,15,14,13&gt; </a:t>
                </a:r>
              </a:p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Task2 :14</a:t>
                </a:r>
                <a14:m>
                  <m:oMath xmlns:m="http://schemas.openxmlformats.org/officeDocument/2006/math">
                    <m:r>
                      <a:rPr lang="en-US" altLang="zh-TW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x</a:t>
                </a:r>
                <a:r>
                  <a:rPr lang="en-US" altLang="zh-TW" sz="24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14+2</a:t>
                </a:r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5A29D645-D2B5-F0CA-4A43-6495936847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49484"/>
                <a:ext cx="10515600" cy="1051441"/>
              </a:xfrm>
              <a:blipFill>
                <a:blip r:embed="rId2"/>
                <a:stretch>
                  <a:fillRect l="-928" t="-80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AB56CC-8A2A-E966-0665-55E53DF64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13</a:t>
            </a:fld>
            <a:endParaRPr lang="zh-TW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6556659-BE56-9CE7-FDC1-79964A91E1FF}"/>
              </a:ext>
            </a:extLst>
          </p:cNvPr>
          <p:cNvGraphicFramePr>
            <a:graphicFrameLocks noGrp="1"/>
          </p:cNvGraphicFramePr>
          <p:nvPr/>
        </p:nvGraphicFramePr>
        <p:xfrm>
          <a:off x="2032002" y="3058160"/>
          <a:ext cx="8127986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2">
                  <a:extLst>
                    <a:ext uri="{9D8B030D-6E8A-4147-A177-3AD203B41FA5}">
                      <a16:colId xmlns:a16="http://schemas.microsoft.com/office/drawing/2014/main" val="224306831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10678920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824617491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51564991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468798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61346376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082819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214086817"/>
                    </a:ext>
                  </a:extLst>
                </a:gridCol>
                <a:gridCol w="698547">
                  <a:extLst>
                    <a:ext uri="{9D8B030D-6E8A-4147-A177-3AD203B41FA5}">
                      <a16:colId xmlns:a16="http://schemas.microsoft.com/office/drawing/2014/main" val="361334224"/>
                    </a:ext>
                  </a:extLst>
                </a:gridCol>
                <a:gridCol w="656119">
                  <a:extLst>
                    <a:ext uri="{9D8B030D-6E8A-4147-A177-3AD203B41FA5}">
                      <a16:colId xmlns:a16="http://schemas.microsoft.com/office/drawing/2014/main" val="1545067506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34190847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547972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7122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1,3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343471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666B8E43-CB74-1206-8114-1ADC8CD991DF}"/>
              </a:ext>
            </a:extLst>
          </p:cNvPr>
          <p:cNvSpPr txBox="1"/>
          <p:nvPr/>
        </p:nvSpPr>
        <p:spPr>
          <a:xfrm>
            <a:off x="763675" y="3058160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1E52C21-6058-9C52-9BD6-F91D5507B965}"/>
              </a:ext>
            </a:extLst>
          </p:cNvPr>
          <p:cNvSpPr txBox="1"/>
          <p:nvPr/>
        </p:nvSpPr>
        <p:spPr>
          <a:xfrm>
            <a:off x="763674" y="3415755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A96B13AE-86A0-325C-AE38-C1A50A1CA6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1792605"/>
              </p:ext>
            </p:extLst>
          </p:nvPr>
        </p:nvGraphicFramePr>
        <p:xfrm>
          <a:off x="2032002" y="3798332"/>
          <a:ext cx="8127986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2">
                  <a:extLst>
                    <a:ext uri="{9D8B030D-6E8A-4147-A177-3AD203B41FA5}">
                      <a16:colId xmlns:a16="http://schemas.microsoft.com/office/drawing/2014/main" val="224306831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10678920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824617491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51564991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468798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61346376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082819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214086817"/>
                    </a:ext>
                  </a:extLst>
                </a:gridCol>
                <a:gridCol w="698547">
                  <a:extLst>
                    <a:ext uri="{9D8B030D-6E8A-4147-A177-3AD203B41FA5}">
                      <a16:colId xmlns:a16="http://schemas.microsoft.com/office/drawing/2014/main" val="361334224"/>
                    </a:ext>
                  </a:extLst>
                </a:gridCol>
                <a:gridCol w="656119">
                  <a:extLst>
                    <a:ext uri="{9D8B030D-6E8A-4147-A177-3AD203B41FA5}">
                      <a16:colId xmlns:a16="http://schemas.microsoft.com/office/drawing/2014/main" val="1545067506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34190847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547972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4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2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7122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1,3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1,3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343471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A87382C7-173D-4008-821C-418D804CF2CC}"/>
              </a:ext>
            </a:extLst>
          </p:cNvPr>
          <p:cNvSpPr txBox="1"/>
          <p:nvPr/>
        </p:nvSpPr>
        <p:spPr>
          <a:xfrm>
            <a:off x="763674" y="3799840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1CCCCFF-2EEE-BC14-F191-A5EC5F7C9C7F}"/>
              </a:ext>
            </a:extLst>
          </p:cNvPr>
          <p:cNvSpPr txBox="1"/>
          <p:nvPr/>
        </p:nvSpPr>
        <p:spPr>
          <a:xfrm>
            <a:off x="763673" y="4157435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5383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A29D645-D2B5-F0CA-4A43-649593684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9484"/>
            <a:ext cx="10515600" cy="10514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 6  &lt;7,15,2,14,14,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,8,11,17,15,14,13&gt; </a:t>
            </a: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Task1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AB56CC-8A2A-E966-0665-55E53DF64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14</a:t>
            </a:fld>
            <a:endParaRPr lang="zh-TW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6556659-BE56-9CE7-FDC1-79964A91E1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0817850"/>
              </p:ext>
            </p:extLst>
          </p:nvPr>
        </p:nvGraphicFramePr>
        <p:xfrm>
          <a:off x="2032002" y="3058160"/>
          <a:ext cx="8127986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2">
                  <a:extLst>
                    <a:ext uri="{9D8B030D-6E8A-4147-A177-3AD203B41FA5}">
                      <a16:colId xmlns:a16="http://schemas.microsoft.com/office/drawing/2014/main" val="224306831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10678920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824617491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51564991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468798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61346376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082819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214086817"/>
                    </a:ext>
                  </a:extLst>
                </a:gridCol>
                <a:gridCol w="698547">
                  <a:extLst>
                    <a:ext uri="{9D8B030D-6E8A-4147-A177-3AD203B41FA5}">
                      <a16:colId xmlns:a16="http://schemas.microsoft.com/office/drawing/2014/main" val="361334224"/>
                    </a:ext>
                  </a:extLst>
                </a:gridCol>
                <a:gridCol w="656119">
                  <a:extLst>
                    <a:ext uri="{9D8B030D-6E8A-4147-A177-3AD203B41FA5}">
                      <a16:colId xmlns:a16="http://schemas.microsoft.com/office/drawing/2014/main" val="1545067506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34190847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547972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4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7122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1,3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1,3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343471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666B8E43-CB74-1206-8114-1ADC8CD991DF}"/>
              </a:ext>
            </a:extLst>
          </p:cNvPr>
          <p:cNvSpPr txBox="1"/>
          <p:nvPr/>
        </p:nvSpPr>
        <p:spPr>
          <a:xfrm>
            <a:off x="763675" y="3058160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1E52C21-6058-9C52-9BD6-F91D5507B965}"/>
              </a:ext>
            </a:extLst>
          </p:cNvPr>
          <p:cNvSpPr txBox="1"/>
          <p:nvPr/>
        </p:nvSpPr>
        <p:spPr>
          <a:xfrm>
            <a:off x="763674" y="3415755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A96B13AE-86A0-325C-AE38-C1A50A1CA6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7734329"/>
              </p:ext>
            </p:extLst>
          </p:nvPr>
        </p:nvGraphicFramePr>
        <p:xfrm>
          <a:off x="2032002" y="3798332"/>
          <a:ext cx="8127986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2">
                  <a:extLst>
                    <a:ext uri="{9D8B030D-6E8A-4147-A177-3AD203B41FA5}">
                      <a16:colId xmlns:a16="http://schemas.microsoft.com/office/drawing/2014/main" val="224306831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10678920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824617491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51564991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468798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61346376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082819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214086817"/>
                    </a:ext>
                  </a:extLst>
                </a:gridCol>
                <a:gridCol w="698547">
                  <a:extLst>
                    <a:ext uri="{9D8B030D-6E8A-4147-A177-3AD203B41FA5}">
                      <a16:colId xmlns:a16="http://schemas.microsoft.com/office/drawing/2014/main" val="361334224"/>
                    </a:ext>
                  </a:extLst>
                </a:gridCol>
                <a:gridCol w="656119">
                  <a:extLst>
                    <a:ext uri="{9D8B030D-6E8A-4147-A177-3AD203B41FA5}">
                      <a16:colId xmlns:a16="http://schemas.microsoft.com/office/drawing/2014/main" val="1545067506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34190847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547972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4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7122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1,3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1,3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343471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A87382C7-173D-4008-821C-418D804CF2CC}"/>
              </a:ext>
            </a:extLst>
          </p:cNvPr>
          <p:cNvSpPr txBox="1"/>
          <p:nvPr/>
        </p:nvSpPr>
        <p:spPr>
          <a:xfrm>
            <a:off x="763674" y="3799840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1CCCCFF-2EEE-BC14-F191-A5EC5F7C9C7F}"/>
              </a:ext>
            </a:extLst>
          </p:cNvPr>
          <p:cNvSpPr txBox="1"/>
          <p:nvPr/>
        </p:nvSpPr>
        <p:spPr>
          <a:xfrm>
            <a:off x="763673" y="4157435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0915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5A29D645-D2B5-F0CA-4A43-6495936847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549484"/>
                <a:ext cx="10515600" cy="105144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Iteration 6  &lt;7,15,2,14,14,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,8,11,17,15,14,13&gt; </a:t>
                </a:r>
              </a:p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Task2 : 6</a:t>
                </a:r>
                <a14:m>
                  <m:oMath xmlns:m="http://schemas.openxmlformats.org/officeDocument/2006/math">
                    <m:r>
                      <a:rPr lang="en-US" altLang="zh-TW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x</a:t>
                </a:r>
                <a:r>
                  <a:rPr lang="en-US" altLang="zh-TW" sz="24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6+2</a:t>
                </a:r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5A29D645-D2B5-F0CA-4A43-6495936847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49484"/>
                <a:ext cx="10515600" cy="1051441"/>
              </a:xfrm>
              <a:blipFill>
                <a:blip r:embed="rId2"/>
                <a:stretch>
                  <a:fillRect l="-928" t="-80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AB56CC-8A2A-E966-0665-55E53DF64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15</a:t>
            </a:fld>
            <a:endParaRPr lang="zh-TW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6556659-BE56-9CE7-FDC1-79964A91E1FF}"/>
              </a:ext>
            </a:extLst>
          </p:cNvPr>
          <p:cNvGraphicFramePr>
            <a:graphicFrameLocks noGrp="1"/>
          </p:cNvGraphicFramePr>
          <p:nvPr/>
        </p:nvGraphicFramePr>
        <p:xfrm>
          <a:off x="2032002" y="3058160"/>
          <a:ext cx="8127986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2">
                  <a:extLst>
                    <a:ext uri="{9D8B030D-6E8A-4147-A177-3AD203B41FA5}">
                      <a16:colId xmlns:a16="http://schemas.microsoft.com/office/drawing/2014/main" val="224306831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10678920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824617491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51564991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468798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61346376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082819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214086817"/>
                    </a:ext>
                  </a:extLst>
                </a:gridCol>
                <a:gridCol w="698547">
                  <a:extLst>
                    <a:ext uri="{9D8B030D-6E8A-4147-A177-3AD203B41FA5}">
                      <a16:colId xmlns:a16="http://schemas.microsoft.com/office/drawing/2014/main" val="361334224"/>
                    </a:ext>
                  </a:extLst>
                </a:gridCol>
                <a:gridCol w="656119">
                  <a:extLst>
                    <a:ext uri="{9D8B030D-6E8A-4147-A177-3AD203B41FA5}">
                      <a16:colId xmlns:a16="http://schemas.microsoft.com/office/drawing/2014/main" val="1545067506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34190847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547972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4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7122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1,3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1,3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343471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666B8E43-CB74-1206-8114-1ADC8CD991DF}"/>
              </a:ext>
            </a:extLst>
          </p:cNvPr>
          <p:cNvSpPr txBox="1"/>
          <p:nvPr/>
        </p:nvSpPr>
        <p:spPr>
          <a:xfrm>
            <a:off x="763675" y="3058160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1E52C21-6058-9C52-9BD6-F91D5507B965}"/>
              </a:ext>
            </a:extLst>
          </p:cNvPr>
          <p:cNvSpPr txBox="1"/>
          <p:nvPr/>
        </p:nvSpPr>
        <p:spPr>
          <a:xfrm>
            <a:off x="763674" y="3415755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A96B13AE-86A0-325C-AE38-C1A50A1CA6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2601148"/>
              </p:ext>
            </p:extLst>
          </p:nvPr>
        </p:nvGraphicFramePr>
        <p:xfrm>
          <a:off x="2032002" y="3798332"/>
          <a:ext cx="8127986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2">
                  <a:extLst>
                    <a:ext uri="{9D8B030D-6E8A-4147-A177-3AD203B41FA5}">
                      <a16:colId xmlns:a16="http://schemas.microsoft.com/office/drawing/2014/main" val="224306831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10678920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824617491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51564991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468798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61346376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082819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214086817"/>
                    </a:ext>
                  </a:extLst>
                </a:gridCol>
                <a:gridCol w="698547">
                  <a:extLst>
                    <a:ext uri="{9D8B030D-6E8A-4147-A177-3AD203B41FA5}">
                      <a16:colId xmlns:a16="http://schemas.microsoft.com/office/drawing/2014/main" val="361334224"/>
                    </a:ext>
                  </a:extLst>
                </a:gridCol>
                <a:gridCol w="656119">
                  <a:extLst>
                    <a:ext uri="{9D8B030D-6E8A-4147-A177-3AD203B41FA5}">
                      <a16:colId xmlns:a16="http://schemas.microsoft.com/office/drawing/2014/main" val="1545067506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34190847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547972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2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4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7122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1,3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1,3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343471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A87382C7-173D-4008-821C-418D804CF2CC}"/>
              </a:ext>
            </a:extLst>
          </p:cNvPr>
          <p:cNvSpPr txBox="1"/>
          <p:nvPr/>
        </p:nvSpPr>
        <p:spPr>
          <a:xfrm>
            <a:off x="763674" y="3799840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1CCCCFF-2EEE-BC14-F191-A5EC5F7C9C7F}"/>
              </a:ext>
            </a:extLst>
          </p:cNvPr>
          <p:cNvSpPr txBox="1"/>
          <p:nvPr/>
        </p:nvSpPr>
        <p:spPr>
          <a:xfrm>
            <a:off x="763673" y="4157435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87852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A29D645-D2B5-F0CA-4A43-649593684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9484"/>
            <a:ext cx="10515600" cy="10514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 7  &lt;7,15,2,14,14,6,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,11,17,15,14,13&gt; </a:t>
            </a: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Task1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AB56CC-8A2A-E966-0665-55E53DF64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16</a:t>
            </a:fld>
            <a:endParaRPr lang="zh-TW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6556659-BE56-9CE7-FDC1-79964A91E1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0918282"/>
              </p:ext>
            </p:extLst>
          </p:nvPr>
        </p:nvGraphicFramePr>
        <p:xfrm>
          <a:off x="2032002" y="3058160"/>
          <a:ext cx="8127986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2">
                  <a:extLst>
                    <a:ext uri="{9D8B030D-6E8A-4147-A177-3AD203B41FA5}">
                      <a16:colId xmlns:a16="http://schemas.microsoft.com/office/drawing/2014/main" val="224306831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10678920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824617491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51564991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468798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61346376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082819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214086817"/>
                    </a:ext>
                  </a:extLst>
                </a:gridCol>
                <a:gridCol w="698547">
                  <a:extLst>
                    <a:ext uri="{9D8B030D-6E8A-4147-A177-3AD203B41FA5}">
                      <a16:colId xmlns:a16="http://schemas.microsoft.com/office/drawing/2014/main" val="361334224"/>
                    </a:ext>
                  </a:extLst>
                </a:gridCol>
                <a:gridCol w="656119">
                  <a:extLst>
                    <a:ext uri="{9D8B030D-6E8A-4147-A177-3AD203B41FA5}">
                      <a16:colId xmlns:a16="http://schemas.microsoft.com/office/drawing/2014/main" val="1545067506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34190847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547972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4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7122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1,3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1,3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343471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666B8E43-CB74-1206-8114-1ADC8CD991DF}"/>
              </a:ext>
            </a:extLst>
          </p:cNvPr>
          <p:cNvSpPr txBox="1"/>
          <p:nvPr/>
        </p:nvSpPr>
        <p:spPr>
          <a:xfrm>
            <a:off x="763675" y="3058160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1E52C21-6058-9C52-9BD6-F91D5507B965}"/>
              </a:ext>
            </a:extLst>
          </p:cNvPr>
          <p:cNvSpPr txBox="1"/>
          <p:nvPr/>
        </p:nvSpPr>
        <p:spPr>
          <a:xfrm>
            <a:off x="763674" y="3415755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A96B13AE-86A0-325C-AE38-C1A50A1CA6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3143625"/>
              </p:ext>
            </p:extLst>
          </p:nvPr>
        </p:nvGraphicFramePr>
        <p:xfrm>
          <a:off x="2032002" y="3798332"/>
          <a:ext cx="8127986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2">
                  <a:extLst>
                    <a:ext uri="{9D8B030D-6E8A-4147-A177-3AD203B41FA5}">
                      <a16:colId xmlns:a16="http://schemas.microsoft.com/office/drawing/2014/main" val="224306831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10678920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824617491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51564991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468798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61346376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082819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214086817"/>
                    </a:ext>
                  </a:extLst>
                </a:gridCol>
                <a:gridCol w="698547">
                  <a:extLst>
                    <a:ext uri="{9D8B030D-6E8A-4147-A177-3AD203B41FA5}">
                      <a16:colId xmlns:a16="http://schemas.microsoft.com/office/drawing/2014/main" val="361334224"/>
                    </a:ext>
                  </a:extLst>
                </a:gridCol>
                <a:gridCol w="656119">
                  <a:extLst>
                    <a:ext uri="{9D8B030D-6E8A-4147-A177-3AD203B41FA5}">
                      <a16:colId xmlns:a16="http://schemas.microsoft.com/office/drawing/2014/main" val="1545067506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34190847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547972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7122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1,3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1,3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1,6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343471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A87382C7-173D-4008-821C-418D804CF2CC}"/>
              </a:ext>
            </a:extLst>
          </p:cNvPr>
          <p:cNvSpPr txBox="1"/>
          <p:nvPr/>
        </p:nvSpPr>
        <p:spPr>
          <a:xfrm>
            <a:off x="763674" y="3799840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1CCCCFF-2EEE-BC14-F191-A5EC5F7C9C7F}"/>
              </a:ext>
            </a:extLst>
          </p:cNvPr>
          <p:cNvSpPr txBox="1"/>
          <p:nvPr/>
        </p:nvSpPr>
        <p:spPr>
          <a:xfrm>
            <a:off x="763673" y="4157435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82819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5A29D645-D2B5-F0CA-4A43-6495936847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549484"/>
                <a:ext cx="10515600" cy="105144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Iteration 7  &lt;7,15,2,14,14,6,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,11,17,15,14,13&gt; </a:t>
                </a:r>
              </a:p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Task2 : 8</a:t>
                </a:r>
                <a14:m>
                  <m:oMath xmlns:m="http://schemas.openxmlformats.org/officeDocument/2006/math">
                    <m:r>
                      <a:rPr lang="en-US" altLang="zh-TW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x</a:t>
                </a:r>
                <a:r>
                  <a:rPr lang="en-US" altLang="zh-TW" sz="24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8+2</a:t>
                </a:r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5A29D645-D2B5-F0CA-4A43-6495936847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49484"/>
                <a:ext cx="10515600" cy="1051441"/>
              </a:xfrm>
              <a:blipFill>
                <a:blip r:embed="rId2"/>
                <a:stretch>
                  <a:fillRect l="-928" t="-80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AB56CC-8A2A-E966-0665-55E53DF64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17</a:t>
            </a:fld>
            <a:endParaRPr lang="zh-TW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6556659-BE56-9CE7-FDC1-79964A91E1FF}"/>
              </a:ext>
            </a:extLst>
          </p:cNvPr>
          <p:cNvGraphicFramePr>
            <a:graphicFrameLocks noGrp="1"/>
          </p:cNvGraphicFramePr>
          <p:nvPr/>
        </p:nvGraphicFramePr>
        <p:xfrm>
          <a:off x="2032002" y="3058160"/>
          <a:ext cx="8127986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2">
                  <a:extLst>
                    <a:ext uri="{9D8B030D-6E8A-4147-A177-3AD203B41FA5}">
                      <a16:colId xmlns:a16="http://schemas.microsoft.com/office/drawing/2014/main" val="224306831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10678920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824617491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51564991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468798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61346376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082819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214086817"/>
                    </a:ext>
                  </a:extLst>
                </a:gridCol>
                <a:gridCol w="698547">
                  <a:extLst>
                    <a:ext uri="{9D8B030D-6E8A-4147-A177-3AD203B41FA5}">
                      <a16:colId xmlns:a16="http://schemas.microsoft.com/office/drawing/2014/main" val="361334224"/>
                    </a:ext>
                  </a:extLst>
                </a:gridCol>
                <a:gridCol w="656119">
                  <a:extLst>
                    <a:ext uri="{9D8B030D-6E8A-4147-A177-3AD203B41FA5}">
                      <a16:colId xmlns:a16="http://schemas.microsoft.com/office/drawing/2014/main" val="1545067506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34190847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547972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4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7122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1,3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1,3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343471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666B8E43-CB74-1206-8114-1ADC8CD991DF}"/>
              </a:ext>
            </a:extLst>
          </p:cNvPr>
          <p:cNvSpPr txBox="1"/>
          <p:nvPr/>
        </p:nvSpPr>
        <p:spPr>
          <a:xfrm>
            <a:off x="763675" y="3058160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1E52C21-6058-9C52-9BD6-F91D5507B965}"/>
              </a:ext>
            </a:extLst>
          </p:cNvPr>
          <p:cNvSpPr txBox="1"/>
          <p:nvPr/>
        </p:nvSpPr>
        <p:spPr>
          <a:xfrm>
            <a:off x="763674" y="3415755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A96B13AE-86A0-325C-AE38-C1A50A1CA666}"/>
              </a:ext>
            </a:extLst>
          </p:cNvPr>
          <p:cNvGraphicFramePr>
            <a:graphicFrameLocks noGrp="1"/>
          </p:cNvGraphicFramePr>
          <p:nvPr/>
        </p:nvGraphicFramePr>
        <p:xfrm>
          <a:off x="2032002" y="3798332"/>
          <a:ext cx="8127986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2">
                  <a:extLst>
                    <a:ext uri="{9D8B030D-6E8A-4147-A177-3AD203B41FA5}">
                      <a16:colId xmlns:a16="http://schemas.microsoft.com/office/drawing/2014/main" val="224306831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10678920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824617491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51564991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468798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61346376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082819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214086817"/>
                    </a:ext>
                  </a:extLst>
                </a:gridCol>
                <a:gridCol w="698547">
                  <a:extLst>
                    <a:ext uri="{9D8B030D-6E8A-4147-A177-3AD203B41FA5}">
                      <a16:colId xmlns:a16="http://schemas.microsoft.com/office/drawing/2014/main" val="361334224"/>
                    </a:ext>
                  </a:extLst>
                </a:gridCol>
                <a:gridCol w="656119">
                  <a:extLst>
                    <a:ext uri="{9D8B030D-6E8A-4147-A177-3AD203B41FA5}">
                      <a16:colId xmlns:a16="http://schemas.microsoft.com/office/drawing/2014/main" val="1545067506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34190847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547972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7122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1,3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1,3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1,6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343471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A87382C7-173D-4008-821C-418D804CF2CC}"/>
              </a:ext>
            </a:extLst>
          </p:cNvPr>
          <p:cNvSpPr txBox="1"/>
          <p:nvPr/>
        </p:nvSpPr>
        <p:spPr>
          <a:xfrm>
            <a:off x="763674" y="3799840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1CCCCFF-2EEE-BC14-F191-A5EC5F7C9C7F}"/>
              </a:ext>
            </a:extLst>
          </p:cNvPr>
          <p:cNvSpPr txBox="1"/>
          <p:nvPr/>
        </p:nvSpPr>
        <p:spPr>
          <a:xfrm>
            <a:off x="763673" y="4157435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81004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A29D645-D2B5-F0CA-4A43-649593684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9484"/>
            <a:ext cx="10515600" cy="10514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 8  &lt;7,15,2,14,14,6,8,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,17,15,14,13&gt; </a:t>
            </a: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Task1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AB56CC-8A2A-E966-0665-55E53DF64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18</a:t>
            </a:fld>
            <a:endParaRPr lang="zh-TW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6556659-BE56-9CE7-FDC1-79964A91E1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3268596"/>
              </p:ext>
            </p:extLst>
          </p:nvPr>
        </p:nvGraphicFramePr>
        <p:xfrm>
          <a:off x="2032002" y="3058160"/>
          <a:ext cx="8127986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2">
                  <a:extLst>
                    <a:ext uri="{9D8B030D-6E8A-4147-A177-3AD203B41FA5}">
                      <a16:colId xmlns:a16="http://schemas.microsoft.com/office/drawing/2014/main" val="224306831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10678920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824617491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51564991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468798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61346376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082819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214086817"/>
                    </a:ext>
                  </a:extLst>
                </a:gridCol>
                <a:gridCol w="698547">
                  <a:extLst>
                    <a:ext uri="{9D8B030D-6E8A-4147-A177-3AD203B41FA5}">
                      <a16:colId xmlns:a16="http://schemas.microsoft.com/office/drawing/2014/main" val="361334224"/>
                    </a:ext>
                  </a:extLst>
                </a:gridCol>
                <a:gridCol w="656119">
                  <a:extLst>
                    <a:ext uri="{9D8B030D-6E8A-4147-A177-3AD203B41FA5}">
                      <a16:colId xmlns:a16="http://schemas.microsoft.com/office/drawing/2014/main" val="1545067506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34190847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547972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7122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1,3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1,3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1,6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343471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666B8E43-CB74-1206-8114-1ADC8CD991DF}"/>
              </a:ext>
            </a:extLst>
          </p:cNvPr>
          <p:cNvSpPr txBox="1"/>
          <p:nvPr/>
        </p:nvSpPr>
        <p:spPr>
          <a:xfrm>
            <a:off x="763675" y="3058160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1E52C21-6058-9C52-9BD6-F91D5507B965}"/>
              </a:ext>
            </a:extLst>
          </p:cNvPr>
          <p:cNvSpPr txBox="1"/>
          <p:nvPr/>
        </p:nvSpPr>
        <p:spPr>
          <a:xfrm>
            <a:off x="763674" y="3415755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A96B13AE-86A0-325C-AE38-C1A50A1CA6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9519237"/>
              </p:ext>
            </p:extLst>
          </p:nvPr>
        </p:nvGraphicFramePr>
        <p:xfrm>
          <a:off x="2032002" y="3798332"/>
          <a:ext cx="8127986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2">
                  <a:extLst>
                    <a:ext uri="{9D8B030D-6E8A-4147-A177-3AD203B41FA5}">
                      <a16:colId xmlns:a16="http://schemas.microsoft.com/office/drawing/2014/main" val="224306831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10678920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824617491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51564991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468798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61346376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082819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214086817"/>
                    </a:ext>
                  </a:extLst>
                </a:gridCol>
                <a:gridCol w="698547">
                  <a:extLst>
                    <a:ext uri="{9D8B030D-6E8A-4147-A177-3AD203B41FA5}">
                      <a16:colId xmlns:a16="http://schemas.microsoft.com/office/drawing/2014/main" val="361334224"/>
                    </a:ext>
                  </a:extLst>
                </a:gridCol>
                <a:gridCol w="656119">
                  <a:extLst>
                    <a:ext uri="{9D8B030D-6E8A-4147-A177-3AD203B41FA5}">
                      <a16:colId xmlns:a16="http://schemas.microsoft.com/office/drawing/2014/main" val="1545067506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34190847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547972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4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7122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1,3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1,3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1,6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7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343471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A87382C7-173D-4008-821C-418D804CF2CC}"/>
              </a:ext>
            </a:extLst>
          </p:cNvPr>
          <p:cNvSpPr txBox="1"/>
          <p:nvPr/>
        </p:nvSpPr>
        <p:spPr>
          <a:xfrm>
            <a:off x="763674" y="3799840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1CCCCFF-2EEE-BC14-F191-A5EC5F7C9C7F}"/>
              </a:ext>
            </a:extLst>
          </p:cNvPr>
          <p:cNvSpPr txBox="1"/>
          <p:nvPr/>
        </p:nvSpPr>
        <p:spPr>
          <a:xfrm>
            <a:off x="763673" y="4157435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3325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5A29D645-D2B5-F0CA-4A43-6495936847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549484"/>
                <a:ext cx="10515600" cy="105144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Iteration 8  &lt;7,15,2,14,14,6,8,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11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,17,15,14,13&gt; </a:t>
                </a:r>
              </a:p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Task2 : 1</a:t>
                </a:r>
                <a14:m>
                  <m:oMath xmlns:m="http://schemas.openxmlformats.org/officeDocument/2006/math">
                    <m:r>
                      <a:rPr lang="en-US" altLang="zh-TW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TW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x</a:t>
                </a:r>
                <a:r>
                  <a:rPr lang="en-US" altLang="zh-TW" sz="24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11+2</a:t>
                </a:r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5A29D645-D2B5-F0CA-4A43-6495936847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49484"/>
                <a:ext cx="10515600" cy="1051441"/>
              </a:xfrm>
              <a:blipFill>
                <a:blip r:embed="rId2"/>
                <a:stretch>
                  <a:fillRect l="-928" t="-80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AB56CC-8A2A-E966-0665-55E53DF64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19</a:t>
            </a:fld>
            <a:endParaRPr lang="zh-TW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6556659-BE56-9CE7-FDC1-79964A91E1FF}"/>
              </a:ext>
            </a:extLst>
          </p:cNvPr>
          <p:cNvGraphicFramePr>
            <a:graphicFrameLocks noGrp="1"/>
          </p:cNvGraphicFramePr>
          <p:nvPr/>
        </p:nvGraphicFramePr>
        <p:xfrm>
          <a:off x="2032002" y="3058160"/>
          <a:ext cx="8127986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2">
                  <a:extLst>
                    <a:ext uri="{9D8B030D-6E8A-4147-A177-3AD203B41FA5}">
                      <a16:colId xmlns:a16="http://schemas.microsoft.com/office/drawing/2014/main" val="224306831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10678920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824617491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51564991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468798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61346376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082819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214086817"/>
                    </a:ext>
                  </a:extLst>
                </a:gridCol>
                <a:gridCol w="698547">
                  <a:extLst>
                    <a:ext uri="{9D8B030D-6E8A-4147-A177-3AD203B41FA5}">
                      <a16:colId xmlns:a16="http://schemas.microsoft.com/office/drawing/2014/main" val="361334224"/>
                    </a:ext>
                  </a:extLst>
                </a:gridCol>
                <a:gridCol w="656119">
                  <a:extLst>
                    <a:ext uri="{9D8B030D-6E8A-4147-A177-3AD203B41FA5}">
                      <a16:colId xmlns:a16="http://schemas.microsoft.com/office/drawing/2014/main" val="1545067506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34190847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547972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7122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1,3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1,3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1,6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343471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666B8E43-CB74-1206-8114-1ADC8CD991DF}"/>
              </a:ext>
            </a:extLst>
          </p:cNvPr>
          <p:cNvSpPr txBox="1"/>
          <p:nvPr/>
        </p:nvSpPr>
        <p:spPr>
          <a:xfrm>
            <a:off x="763675" y="3058160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1E52C21-6058-9C52-9BD6-F91D5507B965}"/>
              </a:ext>
            </a:extLst>
          </p:cNvPr>
          <p:cNvSpPr txBox="1"/>
          <p:nvPr/>
        </p:nvSpPr>
        <p:spPr>
          <a:xfrm>
            <a:off x="763674" y="3415755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A96B13AE-86A0-325C-AE38-C1A50A1CA666}"/>
              </a:ext>
            </a:extLst>
          </p:cNvPr>
          <p:cNvGraphicFramePr>
            <a:graphicFrameLocks noGrp="1"/>
          </p:cNvGraphicFramePr>
          <p:nvPr/>
        </p:nvGraphicFramePr>
        <p:xfrm>
          <a:off x="2032002" y="3798332"/>
          <a:ext cx="8127986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2">
                  <a:extLst>
                    <a:ext uri="{9D8B030D-6E8A-4147-A177-3AD203B41FA5}">
                      <a16:colId xmlns:a16="http://schemas.microsoft.com/office/drawing/2014/main" val="224306831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10678920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824617491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51564991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468798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61346376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082819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214086817"/>
                    </a:ext>
                  </a:extLst>
                </a:gridCol>
                <a:gridCol w="698547">
                  <a:extLst>
                    <a:ext uri="{9D8B030D-6E8A-4147-A177-3AD203B41FA5}">
                      <a16:colId xmlns:a16="http://schemas.microsoft.com/office/drawing/2014/main" val="361334224"/>
                    </a:ext>
                  </a:extLst>
                </a:gridCol>
                <a:gridCol w="656119">
                  <a:extLst>
                    <a:ext uri="{9D8B030D-6E8A-4147-A177-3AD203B41FA5}">
                      <a16:colId xmlns:a16="http://schemas.microsoft.com/office/drawing/2014/main" val="1545067506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34190847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547972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4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7122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1,3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1,3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1,6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7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343471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A87382C7-173D-4008-821C-418D804CF2CC}"/>
              </a:ext>
            </a:extLst>
          </p:cNvPr>
          <p:cNvSpPr txBox="1"/>
          <p:nvPr/>
        </p:nvSpPr>
        <p:spPr>
          <a:xfrm>
            <a:off x="763674" y="3799840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1CCCCFF-2EEE-BC14-F191-A5EC5F7C9C7F}"/>
              </a:ext>
            </a:extLst>
          </p:cNvPr>
          <p:cNvSpPr txBox="1"/>
          <p:nvPr/>
        </p:nvSpPr>
        <p:spPr>
          <a:xfrm>
            <a:off x="763673" y="4157435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1820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A29D645-D2B5-F0CA-4A43-649593684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9484"/>
            <a:ext cx="10515600" cy="10514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 9  &lt;7,15,2,14,14,6,8,11,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,15,14,13&gt; </a:t>
            </a: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Task1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AB56CC-8A2A-E966-0665-55E53DF64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20</a:t>
            </a:fld>
            <a:endParaRPr lang="zh-TW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6556659-BE56-9CE7-FDC1-79964A91E1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5006730"/>
              </p:ext>
            </p:extLst>
          </p:nvPr>
        </p:nvGraphicFramePr>
        <p:xfrm>
          <a:off x="2032002" y="3058160"/>
          <a:ext cx="8127986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2">
                  <a:extLst>
                    <a:ext uri="{9D8B030D-6E8A-4147-A177-3AD203B41FA5}">
                      <a16:colId xmlns:a16="http://schemas.microsoft.com/office/drawing/2014/main" val="224306831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10678920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824617491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51564991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468798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61346376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082819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214086817"/>
                    </a:ext>
                  </a:extLst>
                </a:gridCol>
                <a:gridCol w="698547">
                  <a:extLst>
                    <a:ext uri="{9D8B030D-6E8A-4147-A177-3AD203B41FA5}">
                      <a16:colId xmlns:a16="http://schemas.microsoft.com/office/drawing/2014/main" val="361334224"/>
                    </a:ext>
                  </a:extLst>
                </a:gridCol>
                <a:gridCol w="656119">
                  <a:extLst>
                    <a:ext uri="{9D8B030D-6E8A-4147-A177-3AD203B41FA5}">
                      <a16:colId xmlns:a16="http://schemas.microsoft.com/office/drawing/2014/main" val="1545067506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34190847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547972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4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7122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1,3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1,3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1,6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7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343471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666B8E43-CB74-1206-8114-1ADC8CD991DF}"/>
              </a:ext>
            </a:extLst>
          </p:cNvPr>
          <p:cNvSpPr txBox="1"/>
          <p:nvPr/>
        </p:nvSpPr>
        <p:spPr>
          <a:xfrm>
            <a:off x="763675" y="3058160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1E52C21-6058-9C52-9BD6-F91D5507B965}"/>
              </a:ext>
            </a:extLst>
          </p:cNvPr>
          <p:cNvSpPr txBox="1"/>
          <p:nvPr/>
        </p:nvSpPr>
        <p:spPr>
          <a:xfrm>
            <a:off x="763674" y="3415755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A96B13AE-86A0-325C-AE38-C1A50A1CA6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163395"/>
              </p:ext>
            </p:extLst>
          </p:nvPr>
        </p:nvGraphicFramePr>
        <p:xfrm>
          <a:off x="2032002" y="3798332"/>
          <a:ext cx="8127986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2">
                  <a:extLst>
                    <a:ext uri="{9D8B030D-6E8A-4147-A177-3AD203B41FA5}">
                      <a16:colId xmlns:a16="http://schemas.microsoft.com/office/drawing/2014/main" val="224306831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10678920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824617491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51564991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468798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61346376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082819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214086817"/>
                    </a:ext>
                  </a:extLst>
                </a:gridCol>
                <a:gridCol w="698547">
                  <a:extLst>
                    <a:ext uri="{9D8B030D-6E8A-4147-A177-3AD203B41FA5}">
                      <a16:colId xmlns:a16="http://schemas.microsoft.com/office/drawing/2014/main" val="361334224"/>
                    </a:ext>
                  </a:extLst>
                </a:gridCol>
                <a:gridCol w="656119">
                  <a:extLst>
                    <a:ext uri="{9D8B030D-6E8A-4147-A177-3AD203B41FA5}">
                      <a16:colId xmlns:a16="http://schemas.microsoft.com/office/drawing/2014/main" val="1545067506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34190847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547972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4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5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7122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1,3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1,3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1,6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7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2,8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343471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A87382C7-173D-4008-821C-418D804CF2CC}"/>
              </a:ext>
            </a:extLst>
          </p:cNvPr>
          <p:cNvSpPr txBox="1"/>
          <p:nvPr/>
        </p:nvSpPr>
        <p:spPr>
          <a:xfrm>
            <a:off x="763674" y="3799840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1CCCCFF-2EEE-BC14-F191-A5EC5F7C9C7F}"/>
              </a:ext>
            </a:extLst>
          </p:cNvPr>
          <p:cNvSpPr txBox="1"/>
          <p:nvPr/>
        </p:nvSpPr>
        <p:spPr>
          <a:xfrm>
            <a:off x="763673" y="4157435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59839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5A29D645-D2B5-F0CA-4A43-6495936847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549484"/>
                <a:ext cx="10515600" cy="105144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Iteration 9  &lt;7,15,2,14,14,6,8,11,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17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,15,14,13&gt; </a:t>
                </a:r>
              </a:p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Task2 : 17 </a:t>
                </a:r>
                <a14:m>
                  <m:oMath xmlns:m="http://schemas.openxmlformats.org/officeDocument/2006/math">
                    <m:r>
                      <a:rPr lang="en-US" altLang="zh-TW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x</a:t>
                </a:r>
                <a:r>
                  <a:rPr lang="en-US" altLang="zh-TW" sz="24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17+2</a:t>
                </a:r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5A29D645-D2B5-F0CA-4A43-6495936847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49484"/>
                <a:ext cx="10515600" cy="1051441"/>
              </a:xfrm>
              <a:blipFill>
                <a:blip r:embed="rId2"/>
                <a:stretch>
                  <a:fillRect l="-928" t="-80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AB56CC-8A2A-E966-0665-55E53DF64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21</a:t>
            </a:fld>
            <a:endParaRPr lang="zh-TW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6556659-BE56-9CE7-FDC1-79964A91E1FF}"/>
              </a:ext>
            </a:extLst>
          </p:cNvPr>
          <p:cNvGraphicFramePr>
            <a:graphicFrameLocks noGrp="1"/>
          </p:cNvGraphicFramePr>
          <p:nvPr/>
        </p:nvGraphicFramePr>
        <p:xfrm>
          <a:off x="2032002" y="3058160"/>
          <a:ext cx="8127986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2">
                  <a:extLst>
                    <a:ext uri="{9D8B030D-6E8A-4147-A177-3AD203B41FA5}">
                      <a16:colId xmlns:a16="http://schemas.microsoft.com/office/drawing/2014/main" val="224306831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10678920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824617491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51564991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468798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61346376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082819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214086817"/>
                    </a:ext>
                  </a:extLst>
                </a:gridCol>
                <a:gridCol w="698547">
                  <a:extLst>
                    <a:ext uri="{9D8B030D-6E8A-4147-A177-3AD203B41FA5}">
                      <a16:colId xmlns:a16="http://schemas.microsoft.com/office/drawing/2014/main" val="361334224"/>
                    </a:ext>
                  </a:extLst>
                </a:gridCol>
                <a:gridCol w="656119">
                  <a:extLst>
                    <a:ext uri="{9D8B030D-6E8A-4147-A177-3AD203B41FA5}">
                      <a16:colId xmlns:a16="http://schemas.microsoft.com/office/drawing/2014/main" val="1545067506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34190847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547972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4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7122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1,3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1,3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1,6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7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343471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666B8E43-CB74-1206-8114-1ADC8CD991DF}"/>
              </a:ext>
            </a:extLst>
          </p:cNvPr>
          <p:cNvSpPr txBox="1"/>
          <p:nvPr/>
        </p:nvSpPr>
        <p:spPr>
          <a:xfrm>
            <a:off x="763675" y="3058160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1E52C21-6058-9C52-9BD6-F91D5507B965}"/>
              </a:ext>
            </a:extLst>
          </p:cNvPr>
          <p:cNvSpPr txBox="1"/>
          <p:nvPr/>
        </p:nvSpPr>
        <p:spPr>
          <a:xfrm>
            <a:off x="763674" y="3415755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A96B13AE-86A0-325C-AE38-C1A50A1CA666}"/>
              </a:ext>
            </a:extLst>
          </p:cNvPr>
          <p:cNvGraphicFramePr>
            <a:graphicFrameLocks noGrp="1"/>
          </p:cNvGraphicFramePr>
          <p:nvPr/>
        </p:nvGraphicFramePr>
        <p:xfrm>
          <a:off x="2032002" y="3798332"/>
          <a:ext cx="8127986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2">
                  <a:extLst>
                    <a:ext uri="{9D8B030D-6E8A-4147-A177-3AD203B41FA5}">
                      <a16:colId xmlns:a16="http://schemas.microsoft.com/office/drawing/2014/main" val="224306831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10678920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824617491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51564991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468798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61346376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082819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214086817"/>
                    </a:ext>
                  </a:extLst>
                </a:gridCol>
                <a:gridCol w="698547">
                  <a:extLst>
                    <a:ext uri="{9D8B030D-6E8A-4147-A177-3AD203B41FA5}">
                      <a16:colId xmlns:a16="http://schemas.microsoft.com/office/drawing/2014/main" val="361334224"/>
                    </a:ext>
                  </a:extLst>
                </a:gridCol>
                <a:gridCol w="656119">
                  <a:extLst>
                    <a:ext uri="{9D8B030D-6E8A-4147-A177-3AD203B41FA5}">
                      <a16:colId xmlns:a16="http://schemas.microsoft.com/office/drawing/2014/main" val="1545067506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34190847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547972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4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5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7122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1,3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1,3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1,6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7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2,8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343471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A87382C7-173D-4008-821C-418D804CF2CC}"/>
              </a:ext>
            </a:extLst>
          </p:cNvPr>
          <p:cNvSpPr txBox="1"/>
          <p:nvPr/>
        </p:nvSpPr>
        <p:spPr>
          <a:xfrm>
            <a:off x="763674" y="3799840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1CCCCFF-2EEE-BC14-F191-A5EC5F7C9C7F}"/>
              </a:ext>
            </a:extLst>
          </p:cNvPr>
          <p:cNvSpPr txBox="1"/>
          <p:nvPr/>
        </p:nvSpPr>
        <p:spPr>
          <a:xfrm>
            <a:off x="763673" y="4157435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70325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A29D645-D2B5-F0CA-4A43-649593684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9484"/>
            <a:ext cx="10515600" cy="10514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 10  &lt;7,15,2,14,14,6,8,11,17,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,14,13&gt; </a:t>
            </a: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Task1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AB56CC-8A2A-E966-0665-55E53DF64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22</a:t>
            </a:fld>
            <a:endParaRPr lang="zh-TW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6556659-BE56-9CE7-FDC1-79964A91E1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5401369"/>
              </p:ext>
            </p:extLst>
          </p:nvPr>
        </p:nvGraphicFramePr>
        <p:xfrm>
          <a:off x="2032002" y="3058160"/>
          <a:ext cx="8127986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2">
                  <a:extLst>
                    <a:ext uri="{9D8B030D-6E8A-4147-A177-3AD203B41FA5}">
                      <a16:colId xmlns:a16="http://schemas.microsoft.com/office/drawing/2014/main" val="224306831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10678920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824617491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51564991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468798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61346376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082819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214086817"/>
                    </a:ext>
                  </a:extLst>
                </a:gridCol>
                <a:gridCol w="698547">
                  <a:extLst>
                    <a:ext uri="{9D8B030D-6E8A-4147-A177-3AD203B41FA5}">
                      <a16:colId xmlns:a16="http://schemas.microsoft.com/office/drawing/2014/main" val="361334224"/>
                    </a:ext>
                  </a:extLst>
                </a:gridCol>
                <a:gridCol w="656119">
                  <a:extLst>
                    <a:ext uri="{9D8B030D-6E8A-4147-A177-3AD203B41FA5}">
                      <a16:colId xmlns:a16="http://schemas.microsoft.com/office/drawing/2014/main" val="1545067506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34190847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547972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4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5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7122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1,3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1,3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1,6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7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2,8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343471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666B8E43-CB74-1206-8114-1ADC8CD991DF}"/>
              </a:ext>
            </a:extLst>
          </p:cNvPr>
          <p:cNvSpPr txBox="1"/>
          <p:nvPr/>
        </p:nvSpPr>
        <p:spPr>
          <a:xfrm>
            <a:off x="763675" y="3058160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1E52C21-6058-9C52-9BD6-F91D5507B965}"/>
              </a:ext>
            </a:extLst>
          </p:cNvPr>
          <p:cNvSpPr txBox="1"/>
          <p:nvPr/>
        </p:nvSpPr>
        <p:spPr>
          <a:xfrm>
            <a:off x="763674" y="3415755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A96B13AE-86A0-325C-AE38-C1A50A1CA6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6556735"/>
              </p:ext>
            </p:extLst>
          </p:nvPr>
        </p:nvGraphicFramePr>
        <p:xfrm>
          <a:off x="2032002" y="3798332"/>
          <a:ext cx="8127986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2">
                  <a:extLst>
                    <a:ext uri="{9D8B030D-6E8A-4147-A177-3AD203B41FA5}">
                      <a16:colId xmlns:a16="http://schemas.microsoft.com/office/drawing/2014/main" val="224306831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10678920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824617491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51564991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468798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61346376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082819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214086817"/>
                    </a:ext>
                  </a:extLst>
                </a:gridCol>
                <a:gridCol w="698547">
                  <a:extLst>
                    <a:ext uri="{9D8B030D-6E8A-4147-A177-3AD203B41FA5}">
                      <a16:colId xmlns:a16="http://schemas.microsoft.com/office/drawing/2014/main" val="361334224"/>
                    </a:ext>
                  </a:extLst>
                </a:gridCol>
                <a:gridCol w="656119">
                  <a:extLst>
                    <a:ext uri="{9D8B030D-6E8A-4147-A177-3AD203B41FA5}">
                      <a16:colId xmlns:a16="http://schemas.microsoft.com/office/drawing/2014/main" val="1545067506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34190847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547972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4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5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5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7122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1,3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1,3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1,6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7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2,8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8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343471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A87382C7-173D-4008-821C-418D804CF2CC}"/>
              </a:ext>
            </a:extLst>
          </p:cNvPr>
          <p:cNvSpPr txBox="1"/>
          <p:nvPr/>
        </p:nvSpPr>
        <p:spPr>
          <a:xfrm>
            <a:off x="763674" y="3799840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1CCCCFF-2EEE-BC14-F191-A5EC5F7C9C7F}"/>
              </a:ext>
            </a:extLst>
          </p:cNvPr>
          <p:cNvSpPr txBox="1"/>
          <p:nvPr/>
        </p:nvSpPr>
        <p:spPr>
          <a:xfrm>
            <a:off x="763673" y="4157435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73585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5A29D645-D2B5-F0CA-4A43-6495936847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549484"/>
                <a:ext cx="10515600" cy="105144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Iteration 10  &lt;7,15,2,14,14,6,8,11,17,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15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,14,13&gt; </a:t>
                </a:r>
              </a:p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Task2 : 15 </a:t>
                </a:r>
                <a14:m>
                  <m:oMath xmlns:m="http://schemas.openxmlformats.org/officeDocument/2006/math">
                    <m:r>
                      <a:rPr lang="en-US" altLang="zh-TW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x</a:t>
                </a:r>
                <a:r>
                  <a:rPr lang="en-US" altLang="zh-TW" sz="24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15+2</a:t>
                </a:r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5A29D645-D2B5-F0CA-4A43-6495936847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49484"/>
                <a:ext cx="10515600" cy="1051441"/>
              </a:xfrm>
              <a:blipFill>
                <a:blip r:embed="rId2"/>
                <a:stretch>
                  <a:fillRect l="-928" t="-80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AB56CC-8A2A-E966-0665-55E53DF64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23</a:t>
            </a:fld>
            <a:endParaRPr lang="zh-TW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6556659-BE56-9CE7-FDC1-79964A91E1FF}"/>
              </a:ext>
            </a:extLst>
          </p:cNvPr>
          <p:cNvGraphicFramePr>
            <a:graphicFrameLocks noGrp="1"/>
          </p:cNvGraphicFramePr>
          <p:nvPr/>
        </p:nvGraphicFramePr>
        <p:xfrm>
          <a:off x="2032002" y="3058160"/>
          <a:ext cx="8127986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2">
                  <a:extLst>
                    <a:ext uri="{9D8B030D-6E8A-4147-A177-3AD203B41FA5}">
                      <a16:colId xmlns:a16="http://schemas.microsoft.com/office/drawing/2014/main" val="224306831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10678920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824617491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51564991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468798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61346376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082819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214086817"/>
                    </a:ext>
                  </a:extLst>
                </a:gridCol>
                <a:gridCol w="698547">
                  <a:extLst>
                    <a:ext uri="{9D8B030D-6E8A-4147-A177-3AD203B41FA5}">
                      <a16:colId xmlns:a16="http://schemas.microsoft.com/office/drawing/2014/main" val="361334224"/>
                    </a:ext>
                  </a:extLst>
                </a:gridCol>
                <a:gridCol w="656119">
                  <a:extLst>
                    <a:ext uri="{9D8B030D-6E8A-4147-A177-3AD203B41FA5}">
                      <a16:colId xmlns:a16="http://schemas.microsoft.com/office/drawing/2014/main" val="1545067506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34190847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547972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4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5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7122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1,3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1,3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1,6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7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2,8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343471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666B8E43-CB74-1206-8114-1ADC8CD991DF}"/>
              </a:ext>
            </a:extLst>
          </p:cNvPr>
          <p:cNvSpPr txBox="1"/>
          <p:nvPr/>
        </p:nvSpPr>
        <p:spPr>
          <a:xfrm>
            <a:off x="763675" y="3058160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1E52C21-6058-9C52-9BD6-F91D5507B965}"/>
              </a:ext>
            </a:extLst>
          </p:cNvPr>
          <p:cNvSpPr txBox="1"/>
          <p:nvPr/>
        </p:nvSpPr>
        <p:spPr>
          <a:xfrm>
            <a:off x="763674" y="3415755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A96B13AE-86A0-325C-AE38-C1A50A1CA6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0274963"/>
              </p:ext>
            </p:extLst>
          </p:nvPr>
        </p:nvGraphicFramePr>
        <p:xfrm>
          <a:off x="2032002" y="3798332"/>
          <a:ext cx="8127986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2">
                  <a:extLst>
                    <a:ext uri="{9D8B030D-6E8A-4147-A177-3AD203B41FA5}">
                      <a16:colId xmlns:a16="http://schemas.microsoft.com/office/drawing/2014/main" val="224306831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10678920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824617491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51564991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468798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61346376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082819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214086817"/>
                    </a:ext>
                  </a:extLst>
                </a:gridCol>
                <a:gridCol w="698547">
                  <a:extLst>
                    <a:ext uri="{9D8B030D-6E8A-4147-A177-3AD203B41FA5}">
                      <a16:colId xmlns:a16="http://schemas.microsoft.com/office/drawing/2014/main" val="361334224"/>
                    </a:ext>
                  </a:extLst>
                </a:gridCol>
                <a:gridCol w="656119">
                  <a:extLst>
                    <a:ext uri="{9D8B030D-6E8A-4147-A177-3AD203B41FA5}">
                      <a16:colId xmlns:a16="http://schemas.microsoft.com/office/drawing/2014/main" val="1545067506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34190847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547972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4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5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5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7122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1,3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1,3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1,6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7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2,8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8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343471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A87382C7-173D-4008-821C-418D804CF2CC}"/>
              </a:ext>
            </a:extLst>
          </p:cNvPr>
          <p:cNvSpPr txBox="1"/>
          <p:nvPr/>
        </p:nvSpPr>
        <p:spPr>
          <a:xfrm>
            <a:off x="763674" y="3799840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1CCCCFF-2EEE-BC14-F191-A5EC5F7C9C7F}"/>
              </a:ext>
            </a:extLst>
          </p:cNvPr>
          <p:cNvSpPr txBox="1"/>
          <p:nvPr/>
        </p:nvSpPr>
        <p:spPr>
          <a:xfrm>
            <a:off x="763673" y="4157435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8920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A29D645-D2B5-F0CA-4A43-649593684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9484"/>
            <a:ext cx="10515600" cy="10514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 11  &lt;7,15,2,14,14,6,8,11,17,15,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,13&gt; </a:t>
            </a: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Task1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AB56CC-8A2A-E966-0665-55E53DF64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24</a:t>
            </a:fld>
            <a:endParaRPr lang="zh-TW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6556659-BE56-9CE7-FDC1-79964A91E1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6109718"/>
              </p:ext>
            </p:extLst>
          </p:nvPr>
        </p:nvGraphicFramePr>
        <p:xfrm>
          <a:off x="2032002" y="3058160"/>
          <a:ext cx="8127986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2">
                  <a:extLst>
                    <a:ext uri="{9D8B030D-6E8A-4147-A177-3AD203B41FA5}">
                      <a16:colId xmlns:a16="http://schemas.microsoft.com/office/drawing/2014/main" val="224306831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10678920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824617491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51564991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468798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61346376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082819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214086817"/>
                    </a:ext>
                  </a:extLst>
                </a:gridCol>
                <a:gridCol w="698547">
                  <a:extLst>
                    <a:ext uri="{9D8B030D-6E8A-4147-A177-3AD203B41FA5}">
                      <a16:colId xmlns:a16="http://schemas.microsoft.com/office/drawing/2014/main" val="361334224"/>
                    </a:ext>
                  </a:extLst>
                </a:gridCol>
                <a:gridCol w="656119">
                  <a:extLst>
                    <a:ext uri="{9D8B030D-6E8A-4147-A177-3AD203B41FA5}">
                      <a16:colId xmlns:a16="http://schemas.microsoft.com/office/drawing/2014/main" val="1545067506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34190847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547972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4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5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5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7122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1,3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1,3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1,6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7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2,8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8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343471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666B8E43-CB74-1206-8114-1ADC8CD991DF}"/>
              </a:ext>
            </a:extLst>
          </p:cNvPr>
          <p:cNvSpPr txBox="1"/>
          <p:nvPr/>
        </p:nvSpPr>
        <p:spPr>
          <a:xfrm>
            <a:off x="763675" y="3058160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1E52C21-6058-9C52-9BD6-F91D5507B965}"/>
              </a:ext>
            </a:extLst>
          </p:cNvPr>
          <p:cNvSpPr txBox="1"/>
          <p:nvPr/>
        </p:nvSpPr>
        <p:spPr>
          <a:xfrm>
            <a:off x="763674" y="3415755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A96B13AE-86A0-325C-AE38-C1A50A1CA6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0500065"/>
              </p:ext>
            </p:extLst>
          </p:nvPr>
        </p:nvGraphicFramePr>
        <p:xfrm>
          <a:off x="2032002" y="3798332"/>
          <a:ext cx="8127986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2">
                  <a:extLst>
                    <a:ext uri="{9D8B030D-6E8A-4147-A177-3AD203B41FA5}">
                      <a16:colId xmlns:a16="http://schemas.microsoft.com/office/drawing/2014/main" val="224306831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10678920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824617491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51564991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468798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61346376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082819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214086817"/>
                    </a:ext>
                  </a:extLst>
                </a:gridCol>
                <a:gridCol w="698547">
                  <a:extLst>
                    <a:ext uri="{9D8B030D-6E8A-4147-A177-3AD203B41FA5}">
                      <a16:colId xmlns:a16="http://schemas.microsoft.com/office/drawing/2014/main" val="361334224"/>
                    </a:ext>
                  </a:extLst>
                </a:gridCol>
                <a:gridCol w="656119">
                  <a:extLst>
                    <a:ext uri="{9D8B030D-6E8A-4147-A177-3AD203B41FA5}">
                      <a16:colId xmlns:a16="http://schemas.microsoft.com/office/drawing/2014/main" val="1545067506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34190847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547972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4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5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5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5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7122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1,3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1,3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1,6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7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2,8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8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8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343471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A87382C7-173D-4008-821C-418D804CF2CC}"/>
              </a:ext>
            </a:extLst>
          </p:cNvPr>
          <p:cNvSpPr txBox="1"/>
          <p:nvPr/>
        </p:nvSpPr>
        <p:spPr>
          <a:xfrm>
            <a:off x="763674" y="3799840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1CCCCFF-2EEE-BC14-F191-A5EC5F7C9C7F}"/>
              </a:ext>
            </a:extLst>
          </p:cNvPr>
          <p:cNvSpPr txBox="1"/>
          <p:nvPr/>
        </p:nvSpPr>
        <p:spPr>
          <a:xfrm>
            <a:off x="763673" y="4157435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83998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5A29D645-D2B5-F0CA-4A43-6495936847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549484"/>
                <a:ext cx="10515600" cy="105144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Iteration 11  &lt;7,15,2,14,14,6,8,11,17,15,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14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,13&gt; </a:t>
                </a:r>
              </a:p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Task2 : 14 </a:t>
                </a:r>
                <a14:m>
                  <m:oMath xmlns:m="http://schemas.openxmlformats.org/officeDocument/2006/math">
                    <m:r>
                      <a:rPr lang="en-US" altLang="zh-TW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x</a:t>
                </a:r>
                <a:r>
                  <a:rPr lang="en-US" altLang="zh-TW" sz="24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14+2</a:t>
                </a:r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5A29D645-D2B5-F0CA-4A43-6495936847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49484"/>
                <a:ext cx="10515600" cy="1051441"/>
              </a:xfrm>
              <a:blipFill>
                <a:blip r:embed="rId2"/>
                <a:stretch>
                  <a:fillRect l="-928" t="-80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AB56CC-8A2A-E966-0665-55E53DF64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25</a:t>
            </a:fld>
            <a:endParaRPr lang="zh-TW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6556659-BE56-9CE7-FDC1-79964A91E1FF}"/>
              </a:ext>
            </a:extLst>
          </p:cNvPr>
          <p:cNvGraphicFramePr>
            <a:graphicFrameLocks noGrp="1"/>
          </p:cNvGraphicFramePr>
          <p:nvPr/>
        </p:nvGraphicFramePr>
        <p:xfrm>
          <a:off x="2032002" y="3058160"/>
          <a:ext cx="8127986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2">
                  <a:extLst>
                    <a:ext uri="{9D8B030D-6E8A-4147-A177-3AD203B41FA5}">
                      <a16:colId xmlns:a16="http://schemas.microsoft.com/office/drawing/2014/main" val="224306831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10678920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824617491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51564991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468798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61346376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082819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214086817"/>
                    </a:ext>
                  </a:extLst>
                </a:gridCol>
                <a:gridCol w="698547">
                  <a:extLst>
                    <a:ext uri="{9D8B030D-6E8A-4147-A177-3AD203B41FA5}">
                      <a16:colId xmlns:a16="http://schemas.microsoft.com/office/drawing/2014/main" val="361334224"/>
                    </a:ext>
                  </a:extLst>
                </a:gridCol>
                <a:gridCol w="656119">
                  <a:extLst>
                    <a:ext uri="{9D8B030D-6E8A-4147-A177-3AD203B41FA5}">
                      <a16:colId xmlns:a16="http://schemas.microsoft.com/office/drawing/2014/main" val="1545067506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34190847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547972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4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5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5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7122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1,3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1,3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1,6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7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2,8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8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343471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666B8E43-CB74-1206-8114-1ADC8CD991DF}"/>
              </a:ext>
            </a:extLst>
          </p:cNvPr>
          <p:cNvSpPr txBox="1"/>
          <p:nvPr/>
        </p:nvSpPr>
        <p:spPr>
          <a:xfrm>
            <a:off x="763675" y="3058160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1E52C21-6058-9C52-9BD6-F91D5507B965}"/>
              </a:ext>
            </a:extLst>
          </p:cNvPr>
          <p:cNvSpPr txBox="1"/>
          <p:nvPr/>
        </p:nvSpPr>
        <p:spPr>
          <a:xfrm>
            <a:off x="763674" y="3415755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A96B13AE-86A0-325C-AE38-C1A50A1CA6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8165420"/>
              </p:ext>
            </p:extLst>
          </p:nvPr>
        </p:nvGraphicFramePr>
        <p:xfrm>
          <a:off x="2032002" y="3798332"/>
          <a:ext cx="8127986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2">
                  <a:extLst>
                    <a:ext uri="{9D8B030D-6E8A-4147-A177-3AD203B41FA5}">
                      <a16:colId xmlns:a16="http://schemas.microsoft.com/office/drawing/2014/main" val="224306831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10678920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824617491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51564991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468798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61346376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082819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214086817"/>
                    </a:ext>
                  </a:extLst>
                </a:gridCol>
                <a:gridCol w="698547">
                  <a:extLst>
                    <a:ext uri="{9D8B030D-6E8A-4147-A177-3AD203B41FA5}">
                      <a16:colId xmlns:a16="http://schemas.microsoft.com/office/drawing/2014/main" val="361334224"/>
                    </a:ext>
                  </a:extLst>
                </a:gridCol>
                <a:gridCol w="656119">
                  <a:extLst>
                    <a:ext uri="{9D8B030D-6E8A-4147-A177-3AD203B41FA5}">
                      <a16:colId xmlns:a16="http://schemas.microsoft.com/office/drawing/2014/main" val="1545067506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34190847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547972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4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5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6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5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7122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1,3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1,3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1,6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7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2,8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8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8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343471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A87382C7-173D-4008-821C-418D804CF2CC}"/>
              </a:ext>
            </a:extLst>
          </p:cNvPr>
          <p:cNvSpPr txBox="1"/>
          <p:nvPr/>
        </p:nvSpPr>
        <p:spPr>
          <a:xfrm>
            <a:off x="763674" y="3799840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1CCCCFF-2EEE-BC14-F191-A5EC5F7C9C7F}"/>
              </a:ext>
            </a:extLst>
          </p:cNvPr>
          <p:cNvSpPr txBox="1"/>
          <p:nvPr/>
        </p:nvSpPr>
        <p:spPr>
          <a:xfrm>
            <a:off x="763673" y="4157435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87867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A29D645-D2B5-F0CA-4A43-649593684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9484"/>
            <a:ext cx="10515600" cy="10514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 12  &lt;7,15,2,14,14,6,8,11,17,15,14,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Task1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AB56CC-8A2A-E966-0665-55E53DF64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26</a:t>
            </a:fld>
            <a:endParaRPr lang="zh-TW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6556659-BE56-9CE7-FDC1-79964A91E1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4183633"/>
              </p:ext>
            </p:extLst>
          </p:nvPr>
        </p:nvGraphicFramePr>
        <p:xfrm>
          <a:off x="2032002" y="3058160"/>
          <a:ext cx="8127986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2">
                  <a:extLst>
                    <a:ext uri="{9D8B030D-6E8A-4147-A177-3AD203B41FA5}">
                      <a16:colId xmlns:a16="http://schemas.microsoft.com/office/drawing/2014/main" val="224306831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10678920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824617491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51564991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468798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61346376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082819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214086817"/>
                    </a:ext>
                  </a:extLst>
                </a:gridCol>
                <a:gridCol w="698547">
                  <a:extLst>
                    <a:ext uri="{9D8B030D-6E8A-4147-A177-3AD203B41FA5}">
                      <a16:colId xmlns:a16="http://schemas.microsoft.com/office/drawing/2014/main" val="361334224"/>
                    </a:ext>
                  </a:extLst>
                </a:gridCol>
                <a:gridCol w="656119">
                  <a:extLst>
                    <a:ext uri="{9D8B030D-6E8A-4147-A177-3AD203B41FA5}">
                      <a16:colId xmlns:a16="http://schemas.microsoft.com/office/drawing/2014/main" val="1545067506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34190847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547972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4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5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6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5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7122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1,3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1,3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1,6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7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2,8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8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8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343471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666B8E43-CB74-1206-8114-1ADC8CD991DF}"/>
              </a:ext>
            </a:extLst>
          </p:cNvPr>
          <p:cNvSpPr txBox="1"/>
          <p:nvPr/>
        </p:nvSpPr>
        <p:spPr>
          <a:xfrm>
            <a:off x="763675" y="3058160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1E52C21-6058-9C52-9BD6-F91D5507B965}"/>
              </a:ext>
            </a:extLst>
          </p:cNvPr>
          <p:cNvSpPr txBox="1"/>
          <p:nvPr/>
        </p:nvSpPr>
        <p:spPr>
          <a:xfrm>
            <a:off x="763674" y="3415755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A96B13AE-86A0-325C-AE38-C1A50A1CA6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8206606"/>
              </p:ext>
            </p:extLst>
          </p:nvPr>
        </p:nvGraphicFramePr>
        <p:xfrm>
          <a:off x="2032002" y="3798332"/>
          <a:ext cx="8127986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2">
                  <a:extLst>
                    <a:ext uri="{9D8B030D-6E8A-4147-A177-3AD203B41FA5}">
                      <a16:colId xmlns:a16="http://schemas.microsoft.com/office/drawing/2014/main" val="224306831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10678920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824617491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51564991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468798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61346376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082819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214086817"/>
                    </a:ext>
                  </a:extLst>
                </a:gridCol>
                <a:gridCol w="698547">
                  <a:extLst>
                    <a:ext uri="{9D8B030D-6E8A-4147-A177-3AD203B41FA5}">
                      <a16:colId xmlns:a16="http://schemas.microsoft.com/office/drawing/2014/main" val="361334224"/>
                    </a:ext>
                  </a:extLst>
                </a:gridCol>
                <a:gridCol w="656119">
                  <a:extLst>
                    <a:ext uri="{9D8B030D-6E8A-4147-A177-3AD203B41FA5}">
                      <a16:colId xmlns:a16="http://schemas.microsoft.com/office/drawing/2014/main" val="1545067506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34190847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547972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4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5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6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5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5</a:t>
                      </a:r>
                      <a:endParaRPr lang="zh-TW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7122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1,3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1,3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1,6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7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2,8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8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8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8</a:t>
                      </a:r>
                      <a:endParaRPr lang="zh-TW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343471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A87382C7-173D-4008-821C-418D804CF2CC}"/>
              </a:ext>
            </a:extLst>
          </p:cNvPr>
          <p:cNvSpPr txBox="1"/>
          <p:nvPr/>
        </p:nvSpPr>
        <p:spPr>
          <a:xfrm>
            <a:off x="763674" y="3799840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1CCCCFF-2EEE-BC14-F191-A5EC5F7C9C7F}"/>
              </a:ext>
            </a:extLst>
          </p:cNvPr>
          <p:cNvSpPr txBox="1"/>
          <p:nvPr/>
        </p:nvSpPr>
        <p:spPr>
          <a:xfrm>
            <a:off x="763673" y="4157435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1055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5A29D645-D2B5-F0CA-4A43-6495936847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549484"/>
                <a:ext cx="10515600" cy="105144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Iteration 12  &lt;7,15,2,14,14,6,8,11,17,15,14,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13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&gt; </a:t>
                </a:r>
              </a:p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Task2 : 13 </a:t>
                </a:r>
                <a14:m>
                  <m:oMath xmlns:m="http://schemas.openxmlformats.org/officeDocument/2006/math">
                    <m:r>
                      <a:rPr lang="en-US" altLang="zh-TW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x</a:t>
                </a:r>
                <a:r>
                  <a:rPr lang="en-US" altLang="zh-TW" sz="24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13+2</a:t>
                </a:r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5A29D645-D2B5-F0CA-4A43-6495936847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49484"/>
                <a:ext cx="10515600" cy="1051441"/>
              </a:xfrm>
              <a:blipFill>
                <a:blip r:embed="rId2"/>
                <a:stretch>
                  <a:fillRect l="-928" t="-80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AB56CC-8A2A-E966-0665-55E53DF64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27</a:t>
            </a:fld>
            <a:endParaRPr lang="zh-TW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6556659-BE56-9CE7-FDC1-79964A91E1FF}"/>
              </a:ext>
            </a:extLst>
          </p:cNvPr>
          <p:cNvGraphicFramePr>
            <a:graphicFrameLocks noGrp="1"/>
          </p:cNvGraphicFramePr>
          <p:nvPr/>
        </p:nvGraphicFramePr>
        <p:xfrm>
          <a:off x="2032002" y="3058160"/>
          <a:ext cx="8127986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2">
                  <a:extLst>
                    <a:ext uri="{9D8B030D-6E8A-4147-A177-3AD203B41FA5}">
                      <a16:colId xmlns:a16="http://schemas.microsoft.com/office/drawing/2014/main" val="224306831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10678920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824617491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51564991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468798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61346376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082819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214086817"/>
                    </a:ext>
                  </a:extLst>
                </a:gridCol>
                <a:gridCol w="698547">
                  <a:extLst>
                    <a:ext uri="{9D8B030D-6E8A-4147-A177-3AD203B41FA5}">
                      <a16:colId xmlns:a16="http://schemas.microsoft.com/office/drawing/2014/main" val="361334224"/>
                    </a:ext>
                  </a:extLst>
                </a:gridCol>
                <a:gridCol w="656119">
                  <a:extLst>
                    <a:ext uri="{9D8B030D-6E8A-4147-A177-3AD203B41FA5}">
                      <a16:colId xmlns:a16="http://schemas.microsoft.com/office/drawing/2014/main" val="1545067506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34190847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547972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4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5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6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5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7122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1,3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1,3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1,6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7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2,8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8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8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343471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666B8E43-CB74-1206-8114-1ADC8CD991DF}"/>
              </a:ext>
            </a:extLst>
          </p:cNvPr>
          <p:cNvSpPr txBox="1"/>
          <p:nvPr/>
        </p:nvSpPr>
        <p:spPr>
          <a:xfrm>
            <a:off x="763675" y="3058160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1E52C21-6058-9C52-9BD6-F91D5507B965}"/>
              </a:ext>
            </a:extLst>
          </p:cNvPr>
          <p:cNvSpPr txBox="1"/>
          <p:nvPr/>
        </p:nvSpPr>
        <p:spPr>
          <a:xfrm>
            <a:off x="763674" y="3415755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A96B13AE-86A0-325C-AE38-C1A50A1CA6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1900048"/>
              </p:ext>
            </p:extLst>
          </p:nvPr>
        </p:nvGraphicFramePr>
        <p:xfrm>
          <a:off x="2032002" y="3798332"/>
          <a:ext cx="8127986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2">
                  <a:extLst>
                    <a:ext uri="{9D8B030D-6E8A-4147-A177-3AD203B41FA5}">
                      <a16:colId xmlns:a16="http://schemas.microsoft.com/office/drawing/2014/main" val="224306831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10678920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824617491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51564991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468798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1613463767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108281975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4214086817"/>
                    </a:ext>
                  </a:extLst>
                </a:gridCol>
                <a:gridCol w="698547">
                  <a:extLst>
                    <a:ext uri="{9D8B030D-6E8A-4147-A177-3AD203B41FA5}">
                      <a16:colId xmlns:a16="http://schemas.microsoft.com/office/drawing/2014/main" val="361334224"/>
                    </a:ext>
                  </a:extLst>
                </a:gridCol>
                <a:gridCol w="656119">
                  <a:extLst>
                    <a:ext uri="{9D8B030D-6E8A-4147-A177-3AD203B41FA5}">
                      <a16:colId xmlns:a16="http://schemas.microsoft.com/office/drawing/2014/main" val="1545067506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341908473"/>
                    </a:ext>
                  </a:extLst>
                </a:gridCol>
                <a:gridCol w="677332">
                  <a:extLst>
                    <a:ext uri="{9D8B030D-6E8A-4147-A177-3AD203B41FA5}">
                      <a16:colId xmlns:a16="http://schemas.microsoft.com/office/drawing/2014/main" val="3547972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4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5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6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6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5</a:t>
                      </a:r>
                      <a:endParaRPr lang="zh-TW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7122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1,3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1,3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1,6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7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2,8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8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8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8</a:t>
                      </a:r>
                      <a:endParaRPr lang="zh-TW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343471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A87382C7-173D-4008-821C-418D804CF2CC}"/>
              </a:ext>
            </a:extLst>
          </p:cNvPr>
          <p:cNvSpPr txBox="1"/>
          <p:nvPr/>
        </p:nvSpPr>
        <p:spPr>
          <a:xfrm>
            <a:off x="763674" y="3799840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1CCCCFF-2EEE-BC14-F191-A5EC5F7C9C7F}"/>
              </a:ext>
            </a:extLst>
          </p:cNvPr>
          <p:cNvSpPr txBox="1"/>
          <p:nvPr/>
        </p:nvSpPr>
        <p:spPr>
          <a:xfrm>
            <a:off x="763673" y="4157435"/>
            <a:ext cx="126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91939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2F528E-BFA3-C406-7ECC-BD9144DEA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iteration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A0CB747C-3421-D69B-4B31-C932C71DD9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4899" y="1453089"/>
            <a:ext cx="5063785" cy="4903261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915FC4F-AE2E-39FF-9352-8CD575D54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28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5AAFCE40-4A04-6424-5F01-041CE4C096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5383" y="2186620"/>
            <a:ext cx="6276617" cy="533474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E3B265A5-5AD2-360A-92F3-2D0887411EDD}"/>
              </a:ext>
            </a:extLst>
          </p:cNvPr>
          <p:cNvSpPr/>
          <p:nvPr/>
        </p:nvSpPr>
        <p:spPr>
          <a:xfrm>
            <a:off x="7234813" y="2186620"/>
            <a:ext cx="351692" cy="53347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6C0317C-9C6F-2E15-7ABC-AC882D4A525B}"/>
              </a:ext>
            </a:extLst>
          </p:cNvPr>
          <p:cNvSpPr/>
          <p:nvPr/>
        </p:nvSpPr>
        <p:spPr>
          <a:xfrm>
            <a:off x="10980170" y="2186620"/>
            <a:ext cx="351692" cy="53347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5D258EA-3999-0867-30EF-07062773F891}"/>
              </a:ext>
            </a:extLst>
          </p:cNvPr>
          <p:cNvSpPr/>
          <p:nvPr/>
        </p:nvSpPr>
        <p:spPr>
          <a:xfrm>
            <a:off x="11432177" y="2186620"/>
            <a:ext cx="351692" cy="53347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91E945E4-A80B-4466-52F0-443E97C93A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2439415"/>
              </p:ext>
            </p:extLst>
          </p:nvPr>
        </p:nvGraphicFramePr>
        <p:xfrm>
          <a:off x="5908684" y="1444940"/>
          <a:ext cx="6283320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3610">
                  <a:extLst>
                    <a:ext uri="{9D8B030D-6E8A-4147-A177-3AD203B41FA5}">
                      <a16:colId xmlns:a16="http://schemas.microsoft.com/office/drawing/2014/main" val="433192790"/>
                    </a:ext>
                  </a:extLst>
                </a:gridCol>
                <a:gridCol w="523610">
                  <a:extLst>
                    <a:ext uri="{9D8B030D-6E8A-4147-A177-3AD203B41FA5}">
                      <a16:colId xmlns:a16="http://schemas.microsoft.com/office/drawing/2014/main" val="2152496367"/>
                    </a:ext>
                  </a:extLst>
                </a:gridCol>
                <a:gridCol w="523610">
                  <a:extLst>
                    <a:ext uri="{9D8B030D-6E8A-4147-A177-3AD203B41FA5}">
                      <a16:colId xmlns:a16="http://schemas.microsoft.com/office/drawing/2014/main" val="3609650226"/>
                    </a:ext>
                  </a:extLst>
                </a:gridCol>
                <a:gridCol w="523610">
                  <a:extLst>
                    <a:ext uri="{9D8B030D-6E8A-4147-A177-3AD203B41FA5}">
                      <a16:colId xmlns:a16="http://schemas.microsoft.com/office/drawing/2014/main" val="2196323874"/>
                    </a:ext>
                  </a:extLst>
                </a:gridCol>
                <a:gridCol w="523610">
                  <a:extLst>
                    <a:ext uri="{9D8B030D-6E8A-4147-A177-3AD203B41FA5}">
                      <a16:colId xmlns:a16="http://schemas.microsoft.com/office/drawing/2014/main" val="3969115229"/>
                    </a:ext>
                  </a:extLst>
                </a:gridCol>
                <a:gridCol w="523610">
                  <a:extLst>
                    <a:ext uri="{9D8B030D-6E8A-4147-A177-3AD203B41FA5}">
                      <a16:colId xmlns:a16="http://schemas.microsoft.com/office/drawing/2014/main" val="1966601513"/>
                    </a:ext>
                  </a:extLst>
                </a:gridCol>
                <a:gridCol w="523610">
                  <a:extLst>
                    <a:ext uri="{9D8B030D-6E8A-4147-A177-3AD203B41FA5}">
                      <a16:colId xmlns:a16="http://schemas.microsoft.com/office/drawing/2014/main" val="2744418394"/>
                    </a:ext>
                  </a:extLst>
                </a:gridCol>
                <a:gridCol w="523610">
                  <a:extLst>
                    <a:ext uri="{9D8B030D-6E8A-4147-A177-3AD203B41FA5}">
                      <a16:colId xmlns:a16="http://schemas.microsoft.com/office/drawing/2014/main" val="714577661"/>
                    </a:ext>
                  </a:extLst>
                </a:gridCol>
                <a:gridCol w="523610">
                  <a:extLst>
                    <a:ext uri="{9D8B030D-6E8A-4147-A177-3AD203B41FA5}">
                      <a16:colId xmlns:a16="http://schemas.microsoft.com/office/drawing/2014/main" val="2832605927"/>
                    </a:ext>
                  </a:extLst>
                </a:gridCol>
                <a:gridCol w="523610">
                  <a:extLst>
                    <a:ext uri="{9D8B030D-6E8A-4147-A177-3AD203B41FA5}">
                      <a16:colId xmlns:a16="http://schemas.microsoft.com/office/drawing/2014/main" val="2173054911"/>
                    </a:ext>
                  </a:extLst>
                </a:gridCol>
                <a:gridCol w="523610">
                  <a:extLst>
                    <a:ext uri="{9D8B030D-6E8A-4147-A177-3AD203B41FA5}">
                      <a16:colId xmlns:a16="http://schemas.microsoft.com/office/drawing/2014/main" val="3033904666"/>
                    </a:ext>
                  </a:extLst>
                </a:gridCol>
                <a:gridCol w="523610">
                  <a:extLst>
                    <a:ext uri="{9D8B030D-6E8A-4147-A177-3AD203B41FA5}">
                      <a16:colId xmlns:a16="http://schemas.microsoft.com/office/drawing/2014/main" val="41776449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9802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554112"/>
                  </a:ext>
                </a:extLst>
              </a:tr>
            </a:tbl>
          </a:graphicData>
        </a:graphic>
      </p:graphicFrame>
      <p:sp>
        <p:nvSpPr>
          <p:cNvPr id="14" name="文字方塊 13">
            <a:extLst>
              <a:ext uri="{FF2B5EF4-FFF2-40B4-BE49-F238E27FC236}">
                <a16:creationId xmlns:a16="http://schemas.microsoft.com/office/drawing/2014/main" id="{3FD1D083-A3E4-78B8-7C1D-1D16FED238DA}"/>
              </a:ext>
            </a:extLst>
          </p:cNvPr>
          <p:cNvSpPr txBox="1"/>
          <p:nvPr/>
        </p:nvSpPr>
        <p:spPr>
          <a:xfrm>
            <a:off x="5915383" y="2720094"/>
            <a:ext cx="627661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Lais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length 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&lt;7,</a:t>
            </a:r>
            <a:r>
              <a:rPr lang="en-US" altLang="zh-TW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,14,14,15,14&gt;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&lt;7,6,8,11,</a:t>
            </a:r>
            <a:r>
              <a:rPr lang="en-US" altLang="zh-TW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,14&gt;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&lt;2,6,8,11,</a:t>
            </a:r>
            <a:r>
              <a:rPr lang="en-US" altLang="zh-TW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,14&gt;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&lt;7,6,8,11,</a:t>
            </a:r>
            <a:r>
              <a:rPr lang="en-US" altLang="zh-TW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,13&gt;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&lt;2,6,8,11,</a:t>
            </a:r>
            <a:r>
              <a:rPr lang="en-US" altLang="zh-TW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,13&gt;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complexity: O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TW" sz="3200" i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</a:t>
            </a:r>
            <a:r>
              <a:rPr lang="en-US" altLang="zh-TW" sz="32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2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29604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79D942-A9FE-63EC-351D-DCD8B784B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improved algorithm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8E128C0-1538-33FF-C554-FB0E540E8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storing each length of  element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algo use each only have one element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2EBC5FC-1B1D-6F9A-A098-1D5203358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87625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A29D645-D2B5-F0CA-4A43-649593684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9484"/>
            <a:ext cx="10515600" cy="36512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 1 &lt;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,15,2,14,14,6,8,11,17,15,14,13&gt;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AB56CC-8A2A-E966-0665-55E53DF64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30</a:t>
            </a:fld>
            <a:endParaRPr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C5DA27F7-45F1-2B8E-6E15-19FCEA7E27D1}"/>
              </a:ext>
            </a:extLst>
          </p:cNvPr>
          <p:cNvSpPr txBox="1"/>
          <p:nvPr/>
        </p:nvSpPr>
        <p:spPr>
          <a:xfrm>
            <a:off x="868345" y="2190540"/>
            <a:ext cx="11187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array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5599671-B8AA-CF7C-4678-AF64BD3033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3435121"/>
              </p:ext>
            </p:extLst>
          </p:nvPr>
        </p:nvGraphicFramePr>
        <p:xfrm>
          <a:off x="868345" y="2802721"/>
          <a:ext cx="8128002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06168880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11963520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3837208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6393149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1161354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163961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349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940059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5AA18E4F-2C2B-CFFB-6547-51688C297C80}"/>
              </a:ext>
            </a:extLst>
          </p:cNvPr>
          <p:cNvSpPr txBox="1"/>
          <p:nvPr/>
        </p:nvSpPr>
        <p:spPr>
          <a:xfrm>
            <a:off x="838200" y="4489079"/>
            <a:ext cx="11187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array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AF54831B-AD47-3732-3827-6377560C66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0423493"/>
              </p:ext>
            </p:extLst>
          </p:nvPr>
        </p:nvGraphicFramePr>
        <p:xfrm>
          <a:off x="838200" y="5251776"/>
          <a:ext cx="8127996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417669526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5819565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5364697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5029604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1151776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58057843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5092568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56547428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93216854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8816701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12368277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4407461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3513496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6186A4A3-4A24-C260-2202-37B21A117F2D}"/>
                  </a:ext>
                </a:extLst>
              </p:cNvPr>
              <p:cNvSpPr txBox="1"/>
              <p:nvPr/>
            </p:nvSpPr>
            <p:spPr>
              <a:xfrm>
                <a:off x="868345" y="1055077"/>
                <a:ext cx="809785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Binary search find the element &lt; 7 </a:t>
                </a:r>
              </a:p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Binary search find the element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7+2</a:t>
                </a:r>
              </a:p>
            </p:txBody>
          </p:sp>
        </mc:Choice>
        <mc:Fallback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6186A4A3-4A24-C260-2202-37B21A117F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345" y="1055077"/>
                <a:ext cx="8097851" cy="646331"/>
              </a:xfrm>
              <a:prstGeom prst="rect">
                <a:avLst/>
              </a:prstGeom>
              <a:blipFill>
                <a:blip r:embed="rId3"/>
                <a:stretch>
                  <a:fillRect l="-602" t="-4717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78756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A29D645-D2B5-F0CA-4A43-649593684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9484"/>
            <a:ext cx="10515600" cy="36512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 2 &lt;7,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,2,14,14,6,8,11,17,15,14,13&gt;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AB56CC-8A2A-E966-0665-55E53DF64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31</a:t>
            </a:fld>
            <a:endParaRPr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C5DA27F7-45F1-2B8E-6E15-19FCEA7E27D1}"/>
              </a:ext>
            </a:extLst>
          </p:cNvPr>
          <p:cNvSpPr txBox="1"/>
          <p:nvPr/>
        </p:nvSpPr>
        <p:spPr>
          <a:xfrm>
            <a:off x="868345" y="2130250"/>
            <a:ext cx="11187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array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5599671-B8AA-CF7C-4678-AF64BD3033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7647829"/>
              </p:ext>
            </p:extLst>
          </p:nvPr>
        </p:nvGraphicFramePr>
        <p:xfrm>
          <a:off x="868345" y="2742431"/>
          <a:ext cx="8128002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06168880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11963520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3837208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6393149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1161354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163961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349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940059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5AA18E4F-2C2B-CFFB-6547-51688C297C80}"/>
              </a:ext>
            </a:extLst>
          </p:cNvPr>
          <p:cNvSpPr txBox="1"/>
          <p:nvPr/>
        </p:nvSpPr>
        <p:spPr>
          <a:xfrm>
            <a:off x="838200" y="4428789"/>
            <a:ext cx="11187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array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AF54831B-AD47-3732-3827-6377560C66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4349692"/>
              </p:ext>
            </p:extLst>
          </p:nvPr>
        </p:nvGraphicFramePr>
        <p:xfrm>
          <a:off x="838200" y="5191486"/>
          <a:ext cx="8127996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417669526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5819565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5364697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5029604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1151776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58057843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5092568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56547428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93216854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8816701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12368277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4407461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3513496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794D84DF-97CF-92FD-0B7F-7E3A6599E5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8545535"/>
              </p:ext>
            </p:extLst>
          </p:nvPr>
        </p:nvGraphicFramePr>
        <p:xfrm>
          <a:off x="838200" y="5562326"/>
          <a:ext cx="8127996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417669526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5819565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5364697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5029604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1151776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58057843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5092568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56547428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93216854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8816701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12368277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4407461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3513496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652BEAC-D230-6F67-0118-97A7B2E490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0849062"/>
              </p:ext>
            </p:extLst>
          </p:nvPr>
        </p:nvGraphicFramePr>
        <p:xfrm>
          <a:off x="868345" y="3438181"/>
          <a:ext cx="8128002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06168880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11963520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3837208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6393149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1161354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163961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349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15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940059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407C30AB-BE07-E51A-80EE-5E78417EEC4B}"/>
                  </a:ext>
                </a:extLst>
              </p:cNvPr>
              <p:cNvSpPr txBox="1"/>
              <p:nvPr/>
            </p:nvSpPr>
            <p:spPr>
              <a:xfrm>
                <a:off x="868345" y="1055077"/>
                <a:ext cx="809785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Binary search find the element &lt; 15 </a:t>
                </a:r>
              </a:p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Binary search find the element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15+2</a:t>
                </a:r>
              </a:p>
            </p:txBody>
          </p:sp>
        </mc:Choice>
        <mc:Fallback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407C30AB-BE07-E51A-80EE-5E78417EEC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345" y="1055077"/>
                <a:ext cx="8097851" cy="646331"/>
              </a:xfrm>
              <a:prstGeom prst="rect">
                <a:avLst/>
              </a:prstGeom>
              <a:blipFill>
                <a:blip r:embed="rId3"/>
                <a:stretch>
                  <a:fillRect l="-602" t="-4717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86112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A29D645-D2B5-F0CA-4A43-649593684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9484"/>
            <a:ext cx="10515600" cy="36512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 3 &lt;7,</a:t>
            </a:r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,14,14,6,8,11,17,15,14,13&gt;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AB56CC-8A2A-E966-0665-55E53DF64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32</a:t>
            </a:fld>
            <a:endParaRPr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C5DA27F7-45F1-2B8E-6E15-19FCEA7E27D1}"/>
              </a:ext>
            </a:extLst>
          </p:cNvPr>
          <p:cNvSpPr txBox="1"/>
          <p:nvPr/>
        </p:nvSpPr>
        <p:spPr>
          <a:xfrm>
            <a:off x="868345" y="2150347"/>
            <a:ext cx="11187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array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5599671-B8AA-CF7C-4678-AF64BD3033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0598268"/>
              </p:ext>
            </p:extLst>
          </p:nvPr>
        </p:nvGraphicFramePr>
        <p:xfrm>
          <a:off x="868345" y="2762528"/>
          <a:ext cx="8128002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06168880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11963520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3837208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6393149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1161354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163961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349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940059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5AA18E4F-2C2B-CFFB-6547-51688C297C80}"/>
              </a:ext>
            </a:extLst>
          </p:cNvPr>
          <p:cNvSpPr txBox="1"/>
          <p:nvPr/>
        </p:nvSpPr>
        <p:spPr>
          <a:xfrm>
            <a:off x="838200" y="4448886"/>
            <a:ext cx="11187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array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AF54831B-AD47-3732-3827-6377560C66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716405"/>
              </p:ext>
            </p:extLst>
          </p:nvPr>
        </p:nvGraphicFramePr>
        <p:xfrm>
          <a:off x="838200" y="5211583"/>
          <a:ext cx="8127996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417669526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5819565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5364697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5029604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1151776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58057843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5092568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56547428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93216854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8816701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12368277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4407461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3513496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794D84DF-97CF-92FD-0B7F-7E3A6599E5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9809574"/>
              </p:ext>
            </p:extLst>
          </p:nvPr>
        </p:nvGraphicFramePr>
        <p:xfrm>
          <a:off x="838200" y="5582423"/>
          <a:ext cx="8127996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417669526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5819565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5364697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5029604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1151776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58057843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5092568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56547428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93216854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8816701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12368277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4407461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3513496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652BEAC-D230-6F67-0118-97A7B2E490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7227606"/>
              </p:ext>
            </p:extLst>
          </p:nvPr>
        </p:nvGraphicFramePr>
        <p:xfrm>
          <a:off x="868345" y="3458278"/>
          <a:ext cx="8128002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06168880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11963520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3837208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6393149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1161354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163961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4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5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6</a:t>
                      </a:r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349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2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15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94005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A53040AD-6022-B476-04BF-BB68F1848157}"/>
                  </a:ext>
                </a:extLst>
              </p:cNvPr>
              <p:cNvSpPr txBox="1"/>
              <p:nvPr/>
            </p:nvSpPr>
            <p:spPr>
              <a:xfrm>
                <a:off x="868345" y="1055077"/>
                <a:ext cx="809785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Binary search find the element &lt; 2 </a:t>
                </a:r>
              </a:p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Binary search find the element 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TW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 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2+2</a:t>
                </a: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A53040AD-6022-B476-04BF-BB68F18481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345" y="1055077"/>
                <a:ext cx="8097851" cy="646331"/>
              </a:xfrm>
              <a:prstGeom prst="rect">
                <a:avLst/>
              </a:prstGeom>
              <a:blipFill>
                <a:blip r:embed="rId3"/>
                <a:stretch>
                  <a:fillRect l="-602" t="-4717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21592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A29D645-D2B5-F0CA-4A43-649593684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9484"/>
            <a:ext cx="10515600" cy="36512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 4 &lt;7,</a:t>
            </a:r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,2,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,14,6,8,11,17,15,14,13&gt;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AB56CC-8A2A-E966-0665-55E53DF64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33</a:t>
            </a:fld>
            <a:endParaRPr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C5DA27F7-45F1-2B8E-6E15-19FCEA7E27D1}"/>
              </a:ext>
            </a:extLst>
          </p:cNvPr>
          <p:cNvSpPr txBox="1"/>
          <p:nvPr/>
        </p:nvSpPr>
        <p:spPr>
          <a:xfrm>
            <a:off x="868345" y="2150347"/>
            <a:ext cx="11187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array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5599671-B8AA-CF7C-4678-AF64BD3033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2491934"/>
              </p:ext>
            </p:extLst>
          </p:nvPr>
        </p:nvGraphicFramePr>
        <p:xfrm>
          <a:off x="868345" y="2762528"/>
          <a:ext cx="8128002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06168880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11963520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3837208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6393149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1161354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163961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349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15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940059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5AA18E4F-2C2B-CFFB-6547-51688C297C80}"/>
              </a:ext>
            </a:extLst>
          </p:cNvPr>
          <p:cNvSpPr txBox="1"/>
          <p:nvPr/>
        </p:nvSpPr>
        <p:spPr>
          <a:xfrm>
            <a:off x="838200" y="4448886"/>
            <a:ext cx="11187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array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AF54831B-AD47-3732-3827-6377560C66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7707674"/>
              </p:ext>
            </p:extLst>
          </p:nvPr>
        </p:nvGraphicFramePr>
        <p:xfrm>
          <a:off x="838200" y="5211583"/>
          <a:ext cx="8127996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417669526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5819565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5364697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5029604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1151776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58057843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5092568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56547428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93216854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8816701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12368277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4407461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3513496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794D84DF-97CF-92FD-0B7F-7E3A6599E5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7555800"/>
              </p:ext>
            </p:extLst>
          </p:nvPr>
        </p:nvGraphicFramePr>
        <p:xfrm>
          <a:off x="838200" y="5582423"/>
          <a:ext cx="8127996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417669526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5819565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5364697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5029604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1151776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58057843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5092568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56547428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93216854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8816701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12368277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4407461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3513496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652BEAC-D230-6F67-0118-97A7B2E490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9605989"/>
              </p:ext>
            </p:extLst>
          </p:nvPr>
        </p:nvGraphicFramePr>
        <p:xfrm>
          <a:off x="868345" y="3458278"/>
          <a:ext cx="8128002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06168880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11963520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3837208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6393149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1161354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163961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4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5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6</a:t>
                      </a:r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349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14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15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94005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A53040AD-6022-B476-04BF-BB68F1848157}"/>
                  </a:ext>
                </a:extLst>
              </p:cNvPr>
              <p:cNvSpPr txBox="1"/>
              <p:nvPr/>
            </p:nvSpPr>
            <p:spPr>
              <a:xfrm>
                <a:off x="868345" y="1055077"/>
                <a:ext cx="809785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Binary search find the element &lt; 14 </a:t>
                </a:r>
              </a:p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Binary search find the element 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TW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 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14+2</a:t>
                </a: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A53040AD-6022-B476-04BF-BB68F18481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345" y="1055077"/>
                <a:ext cx="8097851" cy="646331"/>
              </a:xfrm>
              <a:prstGeom prst="rect">
                <a:avLst/>
              </a:prstGeom>
              <a:blipFill>
                <a:blip r:embed="rId3"/>
                <a:stretch>
                  <a:fillRect l="-602" t="-4717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25460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A29D645-D2B5-F0CA-4A43-649593684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9484"/>
            <a:ext cx="10515600" cy="36512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 5 &lt;7,</a:t>
            </a:r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,2,14,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,6,8,11,17,15,14,13&gt;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AB56CC-8A2A-E966-0665-55E53DF64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34</a:t>
            </a:fld>
            <a:endParaRPr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C5DA27F7-45F1-2B8E-6E15-19FCEA7E27D1}"/>
              </a:ext>
            </a:extLst>
          </p:cNvPr>
          <p:cNvSpPr txBox="1"/>
          <p:nvPr/>
        </p:nvSpPr>
        <p:spPr>
          <a:xfrm>
            <a:off x="868345" y="2150347"/>
            <a:ext cx="11187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array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5599671-B8AA-CF7C-4678-AF64BD3033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892090"/>
              </p:ext>
            </p:extLst>
          </p:nvPr>
        </p:nvGraphicFramePr>
        <p:xfrm>
          <a:off x="868345" y="2762528"/>
          <a:ext cx="8128002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06168880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11963520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3837208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6393149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1161354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163961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4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5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6</a:t>
                      </a:r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349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14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15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940059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5AA18E4F-2C2B-CFFB-6547-51688C297C80}"/>
              </a:ext>
            </a:extLst>
          </p:cNvPr>
          <p:cNvSpPr txBox="1"/>
          <p:nvPr/>
        </p:nvSpPr>
        <p:spPr>
          <a:xfrm>
            <a:off x="838200" y="4448886"/>
            <a:ext cx="11187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array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AF54831B-AD47-3732-3827-6377560C66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8475348"/>
              </p:ext>
            </p:extLst>
          </p:nvPr>
        </p:nvGraphicFramePr>
        <p:xfrm>
          <a:off x="838200" y="5211583"/>
          <a:ext cx="8127996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417669526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5819565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5364697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5029604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1151776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58057843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5092568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56547428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93216854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8816701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12368277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4407461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3513496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794D84DF-97CF-92FD-0B7F-7E3A6599E5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7902998"/>
              </p:ext>
            </p:extLst>
          </p:nvPr>
        </p:nvGraphicFramePr>
        <p:xfrm>
          <a:off x="838200" y="5582423"/>
          <a:ext cx="8127996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417669526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5819565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5364697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5029604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1151776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58057843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5092568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56547428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93216854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8816701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12368277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4407461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3513496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652BEAC-D230-6F67-0118-97A7B2E490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8208406"/>
              </p:ext>
            </p:extLst>
          </p:nvPr>
        </p:nvGraphicFramePr>
        <p:xfrm>
          <a:off x="868345" y="3458278"/>
          <a:ext cx="8128002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06168880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11963520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3837208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6393149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1161354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163961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4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5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6</a:t>
                      </a:r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349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14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14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15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94005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A53040AD-6022-B476-04BF-BB68F1848157}"/>
                  </a:ext>
                </a:extLst>
              </p:cNvPr>
              <p:cNvSpPr txBox="1"/>
              <p:nvPr/>
            </p:nvSpPr>
            <p:spPr>
              <a:xfrm>
                <a:off x="868345" y="1055077"/>
                <a:ext cx="809785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Binary search find the element &lt; 14 </a:t>
                </a:r>
              </a:p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Binary search find the element 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TW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 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14+2</a:t>
                </a: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A53040AD-6022-B476-04BF-BB68F18481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345" y="1055077"/>
                <a:ext cx="8097851" cy="646331"/>
              </a:xfrm>
              <a:prstGeom prst="rect">
                <a:avLst/>
              </a:prstGeom>
              <a:blipFill>
                <a:blip r:embed="rId3"/>
                <a:stretch>
                  <a:fillRect l="-602" t="-4717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81810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A29D645-D2B5-F0CA-4A43-649593684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9484"/>
            <a:ext cx="10515600" cy="36512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 6 &lt;7,</a:t>
            </a:r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,2,14,14,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,8,11,17,15,14,13&gt;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AB56CC-8A2A-E966-0665-55E53DF64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35</a:t>
            </a:fld>
            <a:endParaRPr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C5DA27F7-45F1-2B8E-6E15-19FCEA7E27D1}"/>
              </a:ext>
            </a:extLst>
          </p:cNvPr>
          <p:cNvSpPr txBox="1"/>
          <p:nvPr/>
        </p:nvSpPr>
        <p:spPr>
          <a:xfrm>
            <a:off x="868345" y="2150347"/>
            <a:ext cx="11187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array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5599671-B8AA-CF7C-4678-AF64BD3033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6423486"/>
              </p:ext>
            </p:extLst>
          </p:nvPr>
        </p:nvGraphicFramePr>
        <p:xfrm>
          <a:off x="868345" y="2762528"/>
          <a:ext cx="8128002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06168880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11963520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3837208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6393149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1161354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163961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4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5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6</a:t>
                      </a:r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349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rgbClr val="FF0000"/>
                          </a:solidFill>
                        </a:rPr>
                        <a:t>14</a:t>
                      </a:r>
                      <a:endParaRPr lang="zh-TW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14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15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940059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5AA18E4F-2C2B-CFFB-6547-51688C297C80}"/>
              </a:ext>
            </a:extLst>
          </p:cNvPr>
          <p:cNvSpPr txBox="1"/>
          <p:nvPr/>
        </p:nvSpPr>
        <p:spPr>
          <a:xfrm>
            <a:off x="838200" y="4448886"/>
            <a:ext cx="11187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array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AF54831B-AD47-3732-3827-6377560C66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4324012"/>
              </p:ext>
            </p:extLst>
          </p:nvPr>
        </p:nvGraphicFramePr>
        <p:xfrm>
          <a:off x="838200" y="5211583"/>
          <a:ext cx="8127996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417669526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5819565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5364697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5029604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1151776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58057843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5092568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56547428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93216854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8816701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12368277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4407461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3513496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794D84DF-97CF-92FD-0B7F-7E3A6599E5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7056768"/>
              </p:ext>
            </p:extLst>
          </p:nvPr>
        </p:nvGraphicFramePr>
        <p:xfrm>
          <a:off x="838200" y="5582423"/>
          <a:ext cx="8127996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417669526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5819565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5364697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5029604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1151776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58057843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5092568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56547428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93216854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8816701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12368277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4407461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3513496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652BEAC-D230-6F67-0118-97A7B2E490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5016649"/>
              </p:ext>
            </p:extLst>
          </p:nvPr>
        </p:nvGraphicFramePr>
        <p:xfrm>
          <a:off x="868345" y="3458278"/>
          <a:ext cx="8128002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06168880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11963520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3837208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6393149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1161354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163961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4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5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6</a:t>
                      </a:r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349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6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14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15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94005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A53040AD-6022-B476-04BF-BB68F1848157}"/>
                  </a:ext>
                </a:extLst>
              </p:cNvPr>
              <p:cNvSpPr txBox="1"/>
              <p:nvPr/>
            </p:nvSpPr>
            <p:spPr>
              <a:xfrm>
                <a:off x="868345" y="1055077"/>
                <a:ext cx="809785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Binary search find the element &lt; 6 </a:t>
                </a:r>
              </a:p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Binary search find the element 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TW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 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6+2</a:t>
                </a: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A53040AD-6022-B476-04BF-BB68F18481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345" y="1055077"/>
                <a:ext cx="8097851" cy="646331"/>
              </a:xfrm>
              <a:prstGeom prst="rect">
                <a:avLst/>
              </a:prstGeom>
              <a:blipFill>
                <a:blip r:embed="rId3"/>
                <a:stretch>
                  <a:fillRect l="-602" t="-4717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61153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A29D645-D2B5-F0CA-4A43-649593684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9484"/>
            <a:ext cx="10515600" cy="36512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 7 &lt;7,</a:t>
            </a:r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,2,14,14,6,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,11,17,15,14,13&gt;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AB56CC-8A2A-E966-0665-55E53DF64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36</a:t>
            </a:fld>
            <a:endParaRPr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C5DA27F7-45F1-2B8E-6E15-19FCEA7E27D1}"/>
              </a:ext>
            </a:extLst>
          </p:cNvPr>
          <p:cNvSpPr txBox="1"/>
          <p:nvPr/>
        </p:nvSpPr>
        <p:spPr>
          <a:xfrm>
            <a:off x="868345" y="2150347"/>
            <a:ext cx="11187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array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5599671-B8AA-CF7C-4678-AF64BD3033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6872282"/>
              </p:ext>
            </p:extLst>
          </p:nvPr>
        </p:nvGraphicFramePr>
        <p:xfrm>
          <a:off x="868345" y="2762528"/>
          <a:ext cx="8128002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06168880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11963520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3837208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6393149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1161354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163961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4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5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6</a:t>
                      </a:r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349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6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rgbClr val="FF0000"/>
                          </a:solidFill>
                        </a:rPr>
                        <a:t>14</a:t>
                      </a:r>
                      <a:endParaRPr lang="zh-TW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15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940059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5AA18E4F-2C2B-CFFB-6547-51688C297C80}"/>
              </a:ext>
            </a:extLst>
          </p:cNvPr>
          <p:cNvSpPr txBox="1"/>
          <p:nvPr/>
        </p:nvSpPr>
        <p:spPr>
          <a:xfrm>
            <a:off x="838200" y="4448886"/>
            <a:ext cx="11187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array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AF54831B-AD47-3732-3827-6377560C66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1288530"/>
              </p:ext>
            </p:extLst>
          </p:nvPr>
        </p:nvGraphicFramePr>
        <p:xfrm>
          <a:off x="838200" y="5211583"/>
          <a:ext cx="8127996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417669526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5819565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5364697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5029604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1151776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58057843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5092568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56547428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93216854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8816701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12368277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4407461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3513496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794D84DF-97CF-92FD-0B7F-7E3A6599E5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5068801"/>
              </p:ext>
            </p:extLst>
          </p:nvPr>
        </p:nvGraphicFramePr>
        <p:xfrm>
          <a:off x="838200" y="5582423"/>
          <a:ext cx="8127996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417669526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5819565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5364697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5029604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1151776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58057843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5092568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56547428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93216854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8816701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12368277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4407461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6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3513496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652BEAC-D230-6F67-0118-97A7B2E490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9272154"/>
              </p:ext>
            </p:extLst>
          </p:nvPr>
        </p:nvGraphicFramePr>
        <p:xfrm>
          <a:off x="868345" y="3458278"/>
          <a:ext cx="8128002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06168880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11963520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3837208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6393149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1161354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163961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4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5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6</a:t>
                      </a:r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349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6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8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15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94005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A53040AD-6022-B476-04BF-BB68F1848157}"/>
                  </a:ext>
                </a:extLst>
              </p:cNvPr>
              <p:cNvSpPr txBox="1"/>
              <p:nvPr/>
            </p:nvSpPr>
            <p:spPr>
              <a:xfrm>
                <a:off x="868345" y="1055077"/>
                <a:ext cx="809785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Binary search find the element &lt; 8 </a:t>
                </a:r>
              </a:p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Binary search find the element 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TW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 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8+2</a:t>
                </a: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A53040AD-6022-B476-04BF-BB68F18481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345" y="1055077"/>
                <a:ext cx="8097851" cy="646331"/>
              </a:xfrm>
              <a:prstGeom prst="rect">
                <a:avLst/>
              </a:prstGeom>
              <a:blipFill>
                <a:blip r:embed="rId3"/>
                <a:stretch>
                  <a:fillRect l="-602" t="-4717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38534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A29D645-D2B5-F0CA-4A43-649593684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9484"/>
            <a:ext cx="10515600" cy="36512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 8 &lt;7,</a:t>
            </a:r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,2,14,14,6,8,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,17,15,14,13&gt;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AB56CC-8A2A-E966-0665-55E53DF64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37</a:t>
            </a:fld>
            <a:endParaRPr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C5DA27F7-45F1-2B8E-6E15-19FCEA7E27D1}"/>
              </a:ext>
            </a:extLst>
          </p:cNvPr>
          <p:cNvSpPr txBox="1"/>
          <p:nvPr/>
        </p:nvSpPr>
        <p:spPr>
          <a:xfrm>
            <a:off x="868345" y="2150347"/>
            <a:ext cx="11187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array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5599671-B8AA-CF7C-4678-AF64BD3033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1791484"/>
              </p:ext>
            </p:extLst>
          </p:nvPr>
        </p:nvGraphicFramePr>
        <p:xfrm>
          <a:off x="868345" y="2762528"/>
          <a:ext cx="8128002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06168880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11963520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3837208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6393149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1161354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163961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4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5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6</a:t>
                      </a:r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349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6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8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rgbClr val="FF0000"/>
                          </a:solidFill>
                        </a:rPr>
                        <a:t>15</a:t>
                      </a:r>
                      <a:endParaRPr lang="zh-TW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940059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5AA18E4F-2C2B-CFFB-6547-51688C297C80}"/>
              </a:ext>
            </a:extLst>
          </p:cNvPr>
          <p:cNvSpPr txBox="1"/>
          <p:nvPr/>
        </p:nvSpPr>
        <p:spPr>
          <a:xfrm>
            <a:off x="838200" y="4448886"/>
            <a:ext cx="11187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array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AF54831B-AD47-3732-3827-6377560C66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2731068"/>
              </p:ext>
            </p:extLst>
          </p:nvPr>
        </p:nvGraphicFramePr>
        <p:xfrm>
          <a:off x="838200" y="5211583"/>
          <a:ext cx="8127996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417669526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5819565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5364697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5029604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1151776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58057843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5092568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56547428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93216854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8816701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12368277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4407461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6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3513496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794D84DF-97CF-92FD-0B7F-7E3A6599E5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5763409"/>
              </p:ext>
            </p:extLst>
          </p:nvPr>
        </p:nvGraphicFramePr>
        <p:xfrm>
          <a:off x="838200" y="5582423"/>
          <a:ext cx="8127996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417669526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5819565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5364697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5029604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1151776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58057843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5092568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56547428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93216854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8816701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12368277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4407461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6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7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3513496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652BEAC-D230-6F67-0118-97A7B2E490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8355756"/>
              </p:ext>
            </p:extLst>
          </p:nvPr>
        </p:nvGraphicFramePr>
        <p:xfrm>
          <a:off x="868345" y="3458278"/>
          <a:ext cx="8128002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06168880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11963520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3837208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6393149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1161354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163961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4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5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6</a:t>
                      </a:r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349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6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8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11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94005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A53040AD-6022-B476-04BF-BB68F1848157}"/>
                  </a:ext>
                </a:extLst>
              </p:cNvPr>
              <p:cNvSpPr txBox="1"/>
              <p:nvPr/>
            </p:nvSpPr>
            <p:spPr>
              <a:xfrm>
                <a:off x="868345" y="1055077"/>
                <a:ext cx="809785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Binary search find the element &lt; 11 </a:t>
                </a:r>
              </a:p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Binary search find the element 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TW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 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1+2</a:t>
                </a: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A53040AD-6022-B476-04BF-BB68F18481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345" y="1055077"/>
                <a:ext cx="8097851" cy="646331"/>
              </a:xfrm>
              <a:prstGeom prst="rect">
                <a:avLst/>
              </a:prstGeom>
              <a:blipFill>
                <a:blip r:embed="rId3"/>
                <a:stretch>
                  <a:fillRect l="-602" t="-4717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08231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A29D645-D2B5-F0CA-4A43-649593684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9484"/>
            <a:ext cx="10515600" cy="36512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 9 &lt;7,</a:t>
            </a:r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,2,14,14,6,8,11,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,15,14,13&gt;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AB56CC-8A2A-E966-0665-55E53DF64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38</a:t>
            </a:fld>
            <a:endParaRPr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C5DA27F7-45F1-2B8E-6E15-19FCEA7E27D1}"/>
              </a:ext>
            </a:extLst>
          </p:cNvPr>
          <p:cNvSpPr txBox="1"/>
          <p:nvPr/>
        </p:nvSpPr>
        <p:spPr>
          <a:xfrm>
            <a:off x="868345" y="2150347"/>
            <a:ext cx="11187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array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5599671-B8AA-CF7C-4678-AF64BD3033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3778212"/>
              </p:ext>
            </p:extLst>
          </p:nvPr>
        </p:nvGraphicFramePr>
        <p:xfrm>
          <a:off x="868345" y="2762528"/>
          <a:ext cx="8128002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06168880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11963520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3837208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6393149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1161354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163961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4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5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6</a:t>
                      </a:r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349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6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8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940059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5AA18E4F-2C2B-CFFB-6547-51688C297C80}"/>
              </a:ext>
            </a:extLst>
          </p:cNvPr>
          <p:cNvSpPr txBox="1"/>
          <p:nvPr/>
        </p:nvSpPr>
        <p:spPr>
          <a:xfrm>
            <a:off x="838200" y="4448886"/>
            <a:ext cx="11187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array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AF54831B-AD47-3732-3827-6377560C66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690241"/>
              </p:ext>
            </p:extLst>
          </p:nvPr>
        </p:nvGraphicFramePr>
        <p:xfrm>
          <a:off x="838200" y="5211583"/>
          <a:ext cx="8127996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417669526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5819565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5364697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5029604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1151776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58057843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5092568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56547428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93216854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8816701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12368277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4407461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6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7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3513496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794D84DF-97CF-92FD-0B7F-7E3A6599E5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7155544"/>
              </p:ext>
            </p:extLst>
          </p:nvPr>
        </p:nvGraphicFramePr>
        <p:xfrm>
          <a:off x="838200" y="5582423"/>
          <a:ext cx="8127996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417669526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5819565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5364697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5029604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1151776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58057843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5092568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56547428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93216854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8816701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12368277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4407461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6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7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8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3513496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652BEAC-D230-6F67-0118-97A7B2E490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086736"/>
              </p:ext>
            </p:extLst>
          </p:nvPr>
        </p:nvGraphicFramePr>
        <p:xfrm>
          <a:off x="868345" y="3458278"/>
          <a:ext cx="8128002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06168880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11963520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3837208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6393149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1161354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163961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4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5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6</a:t>
                      </a:r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349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6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8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17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94005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A53040AD-6022-B476-04BF-BB68F1848157}"/>
                  </a:ext>
                </a:extLst>
              </p:cNvPr>
              <p:cNvSpPr txBox="1"/>
              <p:nvPr/>
            </p:nvSpPr>
            <p:spPr>
              <a:xfrm>
                <a:off x="868345" y="1055077"/>
                <a:ext cx="809785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Binary search find the element &lt; 17</a:t>
                </a:r>
              </a:p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Binary search find the element 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TW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 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7+2</a:t>
                </a: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A53040AD-6022-B476-04BF-BB68F18481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345" y="1055077"/>
                <a:ext cx="8097851" cy="646331"/>
              </a:xfrm>
              <a:prstGeom prst="rect">
                <a:avLst/>
              </a:prstGeom>
              <a:blipFill>
                <a:blip r:embed="rId3"/>
                <a:stretch>
                  <a:fillRect l="-602" t="-4717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24898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A29D645-D2B5-F0CA-4A43-649593684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9484"/>
            <a:ext cx="10515600" cy="36512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 10 &lt;7,</a:t>
            </a:r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,2,14,14,6,8,11,17,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,14,13&gt;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AB56CC-8A2A-E966-0665-55E53DF64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39</a:t>
            </a:fld>
            <a:endParaRPr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C5DA27F7-45F1-2B8E-6E15-19FCEA7E27D1}"/>
              </a:ext>
            </a:extLst>
          </p:cNvPr>
          <p:cNvSpPr txBox="1"/>
          <p:nvPr/>
        </p:nvSpPr>
        <p:spPr>
          <a:xfrm>
            <a:off x="868345" y="2150347"/>
            <a:ext cx="11187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array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5599671-B8AA-CF7C-4678-AF64BD3033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6672909"/>
              </p:ext>
            </p:extLst>
          </p:nvPr>
        </p:nvGraphicFramePr>
        <p:xfrm>
          <a:off x="868345" y="2762528"/>
          <a:ext cx="8128002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06168880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11963520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3837208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6393149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1161354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163961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4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5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6</a:t>
                      </a:r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349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6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8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rgbClr val="FF0000"/>
                          </a:solidFill>
                        </a:rPr>
                        <a:t>17</a:t>
                      </a:r>
                      <a:endParaRPr lang="zh-TW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940059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5AA18E4F-2C2B-CFFB-6547-51688C297C80}"/>
              </a:ext>
            </a:extLst>
          </p:cNvPr>
          <p:cNvSpPr txBox="1"/>
          <p:nvPr/>
        </p:nvSpPr>
        <p:spPr>
          <a:xfrm>
            <a:off x="838200" y="4448886"/>
            <a:ext cx="11187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array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AF54831B-AD47-3732-3827-6377560C66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44931"/>
              </p:ext>
            </p:extLst>
          </p:nvPr>
        </p:nvGraphicFramePr>
        <p:xfrm>
          <a:off x="838200" y="5211583"/>
          <a:ext cx="8127996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417669526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5819565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5364697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5029604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1151776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58057843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5092568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56547428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93216854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8816701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12368277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4407461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6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7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8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3513496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794D84DF-97CF-92FD-0B7F-7E3A6599E5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0065740"/>
              </p:ext>
            </p:extLst>
          </p:nvPr>
        </p:nvGraphicFramePr>
        <p:xfrm>
          <a:off x="838200" y="5582423"/>
          <a:ext cx="8127996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417669526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5819565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5364697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5029604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1151776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58057843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5092568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56547428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93216854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8816701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12368277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4407461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6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7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8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8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3513496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652BEAC-D230-6F67-0118-97A7B2E490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2304505"/>
              </p:ext>
            </p:extLst>
          </p:nvPr>
        </p:nvGraphicFramePr>
        <p:xfrm>
          <a:off x="868345" y="3458278"/>
          <a:ext cx="8128002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06168880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11963520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3837208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6393149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1161354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163961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4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5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6</a:t>
                      </a:r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349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6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8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15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94005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A53040AD-6022-B476-04BF-BB68F1848157}"/>
                  </a:ext>
                </a:extLst>
              </p:cNvPr>
              <p:cNvSpPr txBox="1"/>
              <p:nvPr/>
            </p:nvSpPr>
            <p:spPr>
              <a:xfrm>
                <a:off x="868345" y="1055077"/>
                <a:ext cx="809785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Binary search find the element &lt; 15</a:t>
                </a:r>
              </a:p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Binary search find the element 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TW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 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5+2</a:t>
                </a: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A53040AD-6022-B476-04BF-BB68F18481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345" y="1055077"/>
                <a:ext cx="8097851" cy="646331"/>
              </a:xfrm>
              <a:prstGeom prst="rect">
                <a:avLst/>
              </a:prstGeom>
              <a:blipFill>
                <a:blip r:embed="rId3"/>
                <a:stretch>
                  <a:fillRect l="-602" t="-4717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03552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A29D645-D2B5-F0CA-4A43-649593684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9484"/>
            <a:ext cx="10515600" cy="36512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 11 &lt;7,</a:t>
            </a:r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,2,14,14,6,8,11,17,15,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,13&gt;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AB56CC-8A2A-E966-0665-55E53DF64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40</a:t>
            </a:fld>
            <a:endParaRPr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C5DA27F7-45F1-2B8E-6E15-19FCEA7E27D1}"/>
              </a:ext>
            </a:extLst>
          </p:cNvPr>
          <p:cNvSpPr txBox="1"/>
          <p:nvPr/>
        </p:nvSpPr>
        <p:spPr>
          <a:xfrm>
            <a:off x="868345" y="2150347"/>
            <a:ext cx="11187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array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5599671-B8AA-CF7C-4678-AF64BD3033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2907618"/>
              </p:ext>
            </p:extLst>
          </p:nvPr>
        </p:nvGraphicFramePr>
        <p:xfrm>
          <a:off x="868345" y="2762528"/>
          <a:ext cx="8128002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06168880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11963520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3837208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6393149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1161354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163961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4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5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6</a:t>
                      </a:r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349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6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8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15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940059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5AA18E4F-2C2B-CFFB-6547-51688C297C80}"/>
              </a:ext>
            </a:extLst>
          </p:cNvPr>
          <p:cNvSpPr txBox="1"/>
          <p:nvPr/>
        </p:nvSpPr>
        <p:spPr>
          <a:xfrm>
            <a:off x="838200" y="4448886"/>
            <a:ext cx="11187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array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AF54831B-AD47-3732-3827-6377560C66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4329630"/>
              </p:ext>
            </p:extLst>
          </p:nvPr>
        </p:nvGraphicFramePr>
        <p:xfrm>
          <a:off x="838200" y="5211583"/>
          <a:ext cx="8127996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417669526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5819565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5364697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5029604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1151776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58057843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5092568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56547428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93216854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8816701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12368277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4407461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6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7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8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8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3513496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794D84DF-97CF-92FD-0B7F-7E3A6599E5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8800633"/>
              </p:ext>
            </p:extLst>
          </p:nvPr>
        </p:nvGraphicFramePr>
        <p:xfrm>
          <a:off x="838200" y="5582423"/>
          <a:ext cx="8127996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417669526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5819565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5364697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5029604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1151776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58057843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5092568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56547428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93216854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8816701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12368277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4407461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6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7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8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8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8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3513496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652BEAC-D230-6F67-0118-97A7B2E490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8960419"/>
              </p:ext>
            </p:extLst>
          </p:nvPr>
        </p:nvGraphicFramePr>
        <p:xfrm>
          <a:off x="868345" y="3458278"/>
          <a:ext cx="8128002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06168880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11963520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3837208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6393149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1161354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163961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4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5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6</a:t>
                      </a:r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349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6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8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14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15</a:t>
                      </a:r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94005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A53040AD-6022-B476-04BF-BB68F1848157}"/>
                  </a:ext>
                </a:extLst>
              </p:cNvPr>
              <p:cNvSpPr txBox="1"/>
              <p:nvPr/>
            </p:nvSpPr>
            <p:spPr>
              <a:xfrm>
                <a:off x="868345" y="1055077"/>
                <a:ext cx="809785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Binary search find the element &lt; 15</a:t>
                </a:r>
              </a:p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Binary search find the element 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TW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 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5+2</a:t>
                </a: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A53040AD-6022-B476-04BF-BB68F18481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345" y="1055077"/>
                <a:ext cx="8097851" cy="646331"/>
              </a:xfrm>
              <a:prstGeom prst="rect">
                <a:avLst/>
              </a:prstGeom>
              <a:blipFill>
                <a:blip r:embed="rId3"/>
                <a:stretch>
                  <a:fillRect l="-602" t="-4717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73573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A29D645-D2B5-F0CA-4A43-649593684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9484"/>
            <a:ext cx="10515600" cy="36512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 12 &lt;7,</a:t>
            </a:r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,2,14,14,6,8,11,17,15,14,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AB56CC-8A2A-E966-0665-55E53DF64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41</a:t>
            </a:fld>
            <a:endParaRPr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C5DA27F7-45F1-2B8E-6E15-19FCEA7E27D1}"/>
              </a:ext>
            </a:extLst>
          </p:cNvPr>
          <p:cNvSpPr txBox="1"/>
          <p:nvPr/>
        </p:nvSpPr>
        <p:spPr>
          <a:xfrm>
            <a:off x="868345" y="2150347"/>
            <a:ext cx="11187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array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5599671-B8AA-CF7C-4678-AF64BD3033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3121288"/>
              </p:ext>
            </p:extLst>
          </p:nvPr>
        </p:nvGraphicFramePr>
        <p:xfrm>
          <a:off x="868345" y="2762528"/>
          <a:ext cx="8128002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06168880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11963520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3837208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6393149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1161354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163961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4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5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6</a:t>
                      </a:r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349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6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8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14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rgbClr val="FF0000"/>
                          </a:solidFill>
                        </a:rPr>
                        <a:t>15</a:t>
                      </a:r>
                      <a:endParaRPr lang="zh-TW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940059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5AA18E4F-2C2B-CFFB-6547-51688C297C80}"/>
              </a:ext>
            </a:extLst>
          </p:cNvPr>
          <p:cNvSpPr txBox="1"/>
          <p:nvPr/>
        </p:nvSpPr>
        <p:spPr>
          <a:xfrm>
            <a:off x="838200" y="4448886"/>
            <a:ext cx="11187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array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AF54831B-AD47-3732-3827-6377560C66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8777359"/>
              </p:ext>
            </p:extLst>
          </p:nvPr>
        </p:nvGraphicFramePr>
        <p:xfrm>
          <a:off x="838200" y="5211583"/>
          <a:ext cx="8127996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417669526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5819565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5364697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5029604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1151776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58057843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5092568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56547428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93216854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8816701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12368277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4407461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6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7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8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8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8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3513496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794D84DF-97CF-92FD-0B7F-7E3A6599E5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3502441"/>
              </p:ext>
            </p:extLst>
          </p:nvPr>
        </p:nvGraphicFramePr>
        <p:xfrm>
          <a:off x="838200" y="5582423"/>
          <a:ext cx="8127996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4176695267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5819565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5364697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5029604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1151776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58057843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5092568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56547428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93216854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8816701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12368277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4407461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6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7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8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8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8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8</a:t>
                      </a:r>
                      <a:endParaRPr lang="zh-TW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3513496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652BEAC-D230-6F67-0118-97A7B2E490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569714"/>
              </p:ext>
            </p:extLst>
          </p:nvPr>
        </p:nvGraphicFramePr>
        <p:xfrm>
          <a:off x="868345" y="3458278"/>
          <a:ext cx="8128002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06168880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11963520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3837208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6393149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1161354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163961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4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5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6</a:t>
                      </a:r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349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2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6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8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/>
                        <a:t>13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14</a:t>
                      </a:r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94005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A53040AD-6022-B476-04BF-BB68F1848157}"/>
                  </a:ext>
                </a:extLst>
              </p:cNvPr>
              <p:cNvSpPr txBox="1"/>
              <p:nvPr/>
            </p:nvSpPr>
            <p:spPr>
              <a:xfrm>
                <a:off x="868345" y="1055077"/>
                <a:ext cx="809785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Binary search find the element &lt; 13</a:t>
                </a:r>
              </a:p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Binary search find the element 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TW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 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3+2</a:t>
                </a: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A53040AD-6022-B476-04BF-BB68F18481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345" y="1055077"/>
                <a:ext cx="8097851" cy="646331"/>
              </a:xfrm>
              <a:prstGeom prst="rect">
                <a:avLst/>
              </a:prstGeom>
              <a:blipFill>
                <a:blip r:embed="rId3"/>
                <a:stretch>
                  <a:fillRect l="-602" t="-4717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06177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06E580-77B4-FD8C-4037-CAC038D1B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iteration</a:t>
            </a:r>
            <a:endParaRPr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294D6F12-E4A2-4A6E-D57C-00A47AA05F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98255" y="1329313"/>
            <a:ext cx="5224690" cy="4948133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C567933-D485-8DAF-602C-B8D3A4FB1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42</a:t>
            </a:fld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16689B4-9FE6-06DA-14C5-7BEB40A3E807}"/>
              </a:ext>
            </a:extLst>
          </p:cNvPr>
          <p:cNvSpPr/>
          <p:nvPr/>
        </p:nvSpPr>
        <p:spPr>
          <a:xfrm>
            <a:off x="10751736" y="3537020"/>
            <a:ext cx="471209" cy="33159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 w="28575"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6543571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3C4F7B-10E3-E570-368D-9214F33A1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of LAIS(1/5)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EE93FE-8A69-A3B4-F6FB-E2A3C624A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element :14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[14,13]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478ACA7-33C4-207C-B506-C300270F6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43</a:t>
            </a:fld>
            <a:endParaRPr lang="zh-TW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2A858FA-121C-DB24-5CB9-E7C3D1B303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3014969"/>
              </p:ext>
            </p:extLst>
          </p:nvPr>
        </p:nvGraphicFramePr>
        <p:xfrm>
          <a:off x="1089409" y="2687320"/>
          <a:ext cx="6283320" cy="74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3610">
                  <a:extLst>
                    <a:ext uri="{9D8B030D-6E8A-4147-A177-3AD203B41FA5}">
                      <a16:colId xmlns:a16="http://schemas.microsoft.com/office/drawing/2014/main" val="433192790"/>
                    </a:ext>
                  </a:extLst>
                </a:gridCol>
                <a:gridCol w="523610">
                  <a:extLst>
                    <a:ext uri="{9D8B030D-6E8A-4147-A177-3AD203B41FA5}">
                      <a16:colId xmlns:a16="http://schemas.microsoft.com/office/drawing/2014/main" val="2152496367"/>
                    </a:ext>
                  </a:extLst>
                </a:gridCol>
                <a:gridCol w="523610">
                  <a:extLst>
                    <a:ext uri="{9D8B030D-6E8A-4147-A177-3AD203B41FA5}">
                      <a16:colId xmlns:a16="http://schemas.microsoft.com/office/drawing/2014/main" val="3609650226"/>
                    </a:ext>
                  </a:extLst>
                </a:gridCol>
                <a:gridCol w="523610">
                  <a:extLst>
                    <a:ext uri="{9D8B030D-6E8A-4147-A177-3AD203B41FA5}">
                      <a16:colId xmlns:a16="http://schemas.microsoft.com/office/drawing/2014/main" val="2196323874"/>
                    </a:ext>
                  </a:extLst>
                </a:gridCol>
                <a:gridCol w="523610">
                  <a:extLst>
                    <a:ext uri="{9D8B030D-6E8A-4147-A177-3AD203B41FA5}">
                      <a16:colId xmlns:a16="http://schemas.microsoft.com/office/drawing/2014/main" val="3969115229"/>
                    </a:ext>
                  </a:extLst>
                </a:gridCol>
                <a:gridCol w="523610">
                  <a:extLst>
                    <a:ext uri="{9D8B030D-6E8A-4147-A177-3AD203B41FA5}">
                      <a16:colId xmlns:a16="http://schemas.microsoft.com/office/drawing/2014/main" val="1966601513"/>
                    </a:ext>
                  </a:extLst>
                </a:gridCol>
                <a:gridCol w="523610">
                  <a:extLst>
                    <a:ext uri="{9D8B030D-6E8A-4147-A177-3AD203B41FA5}">
                      <a16:colId xmlns:a16="http://schemas.microsoft.com/office/drawing/2014/main" val="2744418394"/>
                    </a:ext>
                  </a:extLst>
                </a:gridCol>
                <a:gridCol w="523610">
                  <a:extLst>
                    <a:ext uri="{9D8B030D-6E8A-4147-A177-3AD203B41FA5}">
                      <a16:colId xmlns:a16="http://schemas.microsoft.com/office/drawing/2014/main" val="714577661"/>
                    </a:ext>
                  </a:extLst>
                </a:gridCol>
                <a:gridCol w="523610">
                  <a:extLst>
                    <a:ext uri="{9D8B030D-6E8A-4147-A177-3AD203B41FA5}">
                      <a16:colId xmlns:a16="http://schemas.microsoft.com/office/drawing/2014/main" val="2832605927"/>
                    </a:ext>
                  </a:extLst>
                </a:gridCol>
                <a:gridCol w="523610">
                  <a:extLst>
                    <a:ext uri="{9D8B030D-6E8A-4147-A177-3AD203B41FA5}">
                      <a16:colId xmlns:a16="http://schemas.microsoft.com/office/drawing/2014/main" val="2173054911"/>
                    </a:ext>
                  </a:extLst>
                </a:gridCol>
                <a:gridCol w="523610">
                  <a:extLst>
                    <a:ext uri="{9D8B030D-6E8A-4147-A177-3AD203B41FA5}">
                      <a16:colId xmlns:a16="http://schemas.microsoft.com/office/drawing/2014/main" val="3033904666"/>
                    </a:ext>
                  </a:extLst>
                </a:gridCol>
                <a:gridCol w="523610">
                  <a:extLst>
                    <a:ext uri="{9D8B030D-6E8A-4147-A177-3AD203B41FA5}">
                      <a16:colId xmlns:a16="http://schemas.microsoft.com/office/drawing/2014/main" val="41776449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9802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14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13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554112"/>
                  </a:ext>
                </a:extLst>
              </a:tr>
            </a:tbl>
          </a:graphicData>
        </a:graphic>
      </p:graphicFrame>
      <p:pic>
        <p:nvPicPr>
          <p:cNvPr id="9" name="圖片 8">
            <a:extLst>
              <a:ext uri="{FF2B5EF4-FFF2-40B4-BE49-F238E27FC236}">
                <a16:creationId xmlns:a16="http://schemas.microsoft.com/office/drawing/2014/main" id="{993CC243-6853-CC0E-3073-788E9FE11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3310" y="2730000"/>
            <a:ext cx="4048690" cy="358190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0A202440-E22B-E462-F9DA-277E38CCBF69}"/>
              </a:ext>
            </a:extLst>
          </p:cNvPr>
          <p:cNvSpPr/>
          <p:nvPr/>
        </p:nvSpPr>
        <p:spPr>
          <a:xfrm>
            <a:off x="8038681" y="2729999"/>
            <a:ext cx="3054699" cy="141996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10334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3C4F7B-10E3-E570-368D-9214F33A1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of LAIS(2/5)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EE93FE-8A69-A3B4-F6FB-E2A3C624A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element :14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[11,14,13]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478ACA7-33C4-207C-B506-C300270F6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44</a:t>
            </a:fld>
            <a:endParaRPr lang="zh-TW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2A858FA-121C-DB24-5CB9-E7C3D1B303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100239"/>
              </p:ext>
            </p:extLst>
          </p:nvPr>
        </p:nvGraphicFramePr>
        <p:xfrm>
          <a:off x="1089408" y="2697480"/>
          <a:ext cx="7053900" cy="731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7825">
                  <a:extLst>
                    <a:ext uri="{9D8B030D-6E8A-4147-A177-3AD203B41FA5}">
                      <a16:colId xmlns:a16="http://schemas.microsoft.com/office/drawing/2014/main" val="433192790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2152496367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3609650226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2196323874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3969115229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1966601513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2744418394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714577661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2832605927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2173054911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3033904666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4177644957"/>
                    </a:ext>
                  </a:extLst>
                </a:gridCol>
              </a:tblGrid>
              <a:tr h="3495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9802322"/>
                  </a:ext>
                </a:extLst>
              </a:tr>
              <a:tr h="3495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17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15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554112"/>
                  </a:ext>
                </a:extLst>
              </a:tr>
            </a:tbl>
          </a:graphicData>
        </a:graphic>
      </p:graphicFrame>
      <p:pic>
        <p:nvPicPr>
          <p:cNvPr id="9" name="圖片 8">
            <a:extLst>
              <a:ext uri="{FF2B5EF4-FFF2-40B4-BE49-F238E27FC236}">
                <a16:creationId xmlns:a16="http://schemas.microsoft.com/office/drawing/2014/main" id="{993CC243-6853-CC0E-3073-788E9FE11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3310" y="2730000"/>
            <a:ext cx="4048690" cy="358190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0A202440-E22B-E462-F9DA-277E38CCBF69}"/>
              </a:ext>
            </a:extLst>
          </p:cNvPr>
          <p:cNvSpPr/>
          <p:nvPr/>
        </p:nvSpPr>
        <p:spPr>
          <a:xfrm>
            <a:off x="8143310" y="4357832"/>
            <a:ext cx="3054699" cy="199851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D7E71E1-C4EB-B511-58FC-74487B87DE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4416312"/>
              </p:ext>
            </p:extLst>
          </p:nvPr>
        </p:nvGraphicFramePr>
        <p:xfrm>
          <a:off x="1089409" y="3563937"/>
          <a:ext cx="7053900" cy="4036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7825">
                  <a:extLst>
                    <a:ext uri="{9D8B030D-6E8A-4147-A177-3AD203B41FA5}">
                      <a16:colId xmlns:a16="http://schemas.microsoft.com/office/drawing/2014/main" val="4176695267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658195659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453646979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2050296042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1115177612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580578430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150925685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2565474289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932168540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2881670136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2123682775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1440746116"/>
                    </a:ext>
                  </a:extLst>
                </a:gridCol>
              </a:tblGrid>
              <a:tr h="40364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6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7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8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8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8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8</a:t>
                      </a:r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3513496"/>
                  </a:ext>
                </a:extLst>
              </a:tr>
            </a:tbl>
          </a:graphicData>
        </a:graphic>
      </p:graphicFrame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D193B339-91E8-496A-EEF8-EF42BA5BDE37}"/>
              </a:ext>
            </a:extLst>
          </p:cNvPr>
          <p:cNvCxnSpPr>
            <a:cxnSpLocks/>
          </p:cNvCxnSpPr>
          <p:nvPr/>
        </p:nvCxnSpPr>
        <p:spPr>
          <a:xfrm flipH="1" flipV="1">
            <a:off x="5566787" y="2863780"/>
            <a:ext cx="1577591" cy="861449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22713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3C4F7B-10E3-E570-368D-9214F33A1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of LAIS(3/5)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EE93FE-8A69-A3B4-F6FB-E2A3C624A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element :14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[8,11,14,13]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478ACA7-33C4-207C-B506-C300270F6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45</a:t>
            </a:fld>
            <a:endParaRPr lang="zh-TW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2A858FA-121C-DB24-5CB9-E7C3D1B303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4634294"/>
              </p:ext>
            </p:extLst>
          </p:nvPr>
        </p:nvGraphicFramePr>
        <p:xfrm>
          <a:off x="1089408" y="2697480"/>
          <a:ext cx="7053900" cy="731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7825">
                  <a:extLst>
                    <a:ext uri="{9D8B030D-6E8A-4147-A177-3AD203B41FA5}">
                      <a16:colId xmlns:a16="http://schemas.microsoft.com/office/drawing/2014/main" val="433192790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2152496367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3609650226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2196323874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3969115229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1966601513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2744418394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714577661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2832605927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2173054911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3033904666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4177644957"/>
                    </a:ext>
                  </a:extLst>
                </a:gridCol>
              </a:tblGrid>
              <a:tr h="3495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9802322"/>
                  </a:ext>
                </a:extLst>
              </a:tr>
              <a:tr h="3495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554112"/>
                  </a:ext>
                </a:extLst>
              </a:tr>
            </a:tbl>
          </a:graphicData>
        </a:graphic>
      </p:graphicFrame>
      <p:pic>
        <p:nvPicPr>
          <p:cNvPr id="9" name="圖片 8">
            <a:extLst>
              <a:ext uri="{FF2B5EF4-FFF2-40B4-BE49-F238E27FC236}">
                <a16:creationId xmlns:a16="http://schemas.microsoft.com/office/drawing/2014/main" id="{993CC243-6853-CC0E-3073-788E9FE11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3310" y="2730000"/>
            <a:ext cx="4048690" cy="358190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0A202440-E22B-E462-F9DA-277E38CCBF69}"/>
              </a:ext>
            </a:extLst>
          </p:cNvPr>
          <p:cNvSpPr/>
          <p:nvPr/>
        </p:nvSpPr>
        <p:spPr>
          <a:xfrm>
            <a:off x="8143310" y="4357832"/>
            <a:ext cx="3054699" cy="199851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D7E71E1-C4EB-B511-58FC-74487B87DEA1}"/>
              </a:ext>
            </a:extLst>
          </p:cNvPr>
          <p:cNvGraphicFramePr>
            <a:graphicFrameLocks noGrp="1"/>
          </p:cNvGraphicFramePr>
          <p:nvPr/>
        </p:nvGraphicFramePr>
        <p:xfrm>
          <a:off x="1089409" y="3563937"/>
          <a:ext cx="7053900" cy="4036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7825">
                  <a:extLst>
                    <a:ext uri="{9D8B030D-6E8A-4147-A177-3AD203B41FA5}">
                      <a16:colId xmlns:a16="http://schemas.microsoft.com/office/drawing/2014/main" val="4176695267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658195659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453646979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2050296042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1115177612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580578430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150925685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2565474289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932168540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2881670136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2123682775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1440746116"/>
                    </a:ext>
                  </a:extLst>
                </a:gridCol>
              </a:tblGrid>
              <a:tr h="40364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6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7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8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8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8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8</a:t>
                      </a:r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3513496"/>
                  </a:ext>
                </a:extLst>
              </a:tr>
            </a:tbl>
          </a:graphicData>
        </a:graphic>
      </p:graphicFrame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D193B339-91E8-496A-EEF8-EF42BA5BDE37}"/>
              </a:ext>
            </a:extLst>
          </p:cNvPr>
          <p:cNvCxnSpPr>
            <a:cxnSpLocks/>
          </p:cNvCxnSpPr>
          <p:nvPr/>
        </p:nvCxnSpPr>
        <p:spPr>
          <a:xfrm flipH="1" flipV="1">
            <a:off x="4943789" y="2873829"/>
            <a:ext cx="472273" cy="834013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08002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3C4F7B-10E3-E570-368D-9214F33A1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of LAIS(4/5)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EE93FE-8A69-A3B4-F6FB-E2A3C624A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element :14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[6,8,11,14,13]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478ACA7-33C4-207C-B506-C300270F6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46</a:t>
            </a:fld>
            <a:endParaRPr lang="zh-TW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2A858FA-121C-DB24-5CB9-E7C3D1B30341}"/>
              </a:ext>
            </a:extLst>
          </p:cNvPr>
          <p:cNvGraphicFramePr>
            <a:graphicFrameLocks noGrp="1"/>
          </p:cNvGraphicFramePr>
          <p:nvPr/>
        </p:nvGraphicFramePr>
        <p:xfrm>
          <a:off x="1089408" y="2697480"/>
          <a:ext cx="7053900" cy="731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7825">
                  <a:extLst>
                    <a:ext uri="{9D8B030D-6E8A-4147-A177-3AD203B41FA5}">
                      <a16:colId xmlns:a16="http://schemas.microsoft.com/office/drawing/2014/main" val="433192790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2152496367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3609650226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2196323874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3969115229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1966601513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2744418394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714577661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2832605927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2173054911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3033904666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4177644957"/>
                    </a:ext>
                  </a:extLst>
                </a:gridCol>
              </a:tblGrid>
              <a:tr h="3495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9802322"/>
                  </a:ext>
                </a:extLst>
              </a:tr>
              <a:tr h="3495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554112"/>
                  </a:ext>
                </a:extLst>
              </a:tr>
            </a:tbl>
          </a:graphicData>
        </a:graphic>
      </p:graphicFrame>
      <p:pic>
        <p:nvPicPr>
          <p:cNvPr id="9" name="圖片 8">
            <a:extLst>
              <a:ext uri="{FF2B5EF4-FFF2-40B4-BE49-F238E27FC236}">
                <a16:creationId xmlns:a16="http://schemas.microsoft.com/office/drawing/2014/main" id="{993CC243-6853-CC0E-3073-788E9FE11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3310" y="2730000"/>
            <a:ext cx="4048690" cy="358190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0A202440-E22B-E462-F9DA-277E38CCBF69}"/>
              </a:ext>
            </a:extLst>
          </p:cNvPr>
          <p:cNvSpPr/>
          <p:nvPr/>
        </p:nvSpPr>
        <p:spPr>
          <a:xfrm>
            <a:off x="8143310" y="4357832"/>
            <a:ext cx="3054699" cy="199851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D7E71E1-C4EB-B511-58FC-74487B87DEA1}"/>
              </a:ext>
            </a:extLst>
          </p:cNvPr>
          <p:cNvGraphicFramePr>
            <a:graphicFrameLocks noGrp="1"/>
          </p:cNvGraphicFramePr>
          <p:nvPr/>
        </p:nvGraphicFramePr>
        <p:xfrm>
          <a:off x="1089409" y="3563937"/>
          <a:ext cx="7053900" cy="4036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7825">
                  <a:extLst>
                    <a:ext uri="{9D8B030D-6E8A-4147-A177-3AD203B41FA5}">
                      <a16:colId xmlns:a16="http://schemas.microsoft.com/office/drawing/2014/main" val="4176695267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658195659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453646979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2050296042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1115177612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580578430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150925685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2565474289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932168540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2881670136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2123682775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1440746116"/>
                    </a:ext>
                  </a:extLst>
                </a:gridCol>
              </a:tblGrid>
              <a:tr h="40364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6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7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8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8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8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8</a:t>
                      </a:r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3513496"/>
                  </a:ext>
                </a:extLst>
              </a:tr>
            </a:tbl>
          </a:graphicData>
        </a:graphic>
      </p:graphicFrame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D193B339-91E8-496A-EEF8-EF42BA5BDE37}"/>
              </a:ext>
            </a:extLst>
          </p:cNvPr>
          <p:cNvCxnSpPr>
            <a:cxnSpLocks/>
          </p:cNvCxnSpPr>
          <p:nvPr/>
        </p:nvCxnSpPr>
        <p:spPr>
          <a:xfrm flipH="1" flipV="1">
            <a:off x="4380221" y="2877056"/>
            <a:ext cx="412843" cy="763217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7882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3C4F7B-10E3-E570-368D-9214F33A1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of LAIS(5/5)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EE93FE-8A69-A3B4-F6FB-E2A3C624A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element :14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[2,8,11,14,13]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478ACA7-33C4-207C-B506-C300270F6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47</a:t>
            </a:fld>
            <a:endParaRPr lang="zh-TW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2A858FA-121C-DB24-5CB9-E7C3D1B303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4232272"/>
              </p:ext>
            </p:extLst>
          </p:nvPr>
        </p:nvGraphicFramePr>
        <p:xfrm>
          <a:off x="1089408" y="2697480"/>
          <a:ext cx="7053900" cy="731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7825">
                  <a:extLst>
                    <a:ext uri="{9D8B030D-6E8A-4147-A177-3AD203B41FA5}">
                      <a16:colId xmlns:a16="http://schemas.microsoft.com/office/drawing/2014/main" val="433192790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2152496367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3609650226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2196323874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3969115229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1966601513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2744418394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714577661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2832605927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2173054911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3033904666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4177644957"/>
                    </a:ext>
                  </a:extLst>
                </a:gridCol>
              </a:tblGrid>
              <a:tr h="3495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9802322"/>
                  </a:ext>
                </a:extLst>
              </a:tr>
              <a:tr h="3495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14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14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554112"/>
                  </a:ext>
                </a:extLst>
              </a:tr>
            </a:tbl>
          </a:graphicData>
        </a:graphic>
      </p:graphicFrame>
      <p:pic>
        <p:nvPicPr>
          <p:cNvPr id="9" name="圖片 8">
            <a:extLst>
              <a:ext uri="{FF2B5EF4-FFF2-40B4-BE49-F238E27FC236}">
                <a16:creationId xmlns:a16="http://schemas.microsoft.com/office/drawing/2014/main" id="{993CC243-6853-CC0E-3073-788E9FE11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3310" y="2730000"/>
            <a:ext cx="4048690" cy="358190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0A202440-E22B-E462-F9DA-277E38CCBF69}"/>
              </a:ext>
            </a:extLst>
          </p:cNvPr>
          <p:cNvSpPr/>
          <p:nvPr/>
        </p:nvSpPr>
        <p:spPr>
          <a:xfrm>
            <a:off x="8143310" y="4357832"/>
            <a:ext cx="3054699" cy="199851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D7E71E1-C4EB-B511-58FC-74487B87DEA1}"/>
              </a:ext>
            </a:extLst>
          </p:cNvPr>
          <p:cNvGraphicFramePr>
            <a:graphicFrameLocks noGrp="1"/>
          </p:cNvGraphicFramePr>
          <p:nvPr/>
        </p:nvGraphicFramePr>
        <p:xfrm>
          <a:off x="1089409" y="3563937"/>
          <a:ext cx="7053900" cy="4036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7825">
                  <a:extLst>
                    <a:ext uri="{9D8B030D-6E8A-4147-A177-3AD203B41FA5}">
                      <a16:colId xmlns:a16="http://schemas.microsoft.com/office/drawing/2014/main" val="4176695267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658195659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453646979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2050296042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1115177612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580578430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150925685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2565474289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932168540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2881670136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2123682775"/>
                    </a:ext>
                  </a:extLst>
                </a:gridCol>
                <a:gridCol w="587825">
                  <a:extLst>
                    <a:ext uri="{9D8B030D-6E8A-4147-A177-3AD203B41FA5}">
                      <a16:colId xmlns:a16="http://schemas.microsoft.com/office/drawing/2014/main" val="1440746116"/>
                    </a:ext>
                  </a:extLst>
                </a:gridCol>
              </a:tblGrid>
              <a:tr h="403649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6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7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8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8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8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/>
                        <a:t>8</a:t>
                      </a:r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3513496"/>
                  </a:ext>
                </a:extLst>
              </a:tr>
            </a:tbl>
          </a:graphicData>
        </a:graphic>
      </p:graphicFrame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D193B339-91E8-496A-EEF8-EF42BA5BDE37}"/>
              </a:ext>
            </a:extLst>
          </p:cNvPr>
          <p:cNvCxnSpPr>
            <a:cxnSpLocks/>
          </p:cNvCxnSpPr>
          <p:nvPr/>
        </p:nvCxnSpPr>
        <p:spPr>
          <a:xfrm flipH="1" flipV="1">
            <a:off x="2622620" y="2944167"/>
            <a:ext cx="1631999" cy="766902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962467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4BAD94-02CF-A7FF-C754-1E0B096E9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10AA935-7965-A899-DAFB-B77C3F0E7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 : 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search O(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and remove element in list O(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logk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(the data structure use AVL tree)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: O(</a:t>
            </a:r>
            <a:r>
              <a:rPr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F52B591-6302-807E-DA33-959524285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48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020692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1554D3-484E-CAD8-6D38-3915C1B95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2189"/>
            <a:ext cx="10515600" cy="1325563"/>
          </a:xfrm>
        </p:spPr>
        <p:txBody>
          <a:bodyPr/>
          <a:lstStyle/>
          <a:p>
            <a:pPr algn="ctr"/>
            <a:r>
              <a:rPr lang="zh-TW" altLang="en-US">
                <a:latin typeface="Times New Roman"/>
                <a:ea typeface="新細明體"/>
                <a:cs typeface="Calibri Light"/>
              </a:rPr>
              <a:t>Thanks</a:t>
            </a:r>
            <a:endParaRPr lang="zh-TW" altLang="en-US">
              <a:latin typeface="Times New Roman"/>
              <a:cs typeface="Calibri Light" panose="020F0302020204030204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D73BD2C-184A-508C-EF35-E45479D97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49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1403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11313</TotalTime>
  <Words>2133</Words>
  <Application>Microsoft Office PowerPoint</Application>
  <PresentationFormat>寬螢幕</PresentationFormat>
  <Paragraphs>1434</Paragraphs>
  <Slides>49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49</vt:i4>
      </vt:variant>
    </vt:vector>
  </HeadingPairs>
  <TitlesOfParts>
    <vt:vector size="56" baseType="lpstr">
      <vt:lpstr>新細明體</vt:lpstr>
      <vt:lpstr>Arial</vt:lpstr>
      <vt:lpstr>Calibri</vt:lpstr>
      <vt:lpstr>Calibri Light</vt:lpstr>
      <vt:lpstr>Cambria Math</vt:lpstr>
      <vt:lpstr>Times New Roman</vt:lpstr>
      <vt:lpstr>Office Theme</vt:lpstr>
      <vt:lpstr>The longest almost-increasing subsequence</vt:lpstr>
      <vt:lpstr>Abstract</vt:lpstr>
      <vt:lpstr>The longest increasing subsequence</vt:lpstr>
      <vt:lpstr>The longest almost increasing subsequence</vt:lpstr>
      <vt:lpstr>The basic algorithm</vt:lpstr>
      <vt:lpstr>Example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After iteration</vt:lpstr>
      <vt:lpstr>The improved algorithm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After iteration</vt:lpstr>
      <vt:lpstr>Output of LAIS(1/5)</vt:lpstr>
      <vt:lpstr>Output of LAIS(2/5)</vt:lpstr>
      <vt:lpstr>Output of LAIS(3/5)</vt:lpstr>
      <vt:lpstr>Output of LAIS(4/5)</vt:lpstr>
      <vt:lpstr>Output of LAIS(5/5)</vt:lpstr>
      <vt:lpstr>PowerPoint 簡報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Substring Inclusion Constraint Longest Common Subsequence Problem Can Be Solved in Quadratic Time</dc:title>
  <dc:creator>Wen Wen Liao</dc:creator>
  <cp:lastModifiedBy>M123040052</cp:lastModifiedBy>
  <cp:revision>1031</cp:revision>
  <dcterms:created xsi:type="dcterms:W3CDTF">2022-10-11T15:33:00Z</dcterms:created>
  <dcterms:modified xsi:type="dcterms:W3CDTF">2024-02-05T19:31:16Z</dcterms:modified>
</cp:coreProperties>
</file>