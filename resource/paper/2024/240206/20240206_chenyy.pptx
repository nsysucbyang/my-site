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9" r:id="rId3"/>
    <p:sldId id="260" r:id="rId4"/>
    <p:sldId id="263" r:id="rId5"/>
    <p:sldId id="264" r:id="rId6"/>
    <p:sldId id="266" r:id="rId7"/>
    <p:sldId id="268" r:id="rId8"/>
    <p:sldId id="267" r:id="rId9"/>
    <p:sldId id="270" r:id="rId10"/>
    <p:sldId id="271" r:id="rId11"/>
    <p:sldId id="274" r:id="rId12"/>
    <p:sldId id="273" r:id="rId13"/>
    <p:sldId id="275" r:id="rId14"/>
    <p:sldId id="272" r:id="rId15"/>
    <p:sldId id="276" r:id="rId16"/>
    <p:sldId id="277" r:id="rId17"/>
    <p:sldId id="278" r:id="rId18"/>
    <p:sldId id="280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B4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151" autoAdjust="0"/>
  </p:normalViewPr>
  <p:slideViewPr>
    <p:cSldViewPr snapToGrid="0">
      <p:cViewPr varScale="1">
        <p:scale>
          <a:sx n="70" d="100"/>
          <a:sy n="70" d="100"/>
        </p:scale>
        <p:origin x="113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FD21D-BF96-479C-982E-44D0F1FCD264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800E6-BF8B-4688-BB24-9F5263D571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9365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8093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8077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6C602-A7BF-658B-2780-218BCFBEE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0C49D6A-1AF0-F6AC-D288-096CE9AA8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0917B4-3913-91AD-F63F-A29A80E0C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FBFEBB-DB9F-D2B9-1426-D93811000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63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126B02-21CC-44D0-9CD5-BFC853832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A36A82-1489-4022-A7E2-28C4C908A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4BD812-B600-45AC-9A66-D776F6743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687E7D-6CC2-4166-AA9D-1F6A5631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68B100-1295-438B-90D3-487EE1A4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635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689F37-B6F9-41C9-B3DA-D0FFAE97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A44E87-5769-48EE-B953-AE7D733BE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774CBB-FFEB-482E-81EC-E1239B89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C919CD-6B68-420C-8E81-A414F691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E93167-BE22-4D5C-8B4E-88E4486A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1586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101AF9-91BA-4AE1-8483-4DDA45A0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3E8BA73-6937-488E-ADE9-BC7576759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47EF2E-E145-4BB6-A827-F4EA10CDB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15F903-5930-4990-9E5F-CF36D0EB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1A4792-8DE6-4917-B57D-045E4360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233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8C3C8-75F2-4962-85C0-B1EB75C9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4EA971-6E29-421C-89E5-9BCE2280F1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1DFC00-F58B-4359-ABA3-D7400072F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55FEE0-F523-44EC-BEA1-49DA9FC78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CE93FE8-CCFA-4879-9D19-A18AD34B6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D1AF11-CF6B-4B1F-95CC-1BAB850E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14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A8B1E0-51A1-4E7A-A18E-76B2330A6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4A0E0C-76B6-4EFE-9CD6-54CA82A4C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B60BE0-1A3A-4595-91F3-448F5678F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8CA7E51-0072-46AE-AF25-D9B0B6E97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1B12FEC-3918-4AB1-B8D5-8F579A520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CE5CF0E-FAC2-4640-AF9E-30CC1DE7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9E84CF1-438F-4047-AD85-E271F3EB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32773BD-943B-4F37-B8B1-04B98053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737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893D89-BBAD-4D92-99E2-E835483F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988F47C-1F0E-4762-9A43-B1AE4451E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41D9460-7D1D-401A-8CAB-64C0E3B1A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DD827AB-51F4-4247-B2B6-C73CFBAF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5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A9DFDE-82DF-4628-8AF2-11874100E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7F0B9EE-F903-4FD0-B4A5-40900DDB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CE498E-E1BB-4E27-943A-10A5F3E4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6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CF183-1FDA-46BD-B3C8-197DEF015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70C092-CADF-4E59-A374-8A10B8C29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4E7EA7-402C-4638-A70D-A67C9647F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4061BF-06BE-46A9-87FF-8CB66112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B8F5F-B12E-4BF9-823E-AA7A5E59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8B9242-6404-43E8-B8A2-8F4CC8B8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26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BD502F-79C1-41DE-A505-BF47D93B6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96EAB69-801D-4484-9CDB-8743A8A4D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357D14-9D30-4004-A23F-9C0F5AD15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C85B0A-17F1-4A9C-AFEA-6507B1A2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FA6154-8029-4D45-9C23-B8E70062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BC0EC0-9CE0-47BF-9656-AFA4D5489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039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580441-3DEC-46CB-A62D-1D832F4C7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3BA409-9C19-42C1-AEC3-F861A6F01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CF9005-5C9B-4DEA-9D54-9D0E0A73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FECD77-868E-4E36-96C9-516379E7C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D635AC-BF23-4F3C-94F0-350145B0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164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80E3CFB-D284-4B79-97E2-FF5ECD6A7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3EEBBB6-FCB7-4849-9F97-0998277EE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71855F-7F47-43A5-A2B7-DED70814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5656E3-AA5E-425A-B2DE-FEF93B8A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000F4D-DD71-4158-947D-29B4D1E5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531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756A63A-A313-4520-A4B9-F6025A75C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247C57-EF40-4985-81B2-6C8651643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AB606F-6505-43A3-A009-C4A37431E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BC79B-B8D8-4CA3-9AD2-35393C1E2569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D252F0-8A97-4E76-B50A-2AA65C900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2266F1-357C-4F6A-A4D5-BFCF118C1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472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36ABE-AAF8-A44E-9A2F-7BC45939F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379" y="1041400"/>
            <a:ext cx="10699242" cy="2387600"/>
          </a:xfrm>
        </p:spPr>
        <p:txBody>
          <a:bodyPr>
            <a:noAutofit/>
          </a:bodyPr>
          <a:lstStyle/>
          <a:p>
            <a:r>
              <a:rPr kumimoji="1"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Lossless Data Compression Algorithm Exploiting Positional Redundancy</a:t>
            </a:r>
            <a:endParaRPr kumimoji="1" lang="en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B5F14B-80FA-484A-93C9-1FC3F30ECA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Venkatram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Pranav. </a:t>
            </a:r>
            <a:r>
              <a:rPr lang="en-US" altLang="zh-TW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arXiv</a:t>
            </a:r>
            <a:r>
              <a:rPr lang="en-US" altLang="zh-TW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preprint arXiv:2107.13801 (2021).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0F52706B-9798-8F45-B922-E99F0F5C4CA1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-Yu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81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456"/>
            <a:ext cx="10863804" cy="510362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run length encoding algorithm for lossless data compression that exploits positional redundancy by representing data in a two-dimensional model of concentric circles is presented. This visual transform enables detection of runs (each of a different character) in which runs need not be contiguous and hence, is a generalization of run length encoding. Its advantages and drawbacks are characterized by comparing its performance with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TurboRLE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8127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B725E-D2A6-9EBD-D85C-89A6C20AC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6068A4-C197-2FC6-9D3D-04099309C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Run-Length </a:t>
            </a:r>
            <a:r>
              <a:rPr kumimoji="1" lang="en-US" altLang="zh-TW" b="1">
                <a:latin typeface="Times New Roman" panose="02020603050405020304" pitchFamily="18" charset="0"/>
                <a:cs typeface="Times New Roman" panose="02020603050405020304" pitchFamily="18" charset="0"/>
              </a:rPr>
              <a:t>Encoding (RLE)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 descr="一張含有 文字, 圖表, 行, 字型 的圖片&#10;&#10;自動產生的描述">
            <a:extLst>
              <a:ext uri="{FF2B5EF4-FFF2-40B4-BE49-F238E27FC236}">
                <a16:creationId xmlns:a16="http://schemas.microsoft.com/office/drawing/2014/main" id="{A7E98CDA-EF51-1AA7-9109-1717CA1D14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564" y="1520825"/>
            <a:ext cx="7438535" cy="5103813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06CC0A-1417-7E24-E5CF-B6E21CD8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3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4407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5167C-BB7A-4B96-6538-8051DD3AA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ABD8C4-3580-9DF8-604D-3049B696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Concentric Circles (CC) Compression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8F8556-C4B9-910B-BAC9-08E49AB9C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up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235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B332F-8E3E-E10E-7C80-1CC7B0CDE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9849F6A-9833-63C5-48EE-DF1F89641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72781"/>
            <a:ext cx="5083959" cy="500418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B2241C-38D9-3E02-7D3C-F09E7BBB7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Delimiter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EDB169-396C-BE3D-A4C7-D329CDCD5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string S: THE PHONE BLAH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261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CD744-81B9-D1F7-1A22-C2564D2AA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5C29AA1-A556-4484-FD30-C32AC2589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37336"/>
            <a:ext cx="5083958" cy="522980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A7C6387-5760-AD5B-D3AB-91F2E77A4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Up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052F18-68F3-532A-DD8D-A8175EB63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string S: THE PHONE BLAH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916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CD112-27D8-F5B7-2A85-15E5C097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6FAEB5E-BB8C-E5C9-922C-86A090B37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37336"/>
            <a:ext cx="5083958" cy="522980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1CBF12B-DFC4-7320-397D-8C79E3C49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B6F966-60C7-296D-CC6C-248DF98CC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(H,1,2)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(E,1,1)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005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D74F5-C349-0FC9-5D73-36EFD746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10D459EC-4C2F-8702-19E2-0F6A723C24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927" t="9333" r="22313" b="19167"/>
          <a:stretch/>
        </p:blipFill>
        <p:spPr>
          <a:xfrm>
            <a:off x="6267450" y="781975"/>
            <a:ext cx="4751070" cy="529404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230B7A3-64C3-80D4-4B79-3A5D1B02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Characters Delimiter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910912-D842-E18F-1676-6C620547A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34050" cy="211772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string S: THE PHONE BLAH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THEP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HONEBLA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551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3F5D6-6DEB-7697-76C3-C248E8439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4F2428-527A-C185-7041-D9E24ADB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0F5E95-2C86-C39D-18BB-679F576A7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flag prefix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Non-compressible literal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 entries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265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E4D38-543E-4242-B9F3-9FBAA9FF2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35C5DF-6AC3-4E01-A069-1A6F3DCB1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3" name="內容版面配置區 12">
            <a:extLst>
              <a:ext uri="{FF2B5EF4-FFF2-40B4-BE49-F238E27FC236}">
                <a16:creationId xmlns:a16="http://schemas.microsoft.com/office/drawing/2014/main" id="{651F1FBE-A15B-C8BA-181A-4D89C7CBE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95688" cy="4667250"/>
          </a:xfrm>
        </p:spPr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banananibbledbyamonkey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anib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bled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byamonkey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內容版面配置區 10">
            <a:extLst>
              <a:ext uri="{FF2B5EF4-FFF2-40B4-BE49-F238E27FC236}">
                <a16:creationId xmlns:a16="http://schemas.microsoft.com/office/drawing/2014/main" id="{C84DC38B-F59A-AAF9-B050-2A56F3B8A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88" y="890746"/>
            <a:ext cx="6291468" cy="583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74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79019-D85F-9DFF-5905-5D91BD934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87BA98-62CC-2044-EFDD-A42345441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flag prefix</a:t>
            </a:r>
          </a:p>
        </p:txBody>
      </p:sp>
      <p:sp>
        <p:nvSpPr>
          <p:cNvPr id="13" name="內容版面配置區 12">
            <a:extLst>
              <a:ext uri="{FF2B5EF4-FFF2-40B4-BE49-F238E27FC236}">
                <a16:creationId xmlns:a16="http://schemas.microsoft.com/office/drawing/2014/main" id="{8355B6A3-68FC-5149-BFC8-492A1EA81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95688" cy="1603375"/>
          </a:xfrm>
        </p:spPr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ananan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en-US" altLang="zh-TW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yamonkey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111111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r>
              <a:rPr lang="en-US" altLang="zh-TW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00000000</a:t>
            </a:r>
          </a:p>
          <a:p>
            <a:pPr marL="514350" indent="-514350">
              <a:buFont typeface="+mj-lt"/>
              <a:buAutoNum type="arabicParenR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內容版面配置區 10">
            <a:extLst>
              <a:ext uri="{FF2B5EF4-FFF2-40B4-BE49-F238E27FC236}">
                <a16:creationId xmlns:a16="http://schemas.microsoft.com/office/drawing/2014/main" id="{9A3E1AA6-E9AE-0A95-ABDA-14929AAB0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88" y="890746"/>
            <a:ext cx="6291468" cy="583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831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C78C-CBE2-03E7-4ADE-DFD2C6DCE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內容版面配置區 10">
            <a:extLst>
              <a:ext uri="{FF2B5EF4-FFF2-40B4-BE49-F238E27FC236}">
                <a16:creationId xmlns:a16="http://schemas.microsoft.com/office/drawing/2014/main" id="{5134CF8D-821C-9951-B75E-4D9753651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88" y="890746"/>
            <a:ext cx="6291468" cy="583009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D773884-5554-6285-E0EE-8C25117ED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Non-compressible literal</a:t>
            </a:r>
          </a:p>
        </p:txBody>
      </p:sp>
      <p:sp>
        <p:nvSpPr>
          <p:cNvPr id="13" name="內容版面配置區 12">
            <a:extLst>
              <a:ext uri="{FF2B5EF4-FFF2-40B4-BE49-F238E27FC236}">
                <a16:creationId xmlns:a16="http://schemas.microsoft.com/office/drawing/2014/main" id="{B69906FB-17CD-4C7C-CCF8-76C6CB228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95688" cy="1325563"/>
          </a:xfrm>
        </p:spPr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ananan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en-US" altLang="zh-TW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yamonkey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biledyamonkey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13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08388-7212-84F0-F957-6E07E78A7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內容版面配置區 10">
            <a:extLst>
              <a:ext uri="{FF2B5EF4-FFF2-40B4-BE49-F238E27FC236}">
                <a16:creationId xmlns:a16="http://schemas.microsoft.com/office/drawing/2014/main" id="{3B0A096E-6808-8FE2-52E7-5B0D26FB6B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55" t="6091" r="1015" b="6964"/>
          <a:stretch/>
        </p:blipFill>
        <p:spPr>
          <a:xfrm>
            <a:off x="5992765" y="1245870"/>
            <a:ext cx="5852954" cy="506896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2032FC7-2F1F-B379-183C-A6812D443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 Entries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D1177F87-39AC-3C00-C04E-582F74ABF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753" t="7076" r="6016" b="14593"/>
          <a:stretch/>
        </p:blipFill>
        <p:spPr>
          <a:xfrm>
            <a:off x="224060" y="1713706"/>
            <a:ext cx="5768705" cy="4578112"/>
          </a:xfrm>
        </p:spPr>
      </p:pic>
    </p:spTree>
    <p:extLst>
      <p:ext uri="{BB962C8B-B14F-4D97-AF65-F5344CB8AC3E}">
        <p14:creationId xmlns:p14="http://schemas.microsoft.com/office/powerpoint/2010/main" val="3950521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1A3C-FCCF-F026-2DEB-E200901F8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889EFEC-F0D5-BB00-284C-722BD4745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98" t="7468" r="7807" b="2077"/>
          <a:stretch/>
        </p:blipFill>
        <p:spPr>
          <a:xfrm>
            <a:off x="3484245" y="1360169"/>
            <a:ext cx="5223510" cy="5345556"/>
          </a:xfr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BAC7C31-2C78-E790-1136-976B05D85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Decompress</a:t>
            </a:r>
          </a:p>
        </p:txBody>
      </p:sp>
    </p:spTree>
    <p:extLst>
      <p:ext uri="{BB962C8B-B14F-4D97-AF65-F5344CB8AC3E}">
        <p14:creationId xmlns:p14="http://schemas.microsoft.com/office/powerpoint/2010/main" val="1300917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073D-18FF-B68D-F0BB-FF7CA427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8892B4-4098-848B-7CE7-BC0B86F9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Decompress Literal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CF6B74E-EC40-F9E3-F3A5-52D4A5115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5524" y="2239410"/>
            <a:ext cx="8580952" cy="3866667"/>
          </a:xfrm>
        </p:spPr>
      </p:pic>
    </p:spTree>
    <p:extLst>
      <p:ext uri="{BB962C8B-B14F-4D97-AF65-F5344CB8AC3E}">
        <p14:creationId xmlns:p14="http://schemas.microsoft.com/office/powerpoint/2010/main" val="3430042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F74AA-D76F-4705-2201-CE78CBDCC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0FF4916C-DBA9-2710-2039-16FE9DA402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50" t="13992" r="4838" b="28938"/>
          <a:stretch/>
        </p:blipFill>
        <p:spPr>
          <a:xfrm>
            <a:off x="579542" y="5303203"/>
            <a:ext cx="11201232" cy="110871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A84202E-CDCE-10D7-DB52-09B51B9D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Decompress Entries</a:t>
            </a:r>
          </a:p>
        </p:txBody>
      </p:sp>
      <p:pic>
        <p:nvPicPr>
          <p:cNvPr id="5" name="內容版面配置區 3">
            <a:extLst>
              <a:ext uri="{FF2B5EF4-FFF2-40B4-BE49-F238E27FC236}">
                <a16:creationId xmlns:a16="http://schemas.microsoft.com/office/drawing/2014/main" id="{63F33902-CA49-5586-265D-4FC57307DD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753" t="7076" r="6016" b="14593"/>
          <a:stretch/>
        </p:blipFill>
        <p:spPr>
          <a:xfrm>
            <a:off x="6416040" y="348848"/>
            <a:ext cx="5482928" cy="4351338"/>
          </a:xfrm>
        </p:spPr>
      </p:pic>
    </p:spTree>
    <p:extLst>
      <p:ext uri="{BB962C8B-B14F-4D97-AF65-F5344CB8AC3E}">
        <p14:creationId xmlns:p14="http://schemas.microsoft.com/office/powerpoint/2010/main" val="3802664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A72AD2-3B41-9F55-8BE9-C39BB4C5A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Factor of CC and </a:t>
            </a:r>
            <a:r>
              <a:rPr kumimoji="1"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TurboRLE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內容版面配置區 4">
            <a:extLst>
              <a:ext uri="{FF2B5EF4-FFF2-40B4-BE49-F238E27FC236}">
                <a16:creationId xmlns:a16="http://schemas.microsoft.com/office/drawing/2014/main" id="{1FE12709-6B6D-7C6A-857C-755B63CBFA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9369" y="1530668"/>
            <a:ext cx="8353261" cy="5126579"/>
          </a:xfrm>
        </p:spPr>
      </p:pic>
    </p:spTree>
    <p:extLst>
      <p:ext uri="{BB962C8B-B14F-4D97-AF65-F5344CB8AC3E}">
        <p14:creationId xmlns:p14="http://schemas.microsoft.com/office/powerpoint/2010/main" val="1607741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9D315-A926-52B1-C0FF-4FFEB8B8C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36EB5A-D462-E7FE-B5B8-3A06ED568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EF2466-FB92-CA15-C97B-374066811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line up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28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218</Words>
  <Application>Microsoft Office PowerPoint</Application>
  <PresentationFormat>寬螢幕</PresentationFormat>
  <Paragraphs>58</Paragraphs>
  <Slides>18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佈景主題</vt:lpstr>
      <vt:lpstr>A New Lossless Data Compression Algorithm Exploiting Positional Redundancy</vt:lpstr>
      <vt:lpstr>Abstract </vt:lpstr>
      <vt:lpstr>Run-Length Encoding (RLE) </vt:lpstr>
      <vt:lpstr>Concentric Circles (CC) Compression</vt:lpstr>
      <vt:lpstr>Space Delimiter</vt:lpstr>
      <vt:lpstr>Line Up</vt:lpstr>
      <vt:lpstr>Entry</vt:lpstr>
      <vt:lpstr>Same Characters Delimiter</vt:lpstr>
      <vt:lpstr>Output</vt:lpstr>
      <vt:lpstr>Example</vt:lpstr>
      <vt:lpstr>Bit flag prefix</vt:lpstr>
      <vt:lpstr>Non-compressible literal</vt:lpstr>
      <vt:lpstr>Compress Entries</vt:lpstr>
      <vt:lpstr>Decompress</vt:lpstr>
      <vt:lpstr>Decompress Literal</vt:lpstr>
      <vt:lpstr>Decompress Entries</vt:lpstr>
      <vt:lpstr>Compression Factor of CC and TurboRLE</vt:lpstr>
      <vt:lpstr>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陳彥宇</dc:creator>
  <cp:lastModifiedBy>鈺宸 林</cp:lastModifiedBy>
  <cp:revision>165</cp:revision>
  <dcterms:created xsi:type="dcterms:W3CDTF">2023-09-07T12:25:39Z</dcterms:created>
  <dcterms:modified xsi:type="dcterms:W3CDTF">2024-02-06T07:08:31Z</dcterms:modified>
</cp:coreProperties>
</file>