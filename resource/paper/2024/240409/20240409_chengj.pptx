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C9B140-E25E-4998-87BF-90D73C916A14}">
  <a:tblStyle styleId="{EFC9B140-E25E-4998-87BF-90D73C916A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6d67f5c1d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6d67f5c1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d79226e62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d79226e62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6d67f5c1d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6d67f5c1d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6d79226e62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6d79226e62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d79227126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d79227126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d79227126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6d79227126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如果在reach max時，右邊有"沒相交的"閉環未處理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則暫時break，先處理右邊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6d79227126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6d79227126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6d79227126_1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6d79227126_1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6d79227126_1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6d79227126_1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red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若兩個不同cycle中的同一種element都往左/右，swap goal，即merge cycle，pick-n-swap次數變少，distance不變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d79227126_1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6d79227126_1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green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pick-n-swap</a:t>
            </a:r>
            <a:r>
              <a:rPr lang="zh-TW"/>
              <a:t>次數減少，但distance變大，所以要找minimum spanning tree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d7922712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d7922712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d79226e62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d79226e62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因為在2D時，c1到c2的distance不一定=c2到c1的distance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in the asymptotic sense有最佳解，minimize distance是NP-hard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d79226e62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6d79226e62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6d7b5e17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6d7b5e17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d7b5e179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d7b5e179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d79226e6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d79226e6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Rearrangement on lattices with pick-n-swaps: Optimality structures and efficient algorithms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zh-TW" sz="2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Jingjin Yu</a:t>
            </a:r>
            <a:endParaRPr sz="21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zh-TW" sz="2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International Journal of Robotics Research, Volume 42, Issue 10, 2023</a:t>
            </a:r>
            <a:endParaRPr sz="21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Guan-Jie Chen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Apr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study a class of rearrangement problems under a novel pick-n-swap prehensile manipulation model, in which a robotic manipulator, capable of carrying an item and making item swaps, is tasked to sort items stored in lattices of variable dimensions in a time-optimal manner. We systematically analyze the intrinsic optimality structure, which is fairly rich and intriguing, under different levels of item distinguishability (fully-labeled, where each item has a unique label, or partially-labeled, where multiple items may be of the same type) and different lattice dimensions.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Focusing on the most practical setting of one and two dimensions, we develop low polynomial time cycle-following-based algorithms that optimally perform rearrangements on 1D lattices under both fully- and partially-labeled settings. On the other hand, we show that rearrangement on 2D and higher-dimensional lattices become computationally intractable to optimally solve.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Despite their NP-hardness, we prove that efficient cycle-following-based algorithms remain optimal in the asymptotic sense for 2D fully- and partially-labeled settings, in expectation, using the interesting fact that random permutations induce only a small number of cycles. We further improve these algorithms to provide 1.x-optimality when the number of items is small. Simulation studies corroborate the effectiveness of our algorithms.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Rearrangement in 1D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Fully-labeled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SWEEPCYCLESLOR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OPTPLANLOR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Partially-labeled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OPTPLANPOR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213" y="1907025"/>
            <a:ext cx="5114925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SWEEPCYCLESLOR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2625"/>
            <a:ext cx="8839200" cy="86219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3246000" y="2224825"/>
            <a:ext cx="265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cycle: 3 - 4 - 1</a:t>
            </a:r>
            <a:endParaRPr sz="24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3246000" y="3503225"/>
            <a:ext cx="265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cycle: 7 - 9 - 8 - 5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85750"/>
            <a:ext cx="3765300" cy="5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6302" y="3011744"/>
            <a:ext cx="3765301" cy="465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OPTPLANLOR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35638"/>
            <a:ext cx="8839202" cy="872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2053650" y="3007875"/>
            <a:ext cx="503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cycle1: [1, 4]</a:t>
            </a:r>
            <a:endParaRPr sz="24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cycle2: [3, 5]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386550" y="1378400"/>
            <a:ext cx="1496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進入cycle2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6" name="Google Shape;106;p19"/>
          <p:cNvGraphicFramePr/>
          <p:nvPr/>
        </p:nvGraphicFramePr>
        <p:xfrm>
          <a:off x="1997238" y="440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{EFC9B140-E25E-4998-87BF-90D73C916A14}</a:tableStyleId>
              </a:tblPr>
              <a:tblGrid>
                <a:gridCol w="519000"/>
                <a:gridCol w="519000"/>
                <a:gridCol w="519000"/>
                <a:gridCol w="519000"/>
                <a:gridCol w="519000"/>
                <a:gridCol w="519000"/>
              </a:tblGrid>
              <a:tr h="3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6AA84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rgbClr val="6AA84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4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19"/>
          <p:cNvSpPr txBox="1"/>
          <p:nvPr/>
        </p:nvSpPr>
        <p:spPr>
          <a:xfrm>
            <a:off x="5111250" y="4220100"/>
            <a:ext cx="2035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cycle1: [1, 3]</a:t>
            </a:r>
            <a:endParaRPr sz="24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cycle2: [5, 6]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SWEEPCYCLESLOR vs OPTPLANLOR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50875"/>
            <a:ext cx="8839199" cy="197919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3072000" y="12967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distance: 14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3072000" y="39300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distance: 10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OPTPLANPOR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425" y="1017725"/>
            <a:ext cx="46291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6475" y="3072550"/>
            <a:ext cx="4591050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0" y="2547200"/>
            <a:ext cx="201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step1. 初始化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OPTPLANPOR (cont.)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475" y="1017725"/>
            <a:ext cx="45910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2663" y="3034450"/>
            <a:ext cx="4638675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0" y="2547200"/>
            <a:ext cx="201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step2.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找同向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OPTPLANPOR (cont.)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650" y="1017725"/>
            <a:ext cx="46386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1713" y="3063025"/>
            <a:ext cx="460057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/>
        </p:nvSpPr>
        <p:spPr>
          <a:xfrm>
            <a:off x="7241100" y="4109125"/>
            <a:ext cx="159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MST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0" y="2547200"/>
            <a:ext cx="201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step3.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找反向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2438563" y="4612450"/>
            <a:ext cx="426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若有k種type，cycle最多k - 1個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Rearrangement in 2D and higher dimensions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Fully-labeled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Partially-labeled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Fully-labeled 2D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9" name="Google Shape;159;p25"/>
          <p:cNvSpPr txBox="1"/>
          <p:nvPr/>
        </p:nvSpPr>
        <p:spPr>
          <a:xfrm>
            <a:off x="2882400" y="4109125"/>
            <a:ext cx="337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MST →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MST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625" y="1170125"/>
            <a:ext cx="7496758" cy="27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Partially-labeled 2D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017725"/>
            <a:ext cx="2009775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143250"/>
            <a:ext cx="200977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/>
          <p:nvPr/>
        </p:nvSpPr>
        <p:spPr>
          <a:xfrm>
            <a:off x="2675475" y="1017725"/>
            <a:ext cx="6159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step1. construct bipartite graph (based on all applicable initial configurations to all goal configurations; edge: distance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start and goal)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step2. Merge cycles, keep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distance by directed MST(edge: additional distance that is incurred for the merge, due to goal swaps)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step3. repeat step2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8416"/>
            <a:ext cx="9143999" cy="294261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/>
          <p:nvPr/>
        </p:nvSpPr>
        <p:spPr>
          <a:xfrm>
            <a:off x="4040850" y="454325"/>
            <a:ext cx="10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534750" y="3951025"/>
            <a:ext cx="80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 the number of items in an instance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Result (cont.)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29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8"/>
          <p:cNvSpPr txBox="1"/>
          <p:nvPr/>
        </p:nvSpPr>
        <p:spPr>
          <a:xfrm>
            <a:off x="4040850" y="454325"/>
            <a:ext cx="10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311700" y="1353325"/>
            <a:ext cx="85206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patience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3987600" y="2357825"/>
            <a:ext cx="1168800" cy="11403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