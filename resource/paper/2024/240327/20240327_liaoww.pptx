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8" r:id="rId4"/>
    <p:sldId id="334" r:id="rId5"/>
    <p:sldId id="337" r:id="rId6"/>
    <p:sldId id="338" r:id="rId7"/>
    <p:sldId id="341" r:id="rId8"/>
    <p:sldId id="340" r:id="rId9"/>
    <p:sldId id="342" r:id="rId10"/>
    <p:sldId id="344" r:id="rId11"/>
    <p:sldId id="343" r:id="rId12"/>
    <p:sldId id="294" r:id="rId13"/>
    <p:sldId id="33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93" autoAdjust="0"/>
  </p:normalViewPr>
  <p:slideViewPr>
    <p:cSldViewPr snapToGrid="0">
      <p:cViewPr varScale="1">
        <p:scale>
          <a:sx n="65" d="100"/>
          <a:sy n="65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8EAED"/>
                </a:solidFill>
                <a:effectLst/>
                <a:latin typeface="Google Sans"/>
              </a:rPr>
              <a:t>特拉維夫市</a:t>
            </a:r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以色列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830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092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296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749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496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91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62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218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259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76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224" y="1122363"/>
            <a:ext cx="10285551" cy="2387600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Non-Overlapping Factors</a:t>
            </a:r>
            <a:b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050" y="3928587"/>
            <a:ext cx="11149897" cy="165576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 err="1">
                <a:latin typeface="Times New Roman" panose="02020603050405020304" pitchFamily="18" charset="0"/>
              </a:rPr>
              <a:t>Supaporn</a:t>
            </a:r>
            <a:r>
              <a:rPr lang="en-US" altLang="zh-TW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</a:rPr>
              <a:t>Chairungsee</a:t>
            </a:r>
            <a:r>
              <a:rPr lang="en-US" altLang="zh-TW" sz="2400" dirty="0">
                <a:latin typeface="Times New Roman" panose="02020603050405020304" pitchFamily="18" charset="0"/>
              </a:rPr>
              <a:t>; </a:t>
            </a:r>
            <a:r>
              <a:rPr lang="en-US" altLang="zh-TW" sz="2400" dirty="0" err="1">
                <a:latin typeface="Times New Roman" panose="02020603050405020304" pitchFamily="18" charset="0"/>
              </a:rPr>
              <a:t>Tida</a:t>
            </a:r>
            <a:r>
              <a:rPr lang="en-US" altLang="zh-TW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</a:rPr>
              <a:t>Butrak</a:t>
            </a:r>
            <a:r>
              <a:rPr lang="en-US" altLang="zh-TW" sz="2400" dirty="0">
                <a:latin typeface="Times New Roman" panose="02020603050405020304" pitchFamily="18" charset="0"/>
              </a:rPr>
              <a:t>; </a:t>
            </a:r>
            <a:r>
              <a:rPr lang="en-US" altLang="zh-TW" sz="2400" dirty="0" err="1">
                <a:latin typeface="Times New Roman" panose="02020603050405020304" pitchFamily="18" charset="0"/>
              </a:rPr>
              <a:t>Surangkanang</a:t>
            </a:r>
            <a:r>
              <a:rPr lang="en-US" altLang="zh-TW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</a:rPr>
              <a:t>Chareonrak</a:t>
            </a:r>
            <a:r>
              <a:rPr lang="en-US" altLang="zh-TW" sz="2400" dirty="0">
                <a:latin typeface="Times New Roman" panose="02020603050405020304" pitchFamily="18" charset="0"/>
              </a:rPr>
              <a:t>; Thana </a:t>
            </a:r>
            <a:r>
              <a:rPr lang="en-US" altLang="zh-TW" sz="2400" dirty="0" err="1">
                <a:latin typeface="Times New Roman" panose="02020603050405020304" pitchFamily="18" charset="0"/>
              </a:rPr>
              <a:t>Charuphanthuset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latin typeface="Times New Roman" panose="02020603050405020304" pitchFamily="18" charset="0"/>
              </a:rPr>
              <a:t>2015 26th International Workshop on Database and Expert Systems Applications, Valencia, Spain</a:t>
            </a:r>
            <a:endParaRPr lang="en-US" altLang="zh-TW" sz="2800" b="1" dirty="0">
              <a:latin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Mar.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27, 2024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study the problem of finding the Longest Previous non-overlapping Factor 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occurring at each position of a string. The notion of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is a variant of the Longest Previous Factor (LPF) table and is an essential element for the design of efficient algorithms on strings. The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is related to Ziv-Lempel factorization which is used for text compression. In this paper, we describe an algorithm for computing the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of a string from its Suffix Automaton. The algorithm runs in linear time on a fixed size alphabet and applications of this algorithm are for text compression.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Lempel-Ziv 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LZ77 for example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ABABCBABABCAD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BABCBABABCAD  A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ABCBABABCAD  A B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CBABABCAD  A B ABC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ABABC</a:t>
            </a: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ABCAD  A B ABC BABA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ABABCBABA</a:t>
            </a: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 A B ABC BABA BCA</a:t>
            </a:r>
          </a:p>
          <a:p>
            <a:pPr marL="0" indent="0">
              <a:buNone/>
            </a:pPr>
            <a:r>
              <a:rPr kumimoji="1"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ABABCBABABCA</a:t>
            </a:r>
            <a:r>
              <a:rPr kumimoji="1" lang="en-US" altLang="zh-TW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B ABC BABA BCA D</a:t>
            </a:r>
          </a:p>
          <a:p>
            <a:pPr marL="0" indent="0">
              <a:buNone/>
            </a:pP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C96BF0DB-24C2-8EDC-A332-1C83F5EC9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52" y="2490656"/>
            <a:ext cx="8573696" cy="1876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Previous non-overlapping Factors (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abbaabbbaaab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91285-6738-A358-1255-1B98228EE51C}"/>
              </a:ext>
            </a:extLst>
          </p:cNvPr>
          <p:cNvSpPr/>
          <p:nvPr/>
        </p:nvSpPr>
        <p:spPr>
          <a:xfrm>
            <a:off x="6939532" y="3817952"/>
            <a:ext cx="387954" cy="3879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F684B-5B57-8DC1-3426-2C1D093A2CEB}"/>
              </a:ext>
            </a:extLst>
          </p:cNvPr>
          <p:cNvSpPr/>
          <p:nvPr/>
        </p:nvSpPr>
        <p:spPr>
          <a:xfrm>
            <a:off x="6899340" y="3221577"/>
            <a:ext cx="2144176" cy="4148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EEB60E9-8CEC-3DC9-8463-EB445A4931B2}"/>
              </a:ext>
            </a:extLst>
          </p:cNvPr>
          <p:cNvSpPr/>
          <p:nvPr/>
        </p:nvSpPr>
        <p:spPr>
          <a:xfrm>
            <a:off x="4219448" y="3221576"/>
            <a:ext cx="2144176" cy="4148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14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factor of a string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exist two strings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uxv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aba</a:t>
            </a:r>
          </a:p>
          <a:p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kumimoji="1"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 a factor of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endParaRPr kumimoji="1"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86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minimal automaton which corresponds to the set of</a:t>
            </a:r>
            <a:r>
              <a:rPr kumimoji="1"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suffixes of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</a:t>
            </a:r>
          </a:p>
          <a:p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AGGTTAC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19B224-2122-F62D-D37E-DE8AC7DC8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42" y="3016251"/>
            <a:ext cx="764011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7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19B224-2122-F62D-D37E-DE8AC7DC8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942" y="1378369"/>
            <a:ext cx="7640116" cy="237205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C38C21-6D55-66A1-254C-0E7750AA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60314"/>
            <a:ext cx="5029902" cy="101931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CA29274-481A-6CF7-700A-F0FCC9D32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136" y="4490457"/>
            <a:ext cx="5058481" cy="101931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E2A5279-BE8E-F4D1-FEC0-808FD630FA65}"/>
              </a:ext>
            </a:extLst>
          </p:cNvPr>
          <p:cNvSpPr txBox="1"/>
          <p:nvPr/>
        </p:nvSpPr>
        <p:spPr>
          <a:xfrm>
            <a:off x="8236047" y="5575874"/>
            <a:ext cx="1540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link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27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non-overlapping Factor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LPnF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max {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kumimoji="1"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- 1] appears in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[0..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- 1]}. </a:t>
            </a:r>
            <a:endParaRPr kumimoji="1"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301CE03-59F3-9A4D-9A27-4336D94CB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442" y="3016251"/>
            <a:ext cx="7097115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 use KMP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90688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KMP time complexity: O(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Overall time complexity: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90294CF8-8AED-D923-BEC5-4C7DB5978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25565"/>
            <a:ext cx="500132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7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 use suffix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babaababaa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F073C9B-6316-367C-3955-9161972A3A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03"/>
          <a:stretch/>
        </p:blipFill>
        <p:spPr>
          <a:xfrm>
            <a:off x="3027269" y="3094177"/>
            <a:ext cx="625007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6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835908-9B6E-A4C5-12AB-37C45569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38" y="3134827"/>
            <a:ext cx="4658249" cy="10506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 use suffix automaton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babaababaa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0615CC09-F63B-63EC-57D3-CEEA47954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256799"/>
              </p:ext>
            </p:extLst>
          </p:nvPr>
        </p:nvGraphicFramePr>
        <p:xfrm>
          <a:off x="998135" y="4909726"/>
          <a:ext cx="476379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177">
                  <a:extLst>
                    <a:ext uri="{9D8B030D-6E8A-4147-A177-3AD203B41FA5}">
                      <a16:colId xmlns:a16="http://schemas.microsoft.com/office/drawing/2014/main" val="961345179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1036047091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723238723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588000318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882973282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3410389941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4265464538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3626121067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647285433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2348918777"/>
                    </a:ext>
                  </a:extLst>
                </a:gridCol>
                <a:gridCol w="390362">
                  <a:extLst>
                    <a:ext uri="{9D8B030D-6E8A-4147-A177-3AD203B41FA5}">
                      <a16:colId xmlns:a16="http://schemas.microsoft.com/office/drawing/2014/main" val="1420487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35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LFnP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410842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A6E59349-6BB8-2A2F-6D08-22977CE51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101" y="0"/>
            <a:ext cx="4428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8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0A7AD73-9617-AD1F-D5C0-0C1DC228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47" y="2121283"/>
            <a:ext cx="631595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memory space</a:t>
            </a:r>
          </a:p>
        </p:txBody>
      </p:sp>
    </p:spTree>
    <p:extLst>
      <p:ext uri="{BB962C8B-B14F-4D97-AF65-F5344CB8AC3E}">
        <p14:creationId xmlns:p14="http://schemas.microsoft.com/office/powerpoint/2010/main" val="350091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35108</TotalTime>
  <Words>385</Words>
  <Application>Microsoft Office PowerPoint</Application>
  <PresentationFormat>Widescreen</PresentationFormat>
  <Paragraphs>97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Google Sans</vt:lpstr>
      <vt:lpstr>Arial</vt:lpstr>
      <vt:lpstr>Arial</vt:lpstr>
      <vt:lpstr>Calibri</vt:lpstr>
      <vt:lpstr>Calibri Light</vt:lpstr>
      <vt:lpstr>Cambria Math</vt:lpstr>
      <vt:lpstr>Times New Roman</vt:lpstr>
      <vt:lpstr>Office Theme</vt:lpstr>
      <vt:lpstr>Longest Previous Non-Overlapping Factors Computation</vt:lpstr>
      <vt:lpstr>Abstract </vt:lpstr>
      <vt:lpstr>Lempel-Ziv </vt:lpstr>
      <vt:lpstr> Longest Previous non-overlapping Factors (LPnF)</vt:lpstr>
      <vt:lpstr>Factor</vt:lpstr>
      <vt:lpstr>Suffix Automaton</vt:lpstr>
      <vt:lpstr>Suffix Automaton</vt:lpstr>
      <vt:lpstr>Longest Previous non-overlapping Factor</vt:lpstr>
      <vt:lpstr>Algorithm- use KMP</vt:lpstr>
      <vt:lpstr>Algorithm- use suffix automaton</vt:lpstr>
      <vt:lpstr>Algorithm- use suffix automaton</vt:lpstr>
      <vt:lpstr>Experimental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294</cp:revision>
  <dcterms:created xsi:type="dcterms:W3CDTF">2022-10-11T15:33:00Z</dcterms:created>
  <dcterms:modified xsi:type="dcterms:W3CDTF">2024-03-27T10:36:14Z</dcterms:modified>
</cp:coreProperties>
</file>