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323" r:id="rId4"/>
    <p:sldId id="334" r:id="rId5"/>
    <p:sldId id="341" r:id="rId6"/>
    <p:sldId id="342" r:id="rId7"/>
    <p:sldId id="343" r:id="rId8"/>
    <p:sldId id="338" r:id="rId9"/>
    <p:sldId id="339" r:id="rId10"/>
    <p:sldId id="337" r:id="rId11"/>
    <p:sldId id="336" r:id="rId12"/>
    <p:sldId id="332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F8F"/>
    <a:srgbClr val="79FF8C"/>
    <a:srgbClr val="57F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89286" autoAdjust="0"/>
  </p:normalViewPr>
  <p:slideViewPr>
    <p:cSldViewPr snapToGrid="0" snapToObjects="1">
      <p:cViewPr varScale="1">
        <p:scale>
          <a:sx n="58" d="100"/>
          <a:sy n="58" d="100"/>
        </p:scale>
        <p:origin x="9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87B1E-D7BB-234A-BB61-4186E7CB5889}" type="datetimeFigureOut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6A01-BB7F-2749-98D2-EC6EAA37179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44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171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8471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6136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9431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96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78987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4965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3619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8649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9842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346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501DD-7617-CF45-952C-148738FE8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49E178-73AA-644C-8223-66BF7136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3253A-849A-4D45-A3E7-4D1991E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53D5-883A-5840-B916-BEC4DF4506D5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CDC78-3D4D-404B-AFA4-5B8A4BFD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C002C-0479-C74D-9FB3-84645C0A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464A-FDF4-3341-B07B-24B820E4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333E2-9D9C-8C49-8592-A408903C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6F474-7FB1-5646-B2F2-525F8D1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29E5-98E1-4140-9D90-8AD9B393DC63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4CE80-A870-164A-A65F-809FC9C0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9FA6-21BE-FF46-A0DD-80A4E3E4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5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485C0-58BA-C248-AFEC-796DBE7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20E7-FE89-E04B-A373-97BD15E9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132D52-ED19-E540-984A-CB07B5F7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C34D-36C3-F34E-AF6E-5E7D513EECD1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BDAE5-6429-1646-BE72-C577966D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FD161E-0E50-D549-9D79-396E6719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7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827E9-DFE9-224C-9899-DD344BC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56C89-BB60-5D4A-B951-F0C1C7545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C126F-4174-1949-9558-B4C272D36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65A31-2149-0648-8A59-90D8961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6D90-58FA-0641-BF29-5E2687B5D06E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C8BAB3-FB47-3344-B999-5CB7AACA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B979C4-5F59-314A-943B-7732149E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99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5BCB-A32E-984F-994B-6AD69C1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BBA48-11AB-EA42-B26E-97C56E55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45D110-23DF-BA43-8D13-0E9505DC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FA7828-C650-A046-B918-8845F0B6A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DE3B6E-6238-D149-9212-48351BD8A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5BA387-FB25-3242-BD50-C95AE8C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B0E6-B8C8-474E-B122-D8F5DE0AFAD2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C4116-BEB6-7E4E-A4A7-D255334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0F097C-57D7-B44E-A73C-8373F218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14667-755C-594C-B649-0C584C79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BF655D-EEC9-1849-AFE9-30359B4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937B-9027-774A-B9FD-9279ACD255BD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5848DC-EF7E-5E45-97D5-BB00291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47D0D-FB63-C04A-88AA-4663F56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29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D0DAB-E3AB-C542-BAF1-FA0813F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104-FA4D-834B-9033-B46E2F34E77F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4257D8-EC9E-534F-9065-715A4574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29C47-757A-114F-A178-225027B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6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441E4-4620-9244-B66E-26EC9ECB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2631A-AADB-4344-B902-B53FE9F5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2930E1-81A7-6848-925D-24DF951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A1FEB3-ECC3-AD41-BEA6-44C6F60F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3C6-1BDC-EF4C-9138-1B867971D82A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CC6D6D-32D3-0F46-8645-9348CDC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FE86A-1C31-4A46-A584-5E4CEF4A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3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D89C4-8B50-834A-81C5-869F9DC9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534F9E-8511-5F4A-A82F-05692527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5567A0-F6B9-9340-A872-76C4D30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79205F-B98C-E943-92A5-27963140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67F-5EDC-4F4F-93AF-7C8D00AA37FD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25F96-ED76-8549-9FD6-2B59D285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6D537-3F67-CD44-B755-194C465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4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6AB28-6653-9C49-A992-A424797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E57488-2CEC-AB48-B522-A9BF17B6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9DC675-96A7-5740-944C-CAFED91F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BB45-072B-E944-9661-5DAAF6BF234C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19B60E-DE36-CE48-92C7-29C9040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11CB14-7E7D-DA4F-95BF-F4F6A71A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7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37A97-13EF-684A-A0A9-0B2C4B915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4D9E75-6CF5-DE45-9FA4-3A5D546C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846D7A-FDC0-584E-83DF-7CFDFE8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93-5293-2E45-810C-52C7374A43E9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227D2-8B70-D046-B3FE-419A372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9F65E-93FE-3541-912C-7DF85AF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39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22299C-DADF-924C-A256-3B359EC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7C0D55-55DC-8A4F-8D1C-054CD64B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F6F637-18F3-BD4C-908D-9F4BD7CE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2FFB-DAFA-B349-908F-41F05A7F02F7}" type="datetime1">
              <a:rPr kumimoji="1" lang="zh-TW" altLang="en-US" smtClean="0"/>
              <a:t>2024/6/18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9E3A8-AF3F-CA42-A297-2EE032B20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09E7D-F646-F04E-B26F-BEF4E728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51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686" y="1083583"/>
            <a:ext cx="11488627" cy="2387600"/>
          </a:xfrm>
        </p:spPr>
        <p:txBody>
          <a:bodyPr anchor="ctr">
            <a:norm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 algorithms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5" y="3565526"/>
            <a:ext cx="11296650" cy="16557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sv-S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Yoshifumi Sakai</a:t>
            </a: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 793 (2019) 132–139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573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Wen-Yu Chang</a:t>
            </a:r>
          </a:p>
          <a:p>
            <a:r>
              <a:rPr kumimoji="1" lang="en-US" altLang="zh-TW" dirty="0">
                <a:latin typeface="Times" pitchFamily="2" charset="0"/>
              </a:rPr>
              <a:t>Date: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June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18,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2024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771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A common subsequence of two strings is maximal if inserting any character into it no longer yields a common subsequence. The present article proposes a (sub)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linearithmic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-time, linear-space algorithm for finding a maximal common subsequence of two strings and a linear-time algorithm for determining if a common subsequence of two strings is maximal.</a:t>
            </a:r>
            <a:endParaRPr lang="en" altLang="zh-TW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ubsequence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9BBC41B2-EF8D-419C-9ECE-4BC71D79C4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7788"/>
                <a:ext cx="105156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X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abcde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Y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bcade</m:t>
                    </m:r>
                  </m:oMath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LCS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bcde</m:t>
                    </m:r>
                  </m:oMath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MCS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ade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bcde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9BBC41B2-EF8D-419C-9ECE-4BC71D79C4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7788"/>
                <a:ext cx="10515600" cy="4351338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78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an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5D73A49-BA4E-4690-8847-24ADEB122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856192"/>
              </p:ext>
            </p:extLst>
          </p:nvPr>
        </p:nvGraphicFramePr>
        <p:xfrm>
          <a:off x="1220757" y="1708429"/>
          <a:ext cx="6119997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69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F35FC483-9F63-4FE0-BE42-93AC48943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583267"/>
              </p:ext>
            </p:extLst>
          </p:nvPr>
        </p:nvGraphicFramePr>
        <p:xfrm>
          <a:off x="1220757" y="2466757"/>
          <a:ext cx="6602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8201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5EC17C5-612D-4FF2-A3D7-EABDADB5E868}"/>
                  </a:ext>
                </a:extLst>
              </p:cNvPr>
              <p:cNvSpPr txBox="1"/>
              <p:nvPr/>
            </p:nvSpPr>
            <p:spPr>
              <a:xfrm>
                <a:off x="872454" y="1613863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5EC17C5-612D-4FF2-A3D7-EABDADB5E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54" y="1613863"/>
                <a:ext cx="32408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B5B73D1-6E33-4D4D-A6CA-84C903F7A8F3}"/>
                  </a:ext>
                </a:extLst>
              </p:cNvPr>
              <p:cNvSpPr txBox="1"/>
              <p:nvPr/>
            </p:nvSpPr>
            <p:spPr>
              <a:xfrm>
                <a:off x="860520" y="2372191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B5B73D1-6E33-4D4D-A6CA-84C903F7A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20" y="2372191"/>
                <a:ext cx="34795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AA38F540-DEFE-45CB-8AD0-A2BE29C329F2}"/>
              </a:ext>
            </a:extLst>
          </p:cNvPr>
          <p:cNvSpPr/>
          <p:nvPr/>
        </p:nvSpPr>
        <p:spPr>
          <a:xfrm>
            <a:off x="1220757" y="1708429"/>
            <a:ext cx="6119997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DE22D7-7A97-47AA-BB17-27C12B78244B}"/>
              </a:ext>
            </a:extLst>
          </p:cNvPr>
          <p:cNvSpPr/>
          <p:nvPr/>
        </p:nvSpPr>
        <p:spPr>
          <a:xfrm>
            <a:off x="1220757" y="2466757"/>
            <a:ext cx="6602400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EAD68674-4C6F-41F2-8715-F3F82ED52002}"/>
              </a:ext>
            </a:extLst>
          </p:cNvPr>
          <p:cNvSpPr>
            <a:spLocks noChangeAspect="1"/>
          </p:cNvSpPr>
          <p:nvPr/>
        </p:nvSpPr>
        <p:spPr>
          <a:xfrm>
            <a:off x="1284324" y="1347513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9E93305-EA41-442A-9DF7-7B2088055D6D}"/>
              </a:ext>
            </a:extLst>
          </p:cNvPr>
          <p:cNvCxnSpPr>
            <a:cxnSpLocks/>
          </p:cNvCxnSpPr>
          <p:nvPr/>
        </p:nvCxnSpPr>
        <p:spPr>
          <a:xfrm>
            <a:off x="1498307" y="2156314"/>
            <a:ext cx="1281364" cy="310443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B93F460-4D80-4B1D-8551-6A1248515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052090"/>
              </p:ext>
            </p:extLst>
          </p:nvPr>
        </p:nvGraphicFramePr>
        <p:xfrm>
          <a:off x="1232691" y="3412996"/>
          <a:ext cx="6130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8" name="表格 4">
            <a:extLst>
              <a:ext uri="{FF2B5EF4-FFF2-40B4-BE49-F238E27FC236}">
                <a16:creationId xmlns:a16="http://schemas.microsoft.com/office/drawing/2014/main" id="{84529BBB-860E-4FC4-8AB7-F7D7097BD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66621"/>
              </p:ext>
            </p:extLst>
          </p:nvPr>
        </p:nvGraphicFramePr>
        <p:xfrm>
          <a:off x="1232691" y="4171324"/>
          <a:ext cx="6602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8201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EB0F536-56D1-49F8-8396-FCEE0DC67704}"/>
                  </a:ext>
                </a:extLst>
              </p:cNvPr>
              <p:cNvSpPr txBox="1"/>
              <p:nvPr/>
            </p:nvSpPr>
            <p:spPr>
              <a:xfrm>
                <a:off x="884388" y="3318430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EB0F536-56D1-49F8-8396-FCEE0DC67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88" y="3318430"/>
                <a:ext cx="324081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986137A-A032-4AD6-B24E-D734DF5E4A42}"/>
                  </a:ext>
                </a:extLst>
              </p:cNvPr>
              <p:cNvSpPr txBox="1"/>
              <p:nvPr/>
            </p:nvSpPr>
            <p:spPr>
              <a:xfrm>
                <a:off x="872454" y="4076758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986137A-A032-4AD6-B24E-D734DF5E4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54" y="4076758"/>
                <a:ext cx="34795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36AA3062-C918-4565-BDAD-D0714F255CD1}"/>
              </a:ext>
            </a:extLst>
          </p:cNvPr>
          <p:cNvSpPr/>
          <p:nvPr/>
        </p:nvSpPr>
        <p:spPr>
          <a:xfrm>
            <a:off x="1673780" y="3412996"/>
            <a:ext cx="5713933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86662A-DB80-42F8-B051-FD66A480B6E8}"/>
              </a:ext>
            </a:extLst>
          </p:cNvPr>
          <p:cNvSpPr/>
          <p:nvPr/>
        </p:nvSpPr>
        <p:spPr>
          <a:xfrm>
            <a:off x="3103752" y="4162009"/>
            <a:ext cx="4743626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8277EBDB-A671-4470-8925-4B8BDF7B040D}"/>
              </a:ext>
            </a:extLst>
          </p:cNvPr>
          <p:cNvSpPr>
            <a:spLocks noChangeAspect="1"/>
          </p:cNvSpPr>
          <p:nvPr/>
        </p:nvSpPr>
        <p:spPr>
          <a:xfrm>
            <a:off x="1767200" y="306815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D8056598-AE44-498C-8B7F-57799AB6A928}"/>
              </a:ext>
            </a:extLst>
          </p:cNvPr>
          <p:cNvCxnSpPr>
            <a:cxnSpLocks/>
          </p:cNvCxnSpPr>
          <p:nvPr/>
        </p:nvCxnSpPr>
        <p:spPr>
          <a:xfrm>
            <a:off x="2026265" y="3860881"/>
            <a:ext cx="2259296" cy="30112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168B176-0828-4D60-ABB6-5FF88A8DA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392260"/>
              </p:ext>
            </p:extLst>
          </p:nvPr>
        </p:nvGraphicFramePr>
        <p:xfrm>
          <a:off x="1220404" y="5125989"/>
          <a:ext cx="6130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26" name="表格 4">
            <a:extLst>
              <a:ext uri="{FF2B5EF4-FFF2-40B4-BE49-F238E27FC236}">
                <a16:creationId xmlns:a16="http://schemas.microsoft.com/office/drawing/2014/main" id="{30F22A28-90D2-46D1-94AC-37FBC2D97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881969"/>
              </p:ext>
            </p:extLst>
          </p:nvPr>
        </p:nvGraphicFramePr>
        <p:xfrm>
          <a:off x="1220404" y="5884317"/>
          <a:ext cx="6602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8201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40892A9-B17C-432C-A2BC-B7D9A630D8D4}"/>
                  </a:ext>
                </a:extLst>
              </p:cNvPr>
              <p:cNvSpPr txBox="1"/>
              <p:nvPr/>
            </p:nvSpPr>
            <p:spPr>
              <a:xfrm>
                <a:off x="872101" y="5031423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40892A9-B17C-432C-A2BC-B7D9A630D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01" y="5031423"/>
                <a:ext cx="32408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6426EDC-6ABA-46B2-AEA7-0311FD4AB2AD}"/>
                  </a:ext>
                </a:extLst>
              </p:cNvPr>
              <p:cNvSpPr txBox="1"/>
              <p:nvPr/>
            </p:nvSpPr>
            <p:spPr>
              <a:xfrm>
                <a:off x="860167" y="5789751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6426EDC-6ABA-46B2-AEA7-0311FD4AB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67" y="5789751"/>
                <a:ext cx="34795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B8296E76-13B4-4E3A-85DF-F459D0016F21}"/>
              </a:ext>
            </a:extLst>
          </p:cNvPr>
          <p:cNvSpPr/>
          <p:nvPr/>
        </p:nvSpPr>
        <p:spPr>
          <a:xfrm>
            <a:off x="2182285" y="5125989"/>
            <a:ext cx="5158469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1229B1F-8B6E-4DE3-B6DF-E4B3CF5F37ED}"/>
              </a:ext>
            </a:extLst>
          </p:cNvPr>
          <p:cNvSpPr/>
          <p:nvPr/>
        </p:nvSpPr>
        <p:spPr>
          <a:xfrm>
            <a:off x="4521604" y="5879463"/>
            <a:ext cx="3301200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EEA8F552-B5F5-4107-8425-88D0680B5E5C}"/>
              </a:ext>
            </a:extLst>
          </p:cNvPr>
          <p:cNvSpPr>
            <a:spLocks noChangeAspect="1"/>
          </p:cNvSpPr>
          <p:nvPr/>
        </p:nvSpPr>
        <p:spPr>
          <a:xfrm>
            <a:off x="2232899" y="4775142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3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F57C0773-A34C-42D6-A5F3-A64B1B9F518F}"/>
              </a:ext>
            </a:extLst>
          </p:cNvPr>
          <p:cNvCxnSpPr>
            <a:cxnSpLocks/>
          </p:cNvCxnSpPr>
          <p:nvPr/>
        </p:nvCxnSpPr>
        <p:spPr>
          <a:xfrm>
            <a:off x="2596538" y="5583189"/>
            <a:ext cx="2173766" cy="296274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F259432D-68C0-4DB9-9029-B5BF51B7090E}"/>
                  </a:ext>
                </a:extLst>
              </p:cNvPr>
              <p:cNvSpPr txBox="1"/>
              <p:nvPr/>
            </p:nvSpPr>
            <p:spPr>
              <a:xfrm>
                <a:off x="8773994" y="3733928"/>
                <a:ext cx="9695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F259432D-68C0-4DB9-9029-B5BF51B70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994" y="3733928"/>
                <a:ext cx="96956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6C207DD-0E8B-4791-B423-B5A5148E37B5}"/>
                  </a:ext>
                </a:extLst>
              </p:cNvPr>
              <p:cNvSpPr txBox="1"/>
              <p:nvPr/>
            </p:nvSpPr>
            <p:spPr>
              <a:xfrm>
                <a:off x="8773994" y="5487606"/>
                <a:ext cx="9695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F6C207DD-0E8B-4791-B423-B5A5148E3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994" y="5487606"/>
                <a:ext cx="96956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F113FA-C059-4EAC-8E14-D8000A1E315C}"/>
                  </a:ext>
                </a:extLst>
              </p:cNvPr>
              <p:cNvSpPr txBox="1"/>
              <p:nvPr/>
            </p:nvSpPr>
            <p:spPr>
              <a:xfrm>
                <a:off x="8770829" y="2078818"/>
                <a:ext cx="9551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F113FA-C059-4EAC-8E14-D8000A1E3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829" y="2078818"/>
                <a:ext cx="95513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16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an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5D73A49-BA4E-4690-8847-24ADEB122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503393"/>
              </p:ext>
            </p:extLst>
          </p:nvPr>
        </p:nvGraphicFramePr>
        <p:xfrm>
          <a:off x="1220757" y="1708429"/>
          <a:ext cx="6119997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69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F35FC483-9F63-4FE0-BE42-93AC48943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040047"/>
              </p:ext>
            </p:extLst>
          </p:nvPr>
        </p:nvGraphicFramePr>
        <p:xfrm>
          <a:off x="1220757" y="2466757"/>
          <a:ext cx="6602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8201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5EC17C5-612D-4FF2-A3D7-EABDADB5E868}"/>
                  </a:ext>
                </a:extLst>
              </p:cNvPr>
              <p:cNvSpPr txBox="1"/>
              <p:nvPr/>
            </p:nvSpPr>
            <p:spPr>
              <a:xfrm>
                <a:off x="872454" y="1613863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5EC17C5-612D-4FF2-A3D7-EABDADB5E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54" y="1613863"/>
                <a:ext cx="32408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B5B73D1-6E33-4D4D-A6CA-84C903F7A8F3}"/>
                  </a:ext>
                </a:extLst>
              </p:cNvPr>
              <p:cNvSpPr txBox="1"/>
              <p:nvPr/>
            </p:nvSpPr>
            <p:spPr>
              <a:xfrm>
                <a:off x="860520" y="2372191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B5B73D1-6E33-4D4D-A6CA-84C903F7A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20" y="2372191"/>
                <a:ext cx="34795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AA38F540-DEFE-45CB-8AD0-A2BE29C329F2}"/>
              </a:ext>
            </a:extLst>
          </p:cNvPr>
          <p:cNvSpPr/>
          <p:nvPr/>
        </p:nvSpPr>
        <p:spPr>
          <a:xfrm>
            <a:off x="2592899" y="1708429"/>
            <a:ext cx="4747855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DE22D7-7A97-47AA-BB17-27C12B78244B}"/>
              </a:ext>
            </a:extLst>
          </p:cNvPr>
          <p:cNvSpPr/>
          <p:nvPr/>
        </p:nvSpPr>
        <p:spPr>
          <a:xfrm>
            <a:off x="5007429" y="2466757"/>
            <a:ext cx="2815728" cy="43945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EAD68674-4C6F-41F2-8715-F3F82ED52002}"/>
              </a:ext>
            </a:extLst>
          </p:cNvPr>
          <p:cNvSpPr>
            <a:spLocks noChangeAspect="1"/>
          </p:cNvSpPr>
          <p:nvPr/>
        </p:nvSpPr>
        <p:spPr>
          <a:xfrm>
            <a:off x="2695687" y="1334834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4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9E93305-EA41-442A-9DF7-7B2088055D6D}"/>
              </a:ext>
            </a:extLst>
          </p:cNvPr>
          <p:cNvCxnSpPr>
            <a:cxnSpLocks/>
          </p:cNvCxnSpPr>
          <p:nvPr/>
        </p:nvCxnSpPr>
        <p:spPr>
          <a:xfrm>
            <a:off x="2875687" y="2165629"/>
            <a:ext cx="4700770" cy="288044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B93F460-4D80-4B1D-8551-6A1248515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815689"/>
              </p:ext>
            </p:extLst>
          </p:nvPr>
        </p:nvGraphicFramePr>
        <p:xfrm>
          <a:off x="1232691" y="3412996"/>
          <a:ext cx="6130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8" name="表格 4">
            <a:extLst>
              <a:ext uri="{FF2B5EF4-FFF2-40B4-BE49-F238E27FC236}">
                <a16:creationId xmlns:a16="http://schemas.microsoft.com/office/drawing/2014/main" id="{84529BBB-860E-4FC4-8AB7-F7D7097BD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761363"/>
              </p:ext>
            </p:extLst>
          </p:nvPr>
        </p:nvGraphicFramePr>
        <p:xfrm>
          <a:off x="1232691" y="4171324"/>
          <a:ext cx="6602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8201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EB0F536-56D1-49F8-8396-FCEE0DC67704}"/>
                  </a:ext>
                </a:extLst>
              </p:cNvPr>
              <p:cNvSpPr txBox="1"/>
              <p:nvPr/>
            </p:nvSpPr>
            <p:spPr>
              <a:xfrm>
                <a:off x="884388" y="3318430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EB0F536-56D1-49F8-8396-FCEE0DC67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88" y="3318430"/>
                <a:ext cx="324081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986137A-A032-4AD6-B24E-D734DF5E4A42}"/>
                  </a:ext>
                </a:extLst>
              </p:cNvPr>
              <p:cNvSpPr txBox="1"/>
              <p:nvPr/>
            </p:nvSpPr>
            <p:spPr>
              <a:xfrm>
                <a:off x="872454" y="4076758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986137A-A032-4AD6-B24E-D734DF5E4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54" y="4076758"/>
                <a:ext cx="34795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36AA3062-C918-4565-BDAD-D0714F255CD1}"/>
              </a:ext>
            </a:extLst>
          </p:cNvPr>
          <p:cNvSpPr/>
          <p:nvPr/>
        </p:nvSpPr>
        <p:spPr>
          <a:xfrm>
            <a:off x="3103752" y="3412996"/>
            <a:ext cx="4283961" cy="44788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D8056598-AE44-498C-8B7F-57799AB6A928}"/>
              </a:ext>
            </a:extLst>
          </p:cNvPr>
          <p:cNvCxnSpPr>
            <a:cxnSpLocks/>
          </p:cNvCxnSpPr>
          <p:nvPr/>
        </p:nvCxnSpPr>
        <p:spPr>
          <a:xfrm>
            <a:off x="5643834" y="3860881"/>
            <a:ext cx="1932623" cy="30112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168B176-0828-4D60-ABB6-5FF88A8DA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020563"/>
              </p:ext>
            </p:extLst>
          </p:nvPr>
        </p:nvGraphicFramePr>
        <p:xfrm>
          <a:off x="1220404" y="5125989"/>
          <a:ext cx="4244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26" name="表格 4">
            <a:extLst>
              <a:ext uri="{FF2B5EF4-FFF2-40B4-BE49-F238E27FC236}">
                <a16:creationId xmlns:a16="http://schemas.microsoft.com/office/drawing/2014/main" id="{30F22A28-90D2-46D1-94AC-37FBC2D97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704855"/>
              </p:ext>
            </p:extLst>
          </p:nvPr>
        </p:nvGraphicFramePr>
        <p:xfrm>
          <a:off x="1220404" y="5884317"/>
          <a:ext cx="6130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40892A9-B17C-432C-A2BC-B7D9A630D8D4}"/>
                  </a:ext>
                </a:extLst>
              </p:cNvPr>
              <p:cNvSpPr txBox="1"/>
              <p:nvPr/>
            </p:nvSpPr>
            <p:spPr>
              <a:xfrm>
                <a:off x="872101" y="5031423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40892A9-B17C-432C-A2BC-B7D9A630D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01" y="5031423"/>
                <a:ext cx="32408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6426EDC-6ABA-46B2-AEA7-0311FD4AB2AD}"/>
                  </a:ext>
                </a:extLst>
              </p:cNvPr>
              <p:cNvSpPr txBox="1"/>
              <p:nvPr/>
            </p:nvSpPr>
            <p:spPr>
              <a:xfrm>
                <a:off x="860167" y="5789751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6426EDC-6ABA-46B2-AEA7-0311FD4AB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67" y="5789751"/>
                <a:ext cx="34795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B8296E76-13B4-4E3A-85DF-F459D0016F21}"/>
              </a:ext>
            </a:extLst>
          </p:cNvPr>
          <p:cNvSpPr/>
          <p:nvPr/>
        </p:nvSpPr>
        <p:spPr>
          <a:xfrm>
            <a:off x="2592899" y="5125989"/>
            <a:ext cx="2871905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1229B1F-8B6E-4DE3-B6DF-E4B3CF5F37ED}"/>
              </a:ext>
            </a:extLst>
          </p:cNvPr>
          <p:cNvSpPr/>
          <p:nvPr/>
        </p:nvSpPr>
        <p:spPr>
          <a:xfrm>
            <a:off x="5007428" y="5879463"/>
            <a:ext cx="2356063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EEA8F552-B5F5-4107-8425-88D0680B5E5C}"/>
              </a:ext>
            </a:extLst>
          </p:cNvPr>
          <p:cNvSpPr>
            <a:spLocks noChangeAspect="1"/>
          </p:cNvSpPr>
          <p:nvPr/>
        </p:nvSpPr>
        <p:spPr>
          <a:xfrm>
            <a:off x="3162604" y="4744539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F57C0773-A34C-42D6-A5F3-A64B1B9F518F}"/>
              </a:ext>
            </a:extLst>
          </p:cNvPr>
          <p:cNvCxnSpPr>
            <a:cxnSpLocks/>
          </p:cNvCxnSpPr>
          <p:nvPr/>
        </p:nvCxnSpPr>
        <p:spPr>
          <a:xfrm>
            <a:off x="3434721" y="5570302"/>
            <a:ext cx="3662765" cy="296274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711A644-C67B-446F-B34E-87CA83D5173A}"/>
                  </a:ext>
                </a:extLst>
              </p:cNvPr>
              <p:cNvSpPr txBox="1"/>
              <p:nvPr/>
            </p:nvSpPr>
            <p:spPr>
              <a:xfrm>
                <a:off x="8773994" y="3733928"/>
                <a:ext cx="9695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711A644-C67B-446F-B34E-87CA83D51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994" y="3733928"/>
                <a:ext cx="96956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06A7F931-E2DC-48D4-827F-8009FAE4F094}"/>
                  </a:ext>
                </a:extLst>
              </p:cNvPr>
              <p:cNvSpPr txBox="1"/>
              <p:nvPr/>
            </p:nvSpPr>
            <p:spPr>
              <a:xfrm>
                <a:off x="8773994" y="5487606"/>
                <a:ext cx="9695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06A7F931-E2DC-48D4-827F-8009FAE4F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994" y="5487606"/>
                <a:ext cx="96956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26018F82-2D1B-49C7-8957-FEE276364404}"/>
                  </a:ext>
                </a:extLst>
              </p:cNvPr>
              <p:cNvSpPr txBox="1"/>
              <p:nvPr/>
            </p:nvSpPr>
            <p:spPr>
              <a:xfrm>
                <a:off x="8770829" y="2078818"/>
                <a:ext cx="9551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26018F82-2D1B-49C7-8957-FEE276364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829" y="2078818"/>
                <a:ext cx="95513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3699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an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5D73A49-BA4E-4690-8847-24ADEB122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65774"/>
              </p:ext>
            </p:extLst>
          </p:nvPr>
        </p:nvGraphicFramePr>
        <p:xfrm>
          <a:off x="1220757" y="1708429"/>
          <a:ext cx="4236921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69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F35FC483-9F63-4FE0-BE42-93AC48943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598394"/>
              </p:ext>
            </p:extLst>
          </p:nvPr>
        </p:nvGraphicFramePr>
        <p:xfrm>
          <a:off x="1220757" y="2466757"/>
          <a:ext cx="6130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5EC17C5-612D-4FF2-A3D7-EABDADB5E868}"/>
                  </a:ext>
                </a:extLst>
              </p:cNvPr>
              <p:cNvSpPr txBox="1"/>
              <p:nvPr/>
            </p:nvSpPr>
            <p:spPr>
              <a:xfrm>
                <a:off x="872454" y="1613863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5EC17C5-612D-4FF2-A3D7-EABDADB5E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54" y="1613863"/>
                <a:ext cx="32408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B5B73D1-6E33-4D4D-A6CA-84C903F7A8F3}"/>
                  </a:ext>
                </a:extLst>
              </p:cNvPr>
              <p:cNvSpPr txBox="1"/>
              <p:nvPr/>
            </p:nvSpPr>
            <p:spPr>
              <a:xfrm>
                <a:off x="860520" y="2372191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B5B73D1-6E33-4D4D-A6CA-84C903F7A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20" y="2372191"/>
                <a:ext cx="34795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AA38F540-DEFE-45CB-8AD0-A2BE29C329F2}"/>
              </a:ext>
            </a:extLst>
          </p:cNvPr>
          <p:cNvSpPr/>
          <p:nvPr/>
        </p:nvSpPr>
        <p:spPr>
          <a:xfrm>
            <a:off x="3522604" y="1708429"/>
            <a:ext cx="1942200" cy="45362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B93F460-4D80-4B1D-8551-6A1248515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138873"/>
              </p:ext>
            </p:extLst>
          </p:nvPr>
        </p:nvGraphicFramePr>
        <p:xfrm>
          <a:off x="1232691" y="3412996"/>
          <a:ext cx="2358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8" name="表格 4">
            <a:extLst>
              <a:ext uri="{FF2B5EF4-FFF2-40B4-BE49-F238E27FC236}">
                <a16:creationId xmlns:a16="http://schemas.microsoft.com/office/drawing/2014/main" id="{84529BBB-860E-4FC4-8AB7-F7D7097BD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770796"/>
              </p:ext>
            </p:extLst>
          </p:nvPr>
        </p:nvGraphicFramePr>
        <p:xfrm>
          <a:off x="1232691" y="4171324"/>
          <a:ext cx="5659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EB0F536-56D1-49F8-8396-FCEE0DC67704}"/>
                  </a:ext>
                </a:extLst>
              </p:cNvPr>
              <p:cNvSpPr txBox="1"/>
              <p:nvPr/>
            </p:nvSpPr>
            <p:spPr>
              <a:xfrm>
                <a:off x="884388" y="3318430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EB0F536-56D1-49F8-8396-FCEE0DC67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88" y="3318430"/>
                <a:ext cx="324081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986137A-A032-4AD6-B24E-D734DF5E4A42}"/>
                  </a:ext>
                </a:extLst>
              </p:cNvPr>
              <p:cNvSpPr txBox="1"/>
              <p:nvPr/>
            </p:nvSpPr>
            <p:spPr>
              <a:xfrm>
                <a:off x="872454" y="4076758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986137A-A032-4AD6-B24E-D734DF5E4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54" y="4076758"/>
                <a:ext cx="34795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36AA3062-C918-4565-BDAD-D0714F255CD1}"/>
              </a:ext>
            </a:extLst>
          </p:cNvPr>
          <p:cNvSpPr/>
          <p:nvPr/>
        </p:nvSpPr>
        <p:spPr>
          <a:xfrm>
            <a:off x="2610998" y="3412995"/>
            <a:ext cx="1014933" cy="45720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D8056598-AE44-498C-8B7F-57799AB6A928}"/>
              </a:ext>
            </a:extLst>
          </p:cNvPr>
          <p:cNvCxnSpPr>
            <a:cxnSpLocks/>
          </p:cNvCxnSpPr>
          <p:nvPr/>
        </p:nvCxnSpPr>
        <p:spPr>
          <a:xfrm>
            <a:off x="3339217" y="3909256"/>
            <a:ext cx="1412397" cy="257339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B4BF1969-7DA0-4CA4-8FA8-DD1006A579C5}"/>
              </a:ext>
            </a:extLst>
          </p:cNvPr>
          <p:cNvSpPr/>
          <p:nvPr/>
        </p:nvSpPr>
        <p:spPr>
          <a:xfrm>
            <a:off x="5007429" y="4188797"/>
            <a:ext cx="1850571" cy="4175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F6DBBA2-DC6A-4AA2-BDDE-F37DF8960364}"/>
                  </a:ext>
                </a:extLst>
              </p:cNvPr>
              <p:cNvSpPr txBox="1"/>
              <p:nvPr/>
            </p:nvSpPr>
            <p:spPr>
              <a:xfrm>
                <a:off x="8773994" y="2035755"/>
                <a:ext cx="10625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fa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F6DBBA2-DC6A-4AA2-BDDE-F37DF8960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994" y="2035755"/>
                <a:ext cx="106253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32CF189A-47C7-401D-93CE-C72F6FCEDAFF}"/>
                  </a:ext>
                </a:extLst>
              </p:cNvPr>
              <p:cNvSpPr txBox="1"/>
              <p:nvPr/>
            </p:nvSpPr>
            <p:spPr>
              <a:xfrm>
                <a:off x="8773993" y="3734387"/>
                <a:ext cx="11555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ffa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32CF189A-47C7-401D-93CE-C72F6FCED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993" y="3734387"/>
                <a:ext cx="115550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6D417669-4801-402F-AC0B-A5E5BCF4C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948119"/>
              </p:ext>
            </p:extLst>
          </p:nvPr>
        </p:nvGraphicFramePr>
        <p:xfrm>
          <a:off x="1256575" y="5022997"/>
          <a:ext cx="1886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37" name="表格 4">
            <a:extLst>
              <a:ext uri="{FF2B5EF4-FFF2-40B4-BE49-F238E27FC236}">
                <a16:creationId xmlns:a16="http://schemas.microsoft.com/office/drawing/2014/main" id="{77CC89D1-7FC5-4D52-8068-7E0B64688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980727"/>
              </p:ext>
            </p:extLst>
          </p:nvPr>
        </p:nvGraphicFramePr>
        <p:xfrm>
          <a:off x="1256575" y="5781325"/>
          <a:ext cx="3301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BE9983D-7B9E-4E33-B562-5D55EF11DAA1}"/>
                  </a:ext>
                </a:extLst>
              </p:cNvPr>
              <p:cNvSpPr txBox="1"/>
              <p:nvPr/>
            </p:nvSpPr>
            <p:spPr>
              <a:xfrm>
                <a:off x="908272" y="4928431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BE9983D-7B9E-4E33-B562-5D55EF11D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72" y="4928431"/>
                <a:ext cx="324081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8007371E-58E8-419B-9933-68A6E6F34C82}"/>
                  </a:ext>
                </a:extLst>
              </p:cNvPr>
              <p:cNvSpPr txBox="1"/>
              <p:nvPr/>
            </p:nvSpPr>
            <p:spPr>
              <a:xfrm>
                <a:off x="896338" y="5686759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8007371E-58E8-419B-9933-68A6E6F34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38" y="5686759"/>
                <a:ext cx="347950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>
            <a:extLst>
              <a:ext uri="{FF2B5EF4-FFF2-40B4-BE49-F238E27FC236}">
                <a16:creationId xmlns:a16="http://schemas.microsoft.com/office/drawing/2014/main" id="{5B2E9970-BE4E-4F6A-BBF0-744614157F63}"/>
              </a:ext>
            </a:extLst>
          </p:cNvPr>
          <p:cNvSpPr/>
          <p:nvPr/>
        </p:nvSpPr>
        <p:spPr>
          <a:xfrm>
            <a:off x="2237014" y="5022996"/>
            <a:ext cx="905963" cy="45720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E1DCB6B2-549C-46E5-ABF7-67DCDBDEC547}"/>
              </a:ext>
            </a:extLst>
          </p:cNvPr>
          <p:cNvCxnSpPr>
            <a:cxnSpLocks/>
          </p:cNvCxnSpPr>
          <p:nvPr/>
        </p:nvCxnSpPr>
        <p:spPr>
          <a:xfrm>
            <a:off x="2449101" y="5510774"/>
            <a:ext cx="1837056" cy="257339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AD64EBF4-15CC-4E03-AC57-5E83186A16A8}"/>
                  </a:ext>
                </a:extLst>
              </p:cNvPr>
              <p:cNvSpPr txBox="1"/>
              <p:nvPr/>
            </p:nvSpPr>
            <p:spPr>
              <a:xfrm>
                <a:off x="8776781" y="5433019"/>
                <a:ext cx="12484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fffa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AD64EBF4-15CC-4E03-AC57-5E83186A1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781" y="5433019"/>
                <a:ext cx="124848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9145744C-22FE-4AC1-B9EA-ECF84FF8C57D}"/>
              </a:ext>
            </a:extLst>
          </p:cNvPr>
          <p:cNvCxnSpPr>
            <a:cxnSpLocks/>
          </p:cNvCxnSpPr>
          <p:nvPr/>
        </p:nvCxnSpPr>
        <p:spPr>
          <a:xfrm>
            <a:off x="3787505" y="2165699"/>
            <a:ext cx="3329391" cy="28784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566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an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5D73A49-BA4E-4690-8847-24ADEB122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62841"/>
              </p:ext>
            </p:extLst>
          </p:nvPr>
        </p:nvGraphicFramePr>
        <p:xfrm>
          <a:off x="1220757" y="1708429"/>
          <a:ext cx="94153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69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0769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F35FC483-9F63-4FE0-BE42-93AC48943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701157"/>
              </p:ext>
            </p:extLst>
          </p:nvPr>
        </p:nvGraphicFramePr>
        <p:xfrm>
          <a:off x="1220757" y="2466757"/>
          <a:ext cx="28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5EC17C5-612D-4FF2-A3D7-EABDADB5E868}"/>
                  </a:ext>
                </a:extLst>
              </p:cNvPr>
              <p:cNvSpPr txBox="1"/>
              <p:nvPr/>
            </p:nvSpPr>
            <p:spPr>
              <a:xfrm>
                <a:off x="872454" y="1613863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5EC17C5-612D-4FF2-A3D7-EABDADB5E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54" y="1613863"/>
                <a:ext cx="32408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B5B73D1-6E33-4D4D-A6CA-84C903F7A8F3}"/>
                  </a:ext>
                </a:extLst>
              </p:cNvPr>
              <p:cNvSpPr txBox="1"/>
              <p:nvPr/>
            </p:nvSpPr>
            <p:spPr>
              <a:xfrm>
                <a:off x="860520" y="2372191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B5B73D1-6E33-4D4D-A6CA-84C903F7A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20" y="2372191"/>
                <a:ext cx="34795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AA38F540-DEFE-45CB-8AD0-A2BE29C329F2}"/>
              </a:ext>
            </a:extLst>
          </p:cNvPr>
          <p:cNvSpPr/>
          <p:nvPr/>
        </p:nvSpPr>
        <p:spPr>
          <a:xfrm>
            <a:off x="1691526" y="1708429"/>
            <a:ext cx="470769" cy="45362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AA3062-C918-4565-BDAD-D0714F255CD1}"/>
              </a:ext>
            </a:extLst>
          </p:cNvPr>
          <p:cNvSpPr/>
          <p:nvPr/>
        </p:nvSpPr>
        <p:spPr>
          <a:xfrm>
            <a:off x="3126188" y="2463715"/>
            <a:ext cx="919227" cy="45720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F6DBBA2-DC6A-4AA2-BDDE-F37DF8960364}"/>
                  </a:ext>
                </a:extLst>
              </p:cNvPr>
              <p:cNvSpPr txBox="1"/>
              <p:nvPr/>
            </p:nvSpPr>
            <p:spPr>
              <a:xfrm>
                <a:off x="8773994" y="2035755"/>
                <a:ext cx="13991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efffa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F6DBBA2-DC6A-4AA2-BDDE-F37DF8960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994" y="2035755"/>
                <a:ext cx="139916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DC1DB80A-C45B-4108-87FF-546FCB228032}"/>
              </a:ext>
            </a:extLst>
          </p:cNvPr>
          <p:cNvCxnSpPr>
            <a:cxnSpLocks/>
          </p:cNvCxnSpPr>
          <p:nvPr/>
        </p:nvCxnSpPr>
        <p:spPr>
          <a:xfrm>
            <a:off x="1456096" y="2168671"/>
            <a:ext cx="1882015" cy="29808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0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 constrained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A9BB29EC-4FD0-4A39-9571-CE1345083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80361"/>
              </p:ext>
            </p:extLst>
          </p:nvPr>
        </p:nvGraphicFramePr>
        <p:xfrm>
          <a:off x="1487171" y="2501355"/>
          <a:ext cx="70458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2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172D7660-2BE4-4363-A19E-75241D401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484890"/>
              </p:ext>
            </p:extLst>
          </p:nvPr>
        </p:nvGraphicFramePr>
        <p:xfrm>
          <a:off x="1487171" y="3259683"/>
          <a:ext cx="758613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94608427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95310733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8201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E02864D-C87C-4E87-9C70-3CA8D4B7C061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743200" cy="579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P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ad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E02864D-C87C-4E87-9C70-3CA8D4B7C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743200" cy="579967"/>
              </a:xfrm>
              <a:prstGeom prst="rect">
                <a:avLst/>
              </a:prstGeom>
              <a:blipFill>
                <a:blip r:embed="rId3"/>
                <a:stretch>
                  <a:fillRect l="-3111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FACF22-AC7A-4F90-927F-3A4D95C8DB76}"/>
                  </a:ext>
                </a:extLst>
              </p:cNvPr>
              <p:cNvSpPr txBox="1"/>
              <p:nvPr/>
            </p:nvSpPr>
            <p:spPr>
              <a:xfrm>
                <a:off x="1138868" y="2406789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FACF22-AC7A-4F90-927F-3A4D95C8D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68" y="2406789"/>
                <a:ext cx="32408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286421F-554B-4121-BFD2-756529A6A191}"/>
                  </a:ext>
                </a:extLst>
              </p:cNvPr>
              <p:cNvSpPr txBox="1"/>
              <p:nvPr/>
            </p:nvSpPr>
            <p:spPr>
              <a:xfrm>
                <a:off x="1126934" y="3165117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286421F-554B-4121-BFD2-756529A6A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934" y="3165117"/>
                <a:ext cx="34795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71CECAF2-2A78-4069-A32F-418126F72EE7}"/>
              </a:ext>
            </a:extLst>
          </p:cNvPr>
          <p:cNvSpPr/>
          <p:nvPr/>
        </p:nvSpPr>
        <p:spPr>
          <a:xfrm>
            <a:off x="7965195" y="2501355"/>
            <a:ext cx="567872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6042B1-0EBE-410A-A728-762ABA4D3798}"/>
              </a:ext>
            </a:extLst>
          </p:cNvPr>
          <p:cNvSpPr/>
          <p:nvPr/>
        </p:nvSpPr>
        <p:spPr>
          <a:xfrm>
            <a:off x="6918593" y="3259683"/>
            <a:ext cx="2154716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C9624C45-EE8D-4553-A037-750DF9EEA882}"/>
              </a:ext>
            </a:extLst>
          </p:cNvPr>
          <p:cNvSpPr>
            <a:spLocks noChangeAspect="1"/>
          </p:cNvSpPr>
          <p:nvPr/>
        </p:nvSpPr>
        <p:spPr>
          <a:xfrm>
            <a:off x="8024131" y="2045655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CB3891D-D302-435A-A7E7-104466AE6B75}"/>
              </a:ext>
            </a:extLst>
          </p:cNvPr>
          <p:cNvCxnSpPr>
            <a:cxnSpLocks/>
          </p:cNvCxnSpPr>
          <p:nvPr/>
        </p:nvCxnSpPr>
        <p:spPr>
          <a:xfrm flipH="1">
            <a:off x="7213553" y="2955705"/>
            <a:ext cx="548341" cy="30112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4">
            <a:extLst>
              <a:ext uri="{FF2B5EF4-FFF2-40B4-BE49-F238E27FC236}">
                <a16:creationId xmlns:a16="http://schemas.microsoft.com/office/drawing/2014/main" id="{E0D67F80-CCFA-4A67-AEF9-89BB8CAE9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621067"/>
              </p:ext>
            </p:extLst>
          </p:nvPr>
        </p:nvGraphicFramePr>
        <p:xfrm>
          <a:off x="1499105" y="4692580"/>
          <a:ext cx="596191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2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20" name="表格 4">
            <a:extLst>
              <a:ext uri="{FF2B5EF4-FFF2-40B4-BE49-F238E27FC236}">
                <a16:creationId xmlns:a16="http://schemas.microsoft.com/office/drawing/2014/main" id="{F8576BB5-551D-49EF-802C-853816CA1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260167"/>
              </p:ext>
            </p:extLst>
          </p:nvPr>
        </p:nvGraphicFramePr>
        <p:xfrm>
          <a:off x="1499105" y="5450908"/>
          <a:ext cx="541867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856BB25-82FB-4494-A01B-6233F9D98691}"/>
                  </a:ext>
                </a:extLst>
              </p:cNvPr>
              <p:cNvSpPr txBox="1"/>
              <p:nvPr/>
            </p:nvSpPr>
            <p:spPr>
              <a:xfrm>
                <a:off x="1150802" y="4598014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856BB25-82FB-4494-A01B-6233F9D98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02" y="4598014"/>
                <a:ext cx="324081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F840350-9A8A-44D4-BBF1-2B127CFA651D}"/>
                  </a:ext>
                </a:extLst>
              </p:cNvPr>
              <p:cNvSpPr txBox="1"/>
              <p:nvPr/>
            </p:nvSpPr>
            <p:spPr>
              <a:xfrm>
                <a:off x="1138868" y="5356342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F840350-9A8A-44D4-BBF1-2B127CFA6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68" y="5356342"/>
                <a:ext cx="34795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DB76B475-57E6-424D-B88E-4B18D7D967E2}"/>
              </a:ext>
            </a:extLst>
          </p:cNvPr>
          <p:cNvSpPr/>
          <p:nvPr/>
        </p:nvSpPr>
        <p:spPr>
          <a:xfrm>
            <a:off x="3640567" y="4692580"/>
            <a:ext cx="3820449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34ADB6-AC90-45D1-84E8-995B5EEB2C3D}"/>
              </a:ext>
            </a:extLst>
          </p:cNvPr>
          <p:cNvSpPr/>
          <p:nvPr/>
        </p:nvSpPr>
        <p:spPr>
          <a:xfrm>
            <a:off x="2600897" y="5450908"/>
            <a:ext cx="4316877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FC9829DE-6DA0-4C51-9A55-9ACE218C5084}"/>
              </a:ext>
            </a:extLst>
          </p:cNvPr>
          <p:cNvSpPr>
            <a:spLocks noChangeAspect="1"/>
          </p:cNvSpPr>
          <p:nvPr/>
        </p:nvSpPr>
        <p:spPr>
          <a:xfrm>
            <a:off x="3706669" y="4236880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A7BD1775-BE27-47C5-A9D4-A891B24BADA2}"/>
              </a:ext>
            </a:extLst>
          </p:cNvPr>
          <p:cNvSpPr>
            <a:spLocks noChangeAspect="1"/>
          </p:cNvSpPr>
          <p:nvPr/>
        </p:nvSpPr>
        <p:spPr>
          <a:xfrm>
            <a:off x="2644965" y="5908108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3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7208ED78-58A1-437B-9261-A4710F09F28F}"/>
              </a:ext>
            </a:extLst>
          </p:cNvPr>
          <p:cNvSpPr>
            <a:spLocks noChangeAspect="1"/>
          </p:cNvSpPr>
          <p:nvPr/>
        </p:nvSpPr>
        <p:spPr>
          <a:xfrm>
            <a:off x="3182958" y="5906270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BF0F520E-080E-4834-9855-2E9C28AD8B6D}"/>
              </a:ext>
            </a:extLst>
          </p:cNvPr>
          <p:cNvSpPr>
            <a:spLocks noChangeAspect="1"/>
          </p:cNvSpPr>
          <p:nvPr/>
        </p:nvSpPr>
        <p:spPr>
          <a:xfrm>
            <a:off x="3710954" y="5906270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7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307BE85B-8BCA-456C-92A4-0BBCA6724ED4}"/>
              </a:ext>
            </a:extLst>
          </p:cNvPr>
          <p:cNvSpPr>
            <a:spLocks noChangeAspect="1"/>
          </p:cNvSpPr>
          <p:nvPr/>
        </p:nvSpPr>
        <p:spPr>
          <a:xfrm>
            <a:off x="4240825" y="5908108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9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6E5BE0AD-94D3-4E47-AF34-A729B7B06C0E}"/>
              </a:ext>
            </a:extLst>
          </p:cNvPr>
          <p:cNvSpPr>
            <a:spLocks noChangeAspect="1"/>
          </p:cNvSpPr>
          <p:nvPr/>
        </p:nvSpPr>
        <p:spPr>
          <a:xfrm>
            <a:off x="4788834" y="4231149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6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7A3CAF0B-FADA-4720-BF8E-FA2BB2C57497}"/>
              </a:ext>
            </a:extLst>
          </p:cNvPr>
          <p:cNvSpPr>
            <a:spLocks noChangeAspect="1"/>
          </p:cNvSpPr>
          <p:nvPr/>
        </p:nvSpPr>
        <p:spPr>
          <a:xfrm>
            <a:off x="5325791" y="4242580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8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C2A20663-4FA3-4F5E-A302-58C24D22119D}"/>
              </a:ext>
            </a:extLst>
          </p:cNvPr>
          <p:cNvSpPr>
            <a:spLocks noChangeAspect="1"/>
          </p:cNvSpPr>
          <p:nvPr/>
        </p:nvSpPr>
        <p:spPr>
          <a:xfrm>
            <a:off x="5871000" y="4231149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E149894F-8D80-4906-9786-853D8A8E8B67}"/>
              </a:ext>
            </a:extLst>
          </p:cNvPr>
          <p:cNvSpPr>
            <a:spLocks noChangeAspect="1"/>
          </p:cNvSpPr>
          <p:nvPr/>
        </p:nvSpPr>
        <p:spPr>
          <a:xfrm>
            <a:off x="4247751" y="4231149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4</a:t>
            </a:r>
            <a:endParaRPr lang="zh-TW" altLang="en-US" sz="24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628271D-CE01-41EF-AE42-876310BDA1CA}"/>
              </a:ext>
            </a:extLst>
          </p:cNvPr>
          <p:cNvSpPr txBox="1"/>
          <p:nvPr/>
        </p:nvSpPr>
        <p:spPr>
          <a:xfrm>
            <a:off x="5862748" y="422162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10</a:t>
            </a:r>
            <a:endParaRPr lang="zh-TW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1DAF0C55-2F40-4FD3-9D0C-142598471E84}"/>
              </a:ext>
            </a:extLst>
          </p:cNvPr>
          <p:cNvCxnSpPr>
            <a:cxnSpLocks/>
          </p:cNvCxnSpPr>
          <p:nvPr/>
        </p:nvCxnSpPr>
        <p:spPr>
          <a:xfrm>
            <a:off x="6079069" y="5131149"/>
            <a:ext cx="0" cy="319759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09412E80-B202-49A7-9C9A-D1E03103E744}"/>
                  </a:ext>
                </a:extLst>
              </p:cNvPr>
              <p:cNvSpPr txBox="1"/>
              <p:nvPr/>
            </p:nvSpPr>
            <p:spPr>
              <a:xfrm>
                <a:off x="9642294" y="2875436"/>
                <a:ext cx="990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09412E80-B202-49A7-9C9A-D1E03103E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294" y="2875436"/>
                <a:ext cx="99039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BC274131-EACC-47A6-AC28-E2C183F207BA}"/>
                  </a:ext>
                </a:extLst>
              </p:cNvPr>
              <p:cNvSpPr txBox="1"/>
              <p:nvPr/>
            </p:nvSpPr>
            <p:spPr>
              <a:xfrm>
                <a:off x="9642293" y="5060195"/>
                <a:ext cx="990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BC274131-EACC-47A6-AC28-E2C183F20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293" y="5060195"/>
                <a:ext cx="990399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484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Finding a constrained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A9BB29EC-4FD0-4A39-9571-CE1345083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59457"/>
              </p:ext>
            </p:extLst>
          </p:nvPr>
        </p:nvGraphicFramePr>
        <p:xfrm>
          <a:off x="1487171" y="2501355"/>
          <a:ext cx="596191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2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2547680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172D7660-2BE4-4363-A19E-75241D401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30225"/>
              </p:ext>
            </p:extLst>
          </p:nvPr>
        </p:nvGraphicFramePr>
        <p:xfrm>
          <a:off x="1487171" y="3259683"/>
          <a:ext cx="541867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E02864D-C87C-4E87-9C70-3CA8D4B7C061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743200" cy="579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P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ad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E02864D-C87C-4E87-9C70-3CA8D4B7C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743200" cy="579967"/>
              </a:xfrm>
              <a:prstGeom prst="rect">
                <a:avLst/>
              </a:prstGeom>
              <a:blipFill>
                <a:blip r:embed="rId3"/>
                <a:stretch>
                  <a:fillRect l="-3111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FACF22-AC7A-4F90-927F-3A4D95C8DB76}"/>
                  </a:ext>
                </a:extLst>
              </p:cNvPr>
              <p:cNvSpPr txBox="1"/>
              <p:nvPr/>
            </p:nvSpPr>
            <p:spPr>
              <a:xfrm>
                <a:off x="1138868" y="2406789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8FACF22-AC7A-4F90-927F-3A4D95C8D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68" y="2406789"/>
                <a:ext cx="32408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286421F-554B-4121-BFD2-756529A6A191}"/>
                  </a:ext>
                </a:extLst>
              </p:cNvPr>
              <p:cNvSpPr txBox="1"/>
              <p:nvPr/>
            </p:nvSpPr>
            <p:spPr>
              <a:xfrm>
                <a:off x="1126934" y="3165117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286421F-554B-4121-BFD2-756529A6A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934" y="3165117"/>
                <a:ext cx="34795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71CECAF2-2A78-4069-A32F-418126F72EE7}"/>
              </a:ext>
            </a:extLst>
          </p:cNvPr>
          <p:cNvSpPr/>
          <p:nvPr/>
        </p:nvSpPr>
        <p:spPr>
          <a:xfrm>
            <a:off x="6349902" y="2485922"/>
            <a:ext cx="1111114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6042B1-0EBE-410A-A728-762ABA4D3798}"/>
              </a:ext>
            </a:extLst>
          </p:cNvPr>
          <p:cNvSpPr/>
          <p:nvPr/>
        </p:nvSpPr>
        <p:spPr>
          <a:xfrm>
            <a:off x="6345717" y="3259683"/>
            <a:ext cx="542423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CB3891D-D302-435A-A7E7-104466AE6B75}"/>
              </a:ext>
            </a:extLst>
          </p:cNvPr>
          <p:cNvCxnSpPr>
            <a:cxnSpLocks/>
          </p:cNvCxnSpPr>
          <p:nvPr/>
        </p:nvCxnSpPr>
        <p:spPr>
          <a:xfrm flipH="1">
            <a:off x="6096000" y="2954553"/>
            <a:ext cx="1084879" cy="30066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4">
            <a:extLst>
              <a:ext uri="{FF2B5EF4-FFF2-40B4-BE49-F238E27FC236}">
                <a16:creationId xmlns:a16="http://schemas.microsoft.com/office/drawing/2014/main" id="{E0D67F80-CCFA-4A67-AEF9-89BB8CAE9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228501"/>
              </p:ext>
            </p:extLst>
          </p:nvPr>
        </p:nvGraphicFramePr>
        <p:xfrm>
          <a:off x="1499105" y="4692580"/>
          <a:ext cx="54199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92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499784587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3172260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p:graphicFrame>
        <p:nvGraphicFramePr>
          <p:cNvPr id="20" name="表格 4">
            <a:extLst>
              <a:ext uri="{FF2B5EF4-FFF2-40B4-BE49-F238E27FC236}">
                <a16:creationId xmlns:a16="http://schemas.microsoft.com/office/drawing/2014/main" id="{F8576BB5-551D-49EF-802C-853816CA1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473771"/>
              </p:ext>
            </p:extLst>
          </p:nvPr>
        </p:nvGraphicFramePr>
        <p:xfrm>
          <a:off x="1499105" y="5450908"/>
          <a:ext cx="433493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8941710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4384645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20614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17749914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6910219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182402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7072983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76649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u="sng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u="sng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482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856BB25-82FB-4494-A01B-6233F9D98691}"/>
                  </a:ext>
                </a:extLst>
              </p:cNvPr>
              <p:cNvSpPr txBox="1"/>
              <p:nvPr/>
            </p:nvSpPr>
            <p:spPr>
              <a:xfrm>
                <a:off x="1150802" y="4598014"/>
                <a:ext cx="32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856BB25-82FB-4494-A01B-6233F9D98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02" y="4598014"/>
                <a:ext cx="324081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F840350-9A8A-44D4-BBF1-2B127CFA651D}"/>
                  </a:ext>
                </a:extLst>
              </p:cNvPr>
              <p:cNvSpPr txBox="1"/>
              <p:nvPr/>
            </p:nvSpPr>
            <p:spPr>
              <a:xfrm>
                <a:off x="1138868" y="5356342"/>
                <a:ext cx="3479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Y</m:t>
                      </m:r>
                    </m:oMath>
                  </m:oMathPara>
                </a14:m>
                <a:endParaRPr lang="en-US" altLang="zh-TW" sz="2400" b="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8F840350-9A8A-44D4-BBF1-2B127CFA6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868" y="5356342"/>
                <a:ext cx="34795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DB76B475-57E6-424D-B88E-4B18D7D967E2}"/>
              </a:ext>
            </a:extLst>
          </p:cNvPr>
          <p:cNvSpPr/>
          <p:nvPr/>
        </p:nvSpPr>
        <p:spPr>
          <a:xfrm>
            <a:off x="3640567" y="4692580"/>
            <a:ext cx="3247573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34ADB6-AC90-45D1-84E8-995B5EEB2C3D}"/>
              </a:ext>
            </a:extLst>
          </p:cNvPr>
          <p:cNvSpPr/>
          <p:nvPr/>
        </p:nvSpPr>
        <p:spPr>
          <a:xfrm>
            <a:off x="2600898" y="5450908"/>
            <a:ext cx="3245430" cy="457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E71FEE07-4A06-4964-B71D-C49E2252E01D}"/>
              </a:ext>
            </a:extLst>
          </p:cNvPr>
          <p:cNvGrpSpPr/>
          <p:nvPr/>
        </p:nvGrpSpPr>
        <p:grpSpPr>
          <a:xfrm>
            <a:off x="6392281" y="2006854"/>
            <a:ext cx="481029" cy="461665"/>
            <a:chOff x="5862748" y="4221628"/>
            <a:chExt cx="481029" cy="461665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C2A20663-4FA3-4F5E-A302-58C24D2211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1000" y="4231149"/>
              <a:ext cx="450000" cy="45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2628271D-CE01-41EF-AE42-876310BDA1CA}"/>
                </a:ext>
              </a:extLst>
            </p:cNvPr>
            <p:cNvSpPr txBox="1"/>
            <p:nvPr/>
          </p:nvSpPr>
          <p:spPr>
            <a:xfrm>
              <a:off x="5862748" y="4221628"/>
              <a:ext cx="4810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rPr>
                <a:t>11</a:t>
              </a:r>
              <a:endParaRPr lang="zh-TW" altLang="en-US"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006DE6ED-395B-4D5B-BF2E-7EA97346B62A}"/>
              </a:ext>
            </a:extLst>
          </p:cNvPr>
          <p:cNvGrpSpPr/>
          <p:nvPr/>
        </p:nvGrpSpPr>
        <p:grpSpPr>
          <a:xfrm>
            <a:off x="6392159" y="3710132"/>
            <a:ext cx="492443" cy="461665"/>
            <a:chOff x="5862748" y="4221628"/>
            <a:chExt cx="492443" cy="461665"/>
          </a:xfrm>
        </p:grpSpPr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2DC721A7-27F4-4B73-921E-778623E550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1000" y="4231149"/>
              <a:ext cx="450000" cy="45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E35598AB-2C13-4545-A76B-DEA8F362CB6C}"/>
                </a:ext>
              </a:extLst>
            </p:cNvPr>
            <p:cNvSpPr txBox="1"/>
            <p:nvPr/>
          </p:nvSpPr>
          <p:spPr>
            <a:xfrm>
              <a:off x="5862748" y="422162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rPr>
                <a:t>12</a:t>
              </a:r>
              <a:endParaRPr lang="zh-TW" altLang="en-US"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D238633-EF15-481B-B4CA-40C62E2157B4}"/>
                  </a:ext>
                </a:extLst>
              </p:cNvPr>
              <p:cNvSpPr txBox="1"/>
              <p:nvPr/>
            </p:nvSpPr>
            <p:spPr>
              <a:xfrm>
                <a:off x="9642294" y="2875436"/>
                <a:ext cx="11587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bd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D238633-EF15-481B-B4CA-40C62E215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294" y="2875436"/>
                <a:ext cx="115871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530805E5-5E15-40DD-8FF3-5FE58CCEA014}"/>
              </a:ext>
            </a:extLst>
          </p:cNvPr>
          <p:cNvGrpSpPr/>
          <p:nvPr/>
        </p:nvGrpSpPr>
        <p:grpSpPr>
          <a:xfrm>
            <a:off x="6400533" y="4228293"/>
            <a:ext cx="492443" cy="461665"/>
            <a:chOff x="5862748" y="4221628"/>
            <a:chExt cx="492443" cy="461665"/>
          </a:xfrm>
        </p:grpSpPr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F6AC679A-4A9C-436B-AD7B-6F3F2EA3B8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1000" y="4231149"/>
              <a:ext cx="450000" cy="45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5485D4A6-B254-456A-ABB3-8860962436D1}"/>
                </a:ext>
              </a:extLst>
            </p:cNvPr>
            <p:cNvSpPr txBox="1"/>
            <p:nvPr/>
          </p:nvSpPr>
          <p:spPr>
            <a:xfrm>
              <a:off x="5862748" y="422162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rPr>
                <a:t>13</a:t>
              </a:r>
              <a:endParaRPr lang="zh-TW" altLang="en-US" sz="24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284D8C30-524A-4386-9A58-4C586185976B}"/>
              </a:ext>
            </a:extLst>
          </p:cNvPr>
          <p:cNvCxnSpPr>
            <a:cxnSpLocks/>
          </p:cNvCxnSpPr>
          <p:nvPr/>
        </p:nvCxnSpPr>
        <p:spPr>
          <a:xfrm flipH="1" flipV="1">
            <a:off x="3328597" y="5149780"/>
            <a:ext cx="1139530" cy="30112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6540560-2BD9-41E1-9168-11EAB92CFCF7}"/>
                  </a:ext>
                </a:extLst>
              </p:cNvPr>
              <p:cNvSpPr txBox="1"/>
              <p:nvPr/>
            </p:nvSpPr>
            <p:spPr>
              <a:xfrm>
                <a:off x="9642294" y="5013512"/>
                <a:ext cx="1309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abd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6540560-2BD9-41E1-9168-11EAB92CF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294" y="5013512"/>
                <a:ext cx="130939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48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Determining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6232021-4120-4FDE-9D55-379B88B8790C}"/>
                  </a:ext>
                </a:extLst>
              </p:cNvPr>
              <p:cNvSpPr txBox="1"/>
              <p:nvPr/>
            </p:nvSpPr>
            <p:spPr>
              <a:xfrm>
                <a:off x="1260000" y="1552607"/>
                <a:ext cx="2902027" cy="579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W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aab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6232021-4120-4FDE-9D55-379B88B87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1552607"/>
                <a:ext cx="2902027" cy="579967"/>
              </a:xfrm>
              <a:prstGeom prst="rect">
                <a:avLst/>
              </a:prstGeom>
              <a:blipFill>
                <a:blip r:embed="rId3"/>
                <a:stretch>
                  <a:fillRect l="-2941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8AB4A60A-F4BE-4C86-B0D6-C09F41D1BF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4014813" y="1690688"/>
            <a:ext cx="6917187" cy="445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96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Determining MCS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B4A60A-F4BE-4C86-B0D6-C09F41D1BF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4162027" y="1690688"/>
            <a:ext cx="7191773" cy="463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5BECC90-B7D9-48E5-B09B-CB4A0AF34ED6}"/>
                  </a:ext>
                </a:extLst>
              </p:cNvPr>
              <p:cNvSpPr txBox="1"/>
              <p:nvPr/>
            </p:nvSpPr>
            <p:spPr>
              <a:xfrm>
                <a:off x="1260000" y="1552607"/>
                <a:ext cx="2902027" cy="579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W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aab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5BECC90-B7D9-48E5-B09B-CB4A0AF34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1552607"/>
                <a:ext cx="2902027" cy="579967"/>
              </a:xfrm>
              <a:prstGeom prst="rect">
                <a:avLst/>
              </a:prstGeom>
              <a:blipFill>
                <a:blip r:embed="rId4"/>
                <a:stretch>
                  <a:fillRect l="-2941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184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Time Complexity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12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4882"/>
                <a:ext cx="105156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Finding MCS &amp; CMCS: O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/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ra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(integer sorting)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Determining MCS: O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X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|+|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Y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|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4882"/>
                <a:ext cx="10515600" cy="4351338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90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chenya" id="{B41F7EED-78E0-1445-87EF-5AF1DA6E0F58}" vid="{D32384A1-BBDA-0D4F-B76D-4F110ED0331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8597</TotalTime>
  <Words>577</Words>
  <Application>Microsoft Office PowerPoint</Application>
  <PresentationFormat>寬螢幕</PresentationFormat>
  <Paragraphs>412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</vt:lpstr>
      <vt:lpstr>Times New Roman</vt:lpstr>
      <vt:lpstr>Office 佈景主題</vt:lpstr>
      <vt:lpstr>Maximal common subsequence algorithms</vt:lpstr>
      <vt:lpstr>Abstract</vt:lpstr>
      <vt:lpstr>Maximal Common Subsequence</vt:lpstr>
      <vt:lpstr>Finding an MCS</vt:lpstr>
      <vt:lpstr>Finding an MCS</vt:lpstr>
      <vt:lpstr>Finding an MCS</vt:lpstr>
      <vt:lpstr>Finding an MCS</vt:lpstr>
      <vt:lpstr>Finding a constrained MCS</vt:lpstr>
      <vt:lpstr>Finding a constrained MCS</vt:lpstr>
      <vt:lpstr>Determining MCS</vt:lpstr>
      <vt:lpstr>Determining MCS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M113040012</dc:creator>
  <cp:lastModifiedBy>張紋瑜</cp:lastModifiedBy>
  <cp:revision>298</cp:revision>
  <dcterms:created xsi:type="dcterms:W3CDTF">2023-07-01T04:19:29Z</dcterms:created>
  <dcterms:modified xsi:type="dcterms:W3CDTF">2024-06-18T10:01:43Z</dcterms:modified>
</cp:coreProperties>
</file>