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2" r:id="rId4"/>
    <p:sldId id="264" r:id="rId5"/>
    <p:sldId id="281" r:id="rId6"/>
    <p:sldId id="274" r:id="rId7"/>
    <p:sldId id="275" r:id="rId8"/>
    <p:sldId id="273" r:id="rId9"/>
    <p:sldId id="276" r:id="rId10"/>
    <p:sldId id="263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jeTilq5NutPlNu3ZIpsQbcDZRt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8" autoAdjust="0"/>
    <p:restoredTop sz="60474" autoAdjust="0"/>
  </p:normalViewPr>
  <p:slideViewPr>
    <p:cSldViewPr snapToGrid="0">
      <p:cViewPr varScale="1">
        <p:scale>
          <a:sx n="33" d="100"/>
          <a:sy n="33" d="100"/>
        </p:scale>
        <p:origin x="159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4-11-05T07:09:42.0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23442 6967 0,'0'18'172,"0"0"-156,0-1-1,0 1 1,0 0 0,0-1-16,0 1 15,0-1-15,18 1 16,-18 0 0,17 17-1,1 0 1,0 1-1,-1-1 1,1 18 0,0-18-1,-1 0-15,-17-17 16,18 53 0,-18-54-16,17 18 15,-17 1 1,18 17-16,-18-36 15,18 19-15,-18 16 32,0 19-17,0-53-15,17 35 16,-17-18-16,0 0 16,0 18-1,0 0 1,0 0-1,0 0 1,0-18-16,0 0 16,0-17-16,0 17 15,0-17-15,0 17 16,0 0-16,0 18 16,0-35-1,0 17-15,0 18 31,0 0-15,0 18 0,0-36-1,0-17-15,0 17 16,18 18-16,-18-18 16,18 0-1,-18-17-15,0 35 16,0-18-16,0 0 15,17 18 1,1 0 0,-18 18-1,18-54 1,-18 72 0,0-72-16,17 19 0,-17 17 15,0-1 1,18 19 15,-18-53-31,0 17 16,17-17-16,-17 17 0,0 0 15,0-17 1,0 17-16,0 0 16,0-17-16,18 17 0,-18 0 15,18 18 1,-18 0-1,0 0 1,17 18 0,-17-36-16,18 18 15,-18 0 1,0 0-16,0 17 16,18-17-1,-18 18 16,0-18-15,17 0 0,-17-18-16,0-17 15,0 17-15,0 0 0,0-17 16,0 35 0,0 17-1,0-17 1,18 0-1,-18 0 1,0-18-16,0 1 16,0-19-16,0 18 15,0-17-15,0 53 16,0-18 0,18 0-1,-18-1 1,0 1 15,0-17-31,0 17 16,0-18-16,0-18 15,0 54 1,0-36 0,17 18-1,-17 0 1,0 18-1,0-54-15,0 19 16,18-36-16,-18 17 16,0 1-16,0 35 15,18 17 1,-18 1 0,0-1-1,0-17 1,0-17 15,0-1-31,0 0 16,0 0-16,0-17 15,0 35 1,0 0 0,0-35-1,0 17 1,0-17-1,0-1 1,0 1 0,0-1 15,0 1-15,0 0 46,0-1-46,0 1-1,0 0 1,0-1 15</inkml:trace>
  <inkml:trace contextRef="#ctx0" brushRef="#br0" timeOffset="6803.7704">23495 6950 0,'18'0'187,"-1"0"-171,1 0 0,0 0-16,34 0 15,-34 0 1,0 0-1,-1 0-15,19 0 0,-1-18 16,-17 18 0,-1 0-16,36 0 15,-18 0-15,-17 0 16,53 0 0,-18 0-1,-1 0 1,1 0-16,-17 0 15,-1 0 1,-17-18-16,34 18 16,19 0-1,-18 0 1,0 0 0,0 0-1,-18 0 1,0-17-1,-17 17-15,17-18 0,18 18 0,0 0 32,35-17-17,-17 17 1,-1 0 0,-34 0-16,-1 0 15,-17 0-15,17 0 0,0 0 16,53 0-1,18 0 1,18 0 0,-1 0-1,1 0 1,-19 17 0,107 1-1,0-1 1,-1 1 15,-69 0-15,-72-1-1,1-17 1,-18 18-16,-18-18 16,18 18-16,-36-1 0,36-17 15,0 18 1,0 0-16,35-1 15,-35 1-15,-35-18 16,52 17 0,-17-17-1,0 0 1,-17 18-16,-1-18 16,18 0-1,0 18-15,0-1 0,-36-17 31,18 18-31,18-18 16,-17 0-16,-19 18 0,36-18 31,0 0-15,0-18 0,-18 18-16,-17 0 15,17 0-15,1-18 0,-19 18 16,36 0-1,0 0 1,0 0 0,-18 0-1,0 0-15,-17 0 16,17 0 0,1 0-16,-19 0 0,19 0 15,-19 0 1,19 0-16,-1 0 15,0 0-15,18 0 32,0 0-17,0 0 1,17 0 0,-52 0-16,35 0 15,-18 0-15,0-17 16,18 17-1,0-18 1,-17 18 0,-1 0-1,0-18 1,0 18 0,-17-17-1,0 17 1,-1 0-1,1-18 1,0 18-16,-1 0 16,1 0-1,17 0 1,-17 0 0,-1 0-1,1 0 16,0 0 1,-1 0-17,1 0 1,0-17 0,-1 17-16,1 0 15,0 0 16,-1 35 110,-17 0-141,0 0 16,18 18-16,17 35 15,0 1 1,1 34 0,-19-35-1,1-17 1,-18-36-1,35 71 1,-35-71-16,0 18 16,18 18-1,17 17 1,0 0 0,-17-53-16,-18 1 15,18-19-15,-18 19 0,0-19 16,0 19-1,0-1-15,17 18 16,1 0-16,-18-36 16,0 54-1,18 17 1,-1 36 0,-17-89-1,0 35-15,0 1 16,0-36-16,0 18 0,0 0 15,0-18 1,18 89 0,-18-89-16,0 18 15,0 88 1,0-88-16,0 0 16,0-18-16,0 0 0,0 1 15,0-1 1,0-17-16,0 35 15,0-18-15,0 0 16,0 18 0,0 0-1,0 0 1,0-18-16,0 0 16,0 18-1,0 0-15,0 35 0,0 36 31,0-54-15,0 19-16,0 34 16,0-52-16,0-18 15,35 52 1,-35-69-16,18 17 16,-18-18-16,17-17 0,-17 17 15,18 18 1,-18 0-1,18 17 1,-1-17 0,1 0-1,-18-18-15,0 1 16,18-19 0,-18 19-16,0-19 0,17 18 15,-17 1 1,0 17-16,18-18 15,-18-17-15,0 52 32,0-17-17,18 0 1,-18-18-16,0 1 16,0-1-16,0-18 15,17 36 1,-17 18-1,0-53 1,0-1 0,0 1-16,0-1 15,0 1 1,0 0-16,0 35 16,0 17-1,0-35 1,0-17-1,0 17 1,0-17-16,0 0 0,0 17 16,-17 0-1,17 18 1,0 0 0,0 0-1,-18 0 1,18-18-16,-18 18 15,18-35 1,-17-18-16,17 17 16,-18-17 140,0 0-156,1 0 16,-1 0-1,-17 0 1,-18 0-1,-18 0 1,18 0 0,36 0-16,-18 0 15,-1 0-15,19 0 16,-19 0 0,36 18-16,-53 0 15,18-18 1,0 0-16,0 17 31,-18-17-15,17 0-1,19 0-15,-36 0 16,18 0-16,-1 18 16,-17-18-1,0 0 1,1 0-1,-19 0 1,36 0-16,-1 0 16,19 0-16,-19 0 15,19 0-15,-18 0 16,-1 0-16,-34 0 16,34 0-1,19 0-15,-36 18 16,-18-18 15,18 0-15,36 0-16,-18 0 15,-1 0-15,19 0 0,-19 0 16,-17 0 0,0-18-1,-17 18 1,-1-18-1,36 1-15,17 17 16,-17 0-16,0-18 16,17 18-16,-52-18 15,17 18 1,-18-35 0,-17 17-1,35 1 1,0-1 15,18 18-31,0-17 16,17 17-16,-17 0 0,17 0 15,-52 0 1,17 0 0,0 0-1,0 0 1,0 0-1,-18 0 1,18 0 0,36 0-16,-54 0 15,54 0 1,-36 0-16,-18 0 16,18 0-1,-17-18 1,17 18-1,0 0 17,0 0-32,0-18 15,18 18-15,-36 0 0,-17-35 16,-159 17 0,53-17-1,88 0 1,18 17-1,35 1-15,0-1 16,35 18 0,-17-18-16,-18 18 15,18 0 1,-18 0 0,0 0-1,0 0 1,36 0-1,-1 0 1,-17 0-16,-1 0 0,19 0 16,-54 18-1,18 0 1,0-1 0,0-17-1,18 18 1,18-18-16,-54 17 15,53 1 1,-17 0-16,0-1 16,0 1-16,-36 35 15,0-18 1,1 0-16,-159 54 16,35-1-1,-18-35 1,124-18-1,52-17 1,19-18 0,-1 0 15,0 0 31,18-18-46,0 0 0,-17 1-16,17-19 15,0 19 1,0-1 0,0-17-1,0 0 1,35-1-1,-17 1 17,17 17-17,-17 1 1,-1-1-16,19-17 16,-36 0-16,17 35 15,18-36 1,-17 19-1,0-1 1,-1 18 0,19 0-1,-19 0 1,19 0-16,-19 0 31,1 0-15,-18-18-1,35 18 1,-17-17-16,-18-1 16,17 1-1,1-1 1,-18 0 0,0 1 15,0-1-16</inkml:trace>
  <inkml:trace contextRef="#ctx0" brushRef="#br0" timeOffset="8123.7376">23848 6103 0,'17'0'15,"-17"18"1,18-1 0,-18 36-1,18-17 1,-18-19 0,17 18-1,-17-17-15,18 0 16,-18-1-1,18 1-15,-18 0 0,0-1 32,0 36-17,17 0 1,-17-35 0,18 35-1,-18 0 1,0-18-1,0-18 1,0 1-16,0 0 16,0-1-1,0 1-15,0 0 16,0-1 15,18 1-15,-18 0 15,0 17-15</inkml:trace>
  <inkml:trace contextRef="#ctx0" brushRef="#br0" timeOffset="9584.8677">23901 6085 0,'17'0'78,"1"0"-62,0 0 0,17 0-1,-17 0 16,-1 0-31,1 0 32,-1 0-1,1 0-15,17 36-1,-35-19 1,18 1-1,-18 0 17,0-1 46,0 1-63,0 0 1,-18-18 15,1 0-15,-1 0 0,-17 0-1,17 0 1,1 17-16,-1-17 31</inkml:trace>
  <inkml:trace contextRef="#ctx0" brushRef="#br0" timeOffset="11272.8948">24483 6209 0,'-18'0'15,"18"-18"17,0 1-1,-18 17-15,18-18-16,-17 18 15,17-18 1,-18 1-1,18-1-15,0 0 16,-17 18 31,-1 0-31,0 0 15,1 0-31,-1 36 15,0-1 17,1 0-17,-1 1 1,18-1 0,0 18-1,0-18-15,0-17 16,0-1-1,0 19 1,0-19 0,18 18-1,-18-17 1,17 0 0,1-1-1,0-17 1,-18 18-1,17-18 17,1 0-1,0 0-15,17 0-1,-35-18 1,17 1-1,19-1-15,-19-17 16,19 17 0,-36-17-1,17 35 1,-17-35 0,0 17-16,18 0 15,-18 1 1,0-1-16,0-17 31,18 35-15,-18-18-1,0 53 110,0-17-109,17 17-16,19 36 16,-19-71-1,-17 18-15,0-1 16,18-17-16,-18 18 31,17-18-15,1 17-1,-18 1-15,18-18 16,-1 0 15</inkml:trace>
  <inkml:trace contextRef="#ctx0" brushRef="#br0" timeOffset="11852.1888">24906 6103 0,'18'18'63,"-18"-1"-63,0 19 16,0 17-1,0-18 1,0 0-1,0 0-15,17 1 16,-17-19-16,0 19 16,0-1-16,0-18 15,0 1-15,0 17 16,0-17 0,0 0-16,-17-18 78</inkml:trace>
  <inkml:trace contextRef="#ctx0" brushRef="#br0" timeOffset="12818.13">24888 6015 0,'18'0'63,"0"0"-48,-1 0 1,19 17-1,-1-17-15,0 0 32,-17 18-17,-1 0-15,19-1 16,-19-17-16,-17 18 16,18-18-1,-18 18 1,53 17-1,-18 0 1,-17-17 0,-18 0-16,0-1 31,0 1-15,-18-18 30,1 0-46,-54 0 32,53 0-32,-17 0 15,17 0-15,1 0 0,-1 0 16,1 0 0,-19 0-1,36-18 1,-17 18-1,-1 0 1</inkml:trace>
  <inkml:trace contextRef="#ctx0" brushRef="#br0" timeOffset="14163.7243">25400 6385 0,'18'0'15,"-1"0"1,1 0-16,0 18 31,-1-18-31,1 0 31,-1 0-15,1 0 15,0-18-31,-1 18 16,1-17 0,0-1-1,-18 0 1,0 1-1,0-1 1,0 0 0,0 1-1,0-1 17,-18 18-1,0 0-16,-17-17 17,17 17-17,1-18 1,-18 18 0,17 0-1,0 0 1,18 18-1,-17-18 1,-1 17 0,0-17-1,18 18-15,0-1 16,0 1 15,0 0-15,0-1-1,0 1 1,0 17-16,0 1 0,18 16 31,17 19-15,-17-18 0,0 0-1,-1-53 1,1 0-16,-1 17 15,-17 1-15,18-18 16,0 18 0,-1-18-1,-17 17 1,18 1 0,0-18-1,-1 0 1,1 0 15</inkml:trace>
  <inkml:trace contextRef="#ctx0" brushRef="#br0" timeOffset="15477.5233">25753 6227 0,'17'0'15,"1"0"-15,0 0 16,-1 17-1,19 18 1,-19 1 0,1-1-1,17 0 1,-17 1-16,-1-19 16,-17 1-16,18 17 15,0-35-15,-18 35 16,17-17-1,-17 0 17,0-1-17,0-34 110,-17-1-109,-1-17-16,18 17 16,0-17-1,-18 0 1,1 17-1,17-17 17,0-1-17,-18 1 1,18 0 0,0 17-1,0 1 1,18 17-1,-1-18 32</inkml:trace>
  <inkml:trace contextRef="#ctx0" brushRef="#br0" timeOffset="17143.1434">26476 6015 0,'18'0'78,"-18"17"-78,0 1 16,0 0 0,0 17-1,0 18 1,17-18-1,-17-17 1,0 17 0,0 18-1,0 18 1,0-54-16,18 19 16,-18-19-16,0 1 31,0-1-31,0 1 15,0 0 17,0-1-32,0 1 15,0 17-15,0-17 0,0 17 32,0 0-17,0-17 1,0 0 46</inkml:trace>
  <inkml:trace contextRef="#ctx0" brushRef="#br0" timeOffset="19685.4942">26476 6068 0,'0'17'62,"0"1"-46,0 0-1,0 17 1,0-17-16,0-1 31,0 1-15,0 0 156,-18-1-157,18 1 17,-17-18 108,-1 0-124,18 17-1,0 1 1,-18-18 78,1 0-47,17 18-32,0-1 126,-18-17 31,0 0-157,18 18 1,-17-18 15</inkml:trace>
  <inkml:trace contextRef="#ctx0" brushRef="#br0" timeOffset="21719.1151">26423 6738 0,'18'0'93,"-1"0"-77,1 0 0,0 0-1,-1 0 17,1 0-17,0 0 1,-1 18 31,1-18-32,-1 0 1,1 0 453,0 0-313,-1 0-140</inkml:trace>
  <inkml:trace contextRef="#ctx0" brushRef="#br0" timeOffset="28530.0761">24130 7373 0,'0'18'187,"0"-1"-171,0 1 0,0 0-1,0-1 1,0 1-1,0 0 1,0-1 0,0 1-1,0-1 17,-18-17-32,18 18 46,0 0-46,0-1 32,0 1-1,0 0-15,0-1 30,0 1-14,0 0 124,0-1-125,0 1 63,0-1-94,0 1 16,-17-18-1,17 18 16,0-1 63,0 1-63</inkml:trace>
  <inkml:trace contextRef="#ctx0" brushRef="#br0" timeOffset="29316.1901">24324 7779 0</inkml:trace>
  <inkml:trace contextRef="#ctx0" brushRef="#br0" timeOffset="32444.8403">24024 8290 0,'18'0'188,"-1"0"-157,1 0 0,0 0 16,-1 0-31,1 0-1,-18 18 1,0 0 31,18-18-16,-18 17 0,17-17-31,-17 18 16,0-1-16,0 1 31,18-18-31,-18 18 16,0-1-1,0 1 17,18-18-17,-18 18 16,0-1 32,-18 1-1,0-18-30,1 0-32,-1 0 15,0 0 1,1 0 0,-1 0 15,0 0-16,1 0 17,-1 0-17,1 0 17,-1 0-17,0 0 1,1 0-1,-1 0 1,36 18 203,-1-1-219,1-17 15,0 0-15,17 18 16,-18-18 0,-17 17-1,18-17 1,0 0-16,-1 0 16,1 18-1,0-18-15,-1 0 16,1 0-16,0 0 31,-1 0-15,1 0 15,-1 0 0,1 18 94</inkml:trace>
  <inkml:trace contextRef="#ctx0" brushRef="#br0" timeOffset="36576.3687">24483 8678 0</inkml:trace>
  <inkml:trace contextRef="#ctx0" brushRef="#br0" timeOffset="39513.599">24059 9031 0,'18'0'109,"0"0"-93,-1 18-16,1-18 15,0 0 1,-1 17 15,1-17-15,0 18-1,-1-18 17,1 18-32,-18-1 15,17 1 1,1 0 0,-18-1-1,0 1 1,0-1-1,0 1 1,0 17 0,0-17-1,0 0 1,0-1 0,0 1-1,-18-18 1,1 0-1,-1 0 1,1 0 15,-1 0-31,0 0 16,1 0 0,-1 0-16,0 0 46,18-18-30,-17 18-16,34 0 156,19 0-140,-1 18 0,0-18-16,-35 18 15,18-18 1,17 0-1,0 17 1,-17-17 0,0 18-16,-1-18 15,-17 18-15,18-1 63,-18 1-48,18-18-15,-18 53 16,0-36 0,0 19 15,0-19-15,0 1-16,0 0 46,-18-18-30,0 0 0,1 0-1,-1 0-15,0 0 16,1 0 0,-1 0-1,0 0 1,1 0-16,-1 0 15,1 0 1,-1 0 0,0 0-1,1 0 1,-1 0 0</inkml:trace>
  <inkml:trace contextRef="#ctx0" brushRef="#br0" timeOffset="40055.5695">24642 9648 0</inkml:trace>
  <inkml:trace contextRef="#ctx0" brushRef="#br0" timeOffset="41851.3203">24500 10195 0</inkml:trace>
  <inkml:trace contextRef="#ctx0" brushRef="#br0" timeOffset="42232.5005">24553 10425 0</inkml:trace>
  <inkml:trace contextRef="#ctx0" brushRef="#br0" timeOffset="42618.8395">24642 10813 0</inkml:trace>
  <inkml:trace contextRef="#ctx0" brushRef="#br0" timeOffset="45881.9178">24712 7426 0,'0'18'15,"0"-1"16,18 1-31,-18 0 32,0-1-17,0 1 1,0-1 0,17 1-16,-17 17 31,18-35-16,-18 18 1,0 0 0,0-1-1,0 1 1,0 0 0,0-1 30,0 1-30,0-1-16,0 1 109,0-36 95,0-17-204,0 18 15,0-1 1,0 0-1,0 1-15,0-1 16,0 0-16,0 1 16,0-1 15,0 0-15,0 1-1,0-36 1,18 35-1,-1-17 1,1 35 15,-18-18-31,0 1 16,18 17 0,-1-18-1,-17 0 1,35 18-16,1 0 15,-19 0-15,1 0 16,35 0 0,-35 0-1,17 0 1,-18-17 0,1 17-16</inkml:trace>
  <inkml:trace contextRef="#ctx0" brushRef="#br0" timeOffset="47337.6922">24677 7232 0,'0'18'63,"0"-1"-63,0 18 15,0-17 32,0 0-31,0-1 0,0 1-1,17 0 1,-17-1-1,0 1 1,0 0-16,18-1 16,-18 1-1,0 0 48,18-18-48,-18 17 1,0 1 0,0-1 15</inkml:trace>
  <inkml:trace contextRef="#ctx0" brushRef="#br0" timeOffset="49376.233">25277 7285 0,'-18'0'32,"18"17"-17,0 1 1,0 0-16,0-1 16,0 1-16,0 0 15,0-1 1,0 1-1,0 17 1,0-17 0,0 0-1,0-1 17,0 1-17,18-1 1,-18 19-1,17-19 1,-17 19 0,18-19-1,-18 1 1,0 0 0,17-18-16,-17 17 15,0 1 1,18-18-1,0 0 1,-18 17 0,17-17-1,-17 18 32,18-18-31,17 18-16,-17-18 15,0 0 1,-1 0 0,1 0-1,-1-36 1,-17 19 0,18-1-16,0 1 15,-18-1 16,0 0-31,0 1 16,17-1 0,-17-17-1,18 17 1,-18-17 0,0 17 15,0 1-16,0-1-15,0 0 16,0-17 0,18 35-16,-18-18 15,0-17-15,0 17 16,0 1 0,0-1 30,0 36 95,0 17-125,0 0-1,17 1 1,-17-1 0,18 0-1,-18 0 1,0-17-16,18 0 15,-18 17 1,0-17 0,0-1-1,17 1 1,-17 0 0,18-1 15,-18 1 0,17-18 32,1 0-48,0 17-15</inkml:trace>
  <inkml:trace contextRef="#ctx0" brushRef="#br0" timeOffset="51561.4344">26017 7338 0,'18'35'62,"-18"-17"-62,18-1 16,-18 19-1,17-19-15,1 36 16,-18-35-16,0-1 16,0 1-1,0 0 1,0-1-1,0 1 48,0 0-63,0-1 16,0 1 77,0 0 126,0-36-78,0 0-126,0 1-15,0-1 16,0 0 0,0 1-1,18-1 1,-18 0-1,0 1-15,17-1 16,-17 1 0,0-19-1,18 19 1,-1-1 0,-17 0-1,36-35 1,-1 36-16,18-19 15,-18 1 1,0 18-16,-35-19 16,36 36-16,-19-17 15,-17-1 1,18 18-16,0 0 125,-1 0-109,-17 18-1,18-1 1,0 1-16,-1 0 15,-17-1-15,0 18 16,18 1-16,0-1 16,-18 0-1,0 1 1,17-1 15,-17 0-15,0-17-16,0-1 15,0 19 1,0-19 0,0 1-1,18 0 1,-18-1 0,0 1-1,0 0 16,0-1-31,0 1 47,0-1 172</inkml:trace>
  <inkml:trace contextRef="#ctx0" brushRef="#br0" timeOffset="53640.8068">25118 8414 0,'0'-18'47,"-18"0"15,0 1-30,18-1-32,0 1 46,-17 17-30,-1 0 62,1 0-15,17 17-32,-18 1-15,0-1-1,18 1 16,0 0-15,0-1 15,-17 1-15,-1 0 0,18-1-1,0 1 1,0 0-1,0-1 1,0 1 0,0 17-1,0-17 1,0-1 0,18 1 15,-1 0-16,19-18 1,-36 17 0,17 1-16,18 0 15,-17-1-15,17 19 0,1-1 16,-1-18 0,18 1-1,-35-18 1,-1 0-1,-17-18 32,0 1-15,0-1-17,0 1 1,0-1 15,0 0-15,0-17-1,0 17 1,0 1 0,0-1-1</inkml:trace>
  <inkml:trace contextRef="#ctx0" brushRef="#br0" timeOffset="54788.2996">25700 8731 0,'0'-17'78,"-18"-1"-62,1 18-16,-36-35 16,35 17-1,-17 0 1,17-17 0,0 35-1,1 0 1,17-18-1,0 1-15,-18 17 16,18-18 0,0 1-1,0-1 1,0 0 0,18 18 15,17 0-16,0 0 1,18 0 0,-35 0-1,17 0 1,-17 0 0,-1 0-1,1 0 1,-18 18-1,18-18 1,-18 18 15,17-1-15,-17 18 0,0 1-1,0-19 1,0 19-1,0-19 17,-17-17-1,-1 0 0,0 0 110</inkml:trace>
  <inkml:trace contextRef="#ctx0" brushRef="#br0" timeOffset="56485.296">26035 8326 0,'0'17'63,"0"1"-47,0-1-16,0 19 31,0 17-16,0-18 1,0 0 0,0 0-1,0 1 1,0-1 0,0 0-1,0-17 1,0 0-1,0-36 189,18 0-204,-18 1 15,0-1-15,17 0 16,-17-17-1,0 17-15,0 1 16,0-1-16,0-17 16,0 17-1,0 1-15,0-1 32,18 0-1,0 18-16,-1 0 1,-17-17 0,18 17-1,-1 0 32,1 0-31,0 0-1,-1 0 1,1 0 31,-18 17 15,18 1-46,-18 0 0,0-1-1,0 1 1,0 35 0,0-36-1,0 19 1,17-19-1,-17 1-15,0 0 32,0-1-17,0 1 1,0 0 31</inkml:trace>
  <inkml:trace contextRef="#ctx0" brushRef="#br0" timeOffset="57948.8314">26511 8414 0,'18'0'31,"-18"17"-15,0 1 0,0 35-1,0-18 1,0 0 0,0 1-1,0 17 1,0-71 156,0 0-172,0 1 15,0-1 1,0-17 0,0 17-1,0-17-15,0 17 16,0-17-16,0 17 15,0 1-15,0-1 16,18 0 0,-1 18 46,1 0-31,-1 0-15,1 0-16,0 0 16,-1 0-1,1 18 1,17-18 0,-17 0-16,0 0 15,-1 0 1,-17 18-1,18-18 1,-1 17 15,-17 1-15,0 0 0,0-1-1,0 1 1,0 17-1,0-17 1,0-1-16,18 1 16,-18 0-1,0-1 1,0 19-16,0-19 16,0 1-1</inkml:trace>
  <inkml:trace contextRef="#ctx0" brushRef="#br0" timeOffset="59511.4055">27023 8537 0,'17'0'78,"1"0"-63,0 0 17,-1 0-32,1 0 31,0 0 0,-1 0-15,1 0 31,0 0-32,-18-17 32,0-1-31,17 0-16,-17 1 15,0-1 1,0 0 0,0 1-1,-17-1 1,-1 0 0,0 1 15,1 17-31,-19-18 31,19 18-15,-19-17-1,19 17 1,-1 0 0,0 0-16,1 0 15,-1 0-15,18 17 16,0 1-1,0-1 1,-17 1 0,17 35-1,0-18 1,0 1 0,17-1-1,1-18 1,-1 1-16,-17 0 15,36-1 1,-19 1 0,1-18-1,-18 18 1,18-18 0,-18 17-16,17-17 15,1 0 1,0 0-16,17 18 15,-17 0 1,-1-18 0,1 0-16,-1 17 15,1-17 1,0 0 62</inkml:trace>
  <inkml:trace contextRef="#ctx0" brushRef="#br0" timeOffset="60653.325">27728 8378 0,'-17'0'31,"-1"0"-15,0 0 15,1 0-31,17-17 16,-18 17-1,0 0 1,1 0 0,-18 0 15,17 0-16,0 17 1,18 1 0,-17 0-1,17-1-15,-18 1 16,0-18-16,18 35 0,0-17 16,0 0-1,-17-1 1,17 18-1,0-17 1,0 17 0,0-17-16,0 0 15,0-1-15,17 1 32,1-18-17,0 18 1,17-18-1,-17 17 1,-1-17 0,1 0-1,-1 0 1,1 18 0,0-18 15</inkml:trace>
  <inkml:trace contextRef="#ctx0" brushRef="#br0" timeOffset="61506.4413">27993 8414 0,'18'0'78,"-1"0"-78,1 0 31,-1 0-31,1 0 16,0 0 0,-1 0-16,19 0 15,-19 0-15,1 0 16,17 0-1,-17 0 1,-1 0 0,1 0 31,0 0-16,-1 0-16,1 0 1,-18 17 0</inkml:trace>
  <inkml:trace contextRef="#ctx0" brushRef="#br0" timeOffset="62950.8183">28187 8237 0,'0'18'0,"0"0"31,0-1-15,-18-17 0,18 36-1,0-19 1,0 1 0,0 17-1,0-17-15,-17-18 16,17 17-1,0 1-15,0 0 16,-18-1 15,18 1-31,0 0 16,0-1 0,0 1-1,0-1 1,0 1-1,0 0-15,0-1 0,0 19 16,0-1 0,18 0-1,-18-17 1,17 0-16,-17-1 16,0 1-1,18-1 32,0-17-47,-1 0 31,-17 18-31,18-18 32,-1 0-32,1 0 15,0 0 16,-1 0-15,1 0 31,0 0 31,-18-18 63,0 1-94</inkml:trace>
  <inkml:trace contextRef="#ctx0" brushRef="#br0" timeOffset="68168.1262">24994 9578 0,'18'0'94,"0"0"-79,17 0 1,-18 0-1,19 0 1,-1 0 0,-17 0-1,17 0 1,-17 0 15,-1-18-15,-17 1 15,0-1-15,0 0-1,0 1 63,0-1-78,0 0 16,0 1 62,-17 17-47,17-18-31,-36 18 16,19 0 0,-1 0-1,0 0 1,1 0 15,-1-17-15,0 17-1,1 0 1,-1 0 0,1 0-1,-1 0 1,0 0 0,1 0 15,17 17-16,-18 1 1,18-1 0,0 19-1,0-19 1,0 1-16,0 0 16,0-1-1,0 1-15,0 0 31,0-1-31,18-17 16,-18 35 0,17-17-16,1 0 15,0-18 1,-1 17 0,1 1-1,-1 0 1,1-18-1,0 0 1,-18 17-16,17-17 16,1 18-1,0 0 1,17-18 0,-17 17-1,-1-17 1,-17 18-1,18-18 17,0 0-17,-1 0 17</inkml:trace>
  <inkml:trace contextRef="#ctx0" brushRef="#br0" timeOffset="68989.0627">25506 9402 0,'17'17'109,"1"1"-93,-18 17-1,18-35 1,17 35-16,-35-17 16,35 0-16,-17 17 15,0-17 1,17 17-1,-35-18 1,17 1 0,1-18-16,0 35 15,-18-17 1,17-18-16,-17 18 16,18-18-1</inkml:trace>
  <inkml:trace contextRef="#ctx0" brushRef="#br0" timeOffset="69847.7056">25876 9472 0,'-17'0'78,"-1"0"-78,0 0 16,1 0 0,-1 18-1,0-18 1,1 35 0,-1-17-1,-17-18 1,17 17-1,1-17-15,17 18 16,-53-18 0,35 0-1,0 0-15,18 18 16,-35-1 0,17-17-1,18 18 1,-17-18 15,-1 0-15,1 0 31,17 17 15</inkml:trace>
  <inkml:trace contextRef="#ctx0" brushRef="#br0" timeOffset="72177.4691">25982 9384 0,'18'0'62,"-1"0"-46,19 0-1,17 0 1,-18 0 0,0 0-1,0 18 1,-17-18-16,0 0 78,-1 0-47</inkml:trace>
  <inkml:trace contextRef="#ctx0" brushRef="#br0" timeOffset="72892.1553">26194 9225 0,'0'18'47,"0"17"-31,0-17-1,0-1-15,0 19 16,0-1 0,0 0-1,0 0-15,0 18 16,-18 0 15,18 0-15,0-35-16,0 17 15,0-17-15,0-1 16,0 1 46,0 0-62,0-1 16</inkml:trace>
  <inkml:trace contextRef="#ctx0" brushRef="#br0" timeOffset="74267.2983">26441 9419 0,'0'-17'16,"17"17"47,-17 17-48,18 18-15,0-17 16,-1 17-1,1 1 17,-18-19-17,0 19 1,18-36 0,-18 17-1,0 1 16,17-1-15,-17 1 0,0 0-1,0-1 63,0-34 47,0-19-125,0 19 16,0-18 0,0 17-1,0 0 1,0-17 0,0 17-1,0-17 1,0 17 15,18 1 0,-1 17 1,1 0 14,0 0 33,-1 0-64,-17-18 1,18 18-16,0 0 15</inkml:trace>
  <inkml:trace contextRef="#ctx0" brushRef="#br0" timeOffset="76106.6228">27005 9507 0,'0'-17'47,"0"-1"-31,0 0 30,-18 1-30,1 17-16,17-18 16,-18 1-1,1 17 1,17-18 0,-18 18 15,-17 0-31,35-18 15,-18 18 17,0 0-17,1 0 1,-1 0 15,18 18-15,0 0-1,0-1 1,0 1-16,-18-1 16,18 19-1,0-19-15,0 1 16,18 17 0,0 18-1,-18-18 1,0-17-1,17-18 1,-17 18-16,0-1 0,18-17 16,-18 18-1,18-18 1,-1 0 62,1 0-62,0 0-1,-1 0-15,1 0 16,-1-18 15,-17 1-31,18-1 16,-18 0 15,0 1-31,0-1 16,0 1-1,18 17 251,-18 17-266,17 1 16,-17-1-1,18-17 1,-18 18-1,18-18 17,-1 18-17,-17-1 1,18-17 0,0 0-1,-1 0 32,19 0 125</inkml:trace>
  <inkml:trace contextRef="#ctx0" brushRef="#br0" timeOffset="77099.1134">27481 9472 0,'0'-18'62,"-17"1"-46,-1 17 0,0-18-1,1 18-15,-1 0 16,1 0 0,-1 0-1,0 0 1,1 35-1,-1-17 17,18 17-17,-18-35-15,18 36 16,0-19-16,-17-17 16,17 36-1,0-19 1,0 1-1,0-1 1,17-17-16,-17 18 16,18 0-1,0-1 1,-1 1 0,-17 0-16,18-18 15,0 0 1,-1 0 15,1 0 0,-1 17-15,1-17 0,-18 18-1,18-18 1</inkml:trace>
  <inkml:trace contextRef="#ctx0" brushRef="#br0" timeOffset="77772.0765">27640 9525 0,'18'0'32,"17"0"-1,-17 0-31,-1 0 15,1 0 1,17 0 0,1 0-1,-1 0 1,0 0 0,0 0-1,-17-18-15,0 18 16,-1 0-1,1 0-15</inkml:trace>
  <inkml:trace contextRef="#ctx0" brushRef="#br0" timeOffset="78788.0682">27922 9225 0,'0'35'47,"0"-17"-31,-17 0-16,17 17 15,0-17 1,0 52-16,0-52 15,0 17-15,0 0 32,0 1-17,0-1 1,0 0 0,0-17-16,0-1 15,0 1 1,0 0 15,0-1 16,17 1-31,1-18-16,-18 35 15,18-35 1,-1 0-1,-17 18 1,18 0 0,0-18 15,-18 17-15,17-17-1,1 0 1,-1 0-1,1 0 32,0 0-15</inkml:trace>
  <inkml:trace contextRef="#ctx0" brushRef="#br0" timeOffset="82089.3097">27499 6403 0,'18'0'78,"-1"0"-78,1 0 15,35 0 1,-36 0 0,19 0-1,-19 0 1,1 0-1,0 0 1,-1 0 0,1 0-1</inkml:trace>
  <inkml:trace contextRef="#ctx0" brushRef="#br0" timeOffset="83278.8558">27622 6244 0,'0'18'47,"0"-1"-47,0 1 32,0 17-17,0-17 1,0 0-1,0-1 1,0 1 0,0 0-16,0-1 15,0 1 1,0-1-16,0 19 16,0-19 15,0 1-16,0 17 1,0-17 0,0 0-1,18-1 1,-18 36 0,0-18-1,0 1 1,0-19-1,0 1-15,18-18 16,-18 18 0,17-1 15,-17 1 0,18-18-15,-18 18-1,18-18 32,-1 0-31,-17 17 0,18-17-16,0 0 15,-1 0-15,19 0 16,16 0-1,1 0 1,18-17 0,-71-1-1,18 18 48,-1 0 31,1 0-63</inkml:trace>
  <inkml:trace contextRef="#ctx0" brushRef="#br0" timeOffset="84813.6146">28152 6791 0,'-18'0'62,"0"0"1,1 0-47,-1 0-1,0 0-15,18-18 16,-17 18 15,17-17-15,-18 17-1,1-18 17,17 0-17,0 1 1,0-1-1,0 0 1,0-34 0,0 34-1,0 0 1,17 18 78,1 0-79,-1 0 1,1 0 0,0 0-1,-1 0-15,1 0 16,0 0-16,-1 0 15,1 0 17,0 0-17,-1 0 1,-17 18 0,18-18 30,-1 18-30,-17-1 0,0 1-1,0-1 1,0 1 0,0 0-1,0-1 1,0 1-1,0 0 1,0-1 0,-17-17-1,-1 0 1,18 18 0,-17-18 109</inkml:trace>
  <inkml:trace contextRef="#ctx0" brushRef="#br0" timeOffset="85985.3881">28434 6279 0,'0'18'47,"0"0"-47,0-1 31,0 1-15,0 0 0,0-1-16,0 1 15,0 0-15,0-1 16,0 36-1,0-18 1,0-17 0,0 0-16,0 17 15,0-17 1,0-1 0,0 1-1,0 17 1,0-17-1,0-1 1,-18-17 15,18 18-15,0 0 0,0-1-1,0 1 1,0 0-1,0-1 64,0 1-64</inkml:trace>
  <inkml:trace contextRef="#ctx0" brushRef="#br0" timeOffset="87391.3213">28681 6544 0,'0'18'63,"-18"-1"-48,18 1-15,-17-18 16,17 18 15,-18-18-31,18 17 32,-18-17-32,1 0 15,-1 18 1,0-1 46,18 1-46,-17-18 15,-1 0 0,18 18 1,-18-18-1,18 17 0,-17-17-15,34 0 93,1 0-93,17 18-1,-17-18 1,0 18-16,-1-18 16,1 17-16,0-17 15,17 0 1,-18 18 0,1-18-1,0 0 1,-18 18-16,17-18 31,-17 17 94</inkml:trace>
  <inkml:trace contextRef="#ctx0" brushRef="#br0" timeOffset="88880.7843">28857 6703 0,'18'0'62,"-1"0"-46,1 0 0,0 17-1,17-17 1,-17 0 31,-1 0-32,1 0 48,-18-17-16,18-1-32,-18 0 1,0 1-16,0-1 16,0 1-1,0-1 48,0 0-48,-18 18 1,18-17 0,-35 17 15,17 0-16,18-18 1,-18 18 0,1 0-1,-19 0 1,19 0 0,-1 0-1,18 18 1,-17-18-1,17 17 32,0 1-31,0 17 0,0 0-16,0 1 15,0-19-15,0 1 16,0 0-1,17-1 1,1 19 0,-18-19-1,17 1 1,1-18 0,0 0 15,-18 18-31,17-1 15,1-17 1,0 0 15,-1 0-15,-17 18 0,18-18-1,0 0 1</inkml:trace>
  <inkml:trace contextRef="#ctx0" brushRef="#br0" timeOffset="90919.1783">29210 6544 0,'0'18'47,"0"-1"-31,0 1 0,0 35-1,18 0 1,-1-36-1,-17 19 1,0-19 0,0 1-16,18 0 15,-18-1 1,18-17 0,-18 18-1,0 0 1,0-36 203,0 0-219,0 1 15,0-1-15,0 0 16,0 1-1,17 17 1,-17-18 0,0 0-1,0 1-15,0-1 63,0 0-63,18 18 15,-18-17 1,17-1 0,1 1 46,0 17-46,-1 0 15,1 0 16,0 0-16,-1 0-15,1 0-1,0 0-15,-1 0 16,1 0 0,-1 17 77,1 1-77,-18-1 15,18 1-15,-18 35 0,17-35-1,-17-1 1,0 1-1,18-18 1,-18 18-16,0-1 16,0 1 31,0 0-47,0-1 15</inkml:trace>
  <inkml:trace contextRef="#ctx0" brushRef="#br0" timeOffset="95125.7349">29951 6509 0,'-18'0'110,"1"0"-95,17 17-15,0 19 16,-18-36 15,18 17-15,-18-17-16,1 18 16,17 0-16,0-1 15,-18 1 32,0-18-31,18 17-1,0 1-15,0 0 110,0-1-95,18-17-15,35 18 32,-18-18-32,-17 18 15,-1-18-15,1 0 16,0 17-1,-1-17 1,1 0 0,0 0-1,-18 18 1,0 0 0,17-1-1,-17 1 16,0 0-15,0-1 15,-17-17 16,-1 0-16,0 0-15,1 0 0,-1 0-1,0 0 17,1 0-32,-1 0 31,1 18-31,-1-18 15,0 0 48,1 0-16,-1 0 234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 smtClean="0"/>
              <a:t>Computer Engineering Department, College of Engineering, Al-</a:t>
            </a:r>
            <a:r>
              <a:rPr lang="en-US" altLang="zh-TW" dirty="0" err="1" smtClean="0"/>
              <a:t>Iraqia</a:t>
            </a:r>
            <a:r>
              <a:rPr lang="en-US" altLang="zh-TW" dirty="0" smtClean="0"/>
              <a:t> University, Iraq</a:t>
            </a: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5" name="Google Shape;9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2995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altLang="zh-TW" sz="1200" b="0" i="0" u="none" strike="noStrike" cap="none" baseline="0" dirty="0" smtClean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3900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altLang="zh-TW" sz="1200" b="0" i="0" u="none" strike="noStrike" cap="none" baseline="0" dirty="0" smtClean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7476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altLang="zh-TW" sz="1200" b="0" i="0" u="none" strike="noStrike" cap="none" baseline="0" dirty="0" smtClean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7835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altLang="zh-TW" sz="1200" b="0" i="0" u="none" strike="noStrike" cap="none" baseline="0" dirty="0" smtClean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33497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altLang="zh-TW" sz="1200" b="0" i="0" u="none" strike="noStrike" cap="none" baseline="0" dirty="0" smtClean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8797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altLang="zh-TW" sz="1200" b="0" i="0" u="none" strike="noStrike" cap="none" baseline="0" dirty="0" smtClean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58802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emf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0" y="2769961"/>
            <a:ext cx="12432632" cy="832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buSzPts val="4400"/>
            </a:pPr>
            <a:r>
              <a:rPr lang="en-US" sz="4400" dirty="0">
                <a:latin typeface="Times New Roman"/>
                <a:ea typeface="Times New Roman"/>
                <a:cs typeface="Times New Roman"/>
                <a:sym typeface="Times New Roman"/>
              </a:rPr>
              <a:t>Text documents clustering using data mining techniques</a:t>
            </a:r>
            <a:endParaRPr sz="4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524000" y="3890412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Ahmed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Adeeb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Jalal, Basheer Husham 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Ali.</a:t>
            </a:r>
          </a:p>
          <a:p>
            <a:pPr marL="0" lvl="0" indent="0"/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International Journal of Electrical and Computer Engineering (IJECE) Vol. 11, No. 1, February 2021, pp. 664~670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904957" y="5834548"/>
            <a:ext cx="3920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Presenter: Wan-Ni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</a:t>
            </a:r>
            <a:r>
              <a:rPr lang="en-US" altLang="zh-TW" sz="20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</a:t>
            </a:r>
            <a:r>
              <a:rPr lang="en-US" sz="20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2024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Abstract(1/2)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SzPts val="3200"/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progress in numerous research fields and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technologies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led to an increase in the publication of research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papers. Therefore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researchers take a lot of time to find interesting research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papers that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close to their field of specialization. Consequently, in this paper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have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documents classification approach that can cluster 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 documents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research papers into the meaningful categories in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contain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similar scientific field. 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Abstract(2/2)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838200" y="145471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  <a:buSzPts val="3200"/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presented approach based on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focus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scopes of the target categories, where each of these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 includes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topics. Accordingly, we extract word tokens from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topics that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 to a specific category, separately. The frequency of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word tokens in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 impacts on weight of document that calculated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a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term frequency-inverse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frequency (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TF-IDF) 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ts val="0"/>
              </a:spcBef>
              <a:buSzPts val="3200"/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ts val="0"/>
              </a:spcBef>
              <a:buSzPts val="3200"/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approach uses title, abstract, and keywords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the paper, in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 to the categories topics to perform 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process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Subsequently, documents are classified and clustered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into the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categories based on the highest measure of cosine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between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weight and documents weights.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ts val="0"/>
              </a:spcBef>
              <a:buSzPts val="3200"/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138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Data set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7"/>
          <p:cNvSpPr txBox="1">
            <a:spLocks noGrp="1"/>
          </p:cNvSpPr>
          <p:nvPr>
            <p:ph type="body" idx="1"/>
          </p:nvPr>
        </p:nvSpPr>
        <p:spPr>
          <a:xfrm>
            <a:off x="838200" y="1468376"/>
            <a:ext cx="10775553" cy="5152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buSzPts val="2800"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Contains 518 papers since 2012 to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2019  include different 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topic scopes.</a:t>
            </a:r>
          </a:p>
          <a:p>
            <a:pPr marL="228600" lvl="0" indent="-228600">
              <a:buSzPts val="2800"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Goal: classify these papers into five clusters.</a:t>
            </a:r>
          </a:p>
          <a:p>
            <a:pPr marL="228600" lvl="0" indent="-228600">
              <a:buSzPts val="2800"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>
              <a:buSzPts val="2800"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Cluster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1: Computer Science, Computer Engineering, and Informatics.</a:t>
            </a:r>
          </a:p>
          <a:p>
            <a:pPr marL="228600" lvl="0" indent="-228600">
              <a:buSzPts val="2800"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Cluster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2: Electronics.</a:t>
            </a:r>
          </a:p>
          <a:p>
            <a:pPr marL="228600" lvl="0" indent="-228600">
              <a:buSzPts val="2800"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Cluster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3: Electrical and Power Engineering.</a:t>
            </a:r>
          </a:p>
          <a:p>
            <a:pPr marL="228600" lvl="0" indent="-228600">
              <a:buSzPts val="2800"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Cluster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4: Telecommunication and Information Technology.</a:t>
            </a:r>
          </a:p>
          <a:p>
            <a:pPr marL="228600" lvl="0" indent="-228600">
              <a:buSzPts val="2800"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Cluster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5: Instrumentation and Control Engineering</a:t>
            </a:r>
            <a:endParaRPr dirty="0" smtClean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397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Preprocessing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7"/>
          <p:cNvSpPr txBox="1">
            <a:spLocks noGrp="1"/>
          </p:cNvSpPr>
          <p:nvPr>
            <p:ph type="body" idx="1"/>
          </p:nvPr>
        </p:nvSpPr>
        <p:spPr>
          <a:xfrm>
            <a:off x="838200" y="1468376"/>
            <a:ext cx="10775553" cy="5152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>
              <a:buSzPts val="2800"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Tokenization</a:t>
            </a:r>
          </a:p>
          <a:p>
            <a:pPr marL="685800" lvl="1" indent="-228600">
              <a:buSzPts val="2800"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Split a sentence into tokens </a:t>
            </a:r>
            <a:r>
              <a:rPr lang="en-US" altLang="zh-TW" dirty="0" smtClean="0">
                <a:latin typeface="Times New Roman"/>
                <a:ea typeface="Times New Roman"/>
                <a:cs typeface="Times New Roman"/>
                <a:sym typeface="Times New Roman"/>
              </a:rPr>
              <a:t>(words)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685800" lvl="1" indent="-228600">
              <a:buSzPts val="2800"/>
            </a:pPr>
            <a:r>
              <a:rPr lang="en-US" altLang="zh-TW" dirty="0" smtClean="0">
                <a:latin typeface="Times New Roman"/>
                <a:ea typeface="Times New Roman"/>
                <a:cs typeface="Times New Roman"/>
                <a:sym typeface="Times New Roman"/>
              </a:rPr>
              <a:t>He is running. =&gt; {He, is, running }</a:t>
            </a: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>
              <a:buSzPts val="2800"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>
              <a:buSzPts val="2800"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Filtering</a:t>
            </a:r>
          </a:p>
          <a:p>
            <a:pPr marL="685800" lvl="1" indent="-228600">
              <a:buSzPts val="2800"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Remove stop words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such as "the," "is," and "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in.”</a:t>
            </a:r>
          </a:p>
          <a:p>
            <a:pPr marL="685800" lvl="1" indent="-228600">
              <a:buSzPts val="2800"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>
              <a:buSzPts val="2800"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Lemmatization</a:t>
            </a:r>
          </a:p>
          <a:p>
            <a:pPr marL="685800" lvl="1" indent="-228600">
              <a:buSzPts val="2800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Each word is reduced to its base 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form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such as converting "running" to "run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.“</a:t>
            </a:r>
          </a:p>
          <a:p>
            <a:pPr marL="685800" lvl="1" indent="-228600">
              <a:buSzPts val="2800"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>
              <a:buSzPts val="2800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Stemming</a:t>
            </a: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>
              <a:buSzPts val="2800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Word endings are removed to extract the stem of each word, such as converting "connects" to "connect."</a:t>
            </a: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>
              <a:buSzPts val="2800"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608" y="365125"/>
            <a:ext cx="3018832" cy="170192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筆跡 3"/>
              <p14:cNvContentPartPr/>
              <p14:nvPr/>
            </p14:nvContentPartPr>
            <p14:xfrm>
              <a:off x="8439120" y="2165400"/>
              <a:ext cx="2406960" cy="2553120"/>
            </p14:xfrm>
          </p:contentPart>
        </mc:Choice>
        <mc:Fallback xmlns="">
          <p:pic>
            <p:nvPicPr>
              <p:cNvPr id="4" name="筆跡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29760" y="2156040"/>
                <a:ext cx="2425680" cy="257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5882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>
            <a:spLocks noGrp="1"/>
          </p:cNvSpPr>
          <p:nvPr>
            <p:ph type="title"/>
          </p:nvPr>
        </p:nvSpPr>
        <p:spPr>
          <a:xfrm>
            <a:off x="0" y="941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TF-IDF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Google Shape;139;p7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310838" y="190746"/>
                <a:ext cx="10775553" cy="51521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228600" lvl="0" indent="-228600">
                  <a:buSzPts val="2800"/>
                </a:pPr>
                <a:r>
                  <a:rPr lang="en-US" dirty="0" smtClean="0"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TF (</a:t>
                </a:r>
                <a:r>
                  <a:rPr lang="en-US" dirty="0"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Term Frequency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)</a:t>
                </a:r>
              </a:p>
              <a:p>
                <a:pPr marL="685800" lvl="1" indent="-228600">
                  <a:buSzPts val="2800"/>
                </a:pP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  <a:sym typeface="Times New Roman"/>
                  </a:rPr>
                  <a:t>一個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  <a:sym typeface="Times New Roman"/>
                  </a:rPr>
                  <a:t>token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  <a:sym typeface="Times New Roman"/>
                  </a:rPr>
                  <a:t>在一篇論文中出現的頻率</a:t>
                </a:r>
                <a:endParaRPr lang="en-US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Times New Roman"/>
                </a:endParaRPr>
              </a:p>
              <a:p>
                <a:pPr marL="685800" lvl="1" indent="-228600">
                  <a:buSzPts val="2800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𝑁𝑢𝑚𝑏𝑒𝑟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𝑜𝑓𝑜𝑐𝑐𝑢𝑟𝑟𝑒𝑛𝑐𝑒𝑠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𝑜𝑓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𝑡𝑜𝑘𝑒𝑛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𝑡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𝑖𝑛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𝑑𝑜𝑐𝑢𝑚𝑒𝑛𝑡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𝑑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Total</m:t>
                        </m:r>
                        <m:r>
                          <a:rPr lang="en-US" sz="2800" b="0" i="0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number</m:t>
                        </m:r>
                        <m:r>
                          <a:rPr lang="en-US" sz="2800" b="0" i="0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of</m:t>
                        </m:r>
                        <m:r>
                          <a:rPr lang="en-US" sz="2800" b="0" i="0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tokens</m:t>
                        </m:r>
                        <m:r>
                          <a:rPr lang="en-US" sz="2800" b="0" i="0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in</m:t>
                        </m:r>
                        <m:r>
                          <a:rPr lang="en-US" sz="2800" b="0" i="0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document</m:t>
                        </m:r>
                        <m:r>
                          <a:rPr lang="en-US" sz="2800" b="0" i="0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d</m:t>
                        </m:r>
                      </m:den>
                    </m:f>
                  </m:oMath>
                </a14:m>
                <a:endParaRPr lang="en-US" b="0" dirty="0" smtClean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endParaRPr>
              </a:p>
              <a:p>
                <a:pPr marL="0" lvl="0" indent="0">
                  <a:buSzPts val="2800"/>
                  <a:buNone/>
                </a:pPr>
                <a:endParaRPr lang="en-US" dirty="0" smtClean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endParaRPr>
              </a:p>
              <a:p>
                <a:pPr marL="228600" lvl="0" indent="-228600">
                  <a:buSzPts val="2800"/>
                </a:pPr>
                <a:r>
                  <a:rPr lang="en-US" dirty="0"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IDF (Inverse Document Frequency)</a:t>
                </a:r>
                <a:endParaRPr lang="en-US" dirty="0" smtClean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endParaRPr>
              </a:p>
              <a:p>
                <a:pPr marL="685800" lvl="1" indent="-228600">
                  <a:buSzPts val="2800"/>
                </a:pP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  <a:sym typeface="Times New Roman"/>
                  </a:rPr>
                  <a:t>一個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  <a:sym typeface="Times New Roman"/>
                  </a:rPr>
                  <a:t>token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  <a:sym typeface="Times New Roman"/>
                  </a:rPr>
                  <a:t>在所有論文中的重要性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  <a:sym typeface="Times New Roman"/>
                  </a:rPr>
                  <a:t>(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  <a:sym typeface="Times New Roman"/>
                  </a:rPr>
                  <a:t>可區分性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  <a:sym typeface="Times New Roman"/>
                  </a:rPr>
                  <a:t>)</a:t>
                </a:r>
              </a:p>
              <a:p>
                <a:pPr marL="685800" lvl="1" indent="-228600">
                  <a:buSzPts val="2800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𝑙𝑜𝑔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𝑇𝑜𝑡𝑎𝑙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𝑛𝑢𝑚𝑏𝑒𝑟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𝑜𝑓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𝑑𝑜𝑐𝑢𝑚𝑒𝑛𝑡𝑠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𝑁𝑢𝑚𝑏𝑒𝑟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𝑜𝑓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𝑑𝑜𝑐𝑢𝑚𝑒𝑛𝑡𝑠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𝑡h𝑎𝑡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𝑖𝑛𝑐𝑙𝑢𝑑𝑒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𝑡𝑜𝑘𝑒𝑛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𝑡</m:t>
                        </m:r>
                      </m:den>
                    </m:f>
                  </m:oMath>
                </a14:m>
                <a:endParaRPr lang="en-US" b="0" dirty="0" smtClean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endParaRPr>
              </a:p>
              <a:p>
                <a:pPr marL="0" lvl="0" indent="0">
                  <a:buSzPts val="2800"/>
                  <a:buNone/>
                </a:pPr>
                <a:endParaRPr lang="en-US" dirty="0" smtClean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endParaRPr>
              </a:p>
              <a:p>
                <a:pPr marL="228600" lvl="0" indent="-228600">
                  <a:buSzPts val="2800"/>
                </a:pPr>
                <a:r>
                  <a:rPr lang="en-US" dirty="0" smtClean="0"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TF-IDF</a:t>
                </a:r>
              </a:p>
            </p:txBody>
          </p:sp>
        </mc:Choice>
        <mc:Fallback xmlns="">
          <p:sp>
            <p:nvSpPr>
              <p:cNvPr id="139" name="Google Shape;139;p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310838" y="190746"/>
                <a:ext cx="10775553" cy="5152101"/>
              </a:xfrm>
              <a:prstGeom prst="rect">
                <a:avLst/>
              </a:prstGeom>
              <a:blipFill>
                <a:blip r:embed="rId3"/>
                <a:stretch>
                  <a:fillRect l="-10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2680" y="598788"/>
            <a:ext cx="2829320" cy="838317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4255" y="2450608"/>
            <a:ext cx="2962688" cy="80973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38" y="4375981"/>
            <a:ext cx="3372321" cy="63826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876" y="5325663"/>
            <a:ext cx="11353800" cy="132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589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>
            <a:spLocks noGrp="1"/>
          </p:cNvSpPr>
          <p:nvPr>
            <p:ph type="title"/>
          </p:nvPr>
        </p:nvSpPr>
        <p:spPr>
          <a:xfrm>
            <a:off x="0" y="-2020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Cosine Similarity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7"/>
          <p:cNvSpPr txBox="1">
            <a:spLocks noGrp="1"/>
          </p:cNvSpPr>
          <p:nvPr>
            <p:ph type="body" idx="1"/>
          </p:nvPr>
        </p:nvSpPr>
        <p:spPr>
          <a:xfrm>
            <a:off x="838200" y="1468376"/>
            <a:ext cx="10775553" cy="5152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buSzPts val="2800"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48" y="4308919"/>
            <a:ext cx="3515216" cy="103837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054" y="3190508"/>
            <a:ext cx="5383993" cy="3390123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5"/>
          <a:srcRect b="42063"/>
          <a:stretch/>
        </p:blipFill>
        <p:spPr>
          <a:xfrm>
            <a:off x="667148" y="1021625"/>
            <a:ext cx="10370899" cy="1945304"/>
          </a:xfrm>
          <a:prstGeom prst="rect">
            <a:avLst/>
          </a:prstGeom>
        </p:spPr>
      </p:pic>
      <p:cxnSp>
        <p:nvCxnSpPr>
          <p:cNvPr id="5" name="直線接點 4"/>
          <p:cNvCxnSpPr/>
          <p:nvPr/>
        </p:nvCxnSpPr>
        <p:spPr>
          <a:xfrm>
            <a:off x="667148" y="2934734"/>
            <a:ext cx="103708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圖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1349" y="3001714"/>
            <a:ext cx="2374971" cy="37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94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7"/>
          <p:cNvSpPr txBox="1">
            <a:spLocks noGrp="1"/>
          </p:cNvSpPr>
          <p:nvPr>
            <p:ph type="body" idx="1"/>
          </p:nvPr>
        </p:nvSpPr>
        <p:spPr>
          <a:xfrm>
            <a:off x="838200" y="1468376"/>
            <a:ext cx="10775553" cy="5152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buSzPts val="2800"/>
            </a:pPr>
            <a:r>
              <a:rPr lang="en-US" altLang="zh-TW" dirty="0" smtClean="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>
              <a:buSzPts val="2800"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>
              <a:buSzPts val="2800"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102" y="1408525"/>
            <a:ext cx="5919738" cy="3885321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97550"/>
            <a:ext cx="6129852" cy="386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569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altLang="zh-TW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low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diagram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7"/>
          <p:cNvSpPr txBox="1">
            <a:spLocks noGrp="1"/>
          </p:cNvSpPr>
          <p:nvPr>
            <p:ph type="body" idx="1"/>
          </p:nvPr>
        </p:nvSpPr>
        <p:spPr>
          <a:xfrm>
            <a:off x="838200" y="1468376"/>
            <a:ext cx="10775553" cy="5152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buSzPts val="2800"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099" y="1575056"/>
            <a:ext cx="8249801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069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>
            <a:spLocks noGrp="1"/>
          </p:cNvSpPr>
          <p:nvPr>
            <p:ph type="body" idx="1"/>
          </p:nvPr>
        </p:nvSpPr>
        <p:spPr>
          <a:xfrm>
            <a:off x="294968" y="1690688"/>
            <a:ext cx="11897032" cy="1166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76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8"/>
          <p:cNvSpPr txBox="1">
            <a:spLocks noGrp="1"/>
          </p:cNvSpPr>
          <p:nvPr>
            <p:ph type="title"/>
          </p:nvPr>
        </p:nvSpPr>
        <p:spPr>
          <a:xfrm>
            <a:off x="4955318" y="2633763"/>
            <a:ext cx="257633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Thanks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7001</TotalTime>
  <Words>449</Words>
  <Application>Microsoft Office PowerPoint</Application>
  <PresentationFormat>寬螢幕</PresentationFormat>
  <Paragraphs>71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標楷體</vt:lpstr>
      <vt:lpstr>Arial</vt:lpstr>
      <vt:lpstr>Calibri</vt:lpstr>
      <vt:lpstr>Cambria Math</vt:lpstr>
      <vt:lpstr>Times New Roman</vt:lpstr>
      <vt:lpstr>Office 佈景主題</vt:lpstr>
      <vt:lpstr>Text documents clustering using data mining techniques</vt:lpstr>
      <vt:lpstr>Abstract(1/2)</vt:lpstr>
      <vt:lpstr>Abstract(2/2)</vt:lpstr>
      <vt:lpstr>Data set</vt:lpstr>
      <vt:lpstr>Preprocessing</vt:lpstr>
      <vt:lpstr>TF-IDF</vt:lpstr>
      <vt:lpstr>Cosine Similarity</vt:lpstr>
      <vt:lpstr>Result</vt:lpstr>
      <vt:lpstr>Flow diagram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Longest increasing subsequences  in sliding windows</dc:title>
  <dc:creator>user</dc:creator>
  <cp:lastModifiedBy>瑋玨 周</cp:lastModifiedBy>
  <cp:revision>1303</cp:revision>
  <dcterms:created xsi:type="dcterms:W3CDTF">2024-03-29T12:17:05Z</dcterms:created>
  <dcterms:modified xsi:type="dcterms:W3CDTF">2024-11-05T09:15:56Z</dcterms:modified>
</cp:coreProperties>
</file>