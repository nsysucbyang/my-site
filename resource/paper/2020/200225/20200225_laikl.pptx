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349" r:id="rId3"/>
    <p:sldId id="333" r:id="rId4"/>
    <p:sldId id="342" r:id="rId5"/>
    <p:sldId id="350" r:id="rId6"/>
    <p:sldId id="353" r:id="rId7"/>
    <p:sldId id="351" r:id="rId8"/>
    <p:sldId id="352" r:id="rId9"/>
    <p:sldId id="33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labeveryone" initials="p" lastIdx="1" clrIdx="0">
    <p:extLst>
      <p:ext uri="{19B8F6BF-5375-455C-9EA6-DF929625EA0E}">
        <p15:presenceInfo xmlns:p15="http://schemas.microsoft.com/office/powerpoint/2012/main" userId="pplabeveryo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EC917-2184-4946-BB82-84EF861DCF35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4844C-1032-416A-8E33-99B56B001B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91E9FB-D310-4BD9-851D-6425E6321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5CC2D6F-06AF-4931-9709-FCA05DC51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5EB6B2-427A-4CAE-9619-FAB6B597D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69ABC4-7C32-44E3-9772-E2B3357F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5D64BD-9081-466C-8D01-FBF7065B7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889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C11C1B-A165-4738-A98E-CDF82413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B1918-D436-4343-9D7A-DF8FD42C6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802BB-9E18-4069-B6E3-D70E229B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E016-6221-4C76-A778-1966A7E2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950188-5923-4BE5-BBF8-007D2F5A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3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CEA3C-318E-4A4F-A7B9-E2D385E11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63CFCA-1D31-4F2D-A2FA-912CBE68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F6391A-F661-4379-94A2-4643E5BF5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108C4-69A9-44CA-89F5-763AB52A9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3FF97E-7194-4B2D-8634-E29DD61D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96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52C97B-1F56-4785-8A30-DA86E60A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29B196-61A8-4EA9-B0FF-4353875D02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9105522-46EF-4155-B59E-FF1C09A54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2E778C-6D5C-4349-B49E-A36748FD2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06EA42-D460-4907-9704-D34B3B57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264FC-4808-4790-BD8F-8211BE53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7751A-93CE-4DE8-B797-C436DD9F5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A2ABA1-97A7-4A9B-8822-523C3817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16E0FC9-B7AA-41A0-B866-A41045B34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FC33553-8EC2-4658-A3F0-AC45384FB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03BC847-C398-4803-A4DB-B409F0FA9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38424-171A-4453-A77D-F5E415EF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80A086D-9FDA-468B-AAB3-0018938B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C85732-9691-4144-9A38-E61C8463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95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441B06-8711-4961-AEB7-AEE157FB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D84982-DA61-40F8-865E-241B2E63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8FECA4-B1F2-4027-8D2C-8751FB26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751A0D-D313-4013-94A2-D4003C17E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23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4FDBCA-0F26-49FD-AD09-208FE47B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1FBB2FB-5464-4A73-AE50-DCF81B3AC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065D78-C5F8-47FF-AA94-888FCEF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03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5D31BA-37F1-4225-B290-CB3296CD2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4D63C7-7D4E-47D8-B09A-DDD52D895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A09B261-64A1-45E3-BCCC-4B347BCEF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1D7D45-2485-430D-85B6-E0EDD747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B9DB85-5A5B-48DF-A996-3201B8D8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B426B7C-FD89-4D9B-887E-55B2A015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54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8B7B3C-2DD9-46E7-A713-12783EFB8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29D5A80-7E30-4CE2-9F20-F249813FD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DD48E2E-ABAE-41A2-9298-3BB31EBF9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BA1B74B-A084-41FB-850C-9D7955CBF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315B08-E79A-42EE-A2FC-F1C68A51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3802BE-840F-4C01-9050-6E70D196A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83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FC5363-AA72-4929-A8D8-981DE83C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60E5AE7-6730-4E4A-A491-978032D4A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24A45A-6563-4F21-B472-F95E7E935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EF7F7B-52C7-426B-9978-644A1D1D5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5A41F3-8A5F-4AA2-BC76-BA2BC354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33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176A2CC-7A46-4F55-85C4-AA9FCEBA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3CA45E-F614-4C8C-8C28-E5CB2DA98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E923DF-42AC-42EC-8C59-8AE2A2D28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EF9B0E-8C96-4598-AD8E-7166BFAB2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AC7952-2B0D-4AEE-853B-D7C07AA4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51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CAC3753-89D0-4CF8-9AD2-2EDC0758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946258-EAA0-48EF-BC94-910187879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B7139B-A4A4-4FF6-8485-DAC90BA55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304E5-8391-4D43-B972-962346D4BFC4}" type="datetimeFigureOut">
              <a:rPr lang="zh-TW" altLang="en-US" smtClean="0"/>
              <a:t>2020/2/25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F0E61B-8D31-44C4-971C-1AE9FB565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CA5F1E-BB32-417E-9E65-5152DAF7A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2A0DF-A681-43DB-AFF4-A7471DEB21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880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80D9A5-7987-4C31-A5AA-53D6FFA13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283" y="973122"/>
            <a:ext cx="11101433" cy="1333849"/>
          </a:xfrm>
        </p:spPr>
        <p:txBody>
          <a:bodyPr>
            <a:normAutofit fontScale="90000"/>
          </a:bodyPr>
          <a:lstStyle/>
          <a:p>
            <a:r>
              <a:rPr lang="en-US" altLang="zh-TW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subquadratic</a:t>
            </a:r>
            <a:r>
              <a:rPr lang="en-US" altLang="zh-TW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minimum</a:t>
            </a:r>
            <a:r>
              <a:rPr lang="zh-TW" alt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factorization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DE7FB8B-5E0F-4EA3-A472-0229D27A7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726" y="3023004"/>
            <a:ext cx="11168544" cy="326635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Gabriele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Fici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Travis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Gagie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Juha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Kärkkäinen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Dominik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Kempa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Discrete Algorithms</a:t>
            </a:r>
          </a:p>
          <a:p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28, September 2014, Pages 41-48</a:t>
            </a:r>
          </a:p>
          <a:p>
            <a:br>
              <a:rPr lang="fi-FI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-Lin Lai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Feb. 25,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148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81A44D-DAC9-44F3-B747-EE4D9BE1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41D3AF-3914-445B-AEAF-FE3AA3AD2A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We give an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-time,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-space algorithm for factoring a string into the minimum number of palindromic substrings. That is, given a string S[1..n], in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/>
                  <a:t> time our algorithm returns the minimum number of palindromes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,...,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dirty="0"/>
                  <a:t>  such that 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,...,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altLang="zh-TW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dirty="0"/>
                  <a:t> . We also show that the time complexity is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/>
                  <a:t> on average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in the worst case. The last result is based on a characterization of the palindromic structure of </a:t>
                </a:r>
                <a:r>
                  <a:rPr lang="en-US" altLang="zh-TW" dirty="0" err="1"/>
                  <a:t>Zimin</a:t>
                </a:r>
                <a:r>
                  <a:rPr lang="en-US" altLang="zh-TW" dirty="0"/>
                  <a:t> words.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A41D3AF-3914-445B-AEAF-FE3AA3AD2A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7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143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B4A8E-7A0A-4A18-833A-86930305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32" y="365125"/>
            <a:ext cx="11387328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altLang="zh-TW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Maximal Palindromic Factorization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4740D-E151-4005-8989-ED6A3F4F45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9927" y="1475231"/>
                <a:ext cx="9818615" cy="4445781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PL(abaca) = 3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 + c + a</a:t>
                </a:r>
              </a:p>
              <a:p>
                <a:pPr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abbaabaabbba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3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abba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aba +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abbba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But, the solution of “Maximal Palindromic Factorization” is 4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+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bbaabaabb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b + a 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BC4740D-E151-4005-8989-ED6A3F4F4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9927" y="1475231"/>
                <a:ext cx="9818615" cy="4445781"/>
              </a:xfrm>
              <a:blipFill>
                <a:blip r:embed="rId2"/>
                <a:stretch>
                  <a:fillRect l="-1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A9A3853B-0AF6-4675-835D-A20460437D77}"/>
              </a:ext>
            </a:extLst>
          </p:cNvPr>
          <p:cNvSpPr txBox="1"/>
          <p:nvPr/>
        </p:nvSpPr>
        <p:spPr>
          <a:xfrm>
            <a:off x="175429" y="6195002"/>
            <a:ext cx="121581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</a:rPr>
              <a:t>Ali </a:t>
            </a:r>
            <a:r>
              <a:rPr lang="en-US" altLang="zh-TW" sz="1600" dirty="0" err="1">
                <a:solidFill>
                  <a:schemeClr val="bg2">
                    <a:lumMod val="75000"/>
                  </a:schemeClr>
                </a:solidFill>
              </a:rPr>
              <a:t>Alatabbi</a:t>
            </a: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</a:rPr>
              <a:t>, Costas S. Iliopoulos and M. </a:t>
            </a:r>
            <a:r>
              <a:rPr lang="en-US" altLang="zh-TW" sz="1600" dirty="0" err="1">
                <a:solidFill>
                  <a:schemeClr val="bg2">
                    <a:lumMod val="75000"/>
                  </a:schemeClr>
                </a:solidFill>
              </a:rPr>
              <a:t>Sohel</a:t>
            </a: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</a:rPr>
              <a:t> Rahman</a:t>
            </a: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</a:rPr>
              <a:t>Maximal Palindromic Factorization</a:t>
            </a: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 </a:t>
            </a:r>
            <a:br>
              <a:rPr lang="en-US" altLang="zh-TW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Prague </a:t>
            </a:r>
            <a:r>
              <a:rPr lang="en-US" altLang="zh-TW" sz="1600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Stringology</a:t>
            </a: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Conference, Prague, Czech, September 2-4, pp. 70-77, 2013 </a:t>
            </a:r>
          </a:p>
          <a:p>
            <a:endParaRPr lang="zh-TW" alt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6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CC163E-56A4-4E84-91AF-EAEDE16E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Simple Quadratic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6185B84-08A0-49E6-ADC2-E2544AF6CC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624" y="1835551"/>
                <a:ext cx="11350752" cy="573369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𝑃𝐿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[1..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])=</m:t>
                      </m:r>
                      <m:limLow>
                        <m:limLowPr>
                          <m:ctrlPr>
                            <a:rPr lang="zh-TW" altLang="en-US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TW" altLang="en-US" dirty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TW" altLang="en-US" i="0" dirty="0">
                              <a:latin typeface="Cambria Math" panose="02040503050406030204" pitchFamily="18" charset="0"/>
                            </a:rPr>
                            <m:t>ⅈ</m:t>
                          </m:r>
                        </m:lim>
                      </m:limLow>
                      <m:d>
                        <m:dPr>
                          <m:begChr m:val="{"/>
                          <m:endChr m:val="}"/>
                          <m:ctrlPr>
                            <a:rPr lang="zh-TW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𝑃𝐿</m:t>
                          </m:r>
                          <m:d>
                            <m:d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1..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+1: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..</m:t>
                              </m:r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</a:rPr>
                            <m:t>𝑝𝑎𝑙𝑖𝑛𝑑𝑟𝑜𝑚𝑒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6185B84-08A0-49E6-ADC2-E2544AF6CC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624" y="1835551"/>
                <a:ext cx="11350752" cy="573369"/>
              </a:xfrm>
              <a:blipFill>
                <a:blip r:embed="rId2"/>
                <a:stretch>
                  <a:fillRect b="-63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9038487-1A82-4B44-A8BA-3A756FDEB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227985"/>
              </p:ext>
            </p:extLst>
          </p:nvPr>
        </p:nvGraphicFramePr>
        <p:xfrm>
          <a:off x="3048000" y="29718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圓角矩形 8">
            <a:extLst>
              <a:ext uri="{FF2B5EF4-FFF2-40B4-BE49-F238E27FC236}">
                <a16:creationId xmlns:a16="http://schemas.microsoft.com/office/drawing/2014/main" id="{E73971F4-809D-4697-BFE2-C9EC7923D7F8}"/>
              </a:ext>
            </a:extLst>
          </p:cNvPr>
          <p:cNvSpPr/>
          <p:nvPr/>
        </p:nvSpPr>
        <p:spPr>
          <a:xfrm>
            <a:off x="3408513" y="3558077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9">
            <a:extLst>
              <a:ext uri="{FF2B5EF4-FFF2-40B4-BE49-F238E27FC236}">
                <a16:creationId xmlns:a16="http://schemas.microsoft.com/office/drawing/2014/main" id="{171AC031-7ABB-47B0-BCC8-D96CE9E3F1B8}"/>
              </a:ext>
            </a:extLst>
          </p:cNvPr>
          <p:cNvSpPr/>
          <p:nvPr/>
        </p:nvSpPr>
        <p:spPr>
          <a:xfrm>
            <a:off x="4949766" y="3558077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10">
            <a:extLst>
              <a:ext uri="{FF2B5EF4-FFF2-40B4-BE49-F238E27FC236}">
                <a16:creationId xmlns:a16="http://schemas.microsoft.com/office/drawing/2014/main" id="{84FF79DA-DED4-4C05-96EF-8F75A9AEF32A}"/>
              </a:ext>
            </a:extLst>
          </p:cNvPr>
          <p:cNvSpPr/>
          <p:nvPr/>
        </p:nvSpPr>
        <p:spPr>
          <a:xfrm>
            <a:off x="8741435" y="3564273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11">
            <a:extLst>
              <a:ext uri="{FF2B5EF4-FFF2-40B4-BE49-F238E27FC236}">
                <a16:creationId xmlns:a16="http://schemas.microsoft.com/office/drawing/2014/main" id="{2A3E3B71-6D33-44CD-91A9-0C2DDC4597E1}"/>
              </a:ext>
            </a:extLst>
          </p:cNvPr>
          <p:cNvSpPr/>
          <p:nvPr/>
        </p:nvSpPr>
        <p:spPr>
          <a:xfrm>
            <a:off x="7948523" y="3558077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14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12">
            <a:extLst>
              <a:ext uri="{FF2B5EF4-FFF2-40B4-BE49-F238E27FC236}">
                <a16:creationId xmlns:a16="http://schemas.microsoft.com/office/drawing/2014/main" id="{A76359A8-887F-4EAD-A54E-26415B2977AB}"/>
              </a:ext>
            </a:extLst>
          </p:cNvPr>
          <p:cNvSpPr/>
          <p:nvPr/>
        </p:nvSpPr>
        <p:spPr>
          <a:xfrm>
            <a:off x="8349256" y="3557186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13">
            <a:extLst>
              <a:ext uri="{FF2B5EF4-FFF2-40B4-BE49-F238E27FC236}">
                <a16:creationId xmlns:a16="http://schemas.microsoft.com/office/drawing/2014/main" id="{7439538A-358B-487E-BB06-F994DF341581}"/>
              </a:ext>
            </a:extLst>
          </p:cNvPr>
          <p:cNvSpPr/>
          <p:nvPr/>
        </p:nvSpPr>
        <p:spPr>
          <a:xfrm>
            <a:off x="6428440" y="3564273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859ABDB-82E7-4DB4-BDE2-51FD76C99989}"/>
                  </a:ext>
                </a:extLst>
              </p:cNvPr>
              <p:cNvSpPr txBox="1"/>
              <p:nvPr/>
            </p:nvSpPr>
            <p:spPr>
              <a:xfrm>
                <a:off x="2002912" y="3523714"/>
                <a:ext cx="803490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3859ABDB-82E7-4DB4-BDE2-51FD76C99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912" y="3523714"/>
                <a:ext cx="803490" cy="491417"/>
              </a:xfrm>
              <a:prstGeom prst="rect">
                <a:avLst/>
              </a:prstGeom>
              <a:blipFill>
                <a:blip r:embed="rId3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FBFE1376-FF1B-4DC0-A169-36683955F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55323"/>
              </p:ext>
            </p:extLst>
          </p:nvPr>
        </p:nvGraphicFramePr>
        <p:xfrm>
          <a:off x="3048000" y="4564045"/>
          <a:ext cx="647664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8097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圓角矩形 16">
            <a:extLst>
              <a:ext uri="{FF2B5EF4-FFF2-40B4-BE49-F238E27FC236}">
                <a16:creationId xmlns:a16="http://schemas.microsoft.com/office/drawing/2014/main" id="{C2C11B58-5D50-4A25-887E-2A0FCFCC64D1}"/>
              </a:ext>
            </a:extLst>
          </p:cNvPr>
          <p:cNvSpPr/>
          <p:nvPr/>
        </p:nvSpPr>
        <p:spPr>
          <a:xfrm>
            <a:off x="4561577" y="5155282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7">
            <a:extLst>
              <a:ext uri="{FF2B5EF4-FFF2-40B4-BE49-F238E27FC236}">
                <a16:creationId xmlns:a16="http://schemas.microsoft.com/office/drawing/2014/main" id="{BB3938DF-7CE9-4060-AA17-797A5F3E241D}"/>
              </a:ext>
            </a:extLst>
          </p:cNvPr>
          <p:cNvSpPr/>
          <p:nvPr/>
        </p:nvSpPr>
        <p:spPr>
          <a:xfrm>
            <a:off x="6096000" y="5150322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8">
            <a:extLst>
              <a:ext uri="{FF2B5EF4-FFF2-40B4-BE49-F238E27FC236}">
                <a16:creationId xmlns:a16="http://schemas.microsoft.com/office/drawing/2014/main" id="{EC52DF54-AB51-455C-A1FE-5B25489027E6}"/>
              </a:ext>
            </a:extLst>
          </p:cNvPr>
          <p:cNvSpPr/>
          <p:nvPr/>
        </p:nvSpPr>
        <p:spPr>
          <a:xfrm>
            <a:off x="7595919" y="5150322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9">
            <a:extLst>
              <a:ext uri="{FF2B5EF4-FFF2-40B4-BE49-F238E27FC236}">
                <a16:creationId xmlns:a16="http://schemas.microsoft.com/office/drawing/2014/main" id="{DC5CF37B-C61C-446C-BBE8-EA529D3AA68F}"/>
              </a:ext>
            </a:extLst>
          </p:cNvPr>
          <p:cNvSpPr/>
          <p:nvPr/>
        </p:nvSpPr>
        <p:spPr>
          <a:xfrm>
            <a:off x="9144000" y="5150857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17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20530E5-591D-4596-9400-F5FA70365213}"/>
                  </a:ext>
                </a:extLst>
              </p:cNvPr>
              <p:cNvSpPr txBox="1"/>
              <p:nvPr/>
            </p:nvSpPr>
            <p:spPr>
              <a:xfrm>
                <a:off x="2026437" y="5150322"/>
                <a:ext cx="510140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20530E5-591D-4596-9400-F5FA70365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437" y="5150322"/>
                <a:ext cx="510140" cy="491417"/>
              </a:xfrm>
              <a:prstGeom prst="rect">
                <a:avLst/>
              </a:prstGeom>
              <a:blipFill>
                <a:blip r:embed="rId4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49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6D900D5-9382-4292-BFDC-E3535CDA08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Period(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TW" dirty="0"/>
                  <a:t>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6D900D5-9382-4292-BFDC-E3535CDA0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469249F-D0AC-4AF2-B8A2-AA07B5529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45626" y="4367048"/>
                <a:ext cx="9008174" cy="180991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/>
                  <a:t>Ex: S = </a:t>
                </a:r>
                <a:r>
                  <a:rPr lang="en-US" altLang="zh-TW" dirty="0" err="1"/>
                  <a:t>aaabaaabaaa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 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TW" dirty="0"/>
                  <a:t> of S: </a:t>
                </a:r>
                <a:r>
                  <a:rPr lang="en-US" altLang="zh-TW" dirty="0" err="1"/>
                  <a:t>aaabaaab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aaab</a:t>
                </a: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      Smallest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altLang="zh-TW" dirty="0"/>
                  <a:t> of S: </a:t>
                </a:r>
                <a:r>
                  <a:rPr lang="en-US" altLang="zh-TW" dirty="0" err="1"/>
                  <a:t>aaab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469249F-D0AC-4AF2-B8A2-AA07B5529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45626" y="4367048"/>
                <a:ext cx="9008174" cy="1809914"/>
              </a:xfrm>
              <a:blipFill>
                <a:blip r:embed="rId3"/>
                <a:stretch>
                  <a:fillRect l="-1421" t="-57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2940E05E-E33E-488B-B3D9-194795AB8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626" y="1605533"/>
            <a:ext cx="73056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8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E040E-02DF-4734-B461-547C5D1D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Group Suffix Palindrome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D2872A-AB81-4D2C-A1CE-A7C2969CD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27AC5BE-4ACA-4092-B777-7FA554AA4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76980"/>
              </p:ext>
            </p:extLst>
          </p:nvPr>
        </p:nvGraphicFramePr>
        <p:xfrm>
          <a:off x="2889504" y="2167128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圓角矩形 8">
            <a:extLst>
              <a:ext uri="{FF2B5EF4-FFF2-40B4-BE49-F238E27FC236}">
                <a16:creationId xmlns:a16="http://schemas.microsoft.com/office/drawing/2014/main" id="{6D2579AC-2C6F-438D-9009-63C4FD59ABEB}"/>
              </a:ext>
            </a:extLst>
          </p:cNvPr>
          <p:cNvSpPr/>
          <p:nvPr/>
        </p:nvSpPr>
        <p:spPr>
          <a:xfrm>
            <a:off x="3250017" y="2753405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圓角矩形 9">
            <a:extLst>
              <a:ext uri="{FF2B5EF4-FFF2-40B4-BE49-F238E27FC236}">
                <a16:creationId xmlns:a16="http://schemas.microsoft.com/office/drawing/2014/main" id="{DA23B4A7-D7EA-42C0-9159-379DD47063D3}"/>
              </a:ext>
            </a:extLst>
          </p:cNvPr>
          <p:cNvSpPr/>
          <p:nvPr/>
        </p:nvSpPr>
        <p:spPr>
          <a:xfrm>
            <a:off x="4791270" y="2753405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10">
            <a:extLst>
              <a:ext uri="{FF2B5EF4-FFF2-40B4-BE49-F238E27FC236}">
                <a16:creationId xmlns:a16="http://schemas.microsoft.com/office/drawing/2014/main" id="{B402A603-1288-49EB-91A6-FBA712D8F66C}"/>
              </a:ext>
            </a:extLst>
          </p:cNvPr>
          <p:cNvSpPr/>
          <p:nvPr/>
        </p:nvSpPr>
        <p:spPr>
          <a:xfrm>
            <a:off x="8582939" y="2759601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11">
            <a:extLst>
              <a:ext uri="{FF2B5EF4-FFF2-40B4-BE49-F238E27FC236}">
                <a16:creationId xmlns:a16="http://schemas.microsoft.com/office/drawing/2014/main" id="{C109438E-09C6-4AB9-9EE0-141B82FA86E8}"/>
              </a:ext>
            </a:extLst>
          </p:cNvPr>
          <p:cNvSpPr/>
          <p:nvPr/>
        </p:nvSpPr>
        <p:spPr>
          <a:xfrm>
            <a:off x="7790027" y="2753405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14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12">
            <a:extLst>
              <a:ext uri="{FF2B5EF4-FFF2-40B4-BE49-F238E27FC236}">
                <a16:creationId xmlns:a16="http://schemas.microsoft.com/office/drawing/2014/main" id="{EF4EF5FE-9D8F-4F98-8229-146F0AE7F49E}"/>
              </a:ext>
            </a:extLst>
          </p:cNvPr>
          <p:cNvSpPr/>
          <p:nvPr/>
        </p:nvSpPr>
        <p:spPr>
          <a:xfrm>
            <a:off x="8190760" y="2752514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13">
            <a:extLst>
              <a:ext uri="{FF2B5EF4-FFF2-40B4-BE49-F238E27FC236}">
                <a16:creationId xmlns:a16="http://schemas.microsoft.com/office/drawing/2014/main" id="{BBDA7E20-03AB-4206-8809-E78B755DD4F0}"/>
              </a:ext>
            </a:extLst>
          </p:cNvPr>
          <p:cNvSpPr/>
          <p:nvPr/>
        </p:nvSpPr>
        <p:spPr>
          <a:xfrm>
            <a:off x="6269944" y="2759601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974FE1A-A3FE-49A0-804F-59AFE359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043" y="3681902"/>
            <a:ext cx="7672910" cy="235807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F6DFE53-D515-4044-B51A-5FBE6B911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838" y="3305175"/>
            <a:ext cx="81438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6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8D536-037F-4857-BD29-6B269F7F5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8A3324-CEE3-42B1-870B-C040C6622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3CE7F2F-9BBD-4B1D-9D47-0A4A994E2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75" y="573024"/>
            <a:ext cx="8020050" cy="599922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BF4A304-2AE5-4DA5-9196-029E76C9D8EE}"/>
              </a:ext>
            </a:extLst>
          </p:cNvPr>
          <p:cNvSpPr/>
          <p:nvPr/>
        </p:nvSpPr>
        <p:spPr>
          <a:xfrm>
            <a:off x="6096000" y="3072384"/>
            <a:ext cx="32918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34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7ADC9-6C7F-48E9-B750-9E4F895CD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Faster Factorization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AF9937-AD71-483C-A33C-A8744F523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F139D9-9D87-4291-BB0B-BA06EF8E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76" y="1641804"/>
            <a:ext cx="6162221" cy="453515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CED2FD6-01B3-490D-AA2A-29A83F27E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793" y="1825625"/>
            <a:ext cx="52362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687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B9F4F-8014-4891-A27D-2B420478E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0A0EA5C-8901-48FD-BF9F-5F0B6A4269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 Case 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Complexity</a:t>
                </a:r>
              </a:p>
              <a:p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0A0EA5C-8901-48FD-BF9F-5F0B6A4269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25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24105</TotalTime>
  <Words>373</Words>
  <Application>Microsoft Office PowerPoint</Application>
  <PresentationFormat>寬螢幕</PresentationFormat>
  <Paragraphs>99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Office 佈景主題</vt:lpstr>
      <vt:lpstr>A subquadratic algorithm for minimum palindromic factorization</vt:lpstr>
      <vt:lpstr>Abstract </vt:lpstr>
      <vt:lpstr>Minimum v.s. Maximal Palindromic Factorization</vt:lpstr>
      <vt:lpstr>Simple Quadratic Algorithm</vt:lpstr>
      <vt:lpstr>Period(∆)</vt:lpstr>
      <vt:lpstr>Group Suffix Palindrome</vt:lpstr>
      <vt:lpstr>PowerPoint 簡報</vt:lpstr>
      <vt:lpstr>Faster Factorization</vt:lpstr>
      <vt:lpstr>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冠霖</dc:creator>
  <cp:lastModifiedBy>pplabeveryone</cp:lastModifiedBy>
  <cp:revision>277</cp:revision>
  <dcterms:created xsi:type="dcterms:W3CDTF">2019-02-17T13:02:40Z</dcterms:created>
  <dcterms:modified xsi:type="dcterms:W3CDTF">2020-02-25T06:59:11Z</dcterms:modified>
</cp:coreProperties>
</file>