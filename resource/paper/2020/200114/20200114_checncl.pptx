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76" r:id="rId4"/>
    <p:sldId id="257" r:id="rId5"/>
    <p:sldId id="274" r:id="rId6"/>
    <p:sldId id="273" r:id="rId7"/>
    <p:sldId id="261" r:id="rId8"/>
    <p:sldId id="259" r:id="rId9"/>
    <p:sldId id="263" r:id="rId10"/>
    <p:sldId id="262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60" r:id="rId19"/>
    <p:sldId id="266" r:id="rId20"/>
    <p:sldId id="272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68"/>
  </p:normalViewPr>
  <p:slideViewPr>
    <p:cSldViewPr snapToGrid="0" snapToObjects="1">
      <p:cViewPr varScale="1">
        <p:scale>
          <a:sx n="67" d="100"/>
          <a:sy n="67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090243-81D2-4709-9156-FE0C3253B3D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7FDCE44-6B00-49C2-80EF-3C4B8C385927}">
      <dgm:prSet/>
      <dgm:spPr/>
      <dgm:t>
        <a:bodyPr/>
        <a:lstStyle/>
        <a:p>
          <a:pPr>
            <a:defRPr b="1"/>
          </a:pPr>
          <a:r>
            <a:rPr kumimoji="1" lang="en-US"/>
            <a:t>In NLP, QA is a topic.</a:t>
          </a:r>
          <a:endParaRPr lang="en-US"/>
        </a:p>
      </dgm:t>
    </dgm:pt>
    <dgm:pt modelId="{BF659CD0-63F0-4992-9281-D142CDB5789D}" type="parTrans" cxnId="{29689978-6EB7-4462-BE02-7F51EED0D006}">
      <dgm:prSet/>
      <dgm:spPr/>
      <dgm:t>
        <a:bodyPr/>
        <a:lstStyle/>
        <a:p>
          <a:endParaRPr lang="en-US"/>
        </a:p>
      </dgm:t>
    </dgm:pt>
    <dgm:pt modelId="{92D57A4F-5048-44D5-9C74-13FA850E9C18}" type="sibTrans" cxnId="{29689978-6EB7-4462-BE02-7F51EED0D006}">
      <dgm:prSet/>
      <dgm:spPr/>
      <dgm:t>
        <a:bodyPr/>
        <a:lstStyle/>
        <a:p>
          <a:endParaRPr lang="en-US"/>
        </a:p>
      </dgm:t>
    </dgm:pt>
    <dgm:pt modelId="{E0510D94-5555-4651-9872-6CC83AACDB9D}">
      <dgm:prSet/>
      <dgm:spPr/>
      <dgm:t>
        <a:bodyPr/>
        <a:lstStyle/>
        <a:p>
          <a:pPr>
            <a:defRPr b="1"/>
          </a:pPr>
          <a:r>
            <a:rPr kumimoji="1" lang="en-US"/>
            <a:t>Previous QA work -- related with attention.</a:t>
          </a:r>
          <a:endParaRPr lang="en-US"/>
        </a:p>
      </dgm:t>
    </dgm:pt>
    <dgm:pt modelId="{34FDB3AB-FAD8-4E21-A014-5DB389290548}" type="parTrans" cxnId="{1BA15303-3A12-4AE8-B405-DD3211B3B0B3}">
      <dgm:prSet/>
      <dgm:spPr/>
      <dgm:t>
        <a:bodyPr/>
        <a:lstStyle/>
        <a:p>
          <a:endParaRPr lang="en-US"/>
        </a:p>
      </dgm:t>
    </dgm:pt>
    <dgm:pt modelId="{F57FCA80-EBD3-4FB3-BC86-D368DF5BAF14}" type="sibTrans" cxnId="{1BA15303-3A12-4AE8-B405-DD3211B3B0B3}">
      <dgm:prSet/>
      <dgm:spPr/>
      <dgm:t>
        <a:bodyPr/>
        <a:lstStyle/>
        <a:p>
          <a:endParaRPr lang="en-US"/>
        </a:p>
      </dgm:t>
    </dgm:pt>
    <dgm:pt modelId="{BD878076-8569-4F70-BEEC-18916D0FAF23}">
      <dgm:prSet/>
      <dgm:spPr/>
      <dgm:t>
        <a:bodyPr/>
        <a:lstStyle/>
        <a:p>
          <a:r>
            <a:rPr kumimoji="1" lang="en-US" i="1"/>
            <a:t>-&gt;Too single view</a:t>
          </a:r>
          <a:endParaRPr lang="en-US"/>
        </a:p>
      </dgm:t>
    </dgm:pt>
    <dgm:pt modelId="{DA402458-A353-452F-8E84-547C40352A45}" type="parTrans" cxnId="{AF51C8C7-79CC-4E04-8A92-3838EC408536}">
      <dgm:prSet/>
      <dgm:spPr/>
      <dgm:t>
        <a:bodyPr/>
        <a:lstStyle/>
        <a:p>
          <a:endParaRPr lang="en-US"/>
        </a:p>
      </dgm:t>
    </dgm:pt>
    <dgm:pt modelId="{43ACC4B5-5257-465F-85CD-0546BCDB19D6}" type="sibTrans" cxnId="{AF51C8C7-79CC-4E04-8A92-3838EC408536}">
      <dgm:prSet/>
      <dgm:spPr/>
      <dgm:t>
        <a:bodyPr/>
        <a:lstStyle/>
        <a:p>
          <a:endParaRPr lang="en-US"/>
        </a:p>
      </dgm:t>
    </dgm:pt>
    <dgm:pt modelId="{7C1E22BB-C959-40BD-941C-7CBAFCD9E596}">
      <dgm:prSet/>
      <dgm:spPr/>
      <dgm:t>
        <a:bodyPr/>
        <a:lstStyle/>
        <a:p>
          <a:pPr>
            <a:defRPr b="1"/>
          </a:pPr>
          <a:r>
            <a:rPr kumimoji="1" lang="en-US"/>
            <a:t>So in this paper,  propose a </a:t>
          </a:r>
          <a:r>
            <a:rPr lang="en-US"/>
            <a:t>Multi-View Fusion Neural Network(MVFNN).</a:t>
          </a:r>
        </a:p>
      </dgm:t>
    </dgm:pt>
    <dgm:pt modelId="{11C88D92-57C4-44DA-8E74-E9F9D0CB634B}" type="parTrans" cxnId="{816F96CA-9661-41C8-A4B7-597835B3F268}">
      <dgm:prSet/>
      <dgm:spPr/>
      <dgm:t>
        <a:bodyPr/>
        <a:lstStyle/>
        <a:p>
          <a:endParaRPr lang="en-US"/>
        </a:p>
      </dgm:t>
    </dgm:pt>
    <dgm:pt modelId="{F6437D1A-6AA1-4207-BE88-D39691549107}" type="sibTrans" cxnId="{816F96CA-9661-41C8-A4B7-597835B3F268}">
      <dgm:prSet/>
      <dgm:spPr/>
      <dgm:t>
        <a:bodyPr/>
        <a:lstStyle/>
        <a:p>
          <a:endParaRPr lang="en-US"/>
        </a:p>
      </dgm:t>
    </dgm:pt>
    <dgm:pt modelId="{0664E392-EA28-400B-89D2-02CE29F8CC92}" type="pres">
      <dgm:prSet presAssocID="{FE090243-81D2-4709-9156-FE0C3253B3D7}" presName="root" presStyleCnt="0">
        <dgm:presLayoutVars>
          <dgm:dir/>
          <dgm:resizeHandles val="exact"/>
        </dgm:presLayoutVars>
      </dgm:prSet>
      <dgm:spPr/>
    </dgm:pt>
    <dgm:pt modelId="{D8110056-2F00-4D10-A7F6-6A4E246B22F9}" type="pres">
      <dgm:prSet presAssocID="{67FDCE44-6B00-49C2-80EF-3C4B8C385927}" presName="compNode" presStyleCnt="0"/>
      <dgm:spPr/>
    </dgm:pt>
    <dgm:pt modelId="{60A2C475-E157-46FB-9A82-46EE2130D76F}" type="pres">
      <dgm:prSet presAssocID="{67FDCE44-6B00-49C2-80EF-3C4B8C3859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9BE0A13C-1738-4C08-989C-990F726B96C8}" type="pres">
      <dgm:prSet presAssocID="{67FDCE44-6B00-49C2-80EF-3C4B8C385927}" presName="iconSpace" presStyleCnt="0"/>
      <dgm:spPr/>
    </dgm:pt>
    <dgm:pt modelId="{62C8ABC5-0A9A-4181-8092-F543C9190F61}" type="pres">
      <dgm:prSet presAssocID="{67FDCE44-6B00-49C2-80EF-3C4B8C385927}" presName="parTx" presStyleLbl="revTx" presStyleIdx="0" presStyleCnt="6">
        <dgm:presLayoutVars>
          <dgm:chMax val="0"/>
          <dgm:chPref val="0"/>
        </dgm:presLayoutVars>
      </dgm:prSet>
      <dgm:spPr/>
    </dgm:pt>
    <dgm:pt modelId="{DF5FC2F9-C5C6-4E61-8633-9E749FF0988D}" type="pres">
      <dgm:prSet presAssocID="{67FDCE44-6B00-49C2-80EF-3C4B8C385927}" presName="txSpace" presStyleCnt="0"/>
      <dgm:spPr/>
    </dgm:pt>
    <dgm:pt modelId="{9869EE30-01A5-4EB4-88E2-D902E8189BFA}" type="pres">
      <dgm:prSet presAssocID="{67FDCE44-6B00-49C2-80EF-3C4B8C385927}" presName="desTx" presStyleLbl="revTx" presStyleIdx="1" presStyleCnt="6">
        <dgm:presLayoutVars/>
      </dgm:prSet>
      <dgm:spPr/>
    </dgm:pt>
    <dgm:pt modelId="{DE6E2D05-E499-417F-BE21-A70DEFB36C04}" type="pres">
      <dgm:prSet presAssocID="{92D57A4F-5048-44D5-9C74-13FA850E9C18}" presName="sibTrans" presStyleCnt="0"/>
      <dgm:spPr/>
    </dgm:pt>
    <dgm:pt modelId="{E018B4C9-F5B5-4CB6-951A-422E9F48CDB5}" type="pres">
      <dgm:prSet presAssocID="{E0510D94-5555-4651-9872-6CC83AACDB9D}" presName="compNode" presStyleCnt="0"/>
      <dgm:spPr/>
    </dgm:pt>
    <dgm:pt modelId="{2846C64C-A84C-4EEB-B004-4850A444A571}" type="pres">
      <dgm:prSet presAssocID="{E0510D94-5555-4651-9872-6CC83AACDB9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16D989F8-313D-46DF-9927-DE154F9E42E9}" type="pres">
      <dgm:prSet presAssocID="{E0510D94-5555-4651-9872-6CC83AACDB9D}" presName="iconSpace" presStyleCnt="0"/>
      <dgm:spPr/>
    </dgm:pt>
    <dgm:pt modelId="{0520AE25-1AFF-4320-8969-4FBA9E143BD9}" type="pres">
      <dgm:prSet presAssocID="{E0510D94-5555-4651-9872-6CC83AACDB9D}" presName="parTx" presStyleLbl="revTx" presStyleIdx="2" presStyleCnt="6">
        <dgm:presLayoutVars>
          <dgm:chMax val="0"/>
          <dgm:chPref val="0"/>
        </dgm:presLayoutVars>
      </dgm:prSet>
      <dgm:spPr/>
    </dgm:pt>
    <dgm:pt modelId="{B8CF8AC3-4050-445D-8CAA-FA471F1285F8}" type="pres">
      <dgm:prSet presAssocID="{E0510D94-5555-4651-9872-6CC83AACDB9D}" presName="txSpace" presStyleCnt="0"/>
      <dgm:spPr/>
    </dgm:pt>
    <dgm:pt modelId="{F5F7B4DB-204E-46FB-8387-D0A27A0FC8C6}" type="pres">
      <dgm:prSet presAssocID="{E0510D94-5555-4651-9872-6CC83AACDB9D}" presName="desTx" presStyleLbl="revTx" presStyleIdx="3" presStyleCnt="6">
        <dgm:presLayoutVars/>
      </dgm:prSet>
      <dgm:spPr/>
    </dgm:pt>
    <dgm:pt modelId="{64897D65-36DF-4297-B892-BFA91939210B}" type="pres">
      <dgm:prSet presAssocID="{F57FCA80-EBD3-4FB3-BC86-D368DF5BAF14}" presName="sibTrans" presStyleCnt="0"/>
      <dgm:spPr/>
    </dgm:pt>
    <dgm:pt modelId="{12F6E660-8C68-45C3-8CEB-4BBD3E62D89C}" type="pres">
      <dgm:prSet presAssocID="{7C1E22BB-C959-40BD-941C-7CBAFCD9E596}" presName="compNode" presStyleCnt="0"/>
      <dgm:spPr/>
    </dgm:pt>
    <dgm:pt modelId="{84DB8399-24BE-4B74-9F45-7C048A7A233C}" type="pres">
      <dgm:prSet presAssocID="{7C1E22BB-C959-40BD-941C-7CBAFCD9E5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C548D2C7-4873-44F6-AAA1-D08757A6D8FE}" type="pres">
      <dgm:prSet presAssocID="{7C1E22BB-C959-40BD-941C-7CBAFCD9E596}" presName="iconSpace" presStyleCnt="0"/>
      <dgm:spPr/>
    </dgm:pt>
    <dgm:pt modelId="{307D6277-A8B8-42FF-976C-E20948E755DC}" type="pres">
      <dgm:prSet presAssocID="{7C1E22BB-C959-40BD-941C-7CBAFCD9E596}" presName="parTx" presStyleLbl="revTx" presStyleIdx="4" presStyleCnt="6">
        <dgm:presLayoutVars>
          <dgm:chMax val="0"/>
          <dgm:chPref val="0"/>
        </dgm:presLayoutVars>
      </dgm:prSet>
      <dgm:spPr/>
    </dgm:pt>
    <dgm:pt modelId="{55F74B9E-B0C7-4816-BE9C-314AE3B194AB}" type="pres">
      <dgm:prSet presAssocID="{7C1E22BB-C959-40BD-941C-7CBAFCD9E596}" presName="txSpace" presStyleCnt="0"/>
      <dgm:spPr/>
    </dgm:pt>
    <dgm:pt modelId="{F929B470-BB89-4F12-AC1F-FD2A98DE5A1C}" type="pres">
      <dgm:prSet presAssocID="{7C1E22BB-C959-40BD-941C-7CBAFCD9E596}" presName="desTx" presStyleLbl="revTx" presStyleIdx="5" presStyleCnt="6">
        <dgm:presLayoutVars/>
      </dgm:prSet>
      <dgm:spPr/>
    </dgm:pt>
  </dgm:ptLst>
  <dgm:cxnLst>
    <dgm:cxn modelId="{1BA15303-3A12-4AE8-B405-DD3211B3B0B3}" srcId="{FE090243-81D2-4709-9156-FE0C3253B3D7}" destId="{E0510D94-5555-4651-9872-6CC83AACDB9D}" srcOrd="1" destOrd="0" parTransId="{34FDB3AB-FAD8-4E21-A014-5DB389290548}" sibTransId="{F57FCA80-EBD3-4FB3-BC86-D368DF5BAF14}"/>
    <dgm:cxn modelId="{5015B126-6481-444C-B654-E1B431625F7C}" type="presOf" srcId="{E0510D94-5555-4651-9872-6CC83AACDB9D}" destId="{0520AE25-1AFF-4320-8969-4FBA9E143BD9}" srcOrd="0" destOrd="0" presId="urn:microsoft.com/office/officeart/2018/5/layout/CenteredIconLabelDescriptionList"/>
    <dgm:cxn modelId="{29689978-6EB7-4462-BE02-7F51EED0D006}" srcId="{FE090243-81D2-4709-9156-FE0C3253B3D7}" destId="{67FDCE44-6B00-49C2-80EF-3C4B8C385927}" srcOrd="0" destOrd="0" parTransId="{BF659CD0-63F0-4992-9281-D142CDB5789D}" sibTransId="{92D57A4F-5048-44D5-9C74-13FA850E9C18}"/>
    <dgm:cxn modelId="{A1E1BD93-269C-4449-91E7-0FF591F6D368}" type="presOf" srcId="{BD878076-8569-4F70-BEEC-18916D0FAF23}" destId="{F5F7B4DB-204E-46FB-8387-D0A27A0FC8C6}" srcOrd="0" destOrd="0" presId="urn:microsoft.com/office/officeart/2018/5/layout/CenteredIconLabelDescriptionList"/>
    <dgm:cxn modelId="{C0D3F9A7-0735-4461-A1D8-F56D41D80EDD}" type="presOf" srcId="{7C1E22BB-C959-40BD-941C-7CBAFCD9E596}" destId="{307D6277-A8B8-42FF-976C-E20948E755DC}" srcOrd="0" destOrd="0" presId="urn:microsoft.com/office/officeart/2018/5/layout/CenteredIconLabelDescriptionList"/>
    <dgm:cxn modelId="{B24376C6-FF3D-4D85-B7B2-1E4819D02FAF}" type="presOf" srcId="{67FDCE44-6B00-49C2-80EF-3C4B8C385927}" destId="{62C8ABC5-0A9A-4181-8092-F543C9190F61}" srcOrd="0" destOrd="0" presId="urn:microsoft.com/office/officeart/2018/5/layout/CenteredIconLabelDescriptionList"/>
    <dgm:cxn modelId="{AF51C8C7-79CC-4E04-8A92-3838EC408536}" srcId="{E0510D94-5555-4651-9872-6CC83AACDB9D}" destId="{BD878076-8569-4F70-BEEC-18916D0FAF23}" srcOrd="0" destOrd="0" parTransId="{DA402458-A353-452F-8E84-547C40352A45}" sibTransId="{43ACC4B5-5257-465F-85CD-0546BCDB19D6}"/>
    <dgm:cxn modelId="{E49F63C9-2A0D-45B6-827F-444363AD6717}" type="presOf" srcId="{FE090243-81D2-4709-9156-FE0C3253B3D7}" destId="{0664E392-EA28-400B-89D2-02CE29F8CC92}" srcOrd="0" destOrd="0" presId="urn:microsoft.com/office/officeart/2018/5/layout/CenteredIconLabelDescriptionList"/>
    <dgm:cxn modelId="{816F96CA-9661-41C8-A4B7-597835B3F268}" srcId="{FE090243-81D2-4709-9156-FE0C3253B3D7}" destId="{7C1E22BB-C959-40BD-941C-7CBAFCD9E596}" srcOrd="2" destOrd="0" parTransId="{11C88D92-57C4-44DA-8E74-E9F9D0CB634B}" sibTransId="{F6437D1A-6AA1-4207-BE88-D39691549107}"/>
    <dgm:cxn modelId="{98CE1A0D-B00C-40E7-B61F-D30ECC1F3A64}" type="presParOf" srcId="{0664E392-EA28-400B-89D2-02CE29F8CC92}" destId="{D8110056-2F00-4D10-A7F6-6A4E246B22F9}" srcOrd="0" destOrd="0" presId="urn:microsoft.com/office/officeart/2018/5/layout/CenteredIconLabelDescriptionList"/>
    <dgm:cxn modelId="{759AE0E6-E9FE-409A-BC66-8B2EED5EC7C8}" type="presParOf" srcId="{D8110056-2F00-4D10-A7F6-6A4E246B22F9}" destId="{60A2C475-E157-46FB-9A82-46EE2130D76F}" srcOrd="0" destOrd="0" presId="urn:microsoft.com/office/officeart/2018/5/layout/CenteredIconLabelDescriptionList"/>
    <dgm:cxn modelId="{9FCE2118-51F1-49AD-BD9E-9853CDE73243}" type="presParOf" srcId="{D8110056-2F00-4D10-A7F6-6A4E246B22F9}" destId="{9BE0A13C-1738-4C08-989C-990F726B96C8}" srcOrd="1" destOrd="0" presId="urn:microsoft.com/office/officeart/2018/5/layout/CenteredIconLabelDescriptionList"/>
    <dgm:cxn modelId="{D7634B0E-9CFF-4695-A93E-F3C28BC49D8F}" type="presParOf" srcId="{D8110056-2F00-4D10-A7F6-6A4E246B22F9}" destId="{62C8ABC5-0A9A-4181-8092-F543C9190F61}" srcOrd="2" destOrd="0" presId="urn:microsoft.com/office/officeart/2018/5/layout/CenteredIconLabelDescriptionList"/>
    <dgm:cxn modelId="{ACA9E188-25AB-4A41-A2D2-898C72B59B88}" type="presParOf" srcId="{D8110056-2F00-4D10-A7F6-6A4E246B22F9}" destId="{DF5FC2F9-C5C6-4E61-8633-9E749FF0988D}" srcOrd="3" destOrd="0" presId="urn:microsoft.com/office/officeart/2018/5/layout/CenteredIconLabelDescriptionList"/>
    <dgm:cxn modelId="{D42877AD-4DAC-4457-AF26-6A04D4F2B517}" type="presParOf" srcId="{D8110056-2F00-4D10-A7F6-6A4E246B22F9}" destId="{9869EE30-01A5-4EB4-88E2-D902E8189BFA}" srcOrd="4" destOrd="0" presId="urn:microsoft.com/office/officeart/2018/5/layout/CenteredIconLabelDescriptionList"/>
    <dgm:cxn modelId="{A9ABE060-015C-4A34-9CFE-0E7C51799628}" type="presParOf" srcId="{0664E392-EA28-400B-89D2-02CE29F8CC92}" destId="{DE6E2D05-E499-417F-BE21-A70DEFB36C04}" srcOrd="1" destOrd="0" presId="urn:microsoft.com/office/officeart/2018/5/layout/CenteredIconLabelDescriptionList"/>
    <dgm:cxn modelId="{4B268AB7-4C09-46AC-B834-3558E660FADA}" type="presParOf" srcId="{0664E392-EA28-400B-89D2-02CE29F8CC92}" destId="{E018B4C9-F5B5-4CB6-951A-422E9F48CDB5}" srcOrd="2" destOrd="0" presId="urn:microsoft.com/office/officeart/2018/5/layout/CenteredIconLabelDescriptionList"/>
    <dgm:cxn modelId="{E5F4EA7C-2987-4BBE-8F74-28FFEB01A849}" type="presParOf" srcId="{E018B4C9-F5B5-4CB6-951A-422E9F48CDB5}" destId="{2846C64C-A84C-4EEB-B004-4850A444A571}" srcOrd="0" destOrd="0" presId="urn:microsoft.com/office/officeart/2018/5/layout/CenteredIconLabelDescriptionList"/>
    <dgm:cxn modelId="{0FED26C4-8FAD-42FA-B905-CC3A75A0B304}" type="presParOf" srcId="{E018B4C9-F5B5-4CB6-951A-422E9F48CDB5}" destId="{16D989F8-313D-46DF-9927-DE154F9E42E9}" srcOrd="1" destOrd="0" presId="urn:microsoft.com/office/officeart/2018/5/layout/CenteredIconLabelDescriptionList"/>
    <dgm:cxn modelId="{E39625FD-7C7A-422D-9527-071544A5367F}" type="presParOf" srcId="{E018B4C9-F5B5-4CB6-951A-422E9F48CDB5}" destId="{0520AE25-1AFF-4320-8969-4FBA9E143BD9}" srcOrd="2" destOrd="0" presId="urn:microsoft.com/office/officeart/2018/5/layout/CenteredIconLabelDescriptionList"/>
    <dgm:cxn modelId="{194C6306-0AB9-4345-AD40-D90755F20D2A}" type="presParOf" srcId="{E018B4C9-F5B5-4CB6-951A-422E9F48CDB5}" destId="{B8CF8AC3-4050-445D-8CAA-FA471F1285F8}" srcOrd="3" destOrd="0" presId="urn:microsoft.com/office/officeart/2018/5/layout/CenteredIconLabelDescriptionList"/>
    <dgm:cxn modelId="{60DC390B-6232-45E2-B8E1-05BEB17A1CA0}" type="presParOf" srcId="{E018B4C9-F5B5-4CB6-951A-422E9F48CDB5}" destId="{F5F7B4DB-204E-46FB-8387-D0A27A0FC8C6}" srcOrd="4" destOrd="0" presId="urn:microsoft.com/office/officeart/2018/5/layout/CenteredIconLabelDescriptionList"/>
    <dgm:cxn modelId="{9CBA4C84-07C5-40A8-8411-76EF40F61DDD}" type="presParOf" srcId="{0664E392-EA28-400B-89D2-02CE29F8CC92}" destId="{64897D65-36DF-4297-B892-BFA91939210B}" srcOrd="3" destOrd="0" presId="urn:microsoft.com/office/officeart/2018/5/layout/CenteredIconLabelDescriptionList"/>
    <dgm:cxn modelId="{697DE2C7-A5CF-4913-86A1-9F001AF540A1}" type="presParOf" srcId="{0664E392-EA28-400B-89D2-02CE29F8CC92}" destId="{12F6E660-8C68-45C3-8CEB-4BBD3E62D89C}" srcOrd="4" destOrd="0" presId="urn:microsoft.com/office/officeart/2018/5/layout/CenteredIconLabelDescriptionList"/>
    <dgm:cxn modelId="{D457C450-B5CD-4D27-88AC-52628C9E5AA4}" type="presParOf" srcId="{12F6E660-8C68-45C3-8CEB-4BBD3E62D89C}" destId="{84DB8399-24BE-4B74-9F45-7C048A7A233C}" srcOrd="0" destOrd="0" presId="urn:microsoft.com/office/officeart/2018/5/layout/CenteredIconLabelDescriptionList"/>
    <dgm:cxn modelId="{6538BFF8-7CA2-421D-BE01-C3AB7F2D934F}" type="presParOf" srcId="{12F6E660-8C68-45C3-8CEB-4BBD3E62D89C}" destId="{C548D2C7-4873-44F6-AAA1-D08757A6D8FE}" srcOrd="1" destOrd="0" presId="urn:microsoft.com/office/officeart/2018/5/layout/CenteredIconLabelDescriptionList"/>
    <dgm:cxn modelId="{49566F2F-9A84-4490-B1A1-DEB83F0078A0}" type="presParOf" srcId="{12F6E660-8C68-45C3-8CEB-4BBD3E62D89C}" destId="{307D6277-A8B8-42FF-976C-E20948E755DC}" srcOrd="2" destOrd="0" presId="urn:microsoft.com/office/officeart/2018/5/layout/CenteredIconLabelDescriptionList"/>
    <dgm:cxn modelId="{F36352E5-E7CA-4966-ABC8-547531194E36}" type="presParOf" srcId="{12F6E660-8C68-45C3-8CEB-4BBD3E62D89C}" destId="{55F74B9E-B0C7-4816-BE9C-314AE3B194AB}" srcOrd="3" destOrd="0" presId="urn:microsoft.com/office/officeart/2018/5/layout/CenteredIconLabelDescriptionList"/>
    <dgm:cxn modelId="{370145D0-B1B7-436F-925D-5BFEFC4A77F2}" type="presParOf" srcId="{12F6E660-8C68-45C3-8CEB-4BBD3E62D89C}" destId="{F929B470-BB89-4F12-AC1F-FD2A98DE5A1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CD680A-75DE-44C3-8883-643A10A1E3C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1_2" csCatId="accent1" phldr="1"/>
      <dgm:spPr/>
      <dgm:t>
        <a:bodyPr/>
        <a:lstStyle/>
        <a:p>
          <a:endParaRPr lang="en-US"/>
        </a:p>
      </dgm:t>
    </dgm:pt>
    <dgm:pt modelId="{A0B00A55-A9D1-4CCF-8AE8-D3E3BA29A69C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 b="1"/>
            <a:t>inquiry type</a:t>
          </a:r>
          <a:endParaRPr lang="en-US"/>
        </a:p>
      </dgm:t>
    </dgm:pt>
    <dgm:pt modelId="{C6589C2F-41E1-4C5D-A742-87D271BBD98F}" type="parTrans" cxnId="{D1466BF4-0AAB-4AD1-8007-2D12BAD5290F}">
      <dgm:prSet/>
      <dgm:spPr/>
      <dgm:t>
        <a:bodyPr/>
        <a:lstStyle/>
        <a:p>
          <a:endParaRPr lang="en-US"/>
        </a:p>
      </dgm:t>
    </dgm:pt>
    <dgm:pt modelId="{2D606CD9-D346-4DDB-A9AC-988B79E01CBA}" type="sibTrans" cxnId="{D1466BF4-0AAB-4AD1-8007-2D12BAD529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221340-06FA-42A0-BBFA-121586FF4794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 b="1"/>
            <a:t>inquiry main verb</a:t>
          </a:r>
          <a:endParaRPr lang="en-US"/>
        </a:p>
      </dgm:t>
    </dgm:pt>
    <dgm:pt modelId="{EA0A8DBD-1C3E-4203-BB24-6D22FF0DA341}" type="parTrans" cxnId="{53D6060B-335E-4D70-B8D4-A2951AE94E70}">
      <dgm:prSet/>
      <dgm:spPr/>
      <dgm:t>
        <a:bodyPr/>
        <a:lstStyle/>
        <a:p>
          <a:endParaRPr lang="en-US"/>
        </a:p>
      </dgm:t>
    </dgm:pt>
    <dgm:pt modelId="{320385EA-67A9-4764-A8F9-607D8EF8CF54}" type="sibTrans" cxnId="{53D6060B-335E-4D70-B8D4-A2951AE94E7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57C25C-A276-4752-A244-59A3D5F7E9D4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 b="1"/>
            <a:t>inquiry semantic</a:t>
          </a:r>
          <a:endParaRPr lang="en-US"/>
        </a:p>
      </dgm:t>
    </dgm:pt>
    <dgm:pt modelId="{2AE0F234-AB69-4B48-86B8-0BBC8732DB50}" type="parTrans" cxnId="{A8C6E8B7-5592-4E71-AE4D-95D7FAABC967}">
      <dgm:prSet/>
      <dgm:spPr/>
      <dgm:t>
        <a:bodyPr/>
        <a:lstStyle/>
        <a:p>
          <a:endParaRPr lang="en-US"/>
        </a:p>
      </dgm:t>
    </dgm:pt>
    <dgm:pt modelId="{346A0DE7-D8DD-48B9-AD1C-E2FEEC91FFB0}" type="sibTrans" cxnId="{A8C6E8B7-5592-4E71-AE4D-95D7FAABC96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2BCA84-6252-4904-9740-6BCF654B432F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 b="1"/>
            <a:t>co-attention</a:t>
          </a:r>
          <a:endParaRPr lang="en-US"/>
        </a:p>
      </dgm:t>
    </dgm:pt>
    <dgm:pt modelId="{CA4B304D-38F2-4221-ACC4-2CAD73590CC4}" type="parTrans" cxnId="{C83F2C61-6155-41A8-BF43-AF67ED2F6136}">
      <dgm:prSet/>
      <dgm:spPr/>
      <dgm:t>
        <a:bodyPr/>
        <a:lstStyle/>
        <a:p>
          <a:endParaRPr lang="en-US"/>
        </a:p>
      </dgm:t>
    </dgm:pt>
    <dgm:pt modelId="{0237C61C-8F55-4660-96A3-CEB00D680438}" type="sibTrans" cxnId="{C83F2C61-6155-41A8-BF43-AF67ED2F6136}">
      <dgm:prSet/>
      <dgm:spPr/>
      <dgm:t>
        <a:bodyPr/>
        <a:lstStyle/>
        <a:p>
          <a:endParaRPr lang="en-US"/>
        </a:p>
      </dgm:t>
    </dgm:pt>
    <dgm:pt modelId="{41D41BED-ED92-486C-8826-A9C41710BE93}" type="pres">
      <dgm:prSet presAssocID="{EACD680A-75DE-44C3-8883-643A10A1E3C2}" presName="root" presStyleCnt="0">
        <dgm:presLayoutVars>
          <dgm:dir/>
          <dgm:resizeHandles val="exact"/>
        </dgm:presLayoutVars>
      </dgm:prSet>
      <dgm:spPr/>
    </dgm:pt>
    <dgm:pt modelId="{5F323F1B-2D3E-4C91-B445-DDB4DA1FA073}" type="pres">
      <dgm:prSet presAssocID="{EACD680A-75DE-44C3-8883-643A10A1E3C2}" presName="container" presStyleCnt="0">
        <dgm:presLayoutVars>
          <dgm:dir/>
          <dgm:resizeHandles val="exact"/>
        </dgm:presLayoutVars>
      </dgm:prSet>
      <dgm:spPr/>
    </dgm:pt>
    <dgm:pt modelId="{6A161753-FDBB-4526-9324-C9E0B293A059}" type="pres">
      <dgm:prSet presAssocID="{A0B00A55-A9D1-4CCF-8AE8-D3E3BA29A69C}" presName="compNode" presStyleCnt="0"/>
      <dgm:spPr/>
    </dgm:pt>
    <dgm:pt modelId="{48551C02-C4AA-4350-B18E-F35D4F86505D}" type="pres">
      <dgm:prSet presAssocID="{A0B00A55-A9D1-4CCF-8AE8-D3E3BA29A69C}" presName="iconBgRect" presStyleLbl="bgShp" presStyleIdx="0" presStyleCnt="4"/>
      <dgm:spPr/>
    </dgm:pt>
    <dgm:pt modelId="{A173A16F-C085-49B3-89BB-85E0EE9572CB}" type="pres">
      <dgm:prSet presAssocID="{A0B00A55-A9D1-4CCF-8AE8-D3E3BA29A69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80A2326-5E59-439C-B1B5-DDA1A96FCBAC}" type="pres">
      <dgm:prSet presAssocID="{A0B00A55-A9D1-4CCF-8AE8-D3E3BA29A69C}" presName="spaceRect" presStyleCnt="0"/>
      <dgm:spPr/>
    </dgm:pt>
    <dgm:pt modelId="{E047C0CB-E5A0-4347-A530-F8FBF2166576}" type="pres">
      <dgm:prSet presAssocID="{A0B00A55-A9D1-4CCF-8AE8-D3E3BA29A69C}" presName="textRect" presStyleLbl="revTx" presStyleIdx="0" presStyleCnt="4">
        <dgm:presLayoutVars>
          <dgm:chMax val="1"/>
          <dgm:chPref val="1"/>
        </dgm:presLayoutVars>
      </dgm:prSet>
      <dgm:spPr/>
    </dgm:pt>
    <dgm:pt modelId="{1A9C7E31-A81A-49E1-855E-B57FA94A19FF}" type="pres">
      <dgm:prSet presAssocID="{2D606CD9-D346-4DDB-A9AC-988B79E01CBA}" presName="sibTrans" presStyleLbl="sibTrans2D1" presStyleIdx="0" presStyleCnt="0"/>
      <dgm:spPr/>
    </dgm:pt>
    <dgm:pt modelId="{D38BA959-4DA3-49B0-A6D2-2D129DA94625}" type="pres">
      <dgm:prSet presAssocID="{79221340-06FA-42A0-BBFA-121586FF4794}" presName="compNode" presStyleCnt="0"/>
      <dgm:spPr/>
    </dgm:pt>
    <dgm:pt modelId="{3FF8DBAB-2749-46B7-8B88-2E175A92A40A}" type="pres">
      <dgm:prSet presAssocID="{79221340-06FA-42A0-BBFA-121586FF4794}" presName="iconBgRect" presStyleLbl="bgShp" presStyleIdx="1" presStyleCnt="4"/>
      <dgm:spPr/>
    </dgm:pt>
    <dgm:pt modelId="{8B51B980-12D6-478E-9B7B-35B1B3601BBA}" type="pres">
      <dgm:prSet presAssocID="{79221340-06FA-42A0-BBFA-121586FF479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A69256B-20DE-47F8-8EB0-881679EF187D}" type="pres">
      <dgm:prSet presAssocID="{79221340-06FA-42A0-BBFA-121586FF4794}" presName="spaceRect" presStyleCnt="0"/>
      <dgm:spPr/>
    </dgm:pt>
    <dgm:pt modelId="{B324F49C-7FEB-433B-A6A1-A3B12F83BB98}" type="pres">
      <dgm:prSet presAssocID="{79221340-06FA-42A0-BBFA-121586FF4794}" presName="textRect" presStyleLbl="revTx" presStyleIdx="1" presStyleCnt="4">
        <dgm:presLayoutVars>
          <dgm:chMax val="1"/>
          <dgm:chPref val="1"/>
        </dgm:presLayoutVars>
      </dgm:prSet>
      <dgm:spPr/>
    </dgm:pt>
    <dgm:pt modelId="{4F5D3FBC-F423-41EF-8BE6-6803CBD6FFB1}" type="pres">
      <dgm:prSet presAssocID="{320385EA-67A9-4764-A8F9-607D8EF8CF54}" presName="sibTrans" presStyleLbl="sibTrans2D1" presStyleIdx="0" presStyleCnt="0"/>
      <dgm:spPr/>
    </dgm:pt>
    <dgm:pt modelId="{3B7CA692-F541-4E1D-9505-CBA369232D9A}" type="pres">
      <dgm:prSet presAssocID="{ED57C25C-A276-4752-A244-59A3D5F7E9D4}" presName="compNode" presStyleCnt="0"/>
      <dgm:spPr/>
    </dgm:pt>
    <dgm:pt modelId="{C6278AA8-83A1-4E81-929D-D14E2789982F}" type="pres">
      <dgm:prSet presAssocID="{ED57C25C-A276-4752-A244-59A3D5F7E9D4}" presName="iconBgRect" presStyleLbl="bgShp" presStyleIdx="2" presStyleCnt="4"/>
      <dgm:spPr/>
    </dgm:pt>
    <dgm:pt modelId="{C87FEEA0-4A2E-4DE4-9CDB-58ED7690230B}" type="pres">
      <dgm:prSet presAssocID="{ED57C25C-A276-4752-A244-59A3D5F7E9D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C7671F8-8BD9-4A9B-B209-674319853972}" type="pres">
      <dgm:prSet presAssocID="{ED57C25C-A276-4752-A244-59A3D5F7E9D4}" presName="spaceRect" presStyleCnt="0"/>
      <dgm:spPr/>
    </dgm:pt>
    <dgm:pt modelId="{E99119A5-341E-488A-BE4C-290D7EC02A1D}" type="pres">
      <dgm:prSet presAssocID="{ED57C25C-A276-4752-A244-59A3D5F7E9D4}" presName="textRect" presStyleLbl="revTx" presStyleIdx="2" presStyleCnt="4">
        <dgm:presLayoutVars>
          <dgm:chMax val="1"/>
          <dgm:chPref val="1"/>
        </dgm:presLayoutVars>
      </dgm:prSet>
      <dgm:spPr/>
    </dgm:pt>
    <dgm:pt modelId="{157E2EB0-EE73-4C86-AB13-E3F12674FC84}" type="pres">
      <dgm:prSet presAssocID="{346A0DE7-D8DD-48B9-AD1C-E2FEEC91FFB0}" presName="sibTrans" presStyleLbl="sibTrans2D1" presStyleIdx="0" presStyleCnt="0"/>
      <dgm:spPr/>
    </dgm:pt>
    <dgm:pt modelId="{B911B2E9-C59C-4169-BE2B-F5DFC25D0084}" type="pres">
      <dgm:prSet presAssocID="{4A2BCA84-6252-4904-9740-6BCF654B432F}" presName="compNode" presStyleCnt="0"/>
      <dgm:spPr/>
    </dgm:pt>
    <dgm:pt modelId="{73D3F2F0-8A95-43AE-8180-7DD1E0FB5E64}" type="pres">
      <dgm:prSet presAssocID="{4A2BCA84-6252-4904-9740-6BCF654B432F}" presName="iconBgRect" presStyleLbl="bgShp" presStyleIdx="3" presStyleCnt="4"/>
      <dgm:spPr/>
    </dgm:pt>
    <dgm:pt modelId="{BFB4D73C-C1C6-4DB9-8CB7-791E2C972B0B}" type="pres">
      <dgm:prSet presAssocID="{4A2BCA84-6252-4904-9740-6BCF654B432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FC2B2A1-A10A-426D-81E3-9FBA4F262667}" type="pres">
      <dgm:prSet presAssocID="{4A2BCA84-6252-4904-9740-6BCF654B432F}" presName="spaceRect" presStyleCnt="0"/>
      <dgm:spPr/>
    </dgm:pt>
    <dgm:pt modelId="{CA8C8324-17B5-462E-81B3-54753610B930}" type="pres">
      <dgm:prSet presAssocID="{4A2BCA84-6252-4904-9740-6BCF654B432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3D6060B-335E-4D70-B8D4-A2951AE94E70}" srcId="{EACD680A-75DE-44C3-8883-643A10A1E3C2}" destId="{79221340-06FA-42A0-BBFA-121586FF4794}" srcOrd="1" destOrd="0" parTransId="{EA0A8DBD-1C3E-4203-BB24-6D22FF0DA341}" sibTransId="{320385EA-67A9-4764-A8F9-607D8EF8CF54}"/>
    <dgm:cxn modelId="{43046E2D-712F-9847-99E9-59796B48EB21}" type="presOf" srcId="{320385EA-67A9-4764-A8F9-607D8EF8CF54}" destId="{4F5D3FBC-F423-41EF-8BE6-6803CBD6FFB1}" srcOrd="0" destOrd="0" presId="urn:microsoft.com/office/officeart/2018/2/layout/IconCircleList"/>
    <dgm:cxn modelId="{C83F2C61-6155-41A8-BF43-AF67ED2F6136}" srcId="{EACD680A-75DE-44C3-8883-643A10A1E3C2}" destId="{4A2BCA84-6252-4904-9740-6BCF654B432F}" srcOrd="3" destOrd="0" parTransId="{CA4B304D-38F2-4221-ACC4-2CAD73590CC4}" sibTransId="{0237C61C-8F55-4660-96A3-CEB00D680438}"/>
    <dgm:cxn modelId="{176C1D4D-D96E-5543-B82F-044AC3F7172C}" type="presOf" srcId="{2D606CD9-D346-4DDB-A9AC-988B79E01CBA}" destId="{1A9C7E31-A81A-49E1-855E-B57FA94A19FF}" srcOrd="0" destOrd="0" presId="urn:microsoft.com/office/officeart/2018/2/layout/IconCircleList"/>
    <dgm:cxn modelId="{DDFE1F78-4AEA-9149-BE96-64BCB5100B75}" type="presOf" srcId="{ED57C25C-A276-4752-A244-59A3D5F7E9D4}" destId="{E99119A5-341E-488A-BE4C-290D7EC02A1D}" srcOrd="0" destOrd="0" presId="urn:microsoft.com/office/officeart/2018/2/layout/IconCircleList"/>
    <dgm:cxn modelId="{F9253E5A-F458-F04D-BBE4-DBF9F9147CF6}" type="presOf" srcId="{4A2BCA84-6252-4904-9740-6BCF654B432F}" destId="{CA8C8324-17B5-462E-81B3-54753610B930}" srcOrd="0" destOrd="0" presId="urn:microsoft.com/office/officeart/2018/2/layout/IconCircleList"/>
    <dgm:cxn modelId="{A8C6E8B7-5592-4E71-AE4D-95D7FAABC967}" srcId="{EACD680A-75DE-44C3-8883-643A10A1E3C2}" destId="{ED57C25C-A276-4752-A244-59A3D5F7E9D4}" srcOrd="2" destOrd="0" parTransId="{2AE0F234-AB69-4B48-86B8-0BBC8732DB50}" sibTransId="{346A0DE7-D8DD-48B9-AD1C-E2FEEC91FFB0}"/>
    <dgm:cxn modelId="{1D6DF9CE-BC4D-C441-8F20-6346599D8679}" type="presOf" srcId="{EACD680A-75DE-44C3-8883-643A10A1E3C2}" destId="{41D41BED-ED92-486C-8826-A9C41710BE93}" srcOrd="0" destOrd="0" presId="urn:microsoft.com/office/officeart/2018/2/layout/IconCircleList"/>
    <dgm:cxn modelId="{422E1EDD-4C2B-AE40-A271-B31A6F978F2B}" type="presOf" srcId="{A0B00A55-A9D1-4CCF-8AE8-D3E3BA29A69C}" destId="{E047C0CB-E5A0-4347-A530-F8FBF2166576}" srcOrd="0" destOrd="0" presId="urn:microsoft.com/office/officeart/2018/2/layout/IconCircleList"/>
    <dgm:cxn modelId="{D1466BF4-0AAB-4AD1-8007-2D12BAD5290F}" srcId="{EACD680A-75DE-44C3-8883-643A10A1E3C2}" destId="{A0B00A55-A9D1-4CCF-8AE8-D3E3BA29A69C}" srcOrd="0" destOrd="0" parTransId="{C6589C2F-41E1-4C5D-A742-87D271BBD98F}" sibTransId="{2D606CD9-D346-4DDB-A9AC-988B79E01CBA}"/>
    <dgm:cxn modelId="{B617B6F7-27F8-C04C-8FAE-223D04835349}" type="presOf" srcId="{346A0DE7-D8DD-48B9-AD1C-E2FEEC91FFB0}" destId="{157E2EB0-EE73-4C86-AB13-E3F12674FC84}" srcOrd="0" destOrd="0" presId="urn:microsoft.com/office/officeart/2018/2/layout/IconCircleList"/>
    <dgm:cxn modelId="{7406BAFB-DCAA-1D4F-BC29-1C041EA54AE1}" type="presOf" srcId="{79221340-06FA-42A0-BBFA-121586FF4794}" destId="{B324F49C-7FEB-433B-A6A1-A3B12F83BB98}" srcOrd="0" destOrd="0" presId="urn:microsoft.com/office/officeart/2018/2/layout/IconCircleList"/>
    <dgm:cxn modelId="{BCC67F54-1699-9A4B-B659-3D843864AED5}" type="presParOf" srcId="{41D41BED-ED92-486C-8826-A9C41710BE93}" destId="{5F323F1B-2D3E-4C91-B445-DDB4DA1FA073}" srcOrd="0" destOrd="0" presId="urn:microsoft.com/office/officeart/2018/2/layout/IconCircleList"/>
    <dgm:cxn modelId="{B4A578C8-1ED5-A84E-B853-3C80380B3C66}" type="presParOf" srcId="{5F323F1B-2D3E-4C91-B445-DDB4DA1FA073}" destId="{6A161753-FDBB-4526-9324-C9E0B293A059}" srcOrd="0" destOrd="0" presId="urn:microsoft.com/office/officeart/2018/2/layout/IconCircleList"/>
    <dgm:cxn modelId="{84F7FA94-90B4-8843-A2D6-D588C91B613E}" type="presParOf" srcId="{6A161753-FDBB-4526-9324-C9E0B293A059}" destId="{48551C02-C4AA-4350-B18E-F35D4F86505D}" srcOrd="0" destOrd="0" presId="urn:microsoft.com/office/officeart/2018/2/layout/IconCircleList"/>
    <dgm:cxn modelId="{379F9D01-B1C2-654C-975B-68DE7B555F46}" type="presParOf" srcId="{6A161753-FDBB-4526-9324-C9E0B293A059}" destId="{A173A16F-C085-49B3-89BB-85E0EE9572CB}" srcOrd="1" destOrd="0" presId="urn:microsoft.com/office/officeart/2018/2/layout/IconCircleList"/>
    <dgm:cxn modelId="{8942B560-A6DB-2344-B90B-63D370E7C349}" type="presParOf" srcId="{6A161753-FDBB-4526-9324-C9E0B293A059}" destId="{080A2326-5E59-439C-B1B5-DDA1A96FCBAC}" srcOrd="2" destOrd="0" presId="urn:microsoft.com/office/officeart/2018/2/layout/IconCircleList"/>
    <dgm:cxn modelId="{CA7ECCFA-669C-A54C-937F-03FFD4411A48}" type="presParOf" srcId="{6A161753-FDBB-4526-9324-C9E0B293A059}" destId="{E047C0CB-E5A0-4347-A530-F8FBF2166576}" srcOrd="3" destOrd="0" presId="urn:microsoft.com/office/officeart/2018/2/layout/IconCircleList"/>
    <dgm:cxn modelId="{567712D4-E850-D847-8785-152B178E43DD}" type="presParOf" srcId="{5F323F1B-2D3E-4C91-B445-DDB4DA1FA073}" destId="{1A9C7E31-A81A-49E1-855E-B57FA94A19FF}" srcOrd="1" destOrd="0" presId="urn:microsoft.com/office/officeart/2018/2/layout/IconCircleList"/>
    <dgm:cxn modelId="{836B500C-5C1C-794C-A86F-BB39E0A80532}" type="presParOf" srcId="{5F323F1B-2D3E-4C91-B445-DDB4DA1FA073}" destId="{D38BA959-4DA3-49B0-A6D2-2D129DA94625}" srcOrd="2" destOrd="0" presId="urn:microsoft.com/office/officeart/2018/2/layout/IconCircleList"/>
    <dgm:cxn modelId="{D46C5A18-55BB-C04A-84BA-4F07DB20E629}" type="presParOf" srcId="{D38BA959-4DA3-49B0-A6D2-2D129DA94625}" destId="{3FF8DBAB-2749-46B7-8B88-2E175A92A40A}" srcOrd="0" destOrd="0" presId="urn:microsoft.com/office/officeart/2018/2/layout/IconCircleList"/>
    <dgm:cxn modelId="{F616BC31-B40C-AF41-80F4-25904611F982}" type="presParOf" srcId="{D38BA959-4DA3-49B0-A6D2-2D129DA94625}" destId="{8B51B980-12D6-478E-9B7B-35B1B3601BBA}" srcOrd="1" destOrd="0" presId="urn:microsoft.com/office/officeart/2018/2/layout/IconCircleList"/>
    <dgm:cxn modelId="{D5809510-0DF0-1B4B-AE61-09DC1E4AA857}" type="presParOf" srcId="{D38BA959-4DA3-49B0-A6D2-2D129DA94625}" destId="{4A69256B-20DE-47F8-8EB0-881679EF187D}" srcOrd="2" destOrd="0" presId="urn:microsoft.com/office/officeart/2018/2/layout/IconCircleList"/>
    <dgm:cxn modelId="{7D394658-73BA-2542-A5EC-EABC44215F9E}" type="presParOf" srcId="{D38BA959-4DA3-49B0-A6D2-2D129DA94625}" destId="{B324F49C-7FEB-433B-A6A1-A3B12F83BB98}" srcOrd="3" destOrd="0" presId="urn:microsoft.com/office/officeart/2018/2/layout/IconCircleList"/>
    <dgm:cxn modelId="{EA1A4A78-A39F-AC45-91A9-2F7E6DC6E11D}" type="presParOf" srcId="{5F323F1B-2D3E-4C91-B445-DDB4DA1FA073}" destId="{4F5D3FBC-F423-41EF-8BE6-6803CBD6FFB1}" srcOrd="3" destOrd="0" presId="urn:microsoft.com/office/officeart/2018/2/layout/IconCircleList"/>
    <dgm:cxn modelId="{5FC2D433-FCE7-D84E-875D-DFCB5AFB5482}" type="presParOf" srcId="{5F323F1B-2D3E-4C91-B445-DDB4DA1FA073}" destId="{3B7CA692-F541-4E1D-9505-CBA369232D9A}" srcOrd="4" destOrd="0" presId="urn:microsoft.com/office/officeart/2018/2/layout/IconCircleList"/>
    <dgm:cxn modelId="{12BE7355-1CD9-4445-85C3-C8E5DCC7C4FD}" type="presParOf" srcId="{3B7CA692-F541-4E1D-9505-CBA369232D9A}" destId="{C6278AA8-83A1-4E81-929D-D14E2789982F}" srcOrd="0" destOrd="0" presId="urn:microsoft.com/office/officeart/2018/2/layout/IconCircleList"/>
    <dgm:cxn modelId="{DD50F548-5C50-CB4F-96A0-C4B261339563}" type="presParOf" srcId="{3B7CA692-F541-4E1D-9505-CBA369232D9A}" destId="{C87FEEA0-4A2E-4DE4-9CDB-58ED7690230B}" srcOrd="1" destOrd="0" presId="urn:microsoft.com/office/officeart/2018/2/layout/IconCircleList"/>
    <dgm:cxn modelId="{A09FC013-147A-874E-A78E-AD18B74602A8}" type="presParOf" srcId="{3B7CA692-F541-4E1D-9505-CBA369232D9A}" destId="{5C7671F8-8BD9-4A9B-B209-674319853972}" srcOrd="2" destOrd="0" presId="urn:microsoft.com/office/officeart/2018/2/layout/IconCircleList"/>
    <dgm:cxn modelId="{E31369FF-E478-2F43-A80A-9B95D2695349}" type="presParOf" srcId="{3B7CA692-F541-4E1D-9505-CBA369232D9A}" destId="{E99119A5-341E-488A-BE4C-290D7EC02A1D}" srcOrd="3" destOrd="0" presId="urn:microsoft.com/office/officeart/2018/2/layout/IconCircleList"/>
    <dgm:cxn modelId="{B6952154-2CB6-9943-AF5A-2A51095F09D2}" type="presParOf" srcId="{5F323F1B-2D3E-4C91-B445-DDB4DA1FA073}" destId="{157E2EB0-EE73-4C86-AB13-E3F12674FC84}" srcOrd="5" destOrd="0" presId="urn:microsoft.com/office/officeart/2018/2/layout/IconCircleList"/>
    <dgm:cxn modelId="{DD5A4A49-5768-9743-ACF4-A8689A36646F}" type="presParOf" srcId="{5F323F1B-2D3E-4C91-B445-DDB4DA1FA073}" destId="{B911B2E9-C59C-4169-BE2B-F5DFC25D0084}" srcOrd="6" destOrd="0" presId="urn:microsoft.com/office/officeart/2018/2/layout/IconCircleList"/>
    <dgm:cxn modelId="{8C254E29-1DA1-6F42-9682-AF6B26F8FBEC}" type="presParOf" srcId="{B911B2E9-C59C-4169-BE2B-F5DFC25D0084}" destId="{73D3F2F0-8A95-43AE-8180-7DD1E0FB5E64}" srcOrd="0" destOrd="0" presId="urn:microsoft.com/office/officeart/2018/2/layout/IconCircleList"/>
    <dgm:cxn modelId="{D57EC15E-AFA0-BD44-A17A-D0FA82B1CDFC}" type="presParOf" srcId="{B911B2E9-C59C-4169-BE2B-F5DFC25D0084}" destId="{BFB4D73C-C1C6-4DB9-8CB7-791E2C972B0B}" srcOrd="1" destOrd="0" presId="urn:microsoft.com/office/officeart/2018/2/layout/IconCircleList"/>
    <dgm:cxn modelId="{D165C6CF-B15E-334A-B98E-A0AB7F2BFF89}" type="presParOf" srcId="{B911B2E9-C59C-4169-BE2B-F5DFC25D0084}" destId="{2FC2B2A1-A10A-426D-81E3-9FBA4F262667}" srcOrd="2" destOrd="0" presId="urn:microsoft.com/office/officeart/2018/2/layout/IconCircleList"/>
    <dgm:cxn modelId="{555311A9-089F-4E45-A391-5DE853417C7D}" type="presParOf" srcId="{B911B2E9-C59C-4169-BE2B-F5DFC25D0084}" destId="{CA8C8324-17B5-462E-81B3-54753610B93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2C475-E157-46FB-9A82-46EE2130D76F}">
      <dsp:nvSpPr>
        <dsp:cNvPr id="0" name=""/>
        <dsp:cNvSpPr/>
      </dsp:nvSpPr>
      <dsp:spPr>
        <a:xfrm>
          <a:off x="988805" y="913028"/>
          <a:ext cx="1064601" cy="10646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8ABC5-0A9A-4181-8092-F543C9190F61}">
      <dsp:nvSpPr>
        <dsp:cNvPr id="0" name=""/>
        <dsp:cNvSpPr/>
      </dsp:nvSpPr>
      <dsp:spPr>
        <a:xfrm>
          <a:off x="247" y="2054677"/>
          <a:ext cx="3041718" cy="456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1400" kern="1200"/>
            <a:t>In NLP, QA is a topic.</a:t>
          </a:r>
          <a:endParaRPr lang="en-US" sz="1400" kern="1200"/>
        </a:p>
      </dsp:txBody>
      <dsp:txXfrm>
        <a:off x="247" y="2054677"/>
        <a:ext cx="3041718" cy="456257"/>
      </dsp:txXfrm>
    </dsp:sp>
    <dsp:sp modelId="{9869EE30-01A5-4EB4-88E2-D902E8189BFA}">
      <dsp:nvSpPr>
        <dsp:cNvPr id="0" name=""/>
        <dsp:cNvSpPr/>
      </dsp:nvSpPr>
      <dsp:spPr>
        <a:xfrm>
          <a:off x="247" y="2546770"/>
          <a:ext cx="3041718" cy="158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46C64C-A84C-4EEB-B004-4850A444A571}">
      <dsp:nvSpPr>
        <dsp:cNvPr id="0" name=""/>
        <dsp:cNvSpPr/>
      </dsp:nvSpPr>
      <dsp:spPr>
        <a:xfrm>
          <a:off x="4562825" y="913028"/>
          <a:ext cx="1064601" cy="10646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0AE25-1AFF-4320-8969-4FBA9E143BD9}">
      <dsp:nvSpPr>
        <dsp:cNvPr id="0" name=""/>
        <dsp:cNvSpPr/>
      </dsp:nvSpPr>
      <dsp:spPr>
        <a:xfrm>
          <a:off x="3574266" y="2054677"/>
          <a:ext cx="3041718" cy="456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1400" kern="1200"/>
            <a:t>Previous QA work -- related with attention.</a:t>
          </a:r>
          <a:endParaRPr lang="en-US" sz="1400" kern="1200"/>
        </a:p>
      </dsp:txBody>
      <dsp:txXfrm>
        <a:off x="3574266" y="2054677"/>
        <a:ext cx="3041718" cy="456257"/>
      </dsp:txXfrm>
    </dsp:sp>
    <dsp:sp modelId="{F5F7B4DB-204E-46FB-8387-D0A27A0FC8C6}">
      <dsp:nvSpPr>
        <dsp:cNvPr id="0" name=""/>
        <dsp:cNvSpPr/>
      </dsp:nvSpPr>
      <dsp:spPr>
        <a:xfrm>
          <a:off x="3574266" y="2546770"/>
          <a:ext cx="3041718" cy="158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100" i="1" kern="1200"/>
            <a:t>-&gt;Too single view</a:t>
          </a:r>
          <a:endParaRPr lang="en-US" sz="1100" kern="1200"/>
        </a:p>
      </dsp:txBody>
      <dsp:txXfrm>
        <a:off x="3574266" y="2546770"/>
        <a:ext cx="3041718" cy="158045"/>
      </dsp:txXfrm>
    </dsp:sp>
    <dsp:sp modelId="{84DB8399-24BE-4B74-9F45-7C048A7A233C}">
      <dsp:nvSpPr>
        <dsp:cNvPr id="0" name=""/>
        <dsp:cNvSpPr/>
      </dsp:nvSpPr>
      <dsp:spPr>
        <a:xfrm>
          <a:off x="8136844" y="913028"/>
          <a:ext cx="1064601" cy="10646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D6277-A8B8-42FF-976C-E20948E755DC}">
      <dsp:nvSpPr>
        <dsp:cNvPr id="0" name=""/>
        <dsp:cNvSpPr/>
      </dsp:nvSpPr>
      <dsp:spPr>
        <a:xfrm>
          <a:off x="7148286" y="2054677"/>
          <a:ext cx="3041718" cy="456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1400" kern="1200"/>
            <a:t>So in this paper,  propose a </a:t>
          </a:r>
          <a:r>
            <a:rPr lang="en-US" sz="1400" kern="1200"/>
            <a:t>Multi-View Fusion Neural Network(MVFNN).</a:t>
          </a:r>
        </a:p>
      </dsp:txBody>
      <dsp:txXfrm>
        <a:off x="7148286" y="2054677"/>
        <a:ext cx="3041718" cy="456257"/>
      </dsp:txXfrm>
    </dsp:sp>
    <dsp:sp modelId="{F929B470-BB89-4F12-AC1F-FD2A98DE5A1C}">
      <dsp:nvSpPr>
        <dsp:cNvPr id="0" name=""/>
        <dsp:cNvSpPr/>
      </dsp:nvSpPr>
      <dsp:spPr>
        <a:xfrm>
          <a:off x="7148286" y="2546770"/>
          <a:ext cx="3041718" cy="158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51C02-C4AA-4350-B18E-F35D4F86505D}">
      <dsp:nvSpPr>
        <dsp:cNvPr id="0" name=""/>
        <dsp:cNvSpPr/>
      </dsp:nvSpPr>
      <dsp:spPr>
        <a:xfrm>
          <a:off x="212335" y="470390"/>
          <a:ext cx="1335915" cy="13359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73A16F-C085-49B3-89BB-85E0EE9572CB}">
      <dsp:nvSpPr>
        <dsp:cNvPr id="0" name=""/>
        <dsp:cNvSpPr/>
      </dsp:nvSpPr>
      <dsp:spPr>
        <a:xfrm>
          <a:off x="492877" y="7509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7C0CB-E5A0-4347-A530-F8FBF2166576}">
      <dsp:nvSpPr>
        <dsp:cNvPr id="0" name=""/>
        <dsp:cNvSpPr/>
      </dsp:nvSpPr>
      <dsp:spPr>
        <a:xfrm>
          <a:off x="1834517" y="4703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400" b="1" kern="1200"/>
            <a:t>inquiry type</a:t>
          </a:r>
          <a:endParaRPr lang="en-US" sz="2400" kern="1200"/>
        </a:p>
      </dsp:txBody>
      <dsp:txXfrm>
        <a:off x="1834517" y="470390"/>
        <a:ext cx="3148942" cy="1335915"/>
      </dsp:txXfrm>
    </dsp:sp>
    <dsp:sp modelId="{3FF8DBAB-2749-46B7-8B88-2E175A92A40A}">
      <dsp:nvSpPr>
        <dsp:cNvPr id="0" name=""/>
        <dsp:cNvSpPr/>
      </dsp:nvSpPr>
      <dsp:spPr>
        <a:xfrm>
          <a:off x="5532139" y="470390"/>
          <a:ext cx="1335915" cy="13359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1B980-12D6-478E-9B7B-35B1B3601BBA}">
      <dsp:nvSpPr>
        <dsp:cNvPr id="0" name=""/>
        <dsp:cNvSpPr/>
      </dsp:nvSpPr>
      <dsp:spPr>
        <a:xfrm>
          <a:off x="5812681" y="7509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4F49C-7FEB-433B-A6A1-A3B12F83BB98}">
      <dsp:nvSpPr>
        <dsp:cNvPr id="0" name=""/>
        <dsp:cNvSpPr/>
      </dsp:nvSpPr>
      <dsp:spPr>
        <a:xfrm>
          <a:off x="7154322" y="4703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400" b="1" kern="1200"/>
            <a:t>inquiry main verb</a:t>
          </a:r>
          <a:endParaRPr lang="en-US" sz="2400" kern="1200"/>
        </a:p>
      </dsp:txBody>
      <dsp:txXfrm>
        <a:off x="7154322" y="470390"/>
        <a:ext cx="3148942" cy="1335915"/>
      </dsp:txXfrm>
    </dsp:sp>
    <dsp:sp modelId="{C6278AA8-83A1-4E81-929D-D14E2789982F}">
      <dsp:nvSpPr>
        <dsp:cNvPr id="0" name=""/>
        <dsp:cNvSpPr/>
      </dsp:nvSpPr>
      <dsp:spPr>
        <a:xfrm>
          <a:off x="212335" y="2546238"/>
          <a:ext cx="1335915" cy="13359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FEEA0-4A2E-4DE4-9CDB-58ED7690230B}">
      <dsp:nvSpPr>
        <dsp:cNvPr id="0" name=""/>
        <dsp:cNvSpPr/>
      </dsp:nvSpPr>
      <dsp:spPr>
        <a:xfrm>
          <a:off x="492877" y="2826780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119A5-341E-488A-BE4C-290D7EC02A1D}">
      <dsp:nvSpPr>
        <dsp:cNvPr id="0" name=""/>
        <dsp:cNvSpPr/>
      </dsp:nvSpPr>
      <dsp:spPr>
        <a:xfrm>
          <a:off x="1834517" y="254623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400" b="1" kern="1200"/>
            <a:t>inquiry semantic</a:t>
          </a:r>
          <a:endParaRPr lang="en-US" sz="2400" kern="1200"/>
        </a:p>
      </dsp:txBody>
      <dsp:txXfrm>
        <a:off x="1834517" y="2546238"/>
        <a:ext cx="3148942" cy="1335915"/>
      </dsp:txXfrm>
    </dsp:sp>
    <dsp:sp modelId="{73D3F2F0-8A95-43AE-8180-7DD1E0FB5E64}">
      <dsp:nvSpPr>
        <dsp:cNvPr id="0" name=""/>
        <dsp:cNvSpPr/>
      </dsp:nvSpPr>
      <dsp:spPr>
        <a:xfrm>
          <a:off x="5532139" y="2546238"/>
          <a:ext cx="1335915" cy="13359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B4D73C-C1C6-4DB9-8CB7-791E2C972B0B}">
      <dsp:nvSpPr>
        <dsp:cNvPr id="0" name=""/>
        <dsp:cNvSpPr/>
      </dsp:nvSpPr>
      <dsp:spPr>
        <a:xfrm>
          <a:off x="5812681" y="2826780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C8324-17B5-462E-81B3-54753610B930}">
      <dsp:nvSpPr>
        <dsp:cNvPr id="0" name=""/>
        <dsp:cNvSpPr/>
      </dsp:nvSpPr>
      <dsp:spPr>
        <a:xfrm>
          <a:off x="7154322" y="254623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400" b="1" kern="1200"/>
            <a:t>co-attention</a:t>
          </a:r>
          <a:endParaRPr lang="en-US" sz="2400" kern="1200"/>
        </a:p>
      </dsp:txBody>
      <dsp:txXfrm>
        <a:off x="7154322" y="2546238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F5A74-A06F-5047-907F-1876C44D54F4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866DB1-AC16-6042-B7BB-F92E162050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429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Feb.2-7, 2018</a:t>
            </a:r>
            <a:r>
              <a:rPr kumimoji="1" lang="zh-TW" altLang="en-US" dirty="0"/>
              <a:t> 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美國路易斯安那州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希爾頓酒店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866DB1-AC16-6042-B7BB-F92E162050B6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40777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LSTM-RNN  for inquiry semantic view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866DB1-AC16-6042-B7BB-F92E162050B6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7967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0E049F-C193-6646-A7A8-945E2C891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F937AB-6726-B041-904C-2AFB209AE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66CE2A-5838-2C45-879D-F5C234D1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1DA01D-4886-9F40-A214-391FC77B9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436959-D4AF-3B46-98C3-806286D6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82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E0B220-58D7-1D43-B973-74E1D5E4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57C420-1358-2344-82AB-79AEB2DDB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CB6F8A-D165-7940-A1F2-3207B40A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F7075C-B2A9-AC46-BAA0-2A04821A1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D8DA0C-A2FD-424E-9D77-527D2917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529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82B354-168D-2D45-9CC6-3FC52705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BD640F-7175-AC4B-B8A8-375FD35D7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3B2ADA-40DB-C741-AF37-1745AF12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9BF490-5895-E449-A88D-85FB815A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FF4D50-8E85-224D-9A98-14CD3090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66528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DE0480-90FD-BF40-86CF-CCE44E11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D6E664-9AD2-CA42-9514-1F5FDF677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39354C-70D8-2441-9D31-299F2141E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0EB6E0-3F9C-C941-A3A0-106AF25B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AA8112-F411-4C4B-84E0-9AEF1831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C065CC-58BC-FE49-96F7-FFE88F5D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9732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3243EC-E0A4-F44B-9D89-70D202B8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E0B85-2384-A049-AEE1-DDEDED67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64675B-3F0B-0F4C-929F-F628D2732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405D889-5FC3-254E-B50C-1552517DF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B22A597-D637-334F-AD14-524F736A9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AF34D3B-EDCF-0B4D-ADCD-E60D23AC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6E87C78-9B5D-F942-949D-A5D018E2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F6B9518-A38E-7D41-AEAD-10E62956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0846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F1E546-F45B-4C4F-A59B-4749FA42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8DD8D09-A4A6-3F42-8D49-D1C12A49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C9B5C2-5D63-4F4F-9057-EF394EC1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DFA196-1C46-6843-A8F3-2B1C18DF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3789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D604310-520A-8444-BBFE-861666C8C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A3A34-74F1-2444-9F7F-24DC6305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ABDFEB-0B60-E349-AAF1-758BA490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19697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EACF0C-B202-524E-B78F-C6BADE26C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383256-AA55-794B-BC15-47EA3E653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5C723EF-B95F-CA4F-A852-18965C2B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0CB5D7-F486-B541-84B3-2EE3B9D3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57BD7A-E383-514D-9862-E192B4F6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B41006-9B2C-CB43-B215-89F74EB5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862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D960A4-3A0A-3A4F-BC0D-697EC7DB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87E593D-12F9-354D-B1C5-1163A86C4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C4B44B-8645-5F43-8BBB-CF5057790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378729E-878A-0842-A9CC-E0655D69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0D9708-1029-2742-9DF5-42EBCC60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003B31-A5A8-4149-B968-0DA33C35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88454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C5E72D-C34E-8849-9EF8-D93AAAA8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7BBA3A-B0B1-914C-A008-302106E0D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D33EF1-C43A-904B-A3D0-FBA4E202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C0B86F-1017-F843-A7FB-628D620B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6EE3F7-BAA4-A248-A5CE-3A1AA87C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445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2904F4-24EA-584A-BAA9-E7361D92B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E867D5-9A8E-BD48-A94D-4D4944B6D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222FC7-0009-8949-8609-5B00ED2E1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D8D831-B02B-F54E-9DE1-61A20F74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D62C9E-5F37-5440-A115-BA4EAB01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5370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A8EA066-FF8A-D043-80E4-FE9A2EB9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FA8A82-6427-924C-9595-A2CC212E4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431A7C-68F0-8943-9BFA-F5871B373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5A9A4-43CD-FC42-8999-39D273DF81BC}" type="datetimeFigureOut">
              <a:rPr kumimoji="1" lang="zh-TW" altLang="en-US" smtClean="0"/>
              <a:t>2020/1/14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DE399C-0C83-5642-BBBB-B7FFA6698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32E411-FD31-DB48-8709-EE97C9D1B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ED3C1-8F13-5F45-BF87-955CDB88A95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594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68F3CA-03B7-454E-B745-C975CB28D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49" y="3499076"/>
            <a:ext cx="6053558" cy="24247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Multi-View Fusion Neural Network for Answer Selection </a:t>
            </a:r>
            <a:endParaRPr kumimoji="1" lang="en-US" altLang="zh-TW" sz="44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2C356F-B741-4B4B-A468-7F62BAC27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2999" y="296868"/>
            <a:ext cx="3580760" cy="1843314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zh-TW" sz="2200" dirty="0"/>
              <a:t>Feb. 2-7 2018,  the 32nd AAAI Conference on Artificial Intelligence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altLang="zh-TW" sz="22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altLang="zh-TW" sz="2200" dirty="0"/>
              <a:t>Lei Sha, </a:t>
            </a:r>
            <a:r>
              <a:rPr lang="en-US" altLang="zh-TW" sz="2200" dirty="0" err="1"/>
              <a:t>Xiaodong</a:t>
            </a:r>
            <a:r>
              <a:rPr lang="en-US" altLang="zh-TW" sz="2200" dirty="0"/>
              <a:t> Zhang, Feng Qian, </a:t>
            </a:r>
            <a:r>
              <a:rPr lang="en-US" altLang="zh-TW" sz="2200" dirty="0" err="1"/>
              <a:t>Baobao</a:t>
            </a:r>
            <a:r>
              <a:rPr lang="en-US" altLang="zh-TW" sz="2200" dirty="0"/>
              <a:t> Chang, </a:t>
            </a:r>
            <a:r>
              <a:rPr lang="en-US" altLang="zh-TW" sz="2200" dirty="0" err="1"/>
              <a:t>Zhifang</a:t>
            </a:r>
            <a:r>
              <a:rPr lang="en-US" altLang="zh-TW" sz="2200" dirty="0"/>
              <a:t> Sui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kumimoji="1" lang="en-US" altLang="zh-TW" sz="16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9F4F461-233D-4243-92A1-5A4772E61C29}"/>
              </a:ext>
            </a:extLst>
          </p:cNvPr>
          <p:cNvSpPr txBox="1"/>
          <p:nvPr/>
        </p:nvSpPr>
        <p:spPr>
          <a:xfrm>
            <a:off x="8386139" y="3143438"/>
            <a:ext cx="3474621" cy="278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Present: Chia-Lin, Chen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Date: Jan. 14</a:t>
            </a:r>
            <a:r>
              <a:rPr kumimoji="1" lang="en-US" altLang="zh-TW" sz="2000" baseline="30000" dirty="0"/>
              <a:t>th</a:t>
            </a:r>
            <a:r>
              <a:rPr kumimoji="1" lang="en-US" altLang="zh-TW" sz="2000" dirty="0"/>
              <a:t> , 2020</a:t>
            </a:r>
          </a:p>
        </p:txBody>
      </p:sp>
    </p:spTree>
    <p:extLst>
      <p:ext uri="{BB962C8B-B14F-4D97-AF65-F5344CB8AC3E}">
        <p14:creationId xmlns:p14="http://schemas.microsoft.com/office/powerpoint/2010/main" val="4231581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70403-02BB-484D-99AB-662ECD08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Abstract(1/2)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3FB1B1-917A-BE43-A8E0-401776251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TW" sz="3600" dirty="0"/>
              <a:t>Community question answering aims at choosing the most appropriate answer for a given question, which is important in many NLP applications. Previous neural network-based methods consider several different aspects of information through calculating attentions. These different kinds of attentions are always simply summed up and can be seen as a “single view”, causing severe information loss. </a:t>
            </a:r>
          </a:p>
          <a:p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89193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70403-02BB-484D-99AB-662ECD08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Abstract(2/2)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3FB1B1-917A-BE43-A8E0-401776251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6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" altLang="zh-TW" sz="3600" dirty="0"/>
              <a:t>To overcome this problem, we propose a Multi-View Fusion Neural Net- work, where each attention component generates a “view” of the QA pair and a fusion RNN integrates the generated views to form a more holistic representation. In this fusion RNN method, a filter gate collects important information of input and directly adds it to the output, which borrows the idea of residual networks. Experimental results on the </a:t>
            </a:r>
            <a:r>
              <a:rPr lang="en" altLang="zh-TW" sz="3600" dirty="0" err="1"/>
              <a:t>WikiQA</a:t>
            </a:r>
            <a:r>
              <a:rPr lang="en" altLang="zh-TW" sz="3600" dirty="0"/>
              <a:t> and SemEval-2016 CQA datasets demonstrate that our proposed model outperforms the state-of-the-art methods. 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274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5296D-9DFF-5448-9AB6-B25433CB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204" y="606564"/>
            <a:ext cx="10451592" cy="1325563"/>
          </a:xfrm>
        </p:spPr>
        <p:txBody>
          <a:bodyPr anchor="ctr">
            <a:normAutofit/>
          </a:bodyPr>
          <a:lstStyle/>
          <a:p>
            <a:r>
              <a:rPr kumimoji="1" lang="en-US" altLang="zh-TW" b="1" dirty="0"/>
              <a:t>Background(1/2)</a:t>
            </a:r>
            <a:endParaRPr kumimoji="1" lang="zh-TW" alt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11A0E-A428-4ED1-96CB-33D69FD84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874" y="2043803"/>
            <a:ext cx="10190252" cy="80683"/>
          </a:xfrm>
          <a:prstGeom prst="rect">
            <a:avLst/>
          </a:prstGeom>
          <a:solidFill>
            <a:schemeClr val="tx1">
              <a:lumMod val="50000"/>
              <a:lumOff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B0C34422-BEEA-401D-BA4D-27AC8AA57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59269"/>
              </p:ext>
            </p:extLst>
          </p:nvPr>
        </p:nvGraphicFramePr>
        <p:xfrm>
          <a:off x="1000874" y="2385390"/>
          <a:ext cx="10190252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690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5BEEC7-3FF4-1C46-BA66-9113E5487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Background(2/2)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A9D43EE-4532-7E43-9E8F-83B4971E6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8666" y="1318573"/>
            <a:ext cx="8111067" cy="51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6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3C0F5CA-8348-3E40-99A0-A879677D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kumimoji="1" lang="en-US" altLang="zh-TW" b="1">
                <a:solidFill>
                  <a:schemeClr val="accent1"/>
                </a:solidFill>
              </a:rPr>
              <a:t>Past works on QA (traditional)</a:t>
            </a:r>
            <a:endParaRPr kumimoji="1" lang="zh-TW" altLang="en-US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A330E1-ECCF-AE49-B54E-507DA1EA3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pPr lvl="0">
              <a:defRPr cap="all"/>
            </a:pPr>
            <a:r>
              <a:rPr kumimoji="1" lang="en-US" altLang="zh-TW" sz="2400"/>
              <a:t>Syntactic parse tree</a:t>
            </a:r>
          </a:p>
          <a:p>
            <a:pPr lvl="0">
              <a:defRPr cap="all"/>
            </a:pPr>
            <a:r>
              <a:rPr kumimoji="1" lang="en-US" altLang="zh-TW" sz="2400"/>
              <a:t>translation feature frequency/density</a:t>
            </a:r>
            <a:endParaRPr lang="en-US" altLang="zh-TW" sz="2400"/>
          </a:p>
          <a:p>
            <a:endParaRPr kumimoji="1"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232696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F9B5081-6B30-1444-B5A4-729A8D7D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kumimoji="1" lang="en-US" altLang="zh-TW" b="1">
                <a:solidFill>
                  <a:schemeClr val="accent1"/>
                </a:solidFill>
              </a:rPr>
              <a:t>Past works on QA (neural network)</a:t>
            </a:r>
            <a:endParaRPr kumimoji="1" lang="zh-TW" altLang="en-US" b="1">
              <a:solidFill>
                <a:schemeClr val="accent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002807-975C-1643-8FD9-22C45E74D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pPr lvl="0">
              <a:defRPr cap="all"/>
            </a:pPr>
            <a:r>
              <a:rPr kumimoji="1" lang="en-US" altLang="zh-TW" sz="2400" dirty="0" err="1"/>
              <a:t>BiLSTM</a:t>
            </a:r>
            <a:endParaRPr lang="en-US" altLang="zh-TW" sz="2400" dirty="0"/>
          </a:p>
          <a:p>
            <a:pPr lvl="0">
              <a:defRPr cap="all"/>
            </a:pPr>
            <a:r>
              <a:rPr kumimoji="1" lang="en-US" altLang="zh-TW" sz="2400" dirty="0"/>
              <a:t>CNN</a:t>
            </a:r>
            <a:endParaRPr lang="en-US" altLang="zh-TW" sz="2400" dirty="0"/>
          </a:p>
          <a:p>
            <a:pPr lvl="0">
              <a:defRPr cap="all"/>
            </a:pPr>
            <a:r>
              <a:rPr kumimoji="1" lang="en-US" altLang="zh-TW" sz="2400" dirty="0"/>
              <a:t>RNN</a:t>
            </a:r>
            <a:endParaRPr lang="en-US" altLang="zh-TW" sz="2400" dirty="0"/>
          </a:p>
          <a:p>
            <a:pPr lvl="0">
              <a:defRPr cap="all"/>
            </a:pPr>
            <a:r>
              <a:rPr kumimoji="1" lang="en-US" altLang="zh-TW" sz="2400" dirty="0"/>
              <a:t>CNN/RNN with attention</a:t>
            </a:r>
          </a:p>
          <a:p>
            <a:pPr lvl="0">
              <a:defRPr cap="all"/>
            </a:pPr>
            <a:r>
              <a:rPr kumimoji="1" lang="en-US" altLang="zh-TW" sz="2400" b="1" dirty="0"/>
              <a:t>Multi-View Fusion Neural Network(MVFNN) </a:t>
            </a:r>
            <a:r>
              <a:rPr kumimoji="1" lang="en-US" altLang="zh-TW" sz="2400" dirty="0"/>
              <a:t>(2018)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72866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826866-411A-0E47-9DDF-43FD3719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lvl="0" algn="ctr">
              <a:spcBef>
                <a:spcPts val="0"/>
              </a:spcBef>
              <a:defRPr/>
            </a:pPr>
            <a:r>
              <a:rPr kumimoji="1" lang="en-US" altLang="zh-TW" b="1"/>
              <a:t>Attention for four views</a:t>
            </a:r>
            <a:endParaRPr kumimoji="1" lang="zh-TW" altLang="en-US" b="1"/>
          </a:p>
        </p:txBody>
      </p:sp>
      <p:graphicFrame>
        <p:nvGraphicFramePr>
          <p:cNvPr id="15" name="內容版面配置區 2">
            <a:extLst>
              <a:ext uri="{FF2B5EF4-FFF2-40B4-BE49-F238E27FC236}">
                <a16:creationId xmlns:a16="http://schemas.microsoft.com/office/drawing/2014/main" id="{C145C182-1746-4E86-B1BD-38C1F9B76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13277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1659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826866-411A-0E47-9DDF-43FD3719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TW" b="1" dirty="0"/>
              <a:t>Attention for four views (first three)</a:t>
            </a:r>
            <a:endParaRPr kumimoji="1" lang="zh-TW" altLang="en-US" b="1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891A7D6D-E188-064F-B695-8E0417D5E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inquiry type</a:t>
            </a:r>
          </a:p>
          <a:p>
            <a:r>
              <a:rPr kumimoji="1" lang="en-US" altLang="zh-TW" b="1" dirty="0">
                <a:solidFill>
                  <a:srgbClr val="FF0000"/>
                </a:solidFill>
              </a:rPr>
              <a:t>inquiry main verb</a:t>
            </a:r>
          </a:p>
          <a:p>
            <a:r>
              <a:rPr kumimoji="1" lang="en-US" altLang="zh-TW" b="1" dirty="0">
                <a:solidFill>
                  <a:srgbClr val="FF0000"/>
                </a:solidFill>
              </a:rPr>
              <a:t>inquiry semantic</a:t>
            </a:r>
          </a:p>
          <a:p>
            <a:r>
              <a:rPr kumimoji="1" lang="en-US" altLang="zh-TW" b="1" dirty="0"/>
              <a:t>co-attention</a:t>
            </a:r>
          </a:p>
          <a:p>
            <a:endParaRPr kumimoji="1" lang="zh-TW" altLang="en-US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7031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826866-411A-0E47-9DDF-43FD3719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TW" b="1" dirty="0"/>
              <a:t>Attention for four views (first three)</a:t>
            </a:r>
            <a:endParaRPr kumimoji="1" lang="zh-TW" altLang="en-US" b="1" dirty="0"/>
          </a:p>
        </p:txBody>
      </p:sp>
      <p:pic>
        <p:nvPicPr>
          <p:cNvPr id="5" name="內容版面配置區 4" descr="一張含有 文字, 地圖 的圖片&#10;&#10;自動產生的描述">
            <a:extLst>
              <a:ext uri="{FF2B5EF4-FFF2-40B4-BE49-F238E27FC236}">
                <a16:creationId xmlns:a16="http://schemas.microsoft.com/office/drawing/2014/main" id="{472DCFA8-E715-764E-84FB-A648B4845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0532" y="1223901"/>
            <a:ext cx="7256206" cy="5621224"/>
          </a:xfrm>
        </p:spPr>
      </p:pic>
      <p:pic>
        <p:nvPicPr>
          <p:cNvPr id="11" name="內容版面配置區 4">
            <a:extLst>
              <a:ext uri="{FF2B5EF4-FFF2-40B4-BE49-F238E27FC236}">
                <a16:creationId xmlns:a16="http://schemas.microsoft.com/office/drawing/2014/main" id="{A6349822-DC41-F84D-9C29-CCAEC6EBE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411" y="2682596"/>
            <a:ext cx="4267057" cy="383686"/>
          </a:xfrm>
          <a:prstGeom prst="rect">
            <a:avLst/>
          </a:prstGeom>
        </p:spPr>
      </p:pic>
      <p:pic>
        <p:nvPicPr>
          <p:cNvPr id="13" name="圖片 12" descr="一張含有 桌 的圖片&#10;&#10;自動產生的描述">
            <a:extLst>
              <a:ext uri="{FF2B5EF4-FFF2-40B4-BE49-F238E27FC236}">
                <a16:creationId xmlns:a16="http://schemas.microsoft.com/office/drawing/2014/main" id="{398AABBA-F143-F740-A142-6001B8CC9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412" y="3587294"/>
            <a:ext cx="3577754" cy="44721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AF09890-0E93-5C46-8376-33A5CC4A1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4411" y="1690688"/>
            <a:ext cx="4537589" cy="50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90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826866-411A-0E47-9DDF-43FD3719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TW" b="1" dirty="0"/>
              <a:t>Attention for four views (co-attention)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E7A63E-7490-2B4F-A12B-E4CDD0635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b="1" dirty="0"/>
              <a:t>inquiry type</a:t>
            </a:r>
          </a:p>
          <a:p>
            <a:r>
              <a:rPr kumimoji="1" lang="en-US" altLang="zh-TW" b="1" dirty="0"/>
              <a:t>inquiry main verb</a:t>
            </a:r>
          </a:p>
          <a:p>
            <a:r>
              <a:rPr kumimoji="1" lang="en-US" altLang="zh-TW" b="1" dirty="0"/>
              <a:t>inquiry semantic</a:t>
            </a:r>
          </a:p>
          <a:p>
            <a:r>
              <a:rPr kumimoji="1" lang="en-US" altLang="zh-TW" b="1" dirty="0">
                <a:solidFill>
                  <a:srgbClr val="FF0000"/>
                </a:solidFill>
              </a:rPr>
              <a:t>co-attention</a:t>
            </a:r>
          </a:p>
        </p:txBody>
      </p:sp>
    </p:spTree>
    <p:extLst>
      <p:ext uri="{BB962C8B-B14F-4D97-AF65-F5344CB8AC3E}">
        <p14:creationId xmlns:p14="http://schemas.microsoft.com/office/powerpoint/2010/main" val="164080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826866-411A-0E47-9DDF-43FD3719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TW" b="1" dirty="0"/>
              <a:t>Attention for four views (co-attention)</a:t>
            </a:r>
            <a:endParaRPr kumimoji="1" lang="zh-TW" altLang="en-US" b="1" dirty="0"/>
          </a:p>
        </p:txBody>
      </p:sp>
      <p:pic>
        <p:nvPicPr>
          <p:cNvPr id="5" name="內容版面配置區 4" descr="一張含有 畫畫 的圖片&#10;&#10;自動產生的描述">
            <a:extLst>
              <a:ext uri="{FF2B5EF4-FFF2-40B4-BE49-F238E27FC236}">
                <a16:creationId xmlns:a16="http://schemas.microsoft.com/office/drawing/2014/main" id="{D0B19B83-E74D-114B-B11D-AD369C8E91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00" y="1698061"/>
            <a:ext cx="8582388" cy="4053809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C5A3DD4-56BE-5441-9611-11185FA62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100" y="1660285"/>
            <a:ext cx="3771900" cy="838200"/>
          </a:xfrm>
          <a:prstGeom prst="rect">
            <a:avLst/>
          </a:prstGeom>
        </p:spPr>
      </p:pic>
      <p:pic>
        <p:nvPicPr>
          <p:cNvPr id="9" name="圖片 8" descr="一張含有 桌 的圖片&#10;&#10;自動產生的描述">
            <a:extLst>
              <a:ext uri="{FF2B5EF4-FFF2-40B4-BE49-F238E27FC236}">
                <a16:creationId xmlns:a16="http://schemas.microsoft.com/office/drawing/2014/main" id="{42577B08-AE6D-E14A-B37D-5DDD7170B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033" y="3270250"/>
            <a:ext cx="2514600" cy="317500"/>
          </a:xfrm>
          <a:prstGeom prst="rect">
            <a:avLst/>
          </a:prstGeom>
        </p:spPr>
      </p:pic>
      <p:pic>
        <p:nvPicPr>
          <p:cNvPr id="11" name="圖片 10" descr="一張含有 桌 的圖片&#10;&#10;自動產生的描述">
            <a:extLst>
              <a:ext uri="{FF2B5EF4-FFF2-40B4-BE49-F238E27FC236}">
                <a16:creationId xmlns:a16="http://schemas.microsoft.com/office/drawing/2014/main" id="{B5242D57-60F4-B849-BF6D-E3CDFA708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383" y="4216031"/>
            <a:ext cx="27559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07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EB4B9-A6D7-D74B-A951-730B62CF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Experiment (1/4) </a:t>
            </a:r>
            <a:endParaRPr kumimoji="1" lang="zh-TW" altLang="en-US" b="1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A7F82F6-52AF-D846-8106-75FE44A58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099" y="1565865"/>
            <a:ext cx="7920567" cy="5113277"/>
          </a:xfrm>
        </p:spPr>
      </p:pic>
    </p:spTree>
    <p:extLst>
      <p:ext uri="{BB962C8B-B14F-4D97-AF65-F5344CB8AC3E}">
        <p14:creationId xmlns:p14="http://schemas.microsoft.com/office/powerpoint/2010/main" val="3976798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EB4B9-A6D7-D74B-A951-730B62CF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Experiment (2/4) </a:t>
            </a:r>
            <a:endParaRPr kumimoji="1" lang="zh-TW" altLang="en-US" b="1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AEA45EB-DA82-2241-BAE5-C3FB2674B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8141" y="1690688"/>
            <a:ext cx="7215717" cy="5049508"/>
          </a:xfrm>
        </p:spPr>
      </p:pic>
    </p:spTree>
    <p:extLst>
      <p:ext uri="{BB962C8B-B14F-4D97-AF65-F5344CB8AC3E}">
        <p14:creationId xmlns:p14="http://schemas.microsoft.com/office/powerpoint/2010/main" val="1715203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EB4B9-A6D7-D74B-A951-730B62CF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Experiment (3/4) </a:t>
            </a:r>
            <a:endParaRPr kumimoji="1" lang="zh-TW" altLang="en-US" b="1" dirty="0"/>
          </a:p>
        </p:txBody>
      </p:sp>
      <p:pic>
        <p:nvPicPr>
          <p:cNvPr id="5" name="內容版面配置區 4" descr="一張含有 螢幕擷取畫面 的圖片&#10;&#10;自動產生的描述">
            <a:extLst>
              <a:ext uri="{FF2B5EF4-FFF2-40B4-BE49-F238E27FC236}">
                <a16:creationId xmlns:a16="http://schemas.microsoft.com/office/drawing/2014/main" id="{B3FE2E7A-F36C-C743-ADC9-AC66BEBDE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9494" b="4266"/>
          <a:stretch/>
        </p:blipFill>
        <p:spPr>
          <a:xfrm>
            <a:off x="276565" y="5973097"/>
            <a:ext cx="11638869" cy="519778"/>
          </a:xfrm>
        </p:spPr>
      </p:pic>
      <p:pic>
        <p:nvPicPr>
          <p:cNvPr id="6" name="內容版面配置區 4" descr="一張含有 螢幕擷取畫面 的圖片&#10;&#10;自動產生的描述">
            <a:extLst>
              <a:ext uri="{FF2B5EF4-FFF2-40B4-BE49-F238E27FC236}">
                <a16:creationId xmlns:a16="http://schemas.microsoft.com/office/drawing/2014/main" id="{E6F475BC-FE8D-884E-88B6-0B42ECB423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63" t="6796" r="18585" b="23911"/>
          <a:stretch/>
        </p:blipFill>
        <p:spPr>
          <a:xfrm>
            <a:off x="124164" y="1604572"/>
            <a:ext cx="12067835" cy="365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31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EB4B9-A6D7-D74B-A951-730B62CF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Experiment (4/4) </a:t>
            </a:r>
            <a:endParaRPr kumimoji="1" lang="zh-TW" altLang="en-US" b="1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994236A-0384-6544-8973-7349C77CC8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691" y="1903942"/>
            <a:ext cx="11834617" cy="4588933"/>
          </a:xfrm>
        </p:spPr>
      </p:pic>
    </p:spTree>
    <p:extLst>
      <p:ext uri="{BB962C8B-B14F-4D97-AF65-F5344CB8AC3E}">
        <p14:creationId xmlns:p14="http://schemas.microsoft.com/office/powerpoint/2010/main" val="3387323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EB4B9-A6D7-D74B-A951-730B62CF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Conclusion 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73A1C9-BF19-2D47-9EBE-9536D650A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Multi-View Fusion Neural Network</a:t>
            </a:r>
          </a:p>
          <a:p>
            <a:pPr lvl="1"/>
            <a:r>
              <a:rPr kumimoji="1" lang="en-US" altLang="zh-TW" b="1" dirty="0">
                <a:solidFill>
                  <a:srgbClr val="FF0000"/>
                </a:solidFill>
              </a:rPr>
              <a:t>inquiry type</a:t>
            </a:r>
          </a:p>
          <a:p>
            <a:pPr lvl="1"/>
            <a:r>
              <a:rPr kumimoji="1" lang="en-US" altLang="zh-TW" b="1" dirty="0">
                <a:solidFill>
                  <a:srgbClr val="FF0000"/>
                </a:solidFill>
              </a:rPr>
              <a:t>inquiry main verb</a:t>
            </a:r>
          </a:p>
          <a:p>
            <a:pPr lvl="1"/>
            <a:r>
              <a:rPr kumimoji="1" lang="en-US" altLang="zh-TW" b="1" dirty="0">
                <a:solidFill>
                  <a:srgbClr val="FF0000"/>
                </a:solidFill>
              </a:rPr>
              <a:t>inquiry semantic</a:t>
            </a:r>
          </a:p>
          <a:p>
            <a:pPr lvl="1"/>
            <a:r>
              <a:rPr kumimoji="1" lang="en-US" altLang="zh-TW" b="1" dirty="0">
                <a:solidFill>
                  <a:srgbClr val="FF0000"/>
                </a:solidFill>
              </a:rPr>
              <a:t>co-attention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r>
              <a:rPr kumimoji="1" lang="en-US" altLang="zh-TW" dirty="0"/>
              <a:t>Dataset: </a:t>
            </a:r>
            <a:r>
              <a:rPr lang="en" altLang="zh-TW" dirty="0" err="1"/>
              <a:t>WikiQA</a:t>
            </a:r>
            <a:r>
              <a:rPr lang="en" altLang="zh-TW" dirty="0"/>
              <a:t>, SemEval-2016 CQA</a:t>
            </a:r>
          </a:p>
          <a:p>
            <a:endParaRPr kumimoji="1" lang="en" altLang="zh-TW" dirty="0"/>
          </a:p>
          <a:p>
            <a:r>
              <a:rPr kumimoji="1" lang="en" altLang="zh-TW" dirty="0"/>
              <a:t>F</a:t>
            </a:r>
            <a:r>
              <a:rPr kumimoji="1" lang="en-US" altLang="zh-TW" dirty="0" err="1"/>
              <a:t>uture</a:t>
            </a:r>
            <a:r>
              <a:rPr kumimoji="1" lang="en" altLang="zh-TW" dirty="0"/>
              <a:t> work: unlabeled data</a:t>
            </a:r>
            <a:endParaRPr kumimoji="1" lang="en-US" altLang="zh-TW" dirty="0"/>
          </a:p>
          <a:p>
            <a:endParaRPr kumimoji="1" lang="en-US" altLang="zh-TW" b="1" dirty="0"/>
          </a:p>
          <a:p>
            <a:pPr lvl="1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9770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DB4470-1F3F-1B42-9F9E-8192B524D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0314" cy="1325563"/>
          </a:xfrm>
        </p:spPr>
        <p:txBody>
          <a:bodyPr/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Bonus: </a:t>
            </a:r>
            <a:r>
              <a:rPr kumimoji="1" lang="en-US" altLang="zh-TW" b="1" dirty="0" err="1"/>
              <a:t>BiLSTM</a:t>
            </a:r>
            <a:r>
              <a:rPr kumimoji="1" lang="en-US" altLang="zh-TW" b="1" dirty="0"/>
              <a:t> / </a:t>
            </a:r>
            <a:r>
              <a:rPr kumimoji="1" lang="en-US" altLang="zh-TW" b="1" dirty="0" err="1"/>
              <a:t>BiLSTM+ResNet</a:t>
            </a:r>
            <a:r>
              <a:rPr kumimoji="1" lang="en-US" altLang="zh-TW" b="1" dirty="0"/>
              <a:t> / Fusion RNN</a:t>
            </a:r>
            <a:endParaRPr kumimoji="1" lang="zh-TW" altLang="en-US" b="1" dirty="0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id="{0D02998B-5CF5-1A4A-A0B9-80919957B6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731" y="1767730"/>
            <a:ext cx="7264602" cy="4963663"/>
          </a:xfrm>
        </p:spPr>
      </p:pic>
    </p:spTree>
    <p:extLst>
      <p:ext uri="{BB962C8B-B14F-4D97-AF65-F5344CB8AC3E}">
        <p14:creationId xmlns:p14="http://schemas.microsoft.com/office/powerpoint/2010/main" val="3196555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C7431B-AA9E-964A-9600-25E4E780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Bonus:</a:t>
            </a:r>
            <a:r>
              <a:rPr kumimoji="1" lang="en-US" altLang="zh-TW" b="1" dirty="0"/>
              <a:t> Bidirectional fusion RNN</a:t>
            </a:r>
            <a:endParaRPr kumimoji="1" lang="zh-TW" altLang="en-US" b="1" dirty="0"/>
          </a:p>
        </p:txBody>
      </p:sp>
      <p:pic>
        <p:nvPicPr>
          <p:cNvPr id="5" name="內容版面配置區 4" descr="一張含有 地圖 的圖片&#10;&#10;自動產生的描述">
            <a:extLst>
              <a:ext uri="{FF2B5EF4-FFF2-40B4-BE49-F238E27FC236}">
                <a16:creationId xmlns:a16="http://schemas.microsoft.com/office/drawing/2014/main" id="{072029D9-3FBC-0944-A308-AF3D3737D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503" y="1237851"/>
            <a:ext cx="11343968" cy="3336461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D1634CE-DA35-8845-B8B9-8DF3B70AB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8875"/>
            <a:ext cx="12192000" cy="8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41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D8AC38-DB3E-694C-A38C-65AB176F53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dirty="0"/>
              <a:t>Thank you!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0A9337D-9C16-1745-B4FB-949CC8573A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05844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424</Words>
  <Application>Microsoft Office PowerPoint</Application>
  <PresentationFormat>寬螢幕</PresentationFormat>
  <Paragraphs>62</Paragraphs>
  <Slides>20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佈景主題</vt:lpstr>
      <vt:lpstr>A Multi-View Fusion Neural Network for Answer Selection </vt:lpstr>
      <vt:lpstr>Abstract(1/2)</vt:lpstr>
      <vt:lpstr>Abstract(2/2)</vt:lpstr>
      <vt:lpstr>Background(1/2)</vt:lpstr>
      <vt:lpstr>Background(2/2)</vt:lpstr>
      <vt:lpstr>Past works on QA (traditional)</vt:lpstr>
      <vt:lpstr>Past works on QA (neural network)</vt:lpstr>
      <vt:lpstr>Attention for four views</vt:lpstr>
      <vt:lpstr>Attention for four views (first three)</vt:lpstr>
      <vt:lpstr>Attention for four views (first three)</vt:lpstr>
      <vt:lpstr>Attention for four views (co-attention)</vt:lpstr>
      <vt:lpstr>Attention for four views (co-attention)</vt:lpstr>
      <vt:lpstr>Experiment (1/4) </vt:lpstr>
      <vt:lpstr>Experiment (2/4) </vt:lpstr>
      <vt:lpstr>Experiment (3/4) </vt:lpstr>
      <vt:lpstr>Experiment (4/4) </vt:lpstr>
      <vt:lpstr>Conclusion </vt:lpstr>
      <vt:lpstr>Bonus: BiLSTM / BiLSTM+ResNet / Fusion RNN</vt:lpstr>
      <vt:lpstr>Bonus: Bidirectional fusion RNN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Multi-View Fusion Neural Network for Answer Selection </dc:title>
  <dc:creator>M073040105</dc:creator>
  <cp:lastModifiedBy>pplab</cp:lastModifiedBy>
  <cp:revision>19</cp:revision>
  <dcterms:created xsi:type="dcterms:W3CDTF">2019-12-26T01:01:43Z</dcterms:created>
  <dcterms:modified xsi:type="dcterms:W3CDTF">2020-01-14T08:35:19Z</dcterms:modified>
</cp:coreProperties>
</file>