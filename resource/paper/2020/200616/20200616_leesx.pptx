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28" r:id="rId3"/>
    <p:sldId id="329" r:id="rId4"/>
    <p:sldId id="261" r:id="rId5"/>
    <p:sldId id="259" r:id="rId6"/>
    <p:sldId id="273" r:id="rId7"/>
    <p:sldId id="267" r:id="rId8"/>
    <p:sldId id="277" r:id="rId9"/>
    <p:sldId id="276" r:id="rId10"/>
    <p:sldId id="278" r:id="rId11"/>
    <p:sldId id="269" r:id="rId12"/>
    <p:sldId id="279" r:id="rId13"/>
    <p:sldId id="306" r:id="rId14"/>
    <p:sldId id="307" r:id="rId15"/>
    <p:sldId id="280" r:id="rId16"/>
    <p:sldId id="285" r:id="rId17"/>
    <p:sldId id="281" r:id="rId18"/>
    <p:sldId id="284" r:id="rId19"/>
    <p:sldId id="287" r:id="rId20"/>
    <p:sldId id="288" r:id="rId21"/>
    <p:sldId id="282" r:id="rId22"/>
    <p:sldId id="308" r:id="rId23"/>
    <p:sldId id="289" r:id="rId24"/>
    <p:sldId id="309" r:id="rId25"/>
    <p:sldId id="290" r:id="rId26"/>
    <p:sldId id="291" r:id="rId27"/>
    <p:sldId id="292" r:id="rId28"/>
    <p:sldId id="293" r:id="rId29"/>
    <p:sldId id="295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294" r:id="rId38"/>
    <p:sldId id="330" r:id="rId39"/>
    <p:sldId id="304" r:id="rId40"/>
    <p:sldId id="310" r:id="rId41"/>
    <p:sldId id="311" r:id="rId42"/>
    <p:sldId id="312" r:id="rId43"/>
    <p:sldId id="313" r:id="rId44"/>
    <p:sldId id="314" r:id="rId45"/>
    <p:sldId id="315" r:id="rId46"/>
    <p:sldId id="305" r:id="rId47"/>
    <p:sldId id="316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17" r:id="rId58"/>
    <p:sldId id="327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BFF"/>
    <a:srgbClr val="FFFFFF"/>
    <a:srgbClr val="E1EEFF"/>
    <a:srgbClr val="FDF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AB00-1026-4800-AA79-F260A6927EC3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9BACD-A2FE-4213-85F6-A70057157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63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9BACD-A2FE-4213-85F6-A700571571E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22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F837A9-6C72-49D1-8DD6-6DE6EF8D3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86C50E-528A-4533-AC1E-441EB21C8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09F64F-1E21-49DA-B8DA-70DF0580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D8C2FF-9418-4C89-8406-86B4280C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DFF8AC-E2B2-4CAA-AC03-F1A7217A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54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4A57FC-0B39-4FFF-829D-C0D8E3F8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E2C5B4-2F4C-44F8-9471-8E7DAE1A0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B462AF-4392-4022-A796-CCB6FD86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5181CF-1A78-4B63-A49F-0628660B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30F156-8A34-494D-9DE0-DCA231D6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992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578D2-38A7-4EF2-AADD-0D12DCDD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A3EEDA-6F1C-4862-8B2E-6B80903C3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69D49D-14A8-4B1F-BCDA-B9431327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EBD6BC-6CF6-445D-A60B-5A514FEF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03159-955A-4EB7-BEDB-5F1A8531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148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FC48C-B01D-4F41-B507-5858315E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75DC9-FF20-4EB1-913C-946A44D2E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9609F7-F922-4A16-99D9-63BF02305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346781-F65C-41DE-8170-A8148BEA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6CD886-0656-4DF6-B76A-01D38D48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149145-D0CC-4B58-A23C-DF4F0C3A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84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008D3-B596-438D-8849-B754CC1B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8D47E9-9A0E-4D68-93DA-7E208279F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9C8D20-4D13-4C68-8501-09D98D2CA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720AC5B-E312-42A2-866C-D4184CF12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BD1A025-79BE-4F36-8229-938049E4D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284CCE3-0246-4E11-985C-9DA6456C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A787137-BF92-4C42-A1AF-E6D1CE03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83EA18A-EC2B-4B3C-9A1B-EA9D711E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17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00FBA-2449-41EE-9D2F-95C5B29C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BF341A-CC46-4331-9BF4-47946EF9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5697DD8-19B4-4580-AD3B-FD2FA134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22D754-A702-4673-AAAC-2861AF92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65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9B0DE88-9BDD-4253-BB39-99735D62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8EBFCD-ED29-4E55-BC24-470B81C2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F7816A-1923-4C24-B2B0-CFC7E58D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07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F2CB4-1ED2-4E0A-9498-1C19F006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3E1A6-31B8-45E5-9946-A1143C9AE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1AA3E8-6414-4779-852A-85961BBB1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63BA80-9AAD-40B6-A51B-7149B9F6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5A6B12-E02C-457B-860F-A52EC6F9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DA9930-E8AA-4E62-8FDA-EEAA7DD6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69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B0AF47-11F5-4AA6-8269-B6EDE106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80BE0C-DA82-47D6-8B9C-7C2CA9A5E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2D7A67-9367-4D92-B17E-08898B98B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AD16D4-6C52-4BDE-A7DD-110A79BF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5CA874-9FC0-49D1-8BD2-37EB81BBF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5B50F7-B497-417C-9ED7-05B6F80B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83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F189C3-627A-4283-878C-3050086A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9B08584-A769-4FA5-9E67-9653D8A6C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B2CAFF-7A3F-42FD-A46A-A93367B5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A547F4-74E3-426F-8271-3818C127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730E31-7621-4C40-AB0C-711D8A8E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50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E49FE0-AF3D-4B86-97AF-0E3FAE11D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00FF9C-6816-4083-A2F9-8D0E41AF4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1C4B5A-0914-4608-8F6C-06312DC2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96CECB-764F-4E2C-A2D5-4F7DE684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6FDC07-F58B-4FED-9B64-63DDC636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0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622A272-8A50-4755-AFCC-9D1F7DBD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0E6808-02D2-4ABC-9579-B91C75E98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1DF068-D1DE-4000-86DF-F77EA764C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BD0AF-9123-416F-B89E-D7A108EE0E4F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701CF-D1D3-4875-B956-C50F5254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9D9C1B-17C0-409C-B9F2-49ACEC7F3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426E-E402-48A4-97B6-35F5572BC9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36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7">
            <a:extLst>
              <a:ext uri="{FF2B5EF4-FFF2-40B4-BE49-F238E27FC236}">
                <a16:creationId xmlns:a16="http://schemas.microsoft.com/office/drawing/2014/main" id="{E695166B-2FDB-4586-8D9F-ABE6E8D21318}"/>
              </a:ext>
            </a:extLst>
          </p:cNvPr>
          <p:cNvSpPr txBox="1">
            <a:spLocks/>
          </p:cNvSpPr>
          <p:nvPr/>
        </p:nvSpPr>
        <p:spPr>
          <a:xfrm>
            <a:off x="1524000" y="959902"/>
            <a:ext cx="9144000" cy="1501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algorithms for LCS Consecutive Suffix Alignment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569492A8-6A35-4834-B475-DDF1286F228E}"/>
              </a:ext>
            </a:extLst>
          </p:cNvPr>
          <p:cNvSpPr txBox="1">
            <a:spLocks/>
          </p:cNvSpPr>
          <p:nvPr/>
        </p:nvSpPr>
        <p:spPr>
          <a:xfrm>
            <a:off x="1524000" y="24617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Gad M. Landau, Eugene Myers, Michal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Ziv-Ukelson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Computer and System Sciences</a:t>
            </a:r>
          </a:p>
          <a:p>
            <a:pPr fontAlgn="base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73, No. 7, pp. 1095–1117 (2007)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64705E-FE27-4812-B4E7-EB1254036187}"/>
              </a:ext>
            </a:extLst>
          </p:cNvPr>
          <p:cNvSpPr/>
          <p:nvPr/>
        </p:nvSpPr>
        <p:spPr>
          <a:xfrm>
            <a:off x="8251595" y="5367846"/>
            <a:ext cx="356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Jun. 16, 2020</a:t>
            </a:r>
          </a:p>
        </p:txBody>
      </p:sp>
    </p:spTree>
    <p:extLst>
      <p:ext uri="{BB962C8B-B14F-4D97-AF65-F5344CB8AC3E}">
        <p14:creationId xmlns:p14="http://schemas.microsoft.com/office/powerpoint/2010/main" val="629592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D2C4029-7439-456F-8240-CEB8FF8E1E3A}"/>
              </a:ext>
            </a:extLst>
          </p:cNvPr>
          <p:cNvSpPr txBox="1">
            <a:spLocks/>
          </p:cNvSpPr>
          <p:nvPr/>
        </p:nvSpPr>
        <p:spPr>
          <a:xfrm>
            <a:off x="576213" y="1462693"/>
            <a:ext cx="11154856" cy="525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aligning two sequences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determine their similarity is one of the fundamental problems in pattern matching. A challenging, basic variation of the sequence similarity problem is the incremental string comparison problem, denoted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Suffix Alignment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is, given two strings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compute the alignment solution of each suffix of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versus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Here, we present two solutions to the Consecutive Suffix Alignment Problem under the LCS metric, where the LCS metric measures the subsequence of maximal length common to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zh-TW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Font typeface="Arial" panose="020B0604020202020204" pitchFamily="34" charset="0"/>
              <a:buNone/>
            </a:pPr>
            <a:endParaRPr lang="en-US" altLang="zh-TW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7081BA-584D-48A4-95AB-F282F0840B75}"/>
              </a:ext>
            </a:extLst>
          </p:cNvPr>
          <p:cNvSpPr/>
          <p:nvPr/>
        </p:nvSpPr>
        <p:spPr>
          <a:xfrm>
            <a:off x="576213" y="476053"/>
            <a:ext cx="237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56406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B9A1ADE-584F-42AA-A5A8-FDE4DD3BF2EF}"/>
              </a:ext>
            </a:extLst>
          </p:cNvPr>
          <p:cNvSpPr txBox="1">
            <a:spLocks/>
          </p:cNvSpPr>
          <p:nvPr/>
        </p:nvSpPr>
        <p:spPr>
          <a:xfrm>
            <a:off x="576213" y="1533394"/>
            <a:ext cx="105138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solution is an 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time and space algorithm for constant alphabets, where the size of the compared strings is O(n) and L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 denotes the size of the LCS of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solution is an 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nL+nlog|Σ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|) time and O(n) space algorithm for general alphabets, where Σ</a:t>
            </a:r>
            <a:r>
              <a:rPr lang="el-GR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alphabet of the compared strings.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2BAD40-43A1-4C75-9891-43C8D1DC9158}"/>
              </a:ext>
            </a:extLst>
          </p:cNvPr>
          <p:cNvSpPr/>
          <p:nvPr/>
        </p:nvSpPr>
        <p:spPr>
          <a:xfrm>
            <a:off x="576213" y="476053"/>
            <a:ext cx="237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94837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00" y="265856"/>
            <a:ext cx="8743642" cy="630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40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92A8543-CF7F-4FD3-8458-7B0524964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61956"/>
              </p:ext>
            </p:extLst>
          </p:nvPr>
        </p:nvGraphicFramePr>
        <p:xfrm>
          <a:off x="4238359" y="2177591"/>
          <a:ext cx="6300246" cy="401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041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810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8012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8012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8012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801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pSp>
        <p:nvGrpSpPr>
          <p:cNvPr id="9" name="群組 8">
            <a:extLst>
              <a:ext uri="{FF2B5EF4-FFF2-40B4-BE49-F238E27FC236}">
                <a16:creationId xmlns:a16="http://schemas.microsoft.com/office/drawing/2014/main" id="{FDBB5B8C-82E7-4BD3-BA7C-9E59DFAF7AA0}"/>
              </a:ext>
            </a:extLst>
          </p:cNvPr>
          <p:cNvGrpSpPr/>
          <p:nvPr/>
        </p:nvGrpSpPr>
        <p:grpSpPr>
          <a:xfrm>
            <a:off x="844143" y="518441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52157ED-C120-4506-9B27-6BC3B6B39A9A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52157ED-C120-4506-9B27-6BC3B6B39A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EA18740-DB9C-46FA-BE67-26F8AD260301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EA18740-DB9C-46FA-BE67-26F8AD2603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5FCB990-07CD-4077-9508-21B5881B015C}"/>
                  </a:ext>
                </a:extLst>
              </p:cNvPr>
              <p:cNvSpPr/>
              <p:nvPr/>
            </p:nvSpPr>
            <p:spPr>
              <a:xfrm>
                <a:off x="6540108" y="980105"/>
                <a:ext cx="203716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5FCB990-07CD-4077-9508-21B5881B0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108" y="980105"/>
                <a:ext cx="20371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8C96D28-7B05-4B38-A405-51D74D76A1AF}"/>
              </a:ext>
            </a:extLst>
          </p:cNvPr>
          <p:cNvSpPr txBox="1"/>
          <p:nvPr/>
        </p:nvSpPr>
        <p:spPr>
          <a:xfrm>
            <a:off x="6199695" y="333774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0  1  2  3  4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344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414133"/>
              </p:ext>
            </p:extLst>
          </p:nvPr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800383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107135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C8BE0BC-1E2C-439C-A71F-FE99FFF4BAD7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B31CEE70-6625-483B-8CFA-8D73BD535E0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B31CEE70-6625-483B-8CFA-8D73BD535E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847DCA3-4422-4FDC-8611-BE1449934630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847DCA3-4422-4FDC-8611-BE14499346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4929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90943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8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258460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9714321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B997E88-BA60-4579-BB21-A927E6177EE1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B812EA1-DDF9-4A01-97A3-783776513AF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B812EA1-DDF9-4A01-97A3-783776513A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4DB9DD3-3F89-4E22-A0CE-0AF0A829518E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4DB9DD3-3F89-4E22-A0CE-0AF0A8295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3866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925829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9714321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59AE96FF-A813-4D39-9A02-731029C9DEA2}"/>
              </a:ext>
            </a:extLst>
          </p:cNvPr>
          <p:cNvSpPr/>
          <p:nvPr/>
        </p:nvSpPr>
        <p:spPr>
          <a:xfrm>
            <a:off x="10152668" y="4086519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2E8F801-D114-4C8A-AAE1-F6CA51D405CD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7A720985-4BC1-4CC8-AFAF-DFD2B9193DBC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7A720985-4BC1-4CC8-AFAF-DFD2B9193D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4F50625-90CF-4B21-87C4-BBB90B2D6E19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4F50625-90CF-4B21-87C4-BBB90B2D6E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53614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865224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9714321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B0F7CAB-CD18-48B5-8179-1A2BB7585E48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1C97C23-6A18-4C23-A6B5-0D24CA47103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1C97C23-6A18-4C23-A6B5-0D24CA471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FCD3F488-8B73-4ABC-BB6E-8CC66DB9CDD6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FCD3F488-8B73-4ABC-BB6E-8CC66DB9CD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11033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76567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96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4727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869622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BC1F734E-1141-4E5A-B98B-34BFBE86E03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98522DF-7FAB-4A56-9177-CB2FB42310C7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98522DF-7FAB-4A56-9177-CB2FB42310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D9D4E9B6-E03D-4D76-A748-DC1BAE8E74B7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D9D4E9B6-E03D-4D76-A748-DC1BAE8E74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9217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869622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B6F6FFB-1F4C-46EA-96D9-ED3E784C2C10}"/>
              </a:ext>
            </a:extLst>
          </p:cNvPr>
          <p:cNvSpPr/>
          <p:nvPr/>
        </p:nvSpPr>
        <p:spPr>
          <a:xfrm>
            <a:off x="3629320" y="1724316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334DEF5-9940-432A-8FB0-B5C336E6C750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DAB3C5F-3E7B-4DE6-BEEB-FDC49E5F4016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DAB3C5F-3E7B-4DE6-BEEB-FDC49E5F40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6F95D331-84FB-4388-AB5C-EA9976EFC52E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6F95D331-84FB-4388-AB5C-EA9976EFC5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7721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869622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007E24F-6609-446F-90FA-D6F8402C27D9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B018BA3-7A12-4ED4-AA96-5EF90E66CE56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B018BA3-7A12-4ED4-AA96-5EF90E66CE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005386BE-59FA-437C-904B-3C911CB955FF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005386BE-59FA-437C-904B-3C911CB955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3279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665327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193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3262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775354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B9EAB93-1FBD-499D-9A85-928961ACFE04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73BF681F-C074-4951-9274-8FDFDAE58DB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73BF681F-C074-4951-9274-8FDFDAE58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233D3E0-76BA-42BB-ABD4-A505C5400C68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233D3E0-76BA-42BB-ABD4-A505C5400C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0643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359498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775354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5A36A7E-4B1B-4CB3-8DA0-E303D8270451}"/>
              </a:ext>
            </a:extLst>
          </p:cNvPr>
          <p:cNvSpPr/>
          <p:nvPr/>
        </p:nvSpPr>
        <p:spPr>
          <a:xfrm>
            <a:off x="8173039" y="4077093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B84DF594-6C01-4663-9899-B35DAD642EB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519CF8F-C7F9-4B19-9BB4-13949DE6CAFA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519CF8F-C7F9-4B19-9BB4-13949DE6C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888F118-6C12-46CE-AF71-9ABC76D7ED4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888F118-6C12-46CE-AF71-9ABC76D7ED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9486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0304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775354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281F1853-6764-4E17-8D5B-4B1BFE16B7F9}"/>
              </a:ext>
            </a:extLst>
          </p:cNvPr>
          <p:cNvSpPr/>
          <p:nvPr/>
        </p:nvSpPr>
        <p:spPr>
          <a:xfrm>
            <a:off x="9181707" y="40959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80FA3A66-A239-4996-A06B-58A5678E98CA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0394DD3-7285-4325-AAB2-BB26EB20106D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0394DD3-7285-4325-AAB2-BB26EB2010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559E089-1D27-40E1-8DF3-71052AE0163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559E089-1D27-40E1-8DF3-71052AE016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8349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73818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775354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00BB8899-B5B5-4D84-B604-E2AFAEAC58C9}"/>
              </a:ext>
            </a:extLst>
          </p:cNvPr>
          <p:cNvSpPr/>
          <p:nvPr/>
        </p:nvSpPr>
        <p:spPr>
          <a:xfrm>
            <a:off x="10143241" y="4124228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081DD72-0BBC-4177-B518-C675A20BE3B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842F456-2261-4AD3-84BE-1E5A43B718F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842F456-2261-4AD3-84BE-1E5A43B718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C9DD8FD-50BD-448B-81B1-6160B82179C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C9DD8FD-50BD-448B-81B1-6160B82179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8199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72342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7753546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B6EB57C-458A-46B8-BD77-C764EB67F6BF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27ED1E9-DDE9-4BAC-AFD7-0F3256552005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27ED1E9-DDE9-4BAC-AFD7-0F32565520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DEEB0AC-EA5C-4535-91DD-8BE139F421A2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DEEB0AC-EA5C-4535-91DD-8BE139F42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8873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25393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31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674487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D661021-75BB-44B0-A8AA-595F3A7B079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7E1CCE9-778B-4EEE-B2C1-ADA13E792565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7E1CCE9-778B-4EEE-B2C1-ADA13E7925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8800B95-89D5-4C21-8793-B7035DA36C12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8800B95-89D5-4C21-8793-B7035DA36C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4942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350628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674487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72D537F-FBEF-4297-B807-A6E4539E2F99}"/>
              </a:ext>
            </a:extLst>
          </p:cNvPr>
          <p:cNvSpPr/>
          <p:nvPr/>
        </p:nvSpPr>
        <p:spPr>
          <a:xfrm>
            <a:off x="3629320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143B365-A9C6-43A0-8CB7-62131FC6CE56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F602D81-C80C-4EF9-BF0F-17D4DB3897C5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F602D81-C80C-4EF9-BF0F-17D4DB3897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C471D9DB-15A7-417D-9281-5C4811C0666F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C471D9DB-15A7-417D-9281-5C4811C066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9467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674487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B4B8EB50-F5CA-4C11-87EF-8A0480AEA736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34634930-7B2A-414A-8504-685C3342BC98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34634930-7B2A-414A-8504-685C3342BC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4598825-0F50-4C8B-82D5-8200577B10D1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4598825-0F50-4C8B-82D5-8200577B10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2721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98617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046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06731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5773917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95CB2045-8059-4E14-A85A-A7951B3656F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1C90B955-DD26-4698-8683-00EBF6EB513F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1C90B955-DD26-4698-8683-00EBF6EB51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702BB0-051E-40FE-B19E-58E21B02C15D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702BB0-051E-40FE-B19E-58E21B02C1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905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45948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33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87380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BFE57C36-16BD-498B-8FFC-DF3DA4DB7D1E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97FA315-6B1C-4EBB-9689-43EAAE2B688E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97FA315-6B1C-4EBB-9689-43EAAE2B68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7559A1F-430A-4F75-8566-D63A26533C90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7559A1F-430A-4F75-8566-D63A26533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7120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45625D5D-F7ED-47BB-9062-FB5C1A8D7440}"/>
              </a:ext>
            </a:extLst>
          </p:cNvPr>
          <p:cNvSpPr/>
          <p:nvPr/>
        </p:nvSpPr>
        <p:spPr>
          <a:xfrm>
            <a:off x="5222449" y="4086520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9AAD568-4A25-40CB-B180-BD19A31315C1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FA99FE0B-28E9-4930-9B9B-E32F6F7E18C1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FA99FE0B-28E9-4930-9B9B-E32F6F7E18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2F49724-4754-465B-A8C8-386DF0B1246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2F49724-4754-465B-A8C8-386DF0B124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7905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E0512446-BAD1-4E29-8CAD-B5FFEE5345DC}"/>
              </a:ext>
            </a:extLst>
          </p:cNvPr>
          <p:cNvSpPr/>
          <p:nvPr/>
        </p:nvSpPr>
        <p:spPr>
          <a:xfrm>
            <a:off x="6212261" y="40959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BB0A9439-BC20-4245-BED0-097DB16D1572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F27560B-471B-4F43-B704-C058C24E1660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F27560B-471B-4F43-B704-C058C24E16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5DF77D5-5D36-4129-8195-321B4804A924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5DF77D5-5D36-4129-8195-321B4804A9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3630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25946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8DAB12C-7131-4E4D-99B3-9408FBD3EE21}"/>
              </a:ext>
            </a:extLst>
          </p:cNvPr>
          <p:cNvSpPr/>
          <p:nvPr/>
        </p:nvSpPr>
        <p:spPr>
          <a:xfrm>
            <a:off x="1819373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50E6AF50-A181-4FA9-9D1D-3D3F5EFB6F76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C2DC502-5B36-47ED-A903-E0E2A5CD2D5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C2DC502-5B36-47ED-A903-E0E2A5CD2D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6787637-3261-46C4-85AB-CF80510C8076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6787637-3261-46C4-85AB-CF80510C80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958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7577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2386AE6-DCA6-4E07-A8B3-149631CE3885}"/>
              </a:ext>
            </a:extLst>
          </p:cNvPr>
          <p:cNvSpPr/>
          <p:nvPr/>
        </p:nvSpPr>
        <p:spPr>
          <a:xfrm>
            <a:off x="1819373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C1B81D4A-0E74-40A0-96CF-847130459BB0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6E61FD8-2181-4B8E-B1C0-AF442DB4875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6E61FD8-2181-4B8E-B1C0-AF442DB487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61F02264-477B-4E97-8BD4-B0B8173A899D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61F02264-477B-4E97-8BD4-B0B8173A8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52597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735370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DD0F2CC8-E79A-413D-AC3E-448B24F74843}"/>
              </a:ext>
            </a:extLst>
          </p:cNvPr>
          <p:cNvSpPr/>
          <p:nvPr/>
        </p:nvSpPr>
        <p:spPr>
          <a:xfrm>
            <a:off x="8201316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FD14027-BE65-4687-BBB2-1EE3652BE569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B40EF757-E274-4CC0-A91F-DBE7AA2878AE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B40EF757-E274-4CC0-A91F-DBE7AA2878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AF797F0-661F-4B77-8326-1418F26B328C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AF797F0-661F-4B77-8326-1418F26B32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0150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6651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5DAAC4E5-E6FD-408F-AEB0-B4B9F7DA90A4}"/>
              </a:ext>
            </a:extLst>
          </p:cNvPr>
          <p:cNvSpPr/>
          <p:nvPr/>
        </p:nvSpPr>
        <p:spPr>
          <a:xfrm>
            <a:off x="3007150" y="1710572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C6916130-689C-4BB7-8DC4-6F22144B7630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79776BE7-E1F1-4FB4-9D15-5DDF56BC16D9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79776BE7-E1F1-4FB4-9D15-5DDF56BC16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F1CD99D-8168-49BC-B107-FE52AD1A4219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F1CD99D-8168-49BC-B107-FE52AD1A42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74314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19224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7CCB4E18-43F3-4219-9AE0-EC557EFE5513}"/>
              </a:ext>
            </a:extLst>
          </p:cNvPr>
          <p:cNvSpPr/>
          <p:nvPr/>
        </p:nvSpPr>
        <p:spPr>
          <a:xfrm>
            <a:off x="9200558" y="5272729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E709A56-F9E5-4113-87BF-2D472E19E3F0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B5B1571-8F38-480F-813A-1E828FB3C665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B5B1571-8F38-480F-813A-1E828FB3C6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2F4E9ED0-896C-425A-B2EF-05432735368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2F4E9ED0-896C-425A-B2EF-0543273536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5467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37780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4765250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1345990-0505-4A97-AF6A-0665147B3E04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9EA1054-3120-4290-8434-1A2BB2A6CA1E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9EA1054-3120-4290-8434-1A2BB2A6CA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2623959-E67C-4E93-AB75-339102F7E086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2623959-E67C-4E93-AB75-339102F7E0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8253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79902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43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C77E560-3D58-4C23-BFB4-FCE4674351ED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A21BC5E-5163-4127-9AFA-C4AE4125E7D7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A21BC5E-5163-4127-9AFA-C4AE4125E7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C97D025-CB32-4D5E-84AF-D7C98C8E6D36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C97D025-CB32-4D5E-84AF-D7C98C8E6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22184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57723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C55F09-116E-4438-9ACE-9315446AE309}"/>
              </a:ext>
            </a:extLst>
          </p:cNvPr>
          <p:cNvSpPr/>
          <p:nvPr/>
        </p:nvSpPr>
        <p:spPr>
          <a:xfrm>
            <a:off x="2432115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C77E560-3D58-4C23-BFB4-FCE4674351ED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A21BC5E-5163-4127-9AFA-C4AE4125E7D7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A21BC5E-5163-4127-9AFA-C4AE4125E7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C97D025-CB32-4D5E-84AF-D7C98C8E6D36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C97D025-CB32-4D5E-84AF-D7C98C8E6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50787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119469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C55F09-116E-4438-9ACE-9315446AE309}"/>
              </a:ext>
            </a:extLst>
          </p:cNvPr>
          <p:cNvSpPr/>
          <p:nvPr/>
        </p:nvSpPr>
        <p:spPr>
          <a:xfrm>
            <a:off x="2432115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0FFDA76C-A56E-495A-AE0C-6FE45C2F40C1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97CCFDBA-D003-4453-B673-B6C6BEB5F485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97CCFDBA-D003-4453-B673-B6C6BEB5F4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9B9F707-A833-4D71-B66A-B444D0287651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9B9F707-A833-4D71-B66A-B444D02876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30503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8373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915173AB-741B-45EA-8258-CF9F3990BB0C}"/>
              </a:ext>
            </a:extLst>
          </p:cNvPr>
          <p:cNvSpPr/>
          <p:nvPr/>
        </p:nvSpPr>
        <p:spPr>
          <a:xfrm>
            <a:off x="5241301" y="4678840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FB14078-B8FA-45AB-932E-EA22D0EA5C84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66D0665-E444-429F-A0CD-ADB62BA53A86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66D0665-E444-429F-A0CD-ADB62BA53A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9F87FC-2989-4E6A-9340-96251C4FCC18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9F87FC-2989-4E6A-9340-96251C4FCC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6124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24519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915173AB-741B-45EA-8258-CF9F3990BB0C}"/>
              </a:ext>
            </a:extLst>
          </p:cNvPr>
          <p:cNvSpPr/>
          <p:nvPr/>
        </p:nvSpPr>
        <p:spPr>
          <a:xfrm>
            <a:off x="6212261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0947FC-412A-4B05-BC56-46A75A225484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864847D-59F5-445F-A3A2-4876766D05CC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864847D-59F5-445F-A3A2-4876766D05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2091B83A-924F-4AA5-99BF-11C10EE4B6B0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2091B83A-924F-4AA5-99BF-11C10EE4B6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6120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34276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7CB29C2-508D-450B-B9C8-BC6680062940}"/>
              </a:ext>
            </a:extLst>
          </p:cNvPr>
          <p:cNvSpPr/>
          <p:nvPr/>
        </p:nvSpPr>
        <p:spPr>
          <a:xfrm>
            <a:off x="2988296" y="1262403"/>
            <a:ext cx="509048" cy="461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9D5BFE7-680F-41B4-A4A5-172D9CFDF31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AC8C745E-C3C6-4449-971F-31891A137B59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AC8C745E-C3C6-4449-971F-31891A137B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2EEACC9-D7E9-4F0B-974E-54447452EB4D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2EEACC9-D7E9-4F0B-974E-54447452E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0463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915173AB-741B-45EA-8258-CF9F3990BB0C}"/>
              </a:ext>
            </a:extLst>
          </p:cNvPr>
          <p:cNvSpPr/>
          <p:nvPr/>
        </p:nvSpPr>
        <p:spPr>
          <a:xfrm>
            <a:off x="7202075" y="5291582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BDBD266-9617-4C16-85C6-E01F7EBCC085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BC801EB-3FFD-46AC-891B-0BFC37B6A2CC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BC801EB-3FFD-46AC-891B-0BFC37B6A2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0C78870D-299A-46A4-A6B9-A38A5575F2A2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0C78870D-299A-46A4-A6B9-A38A5575F2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2891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131888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3784862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8C957CB-1827-47CC-B8AE-6A289A29C632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A627C2B-EF79-4D22-8B48-C2C675D71BF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A627C2B-EF79-4D22-8B48-C2C675D71B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1578B705-E5A3-45AC-889C-4ED5FD154049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1578B705-E5A3-45AC-889C-4ED5FD1540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6613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74635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rgbClr val="FF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359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3513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613AED8-7B5C-4098-87DF-CA18A38FB39A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F75A496-8274-4A30-8248-70610D37367F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F75A496-8274-4A30-8248-70610D373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25941CD-4829-4AE2-BD9D-46A88BC9BB14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25941CD-4829-4AE2-BD9D-46A88BC9BB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7158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/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3261671" y="4094378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4C8348-2263-4F0E-B073-19FDECF2FE53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B5DFF8F-17FC-4D91-A289-7C03F00F4E2A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B5DFF8F-17FC-4D91-A289-7C03F00F4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84F3BAC-8D89-4896-8743-3E33B6CE2A74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84F3BAC-8D89-4896-8743-3E33B6CE2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486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64698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4242059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54F26107-8A85-4D6B-AEEC-4598452C380C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D92A65B-C37C-4A76-B85A-366DABAEE761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D92A65B-C37C-4A76-B85A-366DABAEE7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9979C62-94C5-46F6-95BE-DA4ACA6E2B65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9979C62-94C5-46F6-95BE-DA4ACA6E2B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91266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137238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5250727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79F372B-7193-473D-8EFD-C39AFE128950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DDA993F-51EA-45C7-86EA-C6FE0CE9FE6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DDA993F-51EA-45C7-86EA-C6FE0CE9FE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AAAC556-3B29-4C7C-926E-E1C18027CF9C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AAAC556-3B29-4C7C-926E-E1C18027CF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1573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68194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6212261" y="4686699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098CC433-3C2D-4C55-B356-845AB37ABD32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C6E26F8-5743-4984-B19B-D64BFEBCE79F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C6E26F8-5743-4984-B19B-D64BFEBCE7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89C7601-1863-4951-97D7-B8FE3C17611B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89C7601-1863-4951-97D7-B8FE3C1761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4479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12007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7258636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D34BC32-0112-4F66-90F3-F72B66A7B73A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378647A-FF4A-4F01-B62F-3B61623BB78A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378647A-FF4A-4F01-B62F-3B61623BB7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6A779E2-F9E4-402D-B110-B008CC8FD77A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6A779E2-F9E4-402D-B110-B008CC8FD7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63233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624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8210743" y="4716547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0D666BB2-BD1D-4543-8497-DDBBEBE84469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06BFF103-15A0-469E-A1C1-856A2A177B7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06BFF103-15A0-469E-A1C1-856A2A177B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6ADB2C8-86E0-4DB6-A879-045DE41B935A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6ADB2C8-86E0-4DB6-A879-045DE41B93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7680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78176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9200557" y="5253875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9877037-88A8-4755-9C93-A1B56DF8AB84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0A22A07-E83B-4DEB-B071-77144656606F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0A22A07-E83B-4DEB-B071-7714465660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F5A7529A-62C8-4B1E-A9F1-00B657A8A1A5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F5A7529A-62C8-4B1E-A9F1-00B657A8A1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6040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01369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66F95935-CE3F-4834-B23B-3453973CF470}"/>
              </a:ext>
            </a:extLst>
          </p:cNvPr>
          <p:cNvSpPr/>
          <p:nvPr/>
        </p:nvSpPr>
        <p:spPr>
          <a:xfrm>
            <a:off x="10162091" y="5301009"/>
            <a:ext cx="35821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CA76400-FE45-4BF7-A164-9E6DA28FF91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62F25AE-4C88-4A8A-9A8D-E53A052A89B9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B62F25AE-4C88-4A8A-9A8D-E53A052A89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DB829E6-7BF7-4065-9036-1F26A8B62C29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DB829E6-7BF7-4065-9036-1F26A8B62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40798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74F935-B97A-4C25-B523-8F237B40E184}"/>
              </a:ext>
            </a:extLst>
          </p:cNvPr>
          <p:cNvGraphicFramePr>
            <a:graphicFrameLocks noGrp="1"/>
          </p:cNvGraphicFramePr>
          <p:nvPr/>
        </p:nvGraphicFramePr>
        <p:xfrm>
          <a:off x="575034" y="328363"/>
          <a:ext cx="3563334" cy="232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666912503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087468296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539366995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571439052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3963221841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428013159"/>
                    </a:ext>
                  </a:extLst>
                </a:gridCol>
              </a:tblGrid>
              <a:tr h="465999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28174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0095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75717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97306"/>
                  </a:ext>
                </a:extLst>
              </a:tr>
              <a:tr h="465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66756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D23325D6-4584-4842-BB9A-6463CD0F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093822"/>
              </p:ext>
            </p:extLst>
          </p:nvPr>
        </p:nvGraphicFramePr>
        <p:xfrm>
          <a:off x="1470580" y="3313523"/>
          <a:ext cx="9841580" cy="2947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58">
                  <a:extLst>
                    <a:ext uri="{9D8B030D-6E8A-4147-A177-3AD203B41FA5}">
                      <a16:colId xmlns:a16="http://schemas.microsoft.com/office/drawing/2014/main" val="349179584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34468775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00007657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48836214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265419869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833317512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3239472960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658511448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1498037835"/>
                    </a:ext>
                  </a:extLst>
                </a:gridCol>
                <a:gridCol w="984158">
                  <a:extLst>
                    <a:ext uri="{9D8B030D-6E8A-4147-A177-3AD203B41FA5}">
                      <a16:colId xmlns:a16="http://schemas.microsoft.com/office/drawing/2014/main" val="2166187007"/>
                    </a:ext>
                  </a:extLst>
                </a:gridCol>
              </a:tblGrid>
              <a:tr h="58949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86900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82677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89891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08786"/>
                  </a:ext>
                </a:extLst>
              </a:tr>
              <a:tr h="5894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1927"/>
                  </a:ext>
                </a:extLst>
              </a:tr>
            </a:tbl>
          </a:graphicData>
        </a:graphic>
      </p:graphicFrame>
      <p:sp>
        <p:nvSpPr>
          <p:cNvPr id="2" name="箭號: 向下 1">
            <a:extLst>
              <a:ext uri="{FF2B5EF4-FFF2-40B4-BE49-F238E27FC236}">
                <a16:creationId xmlns:a16="http://schemas.microsoft.com/office/drawing/2014/main" id="{ECE0FD8A-DE82-4ECA-8007-098E2456164F}"/>
              </a:ext>
            </a:extLst>
          </p:cNvPr>
          <p:cNvSpPr/>
          <p:nvPr/>
        </p:nvSpPr>
        <p:spPr>
          <a:xfrm>
            <a:off x="2795048" y="2816258"/>
            <a:ext cx="245097" cy="339365"/>
          </a:xfrm>
          <a:prstGeom prst="downArrow">
            <a:avLst>
              <a:gd name="adj1" fmla="val 50000"/>
              <a:gd name="adj2" fmla="val 538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571FF5-E4D3-4B5A-A739-5496531A9C88}"/>
              </a:ext>
            </a:extLst>
          </p:cNvPr>
          <p:cNvSpPr txBox="1"/>
          <p:nvPr/>
        </p:nvSpPr>
        <p:spPr>
          <a:xfrm>
            <a:off x="2545237" y="6316753"/>
            <a:ext cx="909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1               2              3                4                5                6               7               8               9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C691CE15-0CF9-4F18-AFF4-76E5FB63CFBB}"/>
              </a:ext>
            </a:extLst>
          </p:cNvPr>
          <p:cNvGrpSpPr/>
          <p:nvPr/>
        </p:nvGrpSpPr>
        <p:grpSpPr>
          <a:xfrm>
            <a:off x="7464946" y="385365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FB6914C-039F-45F1-A303-C0A9E72ADB74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FB6914C-039F-45F1-A303-C0A9E72ADB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20D49C3-1EA6-4378-BF5C-DC71A1155775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20D49C3-1EA6-4378-BF5C-DC71A11557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048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33653"/>
              </p:ext>
            </p:extLst>
          </p:nvPr>
        </p:nvGraphicFramePr>
        <p:xfrm>
          <a:off x="3649745" y="1046376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6096000" y="27350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8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88A80B2-B4D8-4775-8AA9-96663DC32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401297"/>
              </p:ext>
            </p:extLst>
          </p:nvPr>
        </p:nvGraphicFramePr>
        <p:xfrm>
          <a:off x="1415247" y="999242"/>
          <a:ext cx="4892510" cy="5307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502">
                  <a:extLst>
                    <a:ext uri="{9D8B030D-6E8A-4147-A177-3AD203B41FA5}">
                      <a16:colId xmlns:a16="http://schemas.microsoft.com/office/drawing/2014/main" val="2400596817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17606932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50631710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63387831"/>
                    </a:ext>
                  </a:extLst>
                </a:gridCol>
                <a:gridCol w="978502">
                  <a:extLst>
                    <a:ext uri="{9D8B030D-6E8A-4147-A177-3AD203B41FA5}">
                      <a16:colId xmlns:a16="http://schemas.microsoft.com/office/drawing/2014/main" val="1478981102"/>
                    </a:ext>
                  </a:extLst>
                </a:gridCol>
              </a:tblGrid>
              <a:tr h="5307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876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84454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5283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35067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25896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832040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2560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28443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4951"/>
                  </a:ext>
                </a:extLst>
              </a:tr>
              <a:tr h="5307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727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6404059-4BCB-4163-B940-FFD13350F42F}"/>
              </a:ext>
            </a:extLst>
          </p:cNvPr>
          <p:cNvSpPr txBox="1"/>
          <p:nvPr/>
        </p:nvSpPr>
        <p:spPr>
          <a:xfrm>
            <a:off x="3861502" y="320635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BD28C5-2956-4895-8B39-DEB1C86994A7}"/>
              </a:ext>
            </a:extLst>
          </p:cNvPr>
          <p:cNvSpPr/>
          <p:nvPr/>
        </p:nvSpPr>
        <p:spPr>
          <a:xfrm>
            <a:off x="7451191" y="3792867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space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7933818-4431-4B6B-A5BB-195ACA496E20}"/>
              </a:ext>
            </a:extLst>
          </p:cNvPr>
          <p:cNvGrpSpPr/>
          <p:nvPr/>
        </p:nvGrpSpPr>
        <p:grpSpPr>
          <a:xfrm>
            <a:off x="7340827" y="736399"/>
            <a:ext cx="3493713" cy="1107995"/>
            <a:chOff x="743335" y="274891"/>
            <a:chExt cx="3493713" cy="1107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65F937D-3132-410E-B302-CC4654E94F82}"/>
                    </a:ext>
                  </a:extLst>
                </p:cNvPr>
                <p:cNvSpPr/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65F937D-3132-410E-B302-CC4654E94F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798111"/>
                  <a:ext cx="217181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F64CF4E-A664-4910-9F4F-E1C065565062}"/>
                    </a:ext>
                  </a:extLst>
                </p:cNvPr>
                <p:cNvSpPr/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𝐵𝐶𝐵𝐴𝐷𝐵𝐷𝐶𝐷</m:t>
                        </m:r>
                      </m:oMath>
                    </m:oMathPara>
                  </a14:m>
                  <a:endParaRPr lang="en-US" altLang="zh-TW" sz="3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F64CF4E-A664-4910-9F4F-E1C065565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35" y="274891"/>
                  <a:ext cx="349371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C5FAC90-D10A-4944-9295-D2578C4A3346}"/>
              </a:ext>
            </a:extLst>
          </p:cNvPr>
          <p:cNvSpPr/>
          <p:nvPr/>
        </p:nvSpPr>
        <p:spPr>
          <a:xfrm>
            <a:off x="605294" y="3198167"/>
            <a:ext cx="5259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31A544-F130-4DD9-86F8-2B89D8E694D3}"/>
              </a:ext>
            </a:extLst>
          </p:cNvPr>
          <p:cNvSpPr txBox="1"/>
          <p:nvPr/>
        </p:nvSpPr>
        <p:spPr>
          <a:xfrm>
            <a:off x="7451191" y="4534293"/>
            <a:ext cx="11689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|A| = n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|B| = 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201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3257</Words>
  <Application>Microsoft Office PowerPoint</Application>
  <PresentationFormat>寬螢幕</PresentationFormat>
  <Paragraphs>2447</Paragraphs>
  <Slides>58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5" baseType="lpstr">
      <vt:lpstr>SimHei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M083040080</dc:creator>
  <cp:lastModifiedBy>M083040080</cp:lastModifiedBy>
  <cp:revision>16</cp:revision>
  <dcterms:created xsi:type="dcterms:W3CDTF">2020-06-16T01:53:12Z</dcterms:created>
  <dcterms:modified xsi:type="dcterms:W3CDTF">2020-06-16T08:31:38Z</dcterms:modified>
</cp:coreProperties>
</file>