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9" r:id="rId7"/>
    <p:sldId id="268" r:id="rId8"/>
    <p:sldId id="27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77816-569B-41AA-93EC-6ADC1C50DF3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D1859-02C3-4145-9298-C7C927F499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83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D1859-02C3-4145-9298-C7C927F499A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07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9A6779-4368-41F9-BAAA-9660FB40C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3EE891B-DDC9-4E53-84E2-7A564AD5A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68BBB0-912D-44BC-BC46-727F48A6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84A368-08CC-4D2D-88FA-A20ABBBB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6A8436-6A70-431B-A088-815C4465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9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0FEDA-3E15-4284-972D-84B39697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12C650-3544-4C9F-84F7-147C32D11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C379B3-C8A4-4F6B-A35F-FDDED7A5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7F20F7-7884-45F1-84D0-E8697CF1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8C9B09-E324-43EB-90BC-54C9613B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96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E428E6-9443-4989-AEE6-75D8868C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166CEF-8B66-40B3-80D4-C29576964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D98FF1-499C-4E45-AABA-C5EFBC8A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9B4610-241C-48A9-A6A4-F1C42525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6850BF-02C6-449B-BBE4-819A6043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850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26DB2-3645-48F8-AC1C-087977C0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17C598-1D07-4E23-9041-87AC7EE03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A2E50C-4E78-4624-AC87-01CECC083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9A051D-84DE-4686-8BB7-A3B4FBFE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6B66DE-DD15-4012-90EB-894D68FA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167505-28D7-4558-A720-0E4DF172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15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894EED-0746-40D3-A569-6A409DB8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B79404-9F22-4B99-B520-2EDCAF650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0A6724-FE94-4A26-B2BC-DCC6ED7E9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8626FA8-1B9E-423F-9EC6-6094F07E5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671CC3-8B47-4AF6-AABF-6BBD6DEA5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9A5B2D-D7EF-4F3D-AD13-B3C80B82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1EEE52D-1225-4514-9B94-C19803A6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CFB7D7C-E728-4B6A-A352-3E2EAF8F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359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ECA09-C86D-4696-8986-1B89BC19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A07B33F-3BEC-4EC3-8971-65B820ED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4F36F27-0262-462B-A192-2760B207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681FD5-3554-4CA6-AD50-914A21C3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55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6B525EA-520B-4053-B880-B0F800ECB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9D0A058-4B4F-4734-B977-308F1EDD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5C2EE6-2BD0-4777-84D1-41FC1548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475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92E97-85DA-427F-AF68-C09F0842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092EAD-EAA1-4AF3-8DB4-8CE9DDE0E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D2E316-515D-4AE0-B744-148C31C17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679C19-43ED-4D95-A639-057E7066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35E0B7-678E-4833-9A2E-1329DEFB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605971-351F-48FD-B63E-C4D3ED22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46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95DBBC-64FD-4B1A-8414-61694762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D4CDEA5-BFD3-42BF-8667-3655D8D01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AE941DA-AB20-4B09-B919-E81D3C1D5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234007-C37D-4327-A4EA-4986FFA6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8D20B2C-3AE2-49C3-8D39-F556EA91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2F1103-66B0-48CA-969F-365CD5B7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68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51D856-A565-4189-AA11-AE918DB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83D6E8-3D15-4ECB-830F-CA2BF8E63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3C1107-6DFC-40B2-AA0C-D00C2A08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34938-B82E-43BC-AD3E-E56114CF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C76B59-D167-40BA-AE9F-8091F99C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48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7040113-06C7-43F8-AA54-24D876C34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A0B45F-05A8-42EC-886F-D2616BB38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B32BDA-0832-4083-9D2F-53D205954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1A30FD-D8DB-4D0E-BDF8-6DB9DC8A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B874DB-2DCA-4D34-BE17-74A98FAF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5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F2DE6A5-DD29-433A-9EC9-969D697A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BC748D-ADCA-410F-B1BF-1C0690CD2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46747D-99E5-41E6-BD5A-E72D5D25F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18BE6-9F6A-40C7-BA0D-15BA3E51A558}" type="datetimeFigureOut">
              <a:rPr lang="zh-TW" altLang="en-US" smtClean="0"/>
              <a:t>2020/3/3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81DFE3-66ED-4153-88A0-3B0FE785B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11A3FD-AA01-413C-8028-20E8C3C57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100C3-2C9C-4350-8EC4-C304339B1B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74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C0B004-6B9B-4756-AA3D-2BEBE8685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696" y="1234717"/>
            <a:ext cx="9720607" cy="654115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Longest Common Square Subsequences 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78A7C0C-D928-4C74-9089-52F6CD64F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1226"/>
            <a:ext cx="9144000" cy="3117915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Takafumi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Inoue,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Heikki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Hyyrö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Hideo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Bannai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Masayuki Takeda </a:t>
            </a:r>
          </a:p>
          <a:p>
            <a:endParaRPr lang="en-US" altLang="zh-TW" dirty="0"/>
          </a:p>
          <a:p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29th Annual Symposium on Combinatorial Pattern Matching, CPM 2018, Qingdao,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880842-9B19-40CE-AFF2-56F52C5782B2}"/>
              </a:ext>
            </a:extLst>
          </p:cNvPr>
          <p:cNvSpPr/>
          <p:nvPr/>
        </p:nvSpPr>
        <p:spPr>
          <a:xfrm>
            <a:off x="8515547" y="5413147"/>
            <a:ext cx="34659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Mar. 3, 2020</a:t>
            </a:r>
          </a:p>
        </p:txBody>
      </p:sp>
    </p:spTree>
    <p:extLst>
      <p:ext uri="{BB962C8B-B14F-4D97-AF65-F5344CB8AC3E}">
        <p14:creationId xmlns:p14="http://schemas.microsoft.com/office/powerpoint/2010/main" val="4041971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EE3B9F7-F83C-4DA9-860A-2173CC51059D}"/>
                  </a:ext>
                </a:extLst>
              </p:cNvPr>
              <p:cNvSpPr/>
              <p:nvPr/>
            </p:nvSpPr>
            <p:spPr>
              <a:xfrm>
                <a:off x="688400" y="993241"/>
                <a:ext cx="10577364" cy="54219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square is a non-empty string of form Y Y. The longest common square subsequence (LCSqS) problem is to compute a longest square occurring as a subsequence in two given strings A and B. We show that the problem can easily be solved in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or O(|M|</a:t>
                </a:r>
                <a:r>
                  <a:rPr lang="en-US" altLang="zh-TW" sz="2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with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space, where n is the length of the strings and M is the set of matching points between A and B. Then, we show that the problem can also be solved in O(σ</a:t>
                </a:r>
                <a:r>
                  <a:rPr lang="en-US" altLang="zh-TW" sz="2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time and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space, where σ is the number of distinct characters occurring in A and B. We also study lower bounds for the LCSqS problem for two or more strings. 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EE3B9F7-F83C-4DA9-860A-2173CC5105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00" y="993241"/>
                <a:ext cx="10577364" cy="5421933"/>
              </a:xfrm>
              <a:prstGeom prst="rect">
                <a:avLst/>
              </a:prstGeom>
              <a:blipFill>
                <a:blip r:embed="rId3"/>
                <a:stretch>
                  <a:fillRect l="-1037" r="-1037" b="-1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F92EE252-B433-4673-ACAF-5D54FE9241FA}"/>
              </a:ext>
            </a:extLst>
          </p:cNvPr>
          <p:cNvSpPr/>
          <p:nvPr/>
        </p:nvSpPr>
        <p:spPr>
          <a:xfrm>
            <a:off x="424125" y="306656"/>
            <a:ext cx="13997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4320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C74479-24EA-4496-AAC9-A64343D0A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21" y="764094"/>
            <a:ext cx="10989558" cy="490857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square subsequence 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LCSqS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c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LCSqS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(A,B) = </a:t>
            </a:r>
            <a:r>
              <a:rPr lang="en-US" altLang="zh-TW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TW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zh-TW" alt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54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60E55F-46B4-4485-A4F9-EC586937D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7" y="108055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71B97B-B759-47B6-9B36-DD362ED90850}"/>
              </a:ext>
            </a:extLst>
          </p:cNvPr>
          <p:cNvSpPr/>
          <p:nvPr/>
        </p:nvSpPr>
        <p:spPr>
          <a:xfrm>
            <a:off x="375619" y="623945"/>
            <a:ext cx="2395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Algorithm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0E3102-8EF4-4C69-A261-BA8457DC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5" y="1481266"/>
            <a:ext cx="11254496" cy="13389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9B8A7C-756D-42CA-B638-684DA4FE03AC}"/>
                  </a:ext>
                </a:extLst>
              </p:cNvPr>
              <p:cNvSpPr txBox="1"/>
              <p:nvPr/>
            </p:nvSpPr>
            <p:spPr>
              <a:xfrm>
                <a:off x="546717" y="3003957"/>
                <a:ext cx="345678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9B8A7C-756D-42CA-B638-684DA4FE0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17" y="3003957"/>
                <a:ext cx="3456780" cy="830997"/>
              </a:xfrm>
              <a:prstGeom prst="rect">
                <a:avLst/>
              </a:prstGeom>
              <a:blipFill>
                <a:blip r:embed="rId3"/>
                <a:stretch>
                  <a:fillRect l="-2822" t="-5882" r="-1764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F23BF3B-A9C3-4758-8FB7-F54078A54084}"/>
                  </a:ext>
                </a:extLst>
              </p:cNvPr>
              <p:cNvSpPr/>
              <p:nvPr/>
            </p:nvSpPr>
            <p:spPr>
              <a:xfrm>
                <a:off x="573969" y="4688180"/>
                <a:ext cx="1088504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|M|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partition points between A and B.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compute LCSqS(A,B) in O(|M|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and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</a:t>
                </a:r>
                <a:r>
                  <a:rPr lang="zh-TW" altLang="en-US" sz="2400" dirty="0"/>
                  <a:t>. 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F23BF3B-A9C3-4758-8FB7-F54078A54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69" y="4688180"/>
                <a:ext cx="10885048" cy="1200329"/>
              </a:xfrm>
              <a:prstGeom prst="rect">
                <a:avLst/>
              </a:prstGeom>
              <a:blipFill>
                <a:blip r:embed="rId4"/>
                <a:stretch>
                  <a:fillRect l="-840" t="-4061" b="-10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82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0BEC4E5-9B9E-42EE-99F9-549031511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323" y="1118010"/>
            <a:ext cx="5794915" cy="461073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BC8F13-AA1B-4C02-AFA7-9D810D61D23A}"/>
              </a:ext>
            </a:extLst>
          </p:cNvPr>
          <p:cNvSpPr/>
          <p:nvPr/>
        </p:nvSpPr>
        <p:spPr>
          <a:xfrm>
            <a:off x="423744" y="423477"/>
            <a:ext cx="8102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Diagonally overlapping matching rectangles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(DOMRs)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27672EE-2ADB-45CD-8F57-48C17D508E4F}"/>
                  </a:ext>
                </a:extLst>
              </p:cNvPr>
              <p:cNvSpPr/>
              <p:nvPr/>
            </p:nvSpPr>
            <p:spPr>
              <a:xfrm>
                <a:off x="1050524" y="5842931"/>
                <a:ext cx="9966664" cy="80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O(σ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σ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distinct characters occurring in A and B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27672EE-2ADB-45CD-8F57-48C17D508E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24" y="5842931"/>
                <a:ext cx="9966664" cy="800219"/>
              </a:xfrm>
              <a:prstGeom prst="rect">
                <a:avLst/>
              </a:prstGeom>
              <a:blipFill>
                <a:blip r:embed="rId3"/>
                <a:stretch>
                  <a:fillRect l="-489" t="-3788"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43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0BEC4E5-9B9E-42EE-99F9-549031511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323" y="1118010"/>
            <a:ext cx="5794915" cy="461073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BC8F13-AA1B-4C02-AFA7-9D810D61D23A}"/>
              </a:ext>
            </a:extLst>
          </p:cNvPr>
          <p:cNvSpPr/>
          <p:nvPr/>
        </p:nvSpPr>
        <p:spPr>
          <a:xfrm>
            <a:off x="423744" y="423477"/>
            <a:ext cx="8102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Diagonally overlapping matching rectangles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(DOMRs)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27672EE-2ADB-45CD-8F57-48C17D508E4F}"/>
                  </a:ext>
                </a:extLst>
              </p:cNvPr>
              <p:cNvSpPr/>
              <p:nvPr/>
            </p:nvSpPr>
            <p:spPr>
              <a:xfrm>
                <a:off x="1050524" y="5842931"/>
                <a:ext cx="9966664" cy="80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O(σ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σ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distinct characters occurring in A and B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27672EE-2ADB-45CD-8F57-48C17D508E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24" y="5842931"/>
                <a:ext cx="9966664" cy="800219"/>
              </a:xfrm>
              <a:prstGeom prst="rect">
                <a:avLst/>
              </a:prstGeom>
              <a:blipFill>
                <a:blip r:embed="rId3"/>
                <a:stretch>
                  <a:fillRect l="-489" t="-3788"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橢圓 2">
            <a:extLst>
              <a:ext uri="{FF2B5EF4-FFF2-40B4-BE49-F238E27FC236}">
                <a16:creationId xmlns:a16="http://schemas.microsoft.com/office/drawing/2014/main" id="{AEB431F9-7164-4D4D-8687-BA02EBBC3CA5}"/>
              </a:ext>
            </a:extLst>
          </p:cNvPr>
          <p:cNvSpPr/>
          <p:nvPr/>
        </p:nvSpPr>
        <p:spPr>
          <a:xfrm>
            <a:off x="5980590" y="2894120"/>
            <a:ext cx="230820" cy="22194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37EE74F1-5C36-4C2F-83C9-6001B917BA18}"/>
              </a:ext>
            </a:extLst>
          </p:cNvPr>
          <p:cNvSpPr/>
          <p:nvPr/>
        </p:nvSpPr>
        <p:spPr>
          <a:xfrm>
            <a:off x="5431653" y="3494399"/>
            <a:ext cx="230820" cy="22194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01DE4ED-E0E6-498C-8068-B9A3653B8B40}"/>
              </a:ext>
            </a:extLst>
          </p:cNvPr>
          <p:cNvCxnSpPr/>
          <p:nvPr/>
        </p:nvCxnSpPr>
        <p:spPr>
          <a:xfrm flipV="1">
            <a:off x="5662473" y="3116062"/>
            <a:ext cx="318117" cy="378337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0D1A8F-2152-497D-95E5-213A4897C8C7}"/>
              </a:ext>
            </a:extLst>
          </p:cNvPr>
          <p:cNvSpPr txBox="1"/>
          <p:nvPr/>
        </p:nvSpPr>
        <p:spPr>
          <a:xfrm>
            <a:off x="4056621" y="308955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r1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F671274-BC07-4B94-99ED-BCD7492F7B98}"/>
              </a:ext>
            </a:extLst>
          </p:cNvPr>
          <p:cNvSpPr txBox="1"/>
          <p:nvPr/>
        </p:nvSpPr>
        <p:spPr>
          <a:xfrm>
            <a:off x="4617393" y="251234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r2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4FFE9DC-C94E-47CE-BDCA-769071016BE5}"/>
              </a:ext>
            </a:extLst>
          </p:cNvPr>
          <p:cNvSpPr txBox="1"/>
          <p:nvPr/>
        </p:nvSpPr>
        <p:spPr>
          <a:xfrm>
            <a:off x="5165227" y="183928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r3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37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CED9CCF-1789-41A7-B6D5-ECBD423F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40" y="856187"/>
            <a:ext cx="11038064" cy="411744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585DDD2-B6C5-4305-8DE6-2C00C48E0387}"/>
              </a:ext>
            </a:extLst>
          </p:cNvPr>
          <p:cNvSpPr/>
          <p:nvPr/>
        </p:nvSpPr>
        <p:spPr>
          <a:xfrm>
            <a:off x="607142" y="496371"/>
            <a:ext cx="2970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86C3EE9-4AF8-48B7-BF6E-5591A069E2A4}"/>
                  </a:ext>
                </a:extLst>
              </p:cNvPr>
              <p:cNvSpPr/>
              <p:nvPr/>
            </p:nvSpPr>
            <p:spPr>
              <a:xfrm>
                <a:off x="1050524" y="5774266"/>
                <a:ext cx="6096000" cy="80021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O(σ</a:t>
                </a:r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86C3EE9-4AF8-48B7-BF6E-5591A069E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24" y="5774266"/>
                <a:ext cx="6096000" cy="800219"/>
              </a:xfrm>
              <a:prstGeom prst="rect">
                <a:avLst/>
              </a:prstGeom>
              <a:blipFill>
                <a:blip r:embed="rId3"/>
                <a:stretch>
                  <a:fillRect l="-800" t="-4580" b="-11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571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CED9CCF-1789-41A7-B6D5-ECBD423F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1" y="958036"/>
            <a:ext cx="11038064" cy="411744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585DDD2-B6C5-4305-8DE6-2C00C48E0387}"/>
              </a:ext>
            </a:extLst>
          </p:cNvPr>
          <p:cNvSpPr/>
          <p:nvPr/>
        </p:nvSpPr>
        <p:spPr>
          <a:xfrm>
            <a:off x="607142" y="496371"/>
            <a:ext cx="2970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86C3EE9-4AF8-48B7-BF6E-5591A069E2A4}"/>
                  </a:ext>
                </a:extLst>
              </p:cNvPr>
              <p:cNvSpPr/>
              <p:nvPr/>
            </p:nvSpPr>
            <p:spPr>
              <a:xfrm>
                <a:off x="1050524" y="5774266"/>
                <a:ext cx="6096000" cy="80021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O(σ</a:t>
                </a:r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 =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86C3EE9-4AF8-48B7-BF6E-5591A069E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24" y="5774266"/>
                <a:ext cx="6096000" cy="800219"/>
              </a:xfrm>
              <a:prstGeom prst="rect">
                <a:avLst/>
              </a:prstGeom>
              <a:blipFill>
                <a:blip r:embed="rId3"/>
                <a:stretch>
                  <a:fillRect l="-800" t="-4580" b="-11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9ACE9C34-569A-45DD-8485-B4B2F8A46CE9}"/>
              </a:ext>
            </a:extLst>
          </p:cNvPr>
          <p:cNvSpPr/>
          <p:nvPr/>
        </p:nvSpPr>
        <p:spPr>
          <a:xfrm>
            <a:off x="2237173" y="2237173"/>
            <a:ext cx="568171" cy="6125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664164-30B6-4C4D-9FF6-0788D158BC0C}"/>
              </a:ext>
            </a:extLst>
          </p:cNvPr>
          <p:cNvSpPr/>
          <p:nvPr/>
        </p:nvSpPr>
        <p:spPr>
          <a:xfrm>
            <a:off x="9296400" y="2196446"/>
            <a:ext cx="568171" cy="6125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76F8EF-D4D0-4B87-8D69-F8851113A987}"/>
              </a:ext>
            </a:extLst>
          </p:cNvPr>
          <p:cNvSpPr/>
          <p:nvPr/>
        </p:nvSpPr>
        <p:spPr>
          <a:xfrm>
            <a:off x="5897732" y="2816422"/>
            <a:ext cx="568171" cy="6125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75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413</Words>
  <Application>Microsoft Office PowerPoint</Application>
  <PresentationFormat>寬螢幕</PresentationFormat>
  <Paragraphs>38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佈景主題</vt:lpstr>
      <vt:lpstr>Computing Longest Common Square Subsequences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Longest Common Square Subsequences </dc:title>
  <dc:creator>M083040080</dc:creator>
  <cp:lastModifiedBy>GaryC</cp:lastModifiedBy>
  <cp:revision>14</cp:revision>
  <dcterms:created xsi:type="dcterms:W3CDTF">2020-03-02T16:29:51Z</dcterms:created>
  <dcterms:modified xsi:type="dcterms:W3CDTF">2020-03-03T10:23:21Z</dcterms:modified>
</cp:coreProperties>
</file>