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篤承" initials="吳篤承" lastIdx="1" clrIdx="0">
    <p:extLst>
      <p:ext uri="{19B8F6BF-5375-455C-9EA6-DF929625EA0E}">
        <p15:presenceInfo xmlns:p15="http://schemas.microsoft.com/office/powerpoint/2012/main" userId="吳篤承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0" autoAdjust="0"/>
    <p:restoredTop sz="90867" autoAdjust="0"/>
  </p:normalViewPr>
  <p:slideViewPr>
    <p:cSldViewPr snapToGrid="0">
      <p:cViewPr varScale="1">
        <p:scale>
          <a:sx n="72" d="100"/>
          <a:sy n="72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5392-FD07-4F5A-B34E-BA69B7FEBBF7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5C38-81A3-45D4-9959-4EF52C41C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42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C481E-5F61-46D0-A7EB-4B78E26B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7ADD499-6C14-47C8-A9DB-F37A274DE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F44A6D-44A4-4AC5-A338-742D4C0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A9A011-8B20-4955-AB02-9C883200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080B5D-51A0-4CC6-B85E-EECDD9C7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2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91F4F-64C2-4448-AEA3-D8BAD00F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B64CD7-FFD4-4659-9A78-313C8279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B714A2-D640-4631-BD91-D40EA7B8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1BB7E8-FCCA-40E1-AF1F-1EC08D9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37759F-4DEC-4AF9-AAF6-96479F6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2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4AF7F4-DE89-4B56-ABEB-65BE6D95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726E6B-7A4E-46A3-888F-3ECB35C6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DC7246-3967-4A8C-89BD-498BAD92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A016C2-FC45-4CB6-AE5C-B5A2929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643CBF-BA29-45F4-B839-D048AC73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54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084E2-FF74-41D8-B7FC-96287DBE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0DA591-3941-4641-B043-A7B68602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8EE040-2A49-41BF-9734-4F1C3C12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EECCAB-4CA7-44B9-B7B8-DC7FF510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F1834D-5465-453A-8482-4EA306D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DEEDDC-2E51-41D6-BBEE-C8A5AEE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91CDC-A371-490F-A9D6-C81ACFD4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6414E1-9AA2-4412-BC87-8B794947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8352C1-957A-43C9-A792-1F703940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189CE18-112C-4840-B26C-362D7C23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7815674-7564-427E-B7B9-22E8C7F54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891BEAE-F89E-4D1D-88D1-CE02EB2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01E6835-0CA2-4E4B-AA2A-F90C8E50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F7BAAA1-3B0C-467E-B178-590BB83B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28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DDB431-29CB-4FE4-9ADC-233E5E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26AC26-EB83-4AB6-9E2F-C8457BF2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0D9A16-24C2-4ED2-BD1F-40A62B4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02A40A-1FF4-4F68-B9F8-CCFE6F0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C7FE82F-7353-4EB6-B115-3F4F883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B99597B-30C7-4D52-AD5F-C858CCF8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58E562-3645-444D-99EF-C224D8AC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5C8A51-2D2B-48E7-9226-50EB6A22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09DA89-D924-4187-86BB-0DE7413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862BBB-0FF2-4F4D-A76D-1F88CE61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E41C95-2028-4108-B014-39C5648C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D103DD-D7EC-4F8E-92E4-F3DF3C8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6E5469-9EC0-4784-86DB-CFF18B62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CCB00-EDDD-4021-BFA8-37AF232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B62902F-3F9A-4799-B356-32DB2D43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1559B7-9AC4-469F-8F42-A7EAC560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C1A871-1FB1-426F-B468-F433644A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2851D3-4076-4BC5-9DED-D4BED17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57C28A-8893-4984-9E48-FEAF55A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3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29808D-8B18-4D63-9A86-7E543A9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C65D312-39D6-45B8-A43D-EE4F531E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86A780-A433-4084-B504-8CA5C05D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6AE278-5465-4135-8119-D4FFB67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2B663D-8C1E-4440-923C-9B28783B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0F0B3FC-BDB6-4C40-9E7A-DD251A12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1B69DA4-DCBA-402E-B952-6FEF25C7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B7CDCD-2B53-481E-994C-32B4B759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FB1F8A-6E1A-49FD-88DC-360B7C26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025657-A7D6-4D60-8308-3F54ECF1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7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27AA62-E1D3-4683-9BB1-A8FDBF76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70A9A6-A017-41A2-86FB-D99634A9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A99EE0-24C1-43B5-8CD7-D94555000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44C1A-2725-48AE-A699-EA8E8FEFF634}" type="datetimeFigureOut">
              <a:rPr lang="zh-TW" altLang="en-US" smtClean="0"/>
              <a:t>2020/3/10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DC897C-57B6-471F-85EC-BDD367E81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E00D97-13C0-4E9B-84D0-94827058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920079"/>
            <a:ext cx="9144000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generalized constrained longest common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problems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124887"/>
            <a:ext cx="9144000" cy="425017"/>
          </a:xfrm>
        </p:spPr>
        <p:txBody>
          <a:bodyPr>
            <a:noAutofit/>
          </a:bodyPr>
          <a:lstStyle/>
          <a:p>
            <a:pPr lvl="1"/>
            <a:r>
              <a:rPr lang="it-IT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Yi-Ching Chen ·Kun-Mao Chao</a:t>
            </a:r>
            <a:endParaRPr lang="pl-PL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1914021" y="4041534"/>
            <a:ext cx="83639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Combinatorial Optimization volume 21, pages383–392(2011)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8319091" y="5022042"/>
            <a:ext cx="3276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Du-Cheng Wu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8941762" y="5483707"/>
            <a:ext cx="2653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Mar. 10, 2020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608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investigate four variants of the longest common subsequence problem. Given two sequences X, Y and a constrained pattern P of lengths m, n, and ρ, respectively, the generalized constrained longest common subsequence (GC-LCS) problems are to find a longest common subsequence of X and Y including (or excluding) P as a subsequence (or substring). We propose new dynamic programming algorithms for solving the GC-LCS problems in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mnρ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time. We also consider the case where the number of constrained patterns is arbitrary.</a:t>
            </a:r>
          </a:p>
        </p:txBody>
      </p:sp>
    </p:spTree>
    <p:extLst>
      <p:ext uri="{BB962C8B-B14F-4D97-AF65-F5344CB8AC3E}">
        <p14:creationId xmlns:p14="http://schemas.microsoft.com/office/powerpoint/2010/main" val="150070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attgt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04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SEQ-EC-LCS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attgt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SEQ-EC-LCS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453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attgt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atcgt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553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SEQ-EC-LCS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652F1AAC-13A7-4F2E-8939-B8B124487E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32513"/>
                <a:ext cx="10515600" cy="50444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TW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          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𝑖𝑓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𝑎𝑛𝑑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6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, 1+</m:t>
                                      </m:r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  <m:e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&gt;1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𝑎𝑛𝑑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𝑎𝑛𝑑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&gt;1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6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</m:t>
                              </m:r>
                            </m:e>
                            <m:e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]≠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652F1AAC-13A7-4F2E-8939-B8B124487E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2513"/>
                <a:ext cx="10515600" cy="504444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019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SEQ-EC-LCS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0			      k = 1, P = t		   k = 2, P = t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38188F0F-78F2-4EBF-9255-1B6FB4AD8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751346"/>
              </p:ext>
            </p:extLst>
          </p:nvPr>
        </p:nvGraphicFramePr>
        <p:xfrm>
          <a:off x="838200" y="1945640"/>
          <a:ext cx="2966400" cy="296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312830914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92297035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7741003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836336686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06442999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0239010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6802252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4103243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01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269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95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42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955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236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154699"/>
                  </a:ext>
                </a:extLst>
              </a:tr>
            </a:tbl>
          </a:graphicData>
        </a:graphic>
      </p:graphicFrame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D2E2A5B9-D879-4381-ACA5-86DFC9CFD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075091"/>
              </p:ext>
            </p:extLst>
          </p:nvPr>
        </p:nvGraphicFramePr>
        <p:xfrm>
          <a:off x="4222924" y="1945640"/>
          <a:ext cx="2966400" cy="296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312830914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92297035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7741003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836336686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06442999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0239010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6802252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4103243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01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269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95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42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955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236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154699"/>
                  </a:ext>
                </a:extLst>
              </a:tr>
            </a:tbl>
          </a:graphicData>
        </a:graphic>
      </p:graphicFrame>
      <p:graphicFrame>
        <p:nvGraphicFramePr>
          <p:cNvPr id="9" name="表格 5">
            <a:extLst>
              <a:ext uri="{FF2B5EF4-FFF2-40B4-BE49-F238E27FC236}">
                <a16:creationId xmlns:a16="http://schemas.microsoft.com/office/drawing/2014/main" id="{4A86EA86-18EF-43A3-B1B1-952BD78E8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139059"/>
              </p:ext>
            </p:extLst>
          </p:nvPr>
        </p:nvGraphicFramePr>
        <p:xfrm>
          <a:off x="7607648" y="1945640"/>
          <a:ext cx="2966400" cy="296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312830914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92297035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7741003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836336686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06442999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0239010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6802252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4103243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01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269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95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42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955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236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154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6366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652F1AAC-13A7-4F2E-8939-B8B124487E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32513"/>
                <a:ext cx="10515600" cy="50444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TW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          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𝑖𝑓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𝑎𝑛𝑑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6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, 1+</m:t>
                                      </m:r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&gt;1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𝑎𝑛𝑑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𝑎𝑛𝑑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&gt;1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6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TW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</m:t>
                              </m:r>
                            </m:e>
                            <m:e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</a:rPr>
                                <m:t>]≠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652F1AAC-13A7-4F2E-8939-B8B124487E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2513"/>
                <a:ext cx="10515600" cy="504444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60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0			      k = 1, P = t		   k = 2, P = t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38188F0F-78F2-4EBF-9255-1B6FB4AD8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472104"/>
              </p:ext>
            </p:extLst>
          </p:nvPr>
        </p:nvGraphicFramePr>
        <p:xfrm>
          <a:off x="838200" y="1945640"/>
          <a:ext cx="2966400" cy="296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312830914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92297035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7741003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836336686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06442999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0239010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6802252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4103243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01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269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95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42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955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236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154699"/>
                  </a:ext>
                </a:extLst>
              </a:tr>
            </a:tbl>
          </a:graphicData>
        </a:graphic>
      </p:graphicFrame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D2E2A5B9-D879-4381-ACA5-86DFC9CFD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86894"/>
              </p:ext>
            </p:extLst>
          </p:nvPr>
        </p:nvGraphicFramePr>
        <p:xfrm>
          <a:off x="4222924" y="1945640"/>
          <a:ext cx="2966400" cy="296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312830914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92297035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7741003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836336686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06442999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0239010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6802252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4103243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01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269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95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42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955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236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154699"/>
                  </a:ext>
                </a:extLst>
              </a:tr>
            </a:tbl>
          </a:graphicData>
        </a:graphic>
      </p:graphicFrame>
      <p:graphicFrame>
        <p:nvGraphicFramePr>
          <p:cNvPr id="9" name="表格 5">
            <a:extLst>
              <a:ext uri="{FF2B5EF4-FFF2-40B4-BE49-F238E27FC236}">
                <a16:creationId xmlns:a16="http://schemas.microsoft.com/office/drawing/2014/main" id="{4A86EA86-18EF-43A3-B1B1-952BD78E8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668675"/>
              </p:ext>
            </p:extLst>
          </p:nvPr>
        </p:nvGraphicFramePr>
        <p:xfrm>
          <a:off x="7607648" y="1945640"/>
          <a:ext cx="2966400" cy="296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312830914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92297035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7741003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836336686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06442999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702390108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6802252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4103243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01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269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95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42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955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236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154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254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47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|A| = m, |B| = n, |P| = r, p = constrain patterns,</a:t>
            </a: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3722F93B-4090-42DD-9471-CAB730F66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665397"/>
              </p:ext>
            </p:extLst>
          </p:nvPr>
        </p:nvGraphicFramePr>
        <p:xfrm>
          <a:off x="838200" y="2123534"/>
          <a:ext cx="8128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9845558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8468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 time complexity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01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SEQ-IC-LCS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</a:t>
                      </a:r>
                      <a:r>
                        <a:rPr lang="en-US" altLang="zh-TW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mnr</a:t>
                      </a:r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1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STR-IC-LCS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</a:t>
                      </a:r>
                      <a:r>
                        <a:rPr lang="en-US" altLang="zh-TW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</a:t>
                      </a:r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538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Generalized STR-IC-LCS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</a:t>
                      </a:r>
                      <a:r>
                        <a:rPr lang="en-US" altLang="zh-TW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mnp</a:t>
                      </a:r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737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SEQ-EC-LCS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</a:t>
                      </a:r>
                      <a:r>
                        <a:rPr lang="en-US" altLang="zh-TW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mnr</a:t>
                      </a:r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36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STR-EC-LCS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</a:t>
                      </a:r>
                      <a:r>
                        <a:rPr lang="en-US" altLang="zh-TW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mnr</a:t>
                      </a:r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6437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015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5166</TotalTime>
  <Words>669</Words>
  <Application>Microsoft Office PowerPoint</Application>
  <PresentationFormat>寬螢幕</PresentationFormat>
  <Paragraphs>435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佈景主題</vt:lpstr>
      <vt:lpstr>On the generalized constrained longest common subsequence problems</vt:lpstr>
      <vt:lpstr>Abstract</vt:lpstr>
      <vt:lpstr>LCS</vt:lpstr>
      <vt:lpstr>SEQ-EC-LCS</vt:lpstr>
      <vt:lpstr>STR-EC-LCS</vt:lpstr>
      <vt:lpstr>SEQ-EC-LCS</vt:lpstr>
      <vt:lpstr>SEQ-EC-LCS</vt:lpstr>
      <vt:lpstr>STR-EC-LCS</vt:lpstr>
      <vt:lpstr>STR-EC-LCS</vt:lpstr>
      <vt:lpstr>CLCS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and algorithm for sequence alignment</dc:title>
  <dc:creator>吳篤承</dc:creator>
  <cp:lastModifiedBy>tu cheng</cp:lastModifiedBy>
  <cp:revision>290</cp:revision>
  <dcterms:created xsi:type="dcterms:W3CDTF">2018-09-30T05:00:05Z</dcterms:created>
  <dcterms:modified xsi:type="dcterms:W3CDTF">2020-03-10T10:30:04Z</dcterms:modified>
</cp:coreProperties>
</file>