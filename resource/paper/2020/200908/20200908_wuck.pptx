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21" r:id="rId2"/>
    <p:sldId id="311" r:id="rId3"/>
    <p:sldId id="337" r:id="rId4"/>
    <p:sldId id="343" r:id="rId5"/>
    <p:sldId id="340" r:id="rId6"/>
    <p:sldId id="344" r:id="rId7"/>
    <p:sldId id="348" r:id="rId8"/>
    <p:sldId id="345" r:id="rId9"/>
    <p:sldId id="346" r:id="rId10"/>
    <p:sldId id="34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83275" autoAdjust="0"/>
  </p:normalViewPr>
  <p:slideViewPr>
    <p:cSldViewPr snapToGrid="0">
      <p:cViewPr varScale="1">
        <p:scale>
          <a:sx n="60" d="100"/>
          <a:sy n="60" d="100"/>
        </p:scale>
        <p:origin x="17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里耳（法語：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Lille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，法語發音：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lil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），法國北部城市，上法蘭西大區諾爾省的一個市鎮，同時也是大區首府及該省的省會，下轄里耳區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，其市鎮面積為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34.83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平方公里，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日時人口數量為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232,787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人，是該省及該大區人口最多的市鎮，在所有法國城市中排名第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位。此外，里耳與相鄰的魯貝、圖爾寬及阿斯克新城等所在共同組成了人口超過百萬的公共社區，並已於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2015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年升級成為都會區。</a:t>
            </a:r>
          </a:p>
          <a:p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里耳位於法國北部，距離比利時邊境大約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公里，多條高速公路和鐵路在此交匯，是法國、英國和比利時三國之間的陸上交通樞紐，亦是法國境內巴黎以北最大的城市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。里耳自中世紀起建城，近代為重要的邊塞及工業中心，現代則成為一座綜合性的工商業中心。里耳在國際合作中獲得了較大的發展，當地依託高鐵站所建立的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Euralille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街區已成為法國最大的綜合性商務區之一，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2008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日，里耳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科特賴克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圖爾奈歐洲都會區成立，成為歐洲最大的跨國區域合作組織之一。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39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891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993" y="461639"/>
            <a:ext cx="8433339" cy="1699666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Effective Task Scheduling Algorithm for Heterogeneous</a:t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System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993" y="2819042"/>
            <a:ext cx="8536249" cy="927245"/>
          </a:xfrm>
        </p:spPr>
        <p:txBody>
          <a:bodyPr>
            <a:noAutofit/>
          </a:bodyPr>
          <a:lstStyle/>
          <a:p>
            <a:r>
              <a:rPr lang="fi-FI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Ilavarasan, Thambidurai and Mahilmannan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192159" y="5487972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-Kai Wu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Sep.8, 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4993" y="3977196"/>
            <a:ext cx="87036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4th International Symposium on Parallel and Distributed Computing, 4-6 July 2005, Lille, France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007" y="705521"/>
                <a:ext cx="9004993" cy="594466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Finding an optimal solution to the problem of scheduling an application modeled by a Directed Acyclic Graph (DAG) onto a distributed system is known to be NP-complete. The complexity of the problem increases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task scheduling is to be done in a heterogeneous computing system, where the processors in the network may not be identical and take different amounts of time to execute the same task. This paper introduces a Performance Effective Task Scheduling (PETS) Algorithm for Network of Heterogeneous system, with complexity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func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provides optimal results for applications represented by DAGs. </a:t>
                </a:r>
                <a:endParaRPr lang="fr-FR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007" y="705521"/>
                <a:ext cx="9004993" cy="5944661"/>
              </a:xfrm>
              <a:blipFill>
                <a:blip r:embed="rId3"/>
                <a:stretch>
                  <a:fillRect l="-1083" r="-9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1192718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the algorithm is illustrated by comparing the schedule length, speedup, efficiency and the scheduling time with existing algorithms such as, Heterogeneous Earliest Finish Time (HEFT) and Critical-Path On a processor (CPOP)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Levelized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 Time (LMT) reported in this paper. The comparison study based on both randomly generated graphs and graphs of some real applications shows that PETS algorithm substantially outperforms existing algorithms.</a:t>
            </a:r>
            <a:endParaRPr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80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528554"/>
            <a:ext cx="7886700" cy="583367"/>
          </a:xfrm>
        </p:spPr>
        <p:txBody>
          <a:bodyPr>
            <a:normAutofit fontScale="90000"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Effective Task Scheduling</a:t>
            </a:r>
            <a:b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(PETS) Algorithm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5386"/>
            <a:ext cx="4234113" cy="2994618"/>
          </a:xfrm>
          <a:prstGeom prst="rect">
            <a:avLst/>
          </a:prstGeom>
        </p:spPr>
      </p:pic>
      <p:pic>
        <p:nvPicPr>
          <p:cNvPr id="6" name="內容版面配置區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9422"/>
            <a:ext cx="4479636" cy="249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4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628073"/>
                <a:ext cx="7886700" cy="554889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𝑀𝑎𝑥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predecessor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628073"/>
                <a:ext cx="7886700" cy="5548890"/>
              </a:xfrm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69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4" r="13008" b="538"/>
          <a:stretch/>
        </p:blipFill>
        <p:spPr>
          <a:xfrm>
            <a:off x="5988942" y="0"/>
            <a:ext cx="3293609" cy="3703782"/>
          </a:xfrm>
          <a:prstGeom prst="rect">
            <a:avLst/>
          </a:prstGeom>
        </p:spPr>
      </p:pic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5301" b="1144"/>
          <a:stretch/>
        </p:blipFill>
        <p:spPr>
          <a:xfrm>
            <a:off x="-27711" y="3245836"/>
            <a:ext cx="7321755" cy="3450526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5" y="127820"/>
            <a:ext cx="2881907" cy="327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5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71632" y="665019"/>
                <a:ext cx="8219786" cy="5588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𝐸𝑆𝑇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𝑀𝑎𝑥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𝑎𝑣𝑎𝑖𝑙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𝐴𝐹𝑇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𝐸𝑆𝑇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1632" y="665019"/>
                <a:ext cx="8219786" cy="5588000"/>
              </a:xfrm>
              <a:blipFill>
                <a:blip r:embed="rId2"/>
                <a:stretch>
                  <a:fillRect l="-3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174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22" y="2741802"/>
            <a:ext cx="7886700" cy="411619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01964" y="433478"/>
                <a:ext cx="894080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 (8,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max {40, max (40,53,50)}=53</a:t>
                </a:r>
              </a:p>
              <a:p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EFT(8,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5+53=58</a:t>
                </a:r>
              </a:p>
              <a:p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EST(8,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max{70, max(59,53, 50)}=70</a:t>
                </a:r>
              </a:p>
              <a:p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EFT(8,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11+70=81</a:t>
                </a:r>
              </a:p>
              <a:p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EST(8,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fr-FR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max{35, max(59, 35, 35)}=59 </a:t>
                </a:r>
              </a:p>
              <a:p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EFT(8,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)=14+59=73</a:t>
                </a:r>
                <a:endParaRPr lang="zh-TW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64" y="433478"/>
                <a:ext cx="8940800" cy="2308324"/>
              </a:xfrm>
              <a:prstGeom prst="rect">
                <a:avLst/>
              </a:prstGeom>
              <a:blipFill>
                <a:blip r:embed="rId3"/>
                <a:stretch>
                  <a:fillRect l="-1022" t="-2111" b="-50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內容版面配置區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5" t="2694" r="13009" b="538"/>
          <a:stretch/>
        </p:blipFill>
        <p:spPr>
          <a:xfrm>
            <a:off x="6308435" y="120073"/>
            <a:ext cx="272905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5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24" y="2093479"/>
            <a:ext cx="5818022" cy="4615846"/>
          </a:xfrm>
        </p:spPr>
      </p:pic>
      <p:sp>
        <p:nvSpPr>
          <p:cNvPr id="5" name="矩形 4"/>
          <p:cNvSpPr/>
          <p:nvPr/>
        </p:nvSpPr>
        <p:spPr>
          <a:xfrm>
            <a:off x="446934" y="999899"/>
            <a:ext cx="56583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HEFT  task</a:t>
            </a:r>
            <a:r>
              <a:rPr lang="zh-TW" altLang="en-US" sz="2400" dirty="0"/>
              <a:t>順序為</a:t>
            </a:r>
            <a:r>
              <a:rPr lang="en-US" altLang="zh-TW" sz="2400" dirty="0"/>
              <a:t>1,3,4,2,5,6,9,7,8,10</a:t>
            </a:r>
          </a:p>
          <a:p>
            <a:r>
              <a:rPr lang="en-US" altLang="zh-TW" sz="2400" dirty="0"/>
              <a:t>PETS  task</a:t>
            </a:r>
            <a:r>
              <a:rPr lang="zh-TW" altLang="en-US" sz="2400" dirty="0"/>
              <a:t>順序為</a:t>
            </a:r>
            <a:r>
              <a:rPr lang="en-US" altLang="zh-TW" sz="2400" dirty="0"/>
              <a:t>1,4,2,3,6,5,9,8,7,10</a:t>
            </a:r>
          </a:p>
        </p:txBody>
      </p:sp>
    </p:spTree>
    <p:extLst>
      <p:ext uri="{BB962C8B-B14F-4D97-AF65-F5344CB8AC3E}">
        <p14:creationId xmlns:p14="http://schemas.microsoft.com/office/powerpoint/2010/main" val="2940096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29154" y="393855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HEFT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PETS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func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154" y="393855"/>
                <a:ext cx="7886700" cy="4351338"/>
              </a:xfrm>
              <a:blipFill>
                <a:blip r:embed="rId2"/>
                <a:stretch>
                  <a:fillRect l="-1623" t="-25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82" y="999309"/>
            <a:ext cx="5015752" cy="299501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34" y="3994326"/>
            <a:ext cx="5118248" cy="286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1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89771</TotalTime>
  <Words>673</Words>
  <Application>Microsoft Office PowerPoint</Application>
  <PresentationFormat>如螢幕大小 (4:3)</PresentationFormat>
  <Paragraphs>39</Paragraphs>
  <Slides>10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佈景主題</vt:lpstr>
      <vt:lpstr>Performance Effective Task Scheduling Algorithm for Heterogeneous Computing System</vt:lpstr>
      <vt:lpstr>Abstract (1/2)</vt:lpstr>
      <vt:lpstr>Abstract (2/2)</vt:lpstr>
      <vt:lpstr>Performance Effective Task Scheduling (PETS)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pplab</cp:lastModifiedBy>
  <cp:revision>830</cp:revision>
  <dcterms:created xsi:type="dcterms:W3CDTF">2017-09-25T08:45:50Z</dcterms:created>
  <dcterms:modified xsi:type="dcterms:W3CDTF">2020-09-08T10:58:09Z</dcterms:modified>
</cp:coreProperties>
</file>