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notesSlides/notesSlide9.xml" ContentType="application/vnd.openxmlformats-officedocument.presentationml.notesSlide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321" r:id="rId2"/>
    <p:sldId id="347" r:id="rId3"/>
    <p:sldId id="311" r:id="rId4"/>
    <p:sldId id="348" r:id="rId5"/>
    <p:sldId id="333" r:id="rId6"/>
    <p:sldId id="306" r:id="rId7"/>
    <p:sldId id="343" r:id="rId8"/>
    <p:sldId id="338" r:id="rId9"/>
    <p:sldId id="349" r:id="rId10"/>
    <p:sldId id="350" r:id="rId11"/>
    <p:sldId id="344" r:id="rId12"/>
    <p:sldId id="345" r:id="rId13"/>
    <p:sldId id="351" r:id="rId14"/>
    <p:sldId id="32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豐仰 蔡" initials="豐仰" lastIdx="1" clrIdx="0">
    <p:extLst>
      <p:ext uri="{19B8F6BF-5375-455C-9EA6-DF929625EA0E}">
        <p15:presenceInfo xmlns:p15="http://schemas.microsoft.com/office/powerpoint/2012/main" userId="8fbda77307fba9f0" providerId="Windows Live"/>
      </p:ext>
    </p:extLst>
  </p:cmAuthor>
  <p:cmAuthor id="2" name="BBOBBOX" initials="B" lastIdx="1" clrIdx="1">
    <p:extLst>
      <p:ext uri="{19B8F6BF-5375-455C-9EA6-DF929625EA0E}">
        <p15:presenceInfo xmlns:p15="http://schemas.microsoft.com/office/powerpoint/2012/main" userId="BBOBBOX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0AFE"/>
    <a:srgbClr val="E9EB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85948" autoAdjust="0"/>
  </p:normalViewPr>
  <p:slideViewPr>
    <p:cSldViewPr snapToGrid="0">
      <p:cViewPr varScale="1">
        <p:scale>
          <a:sx n="62" d="100"/>
          <a:sy n="62" d="100"/>
        </p:scale>
        <p:origin x="164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in="-2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20238" units="1/cm"/>
          <inkml:channelProperty channel="T" name="resolution" value="1" units="1/dev"/>
        </inkml:channelProperties>
      </inkml:inkSource>
      <inkml:timestamp xml:id="ts0" timeString="2020-08-04T06:20:59.66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8749 4692 0,'18'0'94,"-1"0"-78,18 0-1,1 0 16,-19 0-31,1 0 0,35 0 32,-18 0-17,0 0 1,1 0 0,-1 0-1,18 0 1,0 0-1,-18 0 1,-17 0 0,35 18-1,0-18 1,0 0 0,-1 0-1,-16 0 1,17 0-1,0 0 17,17 0-17,-35 0 1,36 0 0,-18 0-1,0 0 1,0 0-1,0 0 1,17 17 0,1-17-1,17 18 1,-35-18 0,35 0-1,-17 0 1,-1 0-1,1 0 17,-18 0-17,0 0 1,-1 0 0,19 0-1,0 0 1,-19 0-1,1 0 1,-17 0 0,17 0-1,-18 0 1,35 0 0,-17 0-1,0 0 1,-17 0-1,34 0 17,1 0-17,-18 0 1,-1 0 0,1 0-1,-17 0 1,-1 0-1,18 0 1,-18 0 0,18 0-1,0 0 1,0 0 0,-18 0-1,18 0 1,0 0-1,-18 0 17,18 0-17,-18 0 1,36 0 0,-18 0-1,0-18 1,-18 18-1,0 0 1,18 0 0,0 0-1,18 0 1,-18 0 0,-18-17-1,18 17 1,17 0 15,-17 0-15,18 0-1,-36 0 1,18 0 0,-35 0-1,17 0 1,0 0-1,1 0 1,-19 0 0,1 0-1,17 0 1,-17 0 0,35 0-1,-18 0 1,18 0 15,-18 0-15,-17 0-1,17 0 1,18 0 0,-18 0-1,1 0 1,-19 0-1,18 0 1,1 0 0,-19 0-1,1 0 17,17 0-17,18 0 1,-35 0 15,17 0-15,0 0-1,1 0 1,-19 0 0,1 0-1,0 0 1,-1 0-1,19 0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in="-2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20238" units="1/cm"/>
          <inkml:channelProperty channel="T" name="resolution" value="1" units="1/dev"/>
        </inkml:channelProperties>
      </inkml:inkSource>
      <inkml:timestamp xml:id="ts0" timeString="2020-08-04T06:21:01.95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8714 5203 0,'17'0'31,"1"0"-15,0 0-1,-1 0-15,18 0 16,1 0 0,17 18-1,0-18 1,17 0 0,54 0-1,-107 0-15,89 0 16,-35 0-1,-1 0 17,1 0-17,17-18 1,18 18 0,-36 0-1,-17 0 1,18 0-1,-18 0 1,53 0 0,-1 0-1,-52 0 1,35 0 0,1 0-1,-1 0 1,0 0-1,36 0 17,-19 0-17,1 0 1,18 0 0,-36 0-1,18 0 1,-36 0-1,-34 0 1,-1 0 0,0 0-1,18 0 1,18 0 0,17 0-1,-18 0 1,-17 0 15,18 0-15,-18 0-1,0 0 1,0 0 0,17 0-1,-35 0 1,-17 0-1,0 0 1,17 0 0,0 0-1,-17 0 1,-1 0 0,19 0-1,17 0 1,-36 0 15,19 0-15,-19 0-1,18 0 1,1 0 0,-19 0 30,1 0-30,17 0 0,-17 18-1,0-18 17,-1 0-17,1 0-15,0 0 16,-1 0-1,1 0 79,-1 0-78,1 0-1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in="-2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20238" units="1/cm"/>
          <inkml:channelProperty channel="T" name="resolution" value="1" units="1/dev"/>
        </inkml:channelProperties>
      </inkml:inkSource>
      <inkml:timestamp xml:id="ts0" timeString="2020-08-04T06:21:08.69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8767 6615 0,'17'0'78,"-17"17"-62,18-17-16,-1 0 0,19 0 16,17 0-1,-36 0-15,54 0 16,-18 0-1,17 18 1,-17-18 0,-17 0-1,34 0 1,1 0 15,17 0-15,0 0-1,0 0 1,-17 0 0,-1 0-1,1 0 1,17 0 0,18 0-1,-36 0 1,19 0-1,-36 0 1,-1 0 0,19 0-1,35 0 1,-18 0 15,0 0-15,0 0-1,1 0 1,16 17 0,19-17-1,-1 18 1,-17-18 0,0 0-1,18 18 1,-1-18-1,18 0 1,-35 0 0,0 0-1,17 0 1,-35 0 15,1 0-15,16 0-1,-16 0 1,-19 0 0,18 0-1,18 0 1,-35 0 0,-36 0-1,18 0 1,0 0-1,35 0 1,18 0 0,0 0-1,-18 17 1,35-17 15,-34 0-15,16 0-1,-34 0 1,-18 0 0,0 0-1,-35 0 1,17 18 0,18-18-1,-18 0 1,18 0-1,-18 0 1,-17 0 0,-18 18 46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in="-2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20238" units="1/cm"/>
          <inkml:channelProperty channel="T" name="resolution" value="1" units="1/dev"/>
        </inkml:channelProperties>
      </inkml:inkSource>
      <inkml:timestamp xml:id="ts0" timeString="2020-08-04T06:21:10.90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8731 7232 0,'18'0'94,"0"0"-94,-1 0 16,1 0-16,35-35 15,35 35 1,18-18 0,-36 18-1,-17-18 1,18 18-1,17-17 1,-35 17 0,-35 0-16,17 0 15,18 0 1,0 0 0,35 0 15,-35 0-16,0 0 1,-18 0 0,53 0-1,0 0 1,-17 0 0,-36 0-1,0 0 1,-17 0-1,35 0 1,-18 0 0,18 0-1,0 0 1,-18 0 15,18 0-15,-17 0-1,-1 0 1,0 0 0,-17 0-1,17 0 1,-17 0 0,-1 0-1,1 0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in="-2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20238" units="1/cm"/>
          <inkml:channelProperty channel="T" name="resolution" value="1" units="1/dev"/>
        </inkml:channelProperties>
      </inkml:inkSource>
      <inkml:timestamp xml:id="ts0" timeString="2020-08-04T06:21:14.12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15028 4163 0,'18'0'63,"0"0"-63,-1-18 15,1 18-15,35 0 16,88 0 0,-18-18-1,-87 18-15,52 0 16,-70 0-16,105 0 16,36 0-1,-18 0 1,-53 0-1,18 0 1,0 0 0,-89 0-16,89 0 15,0 0 1,17-17 0,-34 17 15,-19 0-16,1 0 1,-54 0-16,54 0 16,35 0-1,17 0 1,-35 0 0,-17 0-1,-18 0 1,35 0-1,18 0 1,17 0 0,-17 0-1,-18 0 1,-17 0 15,0 0-15,-1 0-1,1 17 1,17-17 0,-35 0-1,0 0 1,0 0 0,0 0-1,-1 0 1,19 0-1,-36 0 1,-17 0 0,0 0-1,-1 0 1,18 18 15,1-18-15,-19 0-1,1 0 1,17 0 0,-17 0-1,0 0 17,17 0-1,-17 0 63,-1 0-48,1 0-30,-18 18-16,17-18 0,1 0 16,0 0 15,-1 0 47,1 0-62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in="-2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20238" units="1/cm"/>
          <inkml:channelProperty channel="T" name="resolution" value="1" units="1/dev"/>
        </inkml:channelProperties>
      </inkml:inkSource>
      <inkml:timestamp xml:id="ts0" timeString="2020-08-04T06:21:17.34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15152 5592 0,'17'0'63,"1"0"-63,0 0 15,52 0-15,71 0 16,177 0 15,52-36-15,-17 19-1,18-19 1,-89 19 0,-106 17-1,-158 0-15,158 0 16,-35 0 0,-17 0-1,-18 0 1,-18 0-1,0 0 1,0 0 0,0 0-1,18 0 1,35 0 15,0 0-15,-52 0-1,34 0 1,-17 17 0,35 1-1,53 17 1,-18-17 0,1 0-1,-18 17 1,-54-18-1,19 1 1,-18 0 0,0-1-1,17-17 1,0 18 15,-34-18-15,17 18-1,-18-1 1,18-17 0,-18 0-1,-18 0 1,-34 18 0,-19-18-1,-34 0 48,-1 0-63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in="-2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20238" units="1/cm"/>
          <inkml:channelProperty channel="T" name="resolution" value="1" units="1/dev"/>
        </inkml:channelProperties>
      </inkml:inkSource>
      <inkml:timestamp xml:id="ts0" timeString="2020-08-04T06:21:19.25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15081 6174 0,'18'0'16,"0"0"0,52 0-1,18 0 1,18 0-1,0 0 1,-88 0-16,87 0 16,37 0-1,16 0 1,-17 0 0,-17 0-1,-1 0 1,-34 0-1,-1 0 1,35 0 0,-17 0-1,0 17 1,35-17 15,-70 18-15,17-18-1,0 18 1,0-18 0,0 0-1,0 0 1,1 17 0,-19-17-1,1 18 1,17-18-1,0 0 1,36 0 0,-36 0-1,0 0 1,18 0 15,0 0-15,-18 0-1,18 0 1,-36 0 0,1 0-1,-54 0-15,54 0 16,35 0 0,17 0-1,18 0 1,-17 17-1,-18-17 1,-18 0 0,-17 0-1,-1 0 1,36 0 15,-36 0-15,1 0-1,-18 0 1,0 0 0,0 0-1,17 0 1,19 0 0,-1 0-1,-18 0 1,-17 0-1,-18 0 1,1 0 0,17 0-1,0 0 17,0 0-17,-1 0 1,1 0-1,-17 0 1,-1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in="-2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20238" units="1/cm"/>
          <inkml:channelProperty channel="T" name="resolution" value="1" units="1/dev"/>
        </inkml:channelProperties>
      </inkml:inkSource>
      <inkml:timestamp xml:id="ts0" timeString="2020-08-04T06:21:21.22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15117 6615 0,'17'0'94,"1"0"-78,-1 0-16,1 0 0,53 0 15,70 0 1,-35 0-1,-1 17 1,19-17 0,17 0-1,-35 18 1,17-18 15,-17 0-15,18 17-1,17-17 1,-53 0 0,18 18-1,0-18 1,17 0 0,-35 0-1,18 0 1,-18 0-1,0 0 1,54 0 0,-19 0-1,-17 18 1,-18-18 15,0 17-31,0-17 31,1 0-15,17 0 0,-1 0-1,19 18 1,-18-18 0,-18 0-1,0 0 1,-17 0-1,-1 0 1,36 0 0,-35 0-1,-1 0 1,1 0 15,-18 0-15,-18 0-1,0 0 1,0 0 0,1 0-1,17 0 1,-36 0 0,1 0 15,0 0-31,-1 0 15,1 0 1,-1 0 0,19 0-1,-19 0 17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in="-2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20238" units="1/cm"/>
          <inkml:channelProperty channel="T" name="resolution" value="1" units="1/dev"/>
        </inkml:channelProperties>
      </inkml:inkSource>
      <inkml:timestamp xml:id="ts0" timeString="2020-08-04T06:21:23.81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15011 7761 0,'17'0'63,"1"0"-48,0 0-15,-1 0 0,71 0 16,36 0 0,35 0-1,17 0 1,-158 0-16,158 0 31,-35 0-15,0 0-1,0 18 1,-35-18 0,0 0-1,-35 17 1,17-17 0,0 0-1,-17 0 1,-18 0-1,35 0 1,-18 0 0,36 0-1,-18 0 1,36 0 15,-18 0-15,-18 18-1,18-18 1,-18 0 0,18 18-1,-18-18 1,0 0 0,18 17-1,17 1 1,-34-18-1,16 0 1,-34 18 0,-1-18-1,1 17 1,35-17 15,-18 18-15,-17-18-1,-1 0 1,-17 17 0,-18-17-1,36 0 1,-18 0 0,0 0-1,0 0 1,-18 0-1,0 0 1,18 0 0,0 0-1,-18 0 1,1 0 15,-1 0-15,0 0-1,-17 0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in="-2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20238" units="1/cm"/>
          <inkml:channelProperty channel="T" name="resolution" value="1" units="1/dev"/>
        </inkml:channelProperties>
      </inkml:inkSource>
      <inkml:timestamp xml:id="ts0" timeString="2020-08-04T06:21:28.91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8608 10848 0,'17'0'109,"1"0"-109,0 0 16,-1 0-16,19 0 15,52 0 1,18 0-1,-89 0-15,142 18 16,-53-18 0,-18 17-1,-35-17 1,-18 0 0,1 0-1,16 18 1,19-18-1,-18 0 1,0 0 0,17 0-1,1 0 17,17 0-17,0 0 1,-17 17-1,-1-17 1,1 18 0,-18-18-1,35 18 1,-17-18 0,-18 0-1,0 17 1,-1-17-1,19 0 1,0 0 0,-1 0-1,1 0 1,-1 0 15,-35 18-15,18-18-1,18 0 1,-1 18 0,36-18-1,-17 0 1,-19 0 0,1 0-1,-18 0 1,-18 17-1,18-17 1,17 0 0,-17 0-1,35 0 1,-35 0 15,-17 18-15,17-18-1,17 0 1,18 0 0,-17 0-1,-1 18 1,-17-18 0,18 0-1,-18 0 1,17 0-1,-17 0 1,0 0 0,0 0-1,0 0 1,0 0 15,-18 0-15,0 0-1,18 0 1,-17 0 0,-19 0-1,1 0 1,0 0 0,-1 0-1,1 0 79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in="-2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20238" units="1/cm"/>
          <inkml:channelProperty channel="T" name="resolution" value="1" units="1/dev"/>
        </inkml:channelProperties>
      </inkml:inkSource>
      <inkml:timestamp xml:id="ts0" timeString="2020-08-04T06:21:32.47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8643 11818 0,'0'-18'16,"18"18"-1,-1 0-15,1 0 16,70 0-1,-17 0 1,-18 0 0,-18 0-1,35 0 17,1 0-17,17 0 1,0 0-1,1 0 1,-54 0 0,-17 0-16,17 0 15,35 0 1,1 0 0,-1 0-1,1 0 1,0 0-1,-1 0 1,36 0 0,0 0-1,-18 0 17,-17 0-17,-1 0 1,18 0-1,1 0 1,16 0 0,1 0-1,-18 0 1,1 0 0,-19 0-1,1 0 1,17 0-1,-18 0 1,19 18 0,-19-18-1,1 0 17,-1 0-17,18 0 1,-17 0-1,0 0 1,17 0 0,-18 0-1,1 0 1,-1 18 0,-17-18-1,0 0 1,35 0-1,-35 0 1,18 0 0,17 0-1,-17 0 17,-1 0-17,1 0 1,-18 0-1,17 0 1,-17 0 0,-18 0-1,18 0 1,0 0 0,0 0-1,-35 0 1,0 0-1,-1 0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in="-2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20238" units="1/cm"/>
          <inkml:channelProperty channel="T" name="resolution" value="1" units="1/dev"/>
        </inkml:channelProperties>
      </inkml:inkSource>
      <inkml:timestamp xml:id="ts0" timeString="2020-08-04T06:23:27.89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8590 15399 0,'18'0'109,"-1"0"-93,1 0-1,35 0 1,-18 0 0,1 0-1,16 0 1,1 0-1,18 0 1,-18 0 0,17 0-1,19 0 17,34 17-17,-35 1 1,0-18-1,-17 18 1,-36-18 0,1 0-1,16 0 1,19 17 0,0 1-1,-54-18-15,54 0 16,17 0-1,18 0 1,17 18 0,1-18-1,-1 17 17,18-17-17,-17 18 1,-18-1-1,17-17 1,1 18 0,-1-18-1,36 0 1,-53 18 0,-18-1-1,0-17 1,0 0-1,0 18 1,1-18 0,-19 0-1,1 0 17,-18 0-17,0 0 1,35 0-1,18 0 1,-36 0 0,18 0-1,1 0 1,16 0 0,1 0-1,18 0 1,-18 0-1,-36 0 1,18 0 0,-17 0 15,17 0-15,35 0-1,1 0 1,-36 0-1,18 0 1,-18 0 0,0 0-1,-17-18 1,-36 1 0,0 17-1,-17 0 1,0 0-1,-1 0 17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in="-2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20238" units="1/cm"/>
          <inkml:channelProperty channel="T" name="resolution" value="1" units="1/dev"/>
        </inkml:channelProperties>
      </inkml:inkSource>
      <inkml:timestamp xml:id="ts0" timeString="2020-08-04T06:23:29.43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8714 16016 0,'17'0'125,"1"0"-125,0 0 15,-1 0-15,89 0 16,17 0 0,-17 0-1,0 0 1,18 0-1,-1 0 1,-52 18 0,-18-18-1,-36 0 17,-17 17-1,18-17-16,17 0 1,18 0 0,-18 0-1,-17 0 1,0 0 0,-1 0-1,36 0 1,-18 0-1,-17 0-15,17 0 16,18 0 0,18 18-1,-18-18 17,0 0-17,-36 0 32,1 0-47,0 0 16,-1 0-1,1 0 1,17 0 0,-17 0-1,-1 0 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in="-2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20238" units="1/cm"/>
          <inkml:channelProperty channel="T" name="resolution" value="1" units="1/dev"/>
        </inkml:channelProperties>
      </inkml:inkSource>
      <inkml:timestamp xml:id="ts0" timeString="2020-08-04T06:25:14.94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14993 15293 0,'18'0'391,"-1"0"-375,1 0-16,70 0 15,0 0 16,36 0-15,-18 0 0,35 0-1,-53 0 1,18 0 0,-36 0-1,-34 0 1,17 0-1,-18 18 1,18-18 0,35 0-1,0 0 1,-17 17 0,52-17-1,-17 18 1,17-1 15,-17-17-15,-17 18-1,16-18 1,36 0 0,-17 18-1,-106-18-15,158 17 16,-17 1-1,-1 0 1,1-1 0,-18 1-1,0-18 1,36 18 0,-160-18-16,142 17 15,0 1 16,0-1-15,-18-17 0,0 0-1,0 0 1,-123 0-16,105 0 16,18 0-1,36 0 1,-36 0-1,-18 0 1,-17 0 0,-18 0-1,18 0 1,-18 0 0,18 0-1,-18 0 1,-17 0 15,-18 0-15,-18 0-1,0 0 1,-17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in="-2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20238" units="1/cm"/>
          <inkml:channelProperty channel="T" name="resolution" value="1" units="1/dev"/>
        </inkml:channelProperties>
      </inkml:inkSource>
      <inkml:timestamp xml:id="ts0" timeString="2020-08-04T06:25:16.56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15064 16175 0,'17'0'125,"1"0"-125,0 0 0,-1-18 0,107 1 16,105 17 15,71-18-15,-18 0-1,-17 18 1,-248 0-16,213 0 16,-36 0-1,-53 0 1,0 0-1,-53 0 1,18-17 0,-89 17-16,89 0 15,-18-18 1,36 18 0,-106 0-16,105 0 15,71 0 1,-17 0 15,-19 0-15,-34 0-1,-1 0 1,1 18 0,-107-18-16,124 0 15,18 0 1,-18 0-1,-35 0 1,0 0 0,-18 0-1,36 17 1,17-17 0,-18 0-1,-17 0 1,17 0 15,-105 0-31,106 0 16,-1 0-1,-52 0 1,-36 0 0,35 0-1,1 0 1,0 0-1,-1 0 1,1 0 0,-18 0-1,-18 0 1,-53 0 46,1 0-62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in="-2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20238" units="1/cm"/>
          <inkml:channelProperty channel="T" name="resolution" value="1" units="1/dev"/>
        </inkml:channelProperties>
      </inkml:inkSource>
      <inkml:timestamp xml:id="ts0" timeString="2020-08-04T06:25:17.53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15293 16422 0,'-18'0'47,"36"0"62,0 0-109,-1 0 0,1 0 16,35 0-16,88 0 16,-18 0-1,-34 0 1,-19 0 15,-17 0-15,0 0-1,-18 0 1,18 0 0,-18 0-1,1 0 1,-19 0-1,1 0 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in="-2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20238" units="1/cm"/>
          <inkml:channelProperty channel="T" name="resolution" value="1" units="1/dev"/>
        </inkml:channelProperties>
      </inkml:inkSource>
      <inkml:timestamp xml:id="ts0" timeString="2020-08-04T06:25:40.02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9190 5362 0,'18'0'125,"-1"0"-125,1 0 15,52 0 1,36 0-1,-71 0 1,18 18 0,-17-18-1,17 17 1,-1-17 0,19 18 15,-18-18-16,17 18 1,1-18 0,0 17-1,-1-17 1,1 0 0,-36 18-1,36-18 1,-1 0-1,1 0 1,35 0 0,-18 0-1,0 0 1,0 18 15,0-18-15,-35 0-1,18 0 1,17 0 0,-18 17-1,1-17 1,0 0 0,-1 0-1,-17 0 1,-35 0-16,17 0 15,18 0 1,-35 0 0,-1 0-1,36 0 1,-18 18 15,1-18-15,-19 0-1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in="-2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20238" units="1/cm"/>
          <inkml:channelProperty channel="T" name="resolution" value="1" units="1/dev"/>
        </inkml:channelProperties>
      </inkml:inkSource>
      <inkml:timestamp xml:id="ts0" timeString="2020-08-04T06:25:42.77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9190 5962 0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in="-2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20238" units="1/cm"/>
          <inkml:channelProperty channel="T" name="resolution" value="1" units="1/dev"/>
        </inkml:channelProperties>
      </inkml:inkSource>
      <inkml:timestamp xml:id="ts0" timeString="2020-08-04T06:25:49.63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9172 8008 0,'0'18'47,"18"-18"-47,0 0 15,-1 0-15,1 0 16,-1 0 0,19 0-1,34 17 1,1-17-1,17 0 1,18 0 0,0 0-1,-18 0 1,0 0 0,0 0-1,71 0 1,0 0-1,52 0 1,72 0 0,-54 18-1,-17 0 17,-54-1-17,-69 1 1,-37 0-1,72-1 1,-1-17 0,1 18-1,-106-18-15,105 17 16,18-17 0,-17 18-1,17-18 1,-18 18-1,1-18 1,-1 0 0,-17 0-1,-35 0 17,17 0-17,18 17 1,-1-17-1,72 18 1,-71-18 0,88 35-1,-53-35 1,-35 18 0,17-18-1,1 0 1,-19 18-1,-34-18 1,-1 0 0,1 0-1,-18 0 17,17 0-17,-34 17 1,-19-17-1,19 0 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in="-2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20238" units="1/cm"/>
          <inkml:channelProperty channel="T" name="resolution" value="1" units="1/dev"/>
        </inkml:channelProperties>
      </inkml:inkSource>
      <inkml:timestamp xml:id="ts0" timeString="2020-08-04T06:25:50.55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9278 8467 0,'18'0'78,"-18"17"-78,17-17 16,1 0-16,88 18 15,105 0 1,1 17 0,-35-35-1,-54 0 1,-52 0-1,-1 0 1,18 0 0,-52 0-1,-19 0 17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in="-2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20238" units="1/cm"/>
          <inkml:channelProperty channel="T" name="resolution" value="1" units="1/dev"/>
        </inkml:channelProperties>
      </inkml:inkSource>
      <inkml:timestamp xml:id="ts0" timeString="2020-08-04T06:25:54.94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15646 4374 0,'17'0'94,"1"0"-79,0 0-15,-1 0 0,54-17 16,35 17 0,52-18-1,-52 18 17,-35 0-32,52 0 31,-17 0-16,-18 0 1,0-17 0,1 17-1,-36 0 1,35 0 0,-18 0-1,1 0 1,-18 0-1,0 0 1,0 0 0,70 0-1,1 0 17,-19 0-17,-16 0 1,-1 0-1,0 0 1,0 17 0,-17-17-1,17 0 1,-17 0 0,-1 0-1,-17 18 1,18-18-1,-1 0 1,-35 0 0,18 17-1,0-17 17,-18 18-17,-17-18-15,35 0 16,0 0-1,-35 0 1,-18 18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in="-2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20238" units="1/cm"/>
          <inkml:channelProperty channel="T" name="resolution" value="1" units="1/dev"/>
        </inkml:channelProperties>
      </inkml:inkSource>
      <inkml:timestamp xml:id="ts0" timeString="2020-08-04T06:25:57.18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15522 4992 0,'18'0'16,"0"0"-1,-1 0 1,1-18-1,70 1 1,0 17 0,-35-18-1,18 18 1,-18 0 0,-18 0-1,-18 0 1,19 0-1,-1 0 1,0 0 0,18 0-1,-35 0-15,17 0 32,18 0-17,0 0 1,-18 0-1,36 0 1,-1 0 0,1-18-1,-18 18 1,-18 0 0,18 0-1,0 0 1,18 0-1,-1-17 1,1 17 0,-1-18-1,1 18 17,-36 0-17,18 0 1,35 0-1,0 0 1,0 0 0,-70 0-16,53-18 15,-1 18 1,-17 0 0,18 0-1,-18 0 1,-36 0-16,36 0 15,18 0 1,-18-17 0,35 17-1,0 0 17,-17-18-17,-18 18 1,-36 0-16,36 0 15,-18 0 1,71-18 0,-53 18-1,18-17 1,17 17 0,0 0-1,-35 0 1,53 0-1,-18 0 1,0 0 0,0 0-1,-70 0-15,53 0 32,-1 0-17,18 0 1,1 0-1,34 0 1,-17 0 0,-18-18-1,-17 18 1,34 0 0,19 0-1,-36 0 1,18 0-1,-36 0 1,1 0 0,53 0-1,-36 0 17,53 0-17,-35 0 1,-18 0-1,0 0 1,18 0 0,-36 0-1,-17 0 1,0 0 0,-53 18 15,-53-18-16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in="-2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20238" units="1/cm"/>
          <inkml:channelProperty channel="T" name="resolution" value="1" units="1/dev"/>
        </inkml:channelProperties>
      </inkml:inkSource>
      <inkml:timestamp xml:id="ts0" timeString="2020-08-04T06:25:59.00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15505 5468 0,'17'0'78,"1"0"-62,0 0-16,17 0 16,53 0-1,-70 0-15,123 0 16,-35 0-1,35 0 1,35-18 0,-17 18-1,-36 0 1,36 0 0,-71 0-1,0 0 1,1 0-1,16 0 1,-16 0 0,16 18-1,-34-18 17,0 0-17,17 0 1,-18 0-1,54 0 1,-18 0 0,-1 0-1,-34 0 1,17 0 0,0 0-1,18 0 1,0 0-1,-35 0 1,-18-18 0,35 18 15,18-17-15,-1 17-16,54-18 31,-53 18-16,-18 0 1,0 0 0,18 0-1,0-18 1,18 18 0,-54 0-1,1 0 1,34 0-1,-16 0 1,-1 0 0,-18 0-1,36 0 17,-18 0-17,36 0 1,-36 0-1,53 18 1,0 0 0,-70-1-1,-18-17 1,17 0 0,-17 18-1,0-18 1,-18 0-1,-35 18 64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in="-2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20238" units="1/cm"/>
          <inkml:channelProperty channel="T" name="resolution" value="1" units="1/dev"/>
        </inkml:channelProperties>
      </inkml:inkSource>
      <inkml:timestamp xml:id="ts0" timeString="2020-08-04T06:26:00.70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15452 5962 0,'17'0'47,"1"0"-16,0 0-31,17 0 16,88 0-1,89 0 1,105 0 0,36 0-1,-35 18 1,-89-18 0,-17 0-1,-1 0 1,1 0-1,0 0 1,-1 0 0,-34 0-1,-160 0-15,107 0 32,-18 0-17,-89 0-15,72 0 16,-1 0-1,0 0 1,0 0 0,-17 0-1,-18 0 1,17 0 0,18 0-1,-17 0 1,52 0-1,-34 0 1,-19 0 0,-17 0-1,0 0 17,0 0-17,35 0 1,18 0-1,-36 0 1,1 0 0,0 0-1,-1 0 1,-17 0 0,18 17-1,-54-17-15,19 0 16,52 0-1,-18 0 1,36 18 0,-18-1-1,18-17 17,-35 0-17,17 0 1,-18 0-1,-17 0 1,-17 0 0,-19 0-1,1 0 1,0 0 0,17 0-1,-35 18 32,-35-18-47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in="-2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20238" units="1/cm"/>
          <inkml:channelProperty channel="T" name="resolution" value="1" units="1/dev"/>
        </inkml:channelProperties>
      </inkml:inkSource>
      <inkml:timestamp xml:id="ts0" timeString="2020-08-04T06:26:01.99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15487 6473 0,'18'0'0,"-18"18"15,17-18 1,19 0 0,52 0-1,35 0 1,71 18 0,35-1-1,-17-17 1,-194 0-16,158 0 15,18 18 1,36-18 0,52 0-1,-53 18 17,-88-18-17,-17 0 1,-19 17-1,37-17 1,-19 0 0,-17 18-1,0 0 1,17-18 0,-52 0-1,17 0 1,35 0-1,-52 0 1,0 0 0,-19 0-1,1 0 17,-17 0-17,17 0 1,-18 17-1,0-17 1,0 0 0,-17 0 15,17 0-15,-17 0-1,17 0 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in="-2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20238" units="1/cm"/>
          <inkml:channelProperty channel="T" name="resolution" value="1" units="1/dev"/>
        </inkml:channelProperties>
      </inkml:inkSource>
      <inkml:timestamp xml:id="ts0" timeString="2020-08-04T06:26:11.05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9225 10142 0,'18'0'16,"-1"0"-1,36-17 1,-35 17 0,17 0-1,18 0 1,18-18 0,-1 18-1,36 0 1,-88 0-16,105 0 15,-52 0 1,17 0 0,-17 0 15,-1 0-15,1 0-1,52 0 1,18 18-1,-17-1 1,-107-17-16,72 0 16,-19 18-1,18-18 1,18 0 0,0 0-1,-36 18 1,1-18-1,0 17 1,-1-17 0,-52 0-16,105 0 31,-17 0-15,35 0-1,-35 18 1,-35-18-1,17 18 1,-53-18-16,106 0 16,0 17-1,36 1 1,-71-18 0,-18 0-1,0 17 1,-70-17-16,105 0 15,1 0 1,52 0 15,-53 0-31,1 0 32,-107 0-32,107 0 15,52 0 1,-35 0-1,-17 0 1,-1 0 0,-17 0-1,18 0 1,-107 0-16,89 0 16,18 0-1,-54 0 1,1 0-1,-18 0 1,-18 0 0,0 0 15,-88 0 16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in="-2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20238" units="1/cm"/>
          <inkml:channelProperty channel="T" name="resolution" value="1" units="1/dev"/>
        </inkml:channelProperties>
      </inkml:inkSource>
      <inkml:timestamp xml:id="ts0" timeString="2020-08-04T06:26:12.03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9225 10795 0,'18'0'16,"-1"0"-1,1 0 1,106-18 0,34 18-1,-17-35 1,-123 35-16,70 0 15,18-18 1,-53 18 0,-18 0-16,53 0 15,36 0 17,-54 0-17,-17 0 1,0 0-1,0 0 1,-35 0-16,35 0 16,0 0-1,17 0 1,-17 0 0,0 0-1,-18 0 1,-17 0-1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in="-2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20238" units="1/cm"/>
          <inkml:channelProperty channel="T" name="resolution" value="1" units="1/dev"/>
        </inkml:channelProperties>
      </inkml:inkSource>
      <inkml:timestamp xml:id="ts0" timeString="2020-08-04T06:26:18.38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15381 10213 0,'18'0'78,"-1"0"-78,1 0 16,0-18-1,17 18 1,18 0 0,-35-17-16,52-1 15,1 18 1,-18 0-1,-1 0 1,1 0 0,36-18-1,69 18 17,1 0-17,-35 0 1,-19 0-1,-34 0 1,17 0 0,18 0-1,-35 0 1,-36 0 0,35 0-1,-17 0 1,18 18-1,52-18 1,1 18 0,-18-18 15,-89 0-31,54 17 0,-1-17 31,1 0-15,35 0-1,-18 18 1,0-18 0,-17 0-1,-36 0 1,18 0 0,17 0-1,-17 18 1,36-18-1,16 0 1,-16 0 0,-19 0 15,18 17-15,-17-17-1,52 18 1,-34-18-1,-19 0 1,18 0 0,0 17-1,1-17 1,-19 0 0,-52 0-16,35 0 15,17 0 1,19 0-1,-19 0 1,-17 0 0,0 0-1,17 0 17,-17 0-17,18 0 1,-36 0-1,0 0 1,18 0 0,0 0-1,-17 0 1,-19 0 15,19 0-15,-1 0-1,0 0 1,-17 0 0,-1 18 15,1-18-15,0 0-1,-1 0 1,19 0-1,-19 18 1,18-18 0,-35 17-1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in="-2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20238" units="1/cm"/>
          <inkml:channelProperty channel="T" name="resolution" value="1" units="1/dev"/>
        </inkml:channelProperties>
      </inkml:inkSource>
      <inkml:timestamp xml:id="ts0" timeString="2020-08-04T06:26:22.95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15540 10760 0,'18'0'250,"-1"0"-234,1 0-16,-1 0 15,1 0-15,0 0 16,-1 0-1,1 0 1,0 0 0,35 0 15,-36 0-15,18 0-1,-17 0 1,0 0-1,17 0 1,-17 0 0,52 0-1,-35 0 1,1 0 0,-1 0-1,18 0 1,17 0-1,36 0 1,-17 0 0,-19 0-1,-52 0-15,52 0 32,18 0-17,-17 0 1,35 0-1,0 0 1,-36 0 0,-17 0-1,0 0 1,18 0 0,-54 0-16,36 0 15,18 0 1,-18 0-1,0 0 1,17 0 0,-17-18 15,35 18-15,0 0-1,-17 0 1,-18 0-1,0 0 1,35 0 0,-17-18-1,17 18 1,18-17 0,-18 17-1,0 0 1,0 0-1,-70 0-15,70 0 16,0 0 0,0 0 15,1 0-15,16-18-1,19 18 1,-36 0-1,-17 0 1,17 0 0,-18 0-1,1 0 1,0 0 0,34 0-1,-16 0 1,16 0-1,-34 0 1,-53 0 0,34 0-1,-34 0 17,35 0-17,0 0 1,-18 0-1,18 0 1,-18 0 0,1 0-1,-19 0 1,1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in="-2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20238" units="1/cm"/>
          <inkml:channelProperty channel="T" name="resolution" value="1" units="1/dev"/>
        </inkml:channelProperties>
      </inkml:inkSource>
      <inkml:timestamp xml:id="ts0" timeString="2020-08-04T06:26:26.08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15505 11324 0,'0'-17'15,"17"17"1,36 0-1,0-18 1,35 18 0,-52 0-16,140-35 15,36 35 1,52 0 0,-52 0-1,-18 0 1,-71 0-1,-17 0 1,-18-18 0,36 18 15,-1 0-15,1-18-1,17 1 1,-71 17-1,-17 0 1,53 0 0,18-18-1,17 18 1,18 0 0,-18-18-1,-36 18 1,19 0-1,35 0 1,-1 0 0,19 0 15,-71 0-15,17 18-1,54-18 1,-160 18-16,160-1 15,-19-17 1,1 18 0,-53-18-1,0 0 1,0 0 0,-1 18-1,-16-18 1,34 17-1,-17-17 1,-36 18 0,19-18 15,-19 0-15,-35 0-1,-35 18 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in="-2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20238" units="1/cm"/>
          <inkml:channelProperty channel="T" name="resolution" value="1" units="1/dev"/>
        </inkml:channelProperties>
      </inkml:inkSource>
      <inkml:timestamp xml:id="ts0" timeString="2020-08-04T06:26:27.71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15610 11924 0,'18'0'47,"0"0"-47,-1 0 0,1 0 0,53 0 32,34-18-17,54 18 1,0 0-1,-18 0 1,-35 0 0,17 0-1,-17 0 1,0 0 0,-88 0-16,87 0 15,1 0 1,-18 0-1,1 0 1,-19 0 0,36 0 15,-18 0-15,-17 0-1,-54 0-15,36 0 16,0 0-1,18 0 1,35 0 0,-18 0-1,18 0 1,-36 0 0,1 0-1,35 0 1,17 0-1,1 0 1,-19 0 0,-34 0 15,17 0-15,0 0-1,1 0 1,-1 0-1,-53 0 1,-17 0 0,17 0-1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in="-2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20238" units="1/cm"/>
          <inkml:channelProperty channel="T" name="resolution" value="1" units="1/dev"/>
        </inkml:channelProperties>
      </inkml:inkSource>
      <inkml:timestamp xml:id="ts0" timeString="2020-08-04T06:26:33.66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9296 13670 0,'17'0'63,"1"0"-48,0 0-15,-1 0 0,19 0 16,16 0 0,1 0-1,-35 0-15,17 0 16,18 0 0,35 18-1,36-18 1,-36 17-1,0-17 1,-35 0 0,0 18 15,35-18-15,-17 18-1,17-18 1,-17 0-1,-54 0-15,54 0 16,-1 0 0,19 0-1,-1 0 1,18 0 0,17 0-1,-52 0 1,-19 0-1,37 0 1,17 0 0,-1 0 15,-87 0-31,123 0 16,-35 0-1,0 0 1,-36 0-1,1 0 1,-1 0 0,1 0-1,52 0 1,-34 0 0,-1 0-1,0 0 1,18 0-1,-18 17 1,18-17 0,-18 0 15,18 0-15,-18 0-1,-17 18 1,-1 0-1,-52-18-15,88 0 16,17 0 0,-35 0-1,1 0 1,-37 0 0,54 0-1,-35 0 1,-1 0-1,1 0 1,0 0 0,-1 0 15,36 0-15,-53 0-1,17 17 1,19-17-1,-19 0 1,1 0 0,-1 18-1,-34-18 1,-19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in="-2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20238" units="1/cm"/>
          <inkml:channelProperty channel="T" name="resolution" value="1" units="1/dev"/>
        </inkml:channelProperties>
      </inkml:inkSource>
      <inkml:timestamp xml:id="ts0" timeString="2020-08-04T06:26:34.86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9278 14305 0,'18'0'31,"-1"0"-31,1 0 0,88 0 16,35 18 15,-123-18-31,105 17 16,0-17-1,1 18 1,35 0-1,-36-1 1,-35-17 0,1 18-1,-1-18 1,0 0 0,-17 18-1,-19-18 1,-34 0-1,35 0 1,0 0 0,0 0-1,17 0 17,-52 0-17,0 0 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in="-2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20238" units="1/cm"/>
          <inkml:channelProperty channel="T" name="resolution" value="1" units="1/dev"/>
        </inkml:channelProperties>
      </inkml:inkSource>
      <inkml:timestamp xml:id="ts0" timeString="2020-08-04T06:26:38.23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15575 13106 0,'18'0'63,"-1"0"-63,1 0 0,17 17 16,36-17-1,17 0 1,18 18-1,35-18 1,18 0 0,-36 0-1,-35 18 1,1-18 0,34 0-1,-105 0-15,123 0 16,-18 0-1,-34 0 1,-19 0 0,18 0 15,18 0-15,0 0-1,-18 0 1,18 17-1,0-17 1,-18 0 0,18 18-1,17-18 1,-34 0 0,16 0-1,-34 0 1,52 0-1,1 0 1,-18-18 0,17 18 15,1 0-15,-19-17-1,-16 17 1,16-18-1,-16 0 1,17 18 0,-1-17-1,-16 17 1,-19 0 0,-35 0-1,1-18 1,17 18-1,17 0 1,1 0 0,-36 0 15,0 0-15,0 0-1,36 0 1,0 0-1,-18 0 1,-18 0 0,-18 0-1,19 0 1,34 0 0,-17 0-1,-35 0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B1F98-CDCA-4E1F-B89C-7712647B005A}" type="datetimeFigureOut">
              <a:rPr lang="zh-TW" altLang="en-US" smtClean="0"/>
              <a:t>2020/8/4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E0A4FA-366C-40B7-9E40-EFBC7A72D8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0661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4125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55952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1878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05121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同化 革命 最弱的給最強的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64900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b="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04134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b="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44311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70392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23599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dirty="0"/>
              <a:t>教學階段 學習階段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82940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45943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08091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7103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4837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2020/8/4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5846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2020/8/4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7946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2020/8/4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3438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2020/8/4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0689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2020/8/4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3240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2020/8/4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6587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2020/8/4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6154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2020/8/4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7834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2020/8/4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4832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2020/8/4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6856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2020/8/4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9145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6EFCFE-425C-4696-9D05-22E06C3112FC}" type="datetimeFigureOut">
              <a:rPr lang="zh-TW" altLang="en-US" smtClean="0"/>
              <a:t>2020/8/4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8622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.xml"/><Relationship Id="rId18" Type="http://schemas.openxmlformats.org/officeDocument/2006/relationships/image" Target="../media/image12.emf"/><Relationship Id="rId26" Type="http://schemas.openxmlformats.org/officeDocument/2006/relationships/image" Target="../media/image16.emf"/><Relationship Id="rId3" Type="http://schemas.openxmlformats.org/officeDocument/2006/relationships/image" Target="../media/image1.png"/><Relationship Id="rId21" Type="http://schemas.openxmlformats.org/officeDocument/2006/relationships/customXml" Target="../ink/ink9.xml"/><Relationship Id="rId34" Type="http://schemas.openxmlformats.org/officeDocument/2006/relationships/image" Target="../media/image20.emf"/><Relationship Id="rId7" Type="http://schemas.openxmlformats.org/officeDocument/2006/relationships/customXml" Target="../ink/ink2.xml"/><Relationship Id="rId12" Type="http://schemas.openxmlformats.org/officeDocument/2006/relationships/image" Target="../media/image9.emf"/><Relationship Id="rId17" Type="http://schemas.openxmlformats.org/officeDocument/2006/relationships/customXml" Target="../ink/ink7.xml"/><Relationship Id="rId25" Type="http://schemas.openxmlformats.org/officeDocument/2006/relationships/customXml" Target="../ink/ink11.xml"/><Relationship Id="rId33" Type="http://schemas.openxmlformats.org/officeDocument/2006/relationships/customXml" Target="../ink/ink15.xml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1.emf"/><Relationship Id="rId20" Type="http://schemas.openxmlformats.org/officeDocument/2006/relationships/image" Target="../media/image13.emf"/><Relationship Id="rId29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11" Type="http://schemas.openxmlformats.org/officeDocument/2006/relationships/customXml" Target="../ink/ink4.xml"/><Relationship Id="rId24" Type="http://schemas.openxmlformats.org/officeDocument/2006/relationships/image" Target="../media/image15.emf"/><Relationship Id="rId32" Type="http://schemas.openxmlformats.org/officeDocument/2006/relationships/image" Target="../media/image19.emf"/><Relationship Id="rId5" Type="http://schemas.openxmlformats.org/officeDocument/2006/relationships/customXml" Target="../ink/ink1.xml"/><Relationship Id="rId15" Type="http://schemas.openxmlformats.org/officeDocument/2006/relationships/customXml" Target="../ink/ink6.xml"/><Relationship Id="rId23" Type="http://schemas.openxmlformats.org/officeDocument/2006/relationships/customXml" Target="../ink/ink10.xml"/><Relationship Id="rId28" Type="http://schemas.openxmlformats.org/officeDocument/2006/relationships/image" Target="../media/image17.emf"/><Relationship Id="rId36" Type="http://schemas.openxmlformats.org/officeDocument/2006/relationships/image" Target="../media/image21.emf"/><Relationship Id="rId10" Type="http://schemas.openxmlformats.org/officeDocument/2006/relationships/image" Target="../media/image8.emf"/><Relationship Id="rId19" Type="http://schemas.openxmlformats.org/officeDocument/2006/relationships/customXml" Target="../ink/ink8.xml"/><Relationship Id="rId31" Type="http://schemas.openxmlformats.org/officeDocument/2006/relationships/customXml" Target="../ink/ink14.xml"/><Relationship Id="rId4" Type="http://schemas.openxmlformats.org/officeDocument/2006/relationships/image" Target="../media/image5.png"/><Relationship Id="rId9" Type="http://schemas.openxmlformats.org/officeDocument/2006/relationships/customXml" Target="../ink/ink3.xml"/><Relationship Id="rId14" Type="http://schemas.openxmlformats.org/officeDocument/2006/relationships/image" Target="../media/image10.emf"/><Relationship Id="rId22" Type="http://schemas.openxmlformats.org/officeDocument/2006/relationships/image" Target="../media/image14.emf"/><Relationship Id="rId27" Type="http://schemas.openxmlformats.org/officeDocument/2006/relationships/customXml" Target="../ink/ink12.xml"/><Relationship Id="rId30" Type="http://schemas.openxmlformats.org/officeDocument/2006/relationships/image" Target="../media/image18.emf"/><Relationship Id="rId35" Type="http://schemas.openxmlformats.org/officeDocument/2006/relationships/customXml" Target="../ink/ink16.xml"/><Relationship Id="rId8" Type="http://schemas.openxmlformats.org/officeDocument/2006/relationships/image" Target="../media/image7.emf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.emf"/><Relationship Id="rId18" Type="http://schemas.openxmlformats.org/officeDocument/2006/relationships/customXml" Target="../ink/ink23.xml"/><Relationship Id="rId26" Type="http://schemas.openxmlformats.org/officeDocument/2006/relationships/customXml" Target="../ink/ink27.xml"/><Relationship Id="rId39" Type="http://schemas.openxmlformats.org/officeDocument/2006/relationships/image" Target="../media/image40.emf"/><Relationship Id="rId21" Type="http://schemas.openxmlformats.org/officeDocument/2006/relationships/image" Target="../media/image31.emf"/><Relationship Id="rId34" Type="http://schemas.openxmlformats.org/officeDocument/2006/relationships/customXml" Target="../ink/ink31.xml"/><Relationship Id="rId7" Type="http://schemas.openxmlformats.org/officeDocument/2006/relationships/image" Target="../media/image24.emf"/><Relationship Id="rId2" Type="http://schemas.openxmlformats.org/officeDocument/2006/relationships/notesSlide" Target="../notesSlides/notesSlide9.xml"/><Relationship Id="rId16" Type="http://schemas.openxmlformats.org/officeDocument/2006/relationships/customXml" Target="../ink/ink22.xml"/><Relationship Id="rId20" Type="http://schemas.openxmlformats.org/officeDocument/2006/relationships/customXml" Target="../ink/ink24.xml"/><Relationship Id="rId29" Type="http://schemas.openxmlformats.org/officeDocument/2006/relationships/image" Target="../media/image35.emf"/><Relationship Id="rId41" Type="http://schemas.openxmlformats.org/officeDocument/2006/relationships/image" Target="../media/image41.emf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7.xml"/><Relationship Id="rId11" Type="http://schemas.openxmlformats.org/officeDocument/2006/relationships/image" Target="../media/image26.emf"/><Relationship Id="rId24" Type="http://schemas.openxmlformats.org/officeDocument/2006/relationships/customXml" Target="../ink/ink26.xml"/><Relationship Id="rId32" Type="http://schemas.openxmlformats.org/officeDocument/2006/relationships/customXml" Target="../ink/ink30.xml"/><Relationship Id="rId37" Type="http://schemas.openxmlformats.org/officeDocument/2006/relationships/image" Target="../media/image39.emf"/><Relationship Id="rId40" Type="http://schemas.openxmlformats.org/officeDocument/2006/relationships/customXml" Target="../ink/ink34.xml"/><Relationship Id="rId5" Type="http://schemas.openxmlformats.org/officeDocument/2006/relationships/image" Target="../media/image7.png"/><Relationship Id="rId15" Type="http://schemas.openxmlformats.org/officeDocument/2006/relationships/image" Target="../media/image28.emf"/><Relationship Id="rId23" Type="http://schemas.openxmlformats.org/officeDocument/2006/relationships/image" Target="../media/image32.emf"/><Relationship Id="rId28" Type="http://schemas.openxmlformats.org/officeDocument/2006/relationships/customXml" Target="../ink/ink28.xml"/><Relationship Id="rId36" Type="http://schemas.openxmlformats.org/officeDocument/2006/relationships/customXml" Target="../ink/ink32.xml"/><Relationship Id="rId10" Type="http://schemas.openxmlformats.org/officeDocument/2006/relationships/customXml" Target="../ink/ink19.xml"/><Relationship Id="rId19" Type="http://schemas.openxmlformats.org/officeDocument/2006/relationships/image" Target="../media/image30.emf"/><Relationship Id="rId31" Type="http://schemas.openxmlformats.org/officeDocument/2006/relationships/image" Target="../media/image36.emf"/><Relationship Id="rId4" Type="http://schemas.openxmlformats.org/officeDocument/2006/relationships/image" Target="../media/image6.png"/><Relationship Id="rId9" Type="http://schemas.openxmlformats.org/officeDocument/2006/relationships/image" Target="../media/image25.emf"/><Relationship Id="rId14" Type="http://schemas.openxmlformats.org/officeDocument/2006/relationships/customXml" Target="../ink/ink21.xml"/><Relationship Id="rId22" Type="http://schemas.openxmlformats.org/officeDocument/2006/relationships/customXml" Target="../ink/ink25.xml"/><Relationship Id="rId27" Type="http://schemas.openxmlformats.org/officeDocument/2006/relationships/image" Target="../media/image34.emf"/><Relationship Id="rId30" Type="http://schemas.openxmlformats.org/officeDocument/2006/relationships/customXml" Target="../ink/ink29.xml"/><Relationship Id="rId35" Type="http://schemas.openxmlformats.org/officeDocument/2006/relationships/image" Target="../media/image38.emf"/><Relationship Id="rId8" Type="http://schemas.openxmlformats.org/officeDocument/2006/relationships/customXml" Target="../ink/ink18.xml"/><Relationship Id="rId3" Type="http://schemas.openxmlformats.org/officeDocument/2006/relationships/image" Target="../media/image1.png"/><Relationship Id="rId12" Type="http://schemas.openxmlformats.org/officeDocument/2006/relationships/customXml" Target="../ink/ink20.xml"/><Relationship Id="rId17" Type="http://schemas.openxmlformats.org/officeDocument/2006/relationships/image" Target="../media/image29.emf"/><Relationship Id="rId25" Type="http://schemas.openxmlformats.org/officeDocument/2006/relationships/image" Target="../media/image33.emf"/><Relationship Id="rId33" Type="http://schemas.openxmlformats.org/officeDocument/2006/relationships/image" Target="../media/image37.emf"/><Relationship Id="rId38" Type="http://schemas.openxmlformats.org/officeDocument/2006/relationships/customXml" Target="../ink/ink3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47A32-0D96-4B57-86B2-82EC84E899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7908" y="1241606"/>
            <a:ext cx="8348184" cy="877881"/>
          </a:xfrm>
        </p:spPr>
        <p:txBody>
          <a:bodyPr>
            <a:no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Review of Population-based Meta-heuristic Algorithms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1456E59-5D91-4093-B1A4-6F308EA967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6110" y="3070388"/>
            <a:ext cx="8536249" cy="717223"/>
          </a:xfrm>
        </p:spPr>
        <p:txBody>
          <a:bodyPr>
            <a:no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Beheshti, Zahra and Shamsuddin, Siti Mariyam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Hj</a:t>
            </a:r>
            <a:endParaRPr lang="fr-FR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A64E0364-4674-4930-835E-A413D880DCDB}"/>
              </a:ext>
            </a:extLst>
          </p:cNvPr>
          <p:cNvSpPr txBox="1">
            <a:spLocks/>
          </p:cNvSpPr>
          <p:nvPr/>
        </p:nvSpPr>
        <p:spPr>
          <a:xfrm>
            <a:off x="4761182" y="5443584"/>
            <a:ext cx="3486173" cy="85647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</a:t>
            </a:r>
            <a:r>
              <a:rPr lang="en-US" altLang="zh-TW" sz="1800" dirty="0"/>
              <a:t> 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Tz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-Hsu Lee</a:t>
            </a:r>
          </a:p>
          <a:p>
            <a:pPr algn="r"/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Date : Aug. 04, 2020.</a:t>
            </a:r>
            <a:endParaRPr lang="zh-TW" altLang="en-US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98F8570-D18F-4FAE-A5A6-644CF99DDEB2}"/>
              </a:ext>
            </a:extLst>
          </p:cNvPr>
          <p:cNvSpPr/>
          <p:nvPr/>
        </p:nvSpPr>
        <p:spPr>
          <a:xfrm>
            <a:off x="692791" y="3997050"/>
            <a:ext cx="762288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International Journal of Advances in Soft Computing and its Applications, 2013, Vol. 5, No. 1, pp.1-35.</a:t>
            </a:r>
          </a:p>
        </p:txBody>
      </p:sp>
    </p:spTree>
    <p:extLst>
      <p:ext uri="{BB962C8B-B14F-4D97-AF65-F5344CB8AC3E}">
        <p14:creationId xmlns:p14="http://schemas.microsoft.com/office/powerpoint/2010/main" val="829859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19">
        <p:cut/>
      </p:transition>
    </mc:Choice>
    <mc:Fallback xmlns="">
      <p:transition spd="slow" advTm="2519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47A32-0D96-4B57-86B2-82EC84E899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7908" y="1309699"/>
            <a:ext cx="8348184" cy="877881"/>
          </a:xfrm>
        </p:spPr>
        <p:txBody>
          <a:bodyPr>
            <a:no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Metaheuristic Algorithms: </a:t>
            </a:r>
            <a:b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Comprehensive Review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1456E59-5D91-4093-B1A4-6F308EA967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6110" y="3070388"/>
            <a:ext cx="8536249" cy="717223"/>
          </a:xfrm>
        </p:spPr>
        <p:txBody>
          <a:bodyPr>
            <a:no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Abdel-Basset, Mohamed and Abdel-Fatah, Laila and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Sangaiah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Arun Kumar</a:t>
            </a:r>
            <a:endParaRPr lang="fr-FR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A64E0364-4674-4930-835E-A413D880DCDB}"/>
              </a:ext>
            </a:extLst>
          </p:cNvPr>
          <p:cNvSpPr txBox="1">
            <a:spLocks/>
          </p:cNvSpPr>
          <p:nvPr/>
        </p:nvSpPr>
        <p:spPr>
          <a:xfrm>
            <a:off x="4761182" y="5443584"/>
            <a:ext cx="3486173" cy="85647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</a:t>
            </a:r>
            <a:r>
              <a:rPr lang="en-US" altLang="zh-TW" sz="1800" dirty="0"/>
              <a:t> 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Tz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-Hsu Lee</a:t>
            </a:r>
          </a:p>
          <a:p>
            <a:pPr algn="r"/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Date : Aug. 04, 2020.</a:t>
            </a:r>
            <a:endParaRPr lang="zh-TW" altLang="en-US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98F8570-D18F-4FAE-A5A6-644CF99DDEB2}"/>
              </a:ext>
            </a:extLst>
          </p:cNvPr>
          <p:cNvSpPr/>
          <p:nvPr/>
        </p:nvSpPr>
        <p:spPr>
          <a:xfrm>
            <a:off x="692791" y="3997050"/>
            <a:ext cx="762288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Computational intelligence for multimedia big data on the cloud with engineering applications, 2018, pp.185-231.</a:t>
            </a:r>
          </a:p>
        </p:txBody>
      </p:sp>
    </p:spTree>
    <p:extLst>
      <p:ext uri="{BB962C8B-B14F-4D97-AF65-F5344CB8AC3E}">
        <p14:creationId xmlns:p14="http://schemas.microsoft.com/office/powerpoint/2010/main" val="944237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19">
        <p:cut/>
      </p:transition>
    </mc:Choice>
    <mc:Fallback xmlns="">
      <p:transition spd="slow" advTm="2519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07" y="260700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Abstract(1/2)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26DCC3-1991-4383-BF81-99FF89553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007" y="961795"/>
            <a:ext cx="9004993" cy="5131633"/>
          </a:xfrm>
        </p:spPr>
        <p:txBody>
          <a:bodyPr>
            <a:noAutofit/>
          </a:bodyPr>
          <a:lstStyle/>
          <a:p>
            <a:pPr marL="0" indent="0">
              <a:lnSpc>
                <a:spcPts val="3200"/>
              </a:lnSpc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Exact optimization algorithms are not able to provide an appropriate solution in solving optimization problems with a high-dimensional search space. In these problems, the search space grows exponentially with the problem size therefore; exhaustive search is not practical. Also, classical approximate optimization methods like greedy-based algorithms make several assumptions to solve the problems. Sometimes, the validation of these assumptions is difficult in each problem. Hence, meta-heuristic algorithms which make few or no assumptions about a problem and can search very large spaces of candidate solutions have been extensively developed to solve optimization problems these days. </a:t>
            </a:r>
          </a:p>
        </p:txBody>
      </p:sp>
    </p:spTree>
    <p:extLst>
      <p:ext uri="{BB962C8B-B14F-4D97-AF65-F5344CB8AC3E}">
        <p14:creationId xmlns:p14="http://schemas.microsoft.com/office/powerpoint/2010/main" val="3994483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07" y="260700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Abstract(2/2)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26DCC3-1991-4383-BF81-99FF89553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007" y="961795"/>
            <a:ext cx="9004993" cy="5131633"/>
          </a:xfrm>
        </p:spPr>
        <p:txBody>
          <a:bodyPr>
            <a:noAutofit/>
          </a:bodyPr>
          <a:lstStyle/>
          <a:p>
            <a:pPr marL="0" indent="0">
              <a:lnSpc>
                <a:spcPts val="3200"/>
              </a:lnSpc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Among these algorithms, population-based meta-heuristic algorithms are proper for global searches due to global exploration and local exploitation ability. In this paper, a survey on meta-heuristic algorithms is performed and several population-based meta-heuristics in continuous (real) and discrete (binary) search spaces are explained in details. This covers design, main algorithm, advantages and disadvantages of the algorithms.</a:t>
            </a:r>
          </a:p>
        </p:txBody>
      </p:sp>
    </p:spTree>
    <p:extLst>
      <p:ext uri="{BB962C8B-B14F-4D97-AF65-F5344CB8AC3E}">
        <p14:creationId xmlns:p14="http://schemas.microsoft.com/office/powerpoint/2010/main" val="1180534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088" y="350951"/>
            <a:ext cx="8491867" cy="583367"/>
          </a:xfrm>
        </p:spPr>
        <p:txBody>
          <a:bodyPr>
            <a:no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Imperialist Competitive Algorithm (ICA)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731" y="5537789"/>
            <a:ext cx="312390" cy="385893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494C81C3-027A-4EEB-AFC9-42A6F34BC2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2746" y="1331235"/>
            <a:ext cx="6218508" cy="4443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853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957" y="350951"/>
            <a:ext cx="8491867" cy="583367"/>
          </a:xfrm>
        </p:spPr>
        <p:txBody>
          <a:bodyPr>
            <a:no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Gravitational Search Algorithm(GSA)</a:t>
            </a: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731" y="5537789"/>
            <a:ext cx="312390" cy="385893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6F7026F6-22B1-42E5-BFB2-1A8A1BA033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9836" y="1214306"/>
            <a:ext cx="3589679" cy="5150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811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957" y="350951"/>
            <a:ext cx="8491867" cy="583367"/>
          </a:xfrm>
        </p:spPr>
        <p:txBody>
          <a:bodyPr>
            <a:no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Simulated annealing(SA)</a:t>
            </a: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731" y="5537789"/>
            <a:ext cx="312390" cy="385893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2EC358B-020A-498E-840A-FC403EF34E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0483" y="1124491"/>
            <a:ext cx="5469786" cy="5071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994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957" y="350951"/>
            <a:ext cx="8491867" cy="583367"/>
          </a:xfrm>
        </p:spPr>
        <p:txBody>
          <a:bodyPr>
            <a:no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Conclusion(1/2)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731" y="5537789"/>
            <a:ext cx="312390" cy="385893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BB636DF1-AC30-4907-984F-A75986A115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428" y="1172802"/>
            <a:ext cx="6057143" cy="505714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筆跡 2">
                <a:extLst>
                  <a:ext uri="{FF2B5EF4-FFF2-40B4-BE49-F238E27FC236}">
                    <a16:creationId xmlns:a16="http://schemas.microsoft.com/office/drawing/2014/main" id="{F313E398-77CF-4286-A14A-CE2CA4BFEF25}"/>
                  </a:ext>
                </a:extLst>
              </p14:cNvPr>
              <p14:cNvContentPartPr/>
              <p14:nvPr/>
            </p14:nvContentPartPr>
            <p14:xfrm>
              <a:off x="3149640" y="1689120"/>
              <a:ext cx="1905480" cy="19440"/>
            </p14:xfrm>
          </p:contentPart>
        </mc:Choice>
        <mc:Fallback xmlns="">
          <p:pic>
            <p:nvPicPr>
              <p:cNvPr id="3" name="筆跡 2">
                <a:extLst>
                  <a:ext uri="{FF2B5EF4-FFF2-40B4-BE49-F238E27FC236}">
                    <a16:creationId xmlns:a16="http://schemas.microsoft.com/office/drawing/2014/main" id="{F313E398-77CF-4286-A14A-CE2CA4BFEF2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33800" y="1625760"/>
                <a:ext cx="193680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筆跡 3">
                <a:extLst>
                  <a:ext uri="{FF2B5EF4-FFF2-40B4-BE49-F238E27FC236}">
                    <a16:creationId xmlns:a16="http://schemas.microsoft.com/office/drawing/2014/main" id="{797BA586-0D6C-4770-92F6-F5DEE70716F9}"/>
                  </a:ext>
                </a:extLst>
              </p14:cNvPr>
              <p14:cNvContentPartPr/>
              <p14:nvPr/>
            </p14:nvContentPartPr>
            <p14:xfrm>
              <a:off x="3137040" y="1873080"/>
              <a:ext cx="1416240" cy="6840"/>
            </p14:xfrm>
          </p:contentPart>
        </mc:Choice>
        <mc:Fallback xmlns="">
          <p:pic>
            <p:nvPicPr>
              <p:cNvPr id="4" name="筆跡 3">
                <a:extLst>
                  <a:ext uri="{FF2B5EF4-FFF2-40B4-BE49-F238E27FC236}">
                    <a16:creationId xmlns:a16="http://schemas.microsoft.com/office/drawing/2014/main" id="{797BA586-0D6C-4770-92F6-F5DEE70716F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121200" y="1809720"/>
                <a:ext cx="144756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C7669B59-90AF-40E0-97DB-BE2E8F51B691}"/>
                  </a:ext>
                </a:extLst>
              </p14:cNvPr>
              <p14:cNvContentPartPr/>
              <p14:nvPr/>
            </p14:nvContentPartPr>
            <p14:xfrm>
              <a:off x="3156120" y="2381400"/>
              <a:ext cx="1911600" cy="51120"/>
            </p14:xfrm>
          </p:contentPart>
        </mc:Choice>
        <mc:Fallback xmlns=""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C7669B59-90AF-40E0-97DB-BE2E8F51B69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140280" y="2318040"/>
                <a:ext cx="194292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8F597F8D-4796-4CAB-B420-12A0223AE6FA}"/>
                  </a:ext>
                </a:extLst>
              </p14:cNvPr>
              <p14:cNvContentPartPr/>
              <p14:nvPr/>
            </p14:nvContentPartPr>
            <p14:xfrm>
              <a:off x="3143160" y="2571840"/>
              <a:ext cx="673560" cy="32040"/>
            </p14:xfrm>
          </p:contentPart>
        </mc:Choice>
        <mc:Fallback xmlns=""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8F597F8D-4796-4CAB-B420-12A0223AE6F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127320" y="2508480"/>
                <a:ext cx="70488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" name="筆跡 7">
                <a:extLst>
                  <a:ext uri="{FF2B5EF4-FFF2-40B4-BE49-F238E27FC236}">
                    <a16:creationId xmlns:a16="http://schemas.microsoft.com/office/drawing/2014/main" id="{2E335B4B-608C-4E56-9AB2-881967064D25}"/>
                  </a:ext>
                </a:extLst>
              </p14:cNvPr>
              <p14:cNvContentPartPr/>
              <p14:nvPr/>
            </p14:nvContentPartPr>
            <p14:xfrm>
              <a:off x="5410080" y="1479600"/>
              <a:ext cx="1448280" cy="19440"/>
            </p14:xfrm>
          </p:contentPart>
        </mc:Choice>
        <mc:Fallback xmlns="">
          <p:pic>
            <p:nvPicPr>
              <p:cNvPr id="8" name="筆跡 7">
                <a:extLst>
                  <a:ext uri="{FF2B5EF4-FFF2-40B4-BE49-F238E27FC236}">
                    <a16:creationId xmlns:a16="http://schemas.microsoft.com/office/drawing/2014/main" id="{2E335B4B-608C-4E56-9AB2-881967064D2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394240" y="1416240"/>
                <a:ext cx="147960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9" name="筆跡 8">
                <a:extLst>
                  <a:ext uri="{FF2B5EF4-FFF2-40B4-BE49-F238E27FC236}">
                    <a16:creationId xmlns:a16="http://schemas.microsoft.com/office/drawing/2014/main" id="{A5BC7174-A5CB-4648-95B4-3E1498C4AC24}"/>
                  </a:ext>
                </a:extLst>
              </p14:cNvPr>
              <p14:cNvContentPartPr/>
              <p14:nvPr/>
            </p14:nvContentPartPr>
            <p14:xfrm>
              <a:off x="5454720" y="1974960"/>
              <a:ext cx="2121120" cy="101880"/>
            </p14:xfrm>
          </p:contentPart>
        </mc:Choice>
        <mc:Fallback xmlns="">
          <p:pic>
            <p:nvPicPr>
              <p:cNvPr id="9" name="筆跡 8">
                <a:extLst>
                  <a:ext uri="{FF2B5EF4-FFF2-40B4-BE49-F238E27FC236}">
                    <a16:creationId xmlns:a16="http://schemas.microsoft.com/office/drawing/2014/main" id="{A5BC7174-A5CB-4648-95B4-3E1498C4AC2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438880" y="1911600"/>
                <a:ext cx="215244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" name="筆跡 9">
                <a:extLst>
                  <a:ext uri="{FF2B5EF4-FFF2-40B4-BE49-F238E27FC236}">
                    <a16:creationId xmlns:a16="http://schemas.microsoft.com/office/drawing/2014/main" id="{97758B68-FD75-4ADC-A9D4-B323DF0F234E}"/>
                  </a:ext>
                </a:extLst>
              </p14:cNvPr>
              <p14:cNvContentPartPr/>
              <p14:nvPr/>
            </p14:nvContentPartPr>
            <p14:xfrm>
              <a:off x="5429160" y="2222640"/>
              <a:ext cx="2064240" cy="38160"/>
            </p14:xfrm>
          </p:contentPart>
        </mc:Choice>
        <mc:Fallback xmlns="">
          <p:pic>
            <p:nvPicPr>
              <p:cNvPr id="10" name="筆跡 9">
                <a:extLst>
                  <a:ext uri="{FF2B5EF4-FFF2-40B4-BE49-F238E27FC236}">
                    <a16:creationId xmlns:a16="http://schemas.microsoft.com/office/drawing/2014/main" id="{97758B68-FD75-4ADC-A9D4-B323DF0F234E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413320" y="2159280"/>
                <a:ext cx="2095560" cy="1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1" name="筆跡 10">
                <a:extLst>
                  <a:ext uri="{FF2B5EF4-FFF2-40B4-BE49-F238E27FC236}">
                    <a16:creationId xmlns:a16="http://schemas.microsoft.com/office/drawing/2014/main" id="{2F5C47F7-1785-40E6-98F0-9ED623AEBE53}"/>
                  </a:ext>
                </a:extLst>
              </p14:cNvPr>
              <p14:cNvContentPartPr/>
              <p14:nvPr/>
            </p14:nvContentPartPr>
            <p14:xfrm>
              <a:off x="5442120" y="2381400"/>
              <a:ext cx="1568520" cy="44640"/>
            </p14:xfrm>
          </p:contentPart>
        </mc:Choice>
        <mc:Fallback xmlns="">
          <p:pic>
            <p:nvPicPr>
              <p:cNvPr id="11" name="筆跡 10">
                <a:extLst>
                  <a:ext uri="{FF2B5EF4-FFF2-40B4-BE49-F238E27FC236}">
                    <a16:creationId xmlns:a16="http://schemas.microsoft.com/office/drawing/2014/main" id="{2F5C47F7-1785-40E6-98F0-9ED623AEBE53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426280" y="2318040"/>
                <a:ext cx="159984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3" name="筆跡 12">
                <a:extLst>
                  <a:ext uri="{FF2B5EF4-FFF2-40B4-BE49-F238E27FC236}">
                    <a16:creationId xmlns:a16="http://schemas.microsoft.com/office/drawing/2014/main" id="{F604F4B6-1FED-4013-930C-2D33F936A6DC}"/>
                  </a:ext>
                </a:extLst>
              </p14:cNvPr>
              <p14:cNvContentPartPr/>
              <p14:nvPr/>
            </p14:nvContentPartPr>
            <p14:xfrm>
              <a:off x="5403960" y="2793960"/>
              <a:ext cx="1651320" cy="63720"/>
            </p14:xfrm>
          </p:contentPart>
        </mc:Choice>
        <mc:Fallback xmlns="">
          <p:pic>
            <p:nvPicPr>
              <p:cNvPr id="13" name="筆跡 12">
                <a:extLst>
                  <a:ext uri="{FF2B5EF4-FFF2-40B4-BE49-F238E27FC236}">
                    <a16:creationId xmlns:a16="http://schemas.microsoft.com/office/drawing/2014/main" id="{F604F4B6-1FED-4013-930C-2D33F936A6DC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388120" y="2730600"/>
                <a:ext cx="168264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4" name="筆跡 13">
                <a:extLst>
                  <a:ext uri="{FF2B5EF4-FFF2-40B4-BE49-F238E27FC236}">
                    <a16:creationId xmlns:a16="http://schemas.microsoft.com/office/drawing/2014/main" id="{04C44ADD-BA6E-459D-BF26-D1E2330CD0AF}"/>
                  </a:ext>
                </a:extLst>
              </p14:cNvPr>
              <p14:cNvContentPartPr/>
              <p14:nvPr/>
            </p14:nvContentPartPr>
            <p14:xfrm>
              <a:off x="3098880" y="3905280"/>
              <a:ext cx="1581480" cy="76680"/>
            </p14:xfrm>
          </p:contentPart>
        </mc:Choice>
        <mc:Fallback xmlns="">
          <p:pic>
            <p:nvPicPr>
              <p:cNvPr id="14" name="筆跡 13">
                <a:extLst>
                  <a:ext uri="{FF2B5EF4-FFF2-40B4-BE49-F238E27FC236}">
                    <a16:creationId xmlns:a16="http://schemas.microsoft.com/office/drawing/2014/main" id="{04C44ADD-BA6E-459D-BF26-D1E2330CD0AF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083040" y="3841920"/>
                <a:ext cx="161280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5" name="筆跡 14">
                <a:extLst>
                  <a:ext uri="{FF2B5EF4-FFF2-40B4-BE49-F238E27FC236}">
                    <a16:creationId xmlns:a16="http://schemas.microsoft.com/office/drawing/2014/main" id="{CDD01B20-A0DE-46AC-908C-58D6556FC5F3}"/>
                  </a:ext>
                </a:extLst>
              </p14:cNvPr>
              <p14:cNvContentPartPr/>
              <p14:nvPr/>
            </p14:nvContentPartPr>
            <p14:xfrm>
              <a:off x="3111480" y="4248000"/>
              <a:ext cx="1581480" cy="13320"/>
            </p14:xfrm>
          </p:contentPart>
        </mc:Choice>
        <mc:Fallback xmlns="">
          <p:pic>
            <p:nvPicPr>
              <p:cNvPr id="15" name="筆跡 14">
                <a:extLst>
                  <a:ext uri="{FF2B5EF4-FFF2-40B4-BE49-F238E27FC236}">
                    <a16:creationId xmlns:a16="http://schemas.microsoft.com/office/drawing/2014/main" id="{CDD01B20-A0DE-46AC-908C-58D6556FC5F3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095640" y="4184640"/>
                <a:ext cx="161280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6" name="筆跡 15">
                <a:extLst>
                  <a:ext uri="{FF2B5EF4-FFF2-40B4-BE49-F238E27FC236}">
                    <a16:creationId xmlns:a16="http://schemas.microsoft.com/office/drawing/2014/main" id="{41A7E9EA-A7A0-4909-B7D3-26595B1D10A1}"/>
                  </a:ext>
                </a:extLst>
              </p14:cNvPr>
              <p14:cNvContentPartPr/>
              <p14:nvPr/>
            </p14:nvContentPartPr>
            <p14:xfrm>
              <a:off x="3092400" y="5543640"/>
              <a:ext cx="2000520" cy="82800"/>
            </p14:xfrm>
          </p:contentPart>
        </mc:Choice>
        <mc:Fallback xmlns="">
          <p:pic>
            <p:nvPicPr>
              <p:cNvPr id="16" name="筆跡 15">
                <a:extLst>
                  <a:ext uri="{FF2B5EF4-FFF2-40B4-BE49-F238E27FC236}">
                    <a16:creationId xmlns:a16="http://schemas.microsoft.com/office/drawing/2014/main" id="{41A7E9EA-A7A0-4909-B7D3-26595B1D10A1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076560" y="5480280"/>
                <a:ext cx="203184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7" name="筆跡 16">
                <a:extLst>
                  <a:ext uri="{FF2B5EF4-FFF2-40B4-BE49-F238E27FC236}">
                    <a16:creationId xmlns:a16="http://schemas.microsoft.com/office/drawing/2014/main" id="{1E07A248-FD4E-45B3-A1D8-A9A0E64DFB51}"/>
                  </a:ext>
                </a:extLst>
              </p14:cNvPr>
              <p14:cNvContentPartPr/>
              <p14:nvPr/>
            </p14:nvContentPartPr>
            <p14:xfrm>
              <a:off x="3137040" y="5765760"/>
              <a:ext cx="584280" cy="19440"/>
            </p14:xfrm>
          </p:contentPart>
        </mc:Choice>
        <mc:Fallback xmlns="">
          <p:pic>
            <p:nvPicPr>
              <p:cNvPr id="17" name="筆跡 16">
                <a:extLst>
                  <a:ext uri="{FF2B5EF4-FFF2-40B4-BE49-F238E27FC236}">
                    <a16:creationId xmlns:a16="http://schemas.microsoft.com/office/drawing/2014/main" id="{1E07A248-FD4E-45B3-A1D8-A9A0E64DFB51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121200" y="5702400"/>
                <a:ext cx="61560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8" name="筆跡 17">
                <a:extLst>
                  <a:ext uri="{FF2B5EF4-FFF2-40B4-BE49-F238E27FC236}">
                    <a16:creationId xmlns:a16="http://schemas.microsoft.com/office/drawing/2014/main" id="{4DAF43E3-3112-4BC3-B0D5-B4B3D6FA1169}"/>
                  </a:ext>
                </a:extLst>
              </p14:cNvPr>
              <p14:cNvContentPartPr/>
              <p14:nvPr/>
            </p14:nvContentPartPr>
            <p14:xfrm>
              <a:off x="5397480" y="5505480"/>
              <a:ext cx="2076840" cy="95400"/>
            </p14:xfrm>
          </p:contentPart>
        </mc:Choice>
        <mc:Fallback xmlns="">
          <p:pic>
            <p:nvPicPr>
              <p:cNvPr id="18" name="筆跡 17">
                <a:extLst>
                  <a:ext uri="{FF2B5EF4-FFF2-40B4-BE49-F238E27FC236}">
                    <a16:creationId xmlns:a16="http://schemas.microsoft.com/office/drawing/2014/main" id="{4DAF43E3-3112-4BC3-B0D5-B4B3D6FA1169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381640" y="5442120"/>
                <a:ext cx="210816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9" name="筆跡 18">
                <a:extLst>
                  <a:ext uri="{FF2B5EF4-FFF2-40B4-BE49-F238E27FC236}">
                    <a16:creationId xmlns:a16="http://schemas.microsoft.com/office/drawing/2014/main" id="{25765C1C-12C4-4538-8C8D-9D6CD7234F76}"/>
                  </a:ext>
                </a:extLst>
              </p14:cNvPr>
              <p14:cNvContentPartPr/>
              <p14:nvPr/>
            </p14:nvContentPartPr>
            <p14:xfrm>
              <a:off x="5423040" y="5784840"/>
              <a:ext cx="2070360" cy="38520"/>
            </p14:xfrm>
          </p:contentPart>
        </mc:Choice>
        <mc:Fallback xmlns="">
          <p:pic>
            <p:nvPicPr>
              <p:cNvPr id="19" name="筆跡 18">
                <a:extLst>
                  <a:ext uri="{FF2B5EF4-FFF2-40B4-BE49-F238E27FC236}">
                    <a16:creationId xmlns:a16="http://schemas.microsoft.com/office/drawing/2014/main" id="{25765C1C-12C4-4538-8C8D-9D6CD7234F76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5407200" y="5721480"/>
                <a:ext cx="210168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0" name="筆跡 19">
                <a:extLst>
                  <a:ext uri="{FF2B5EF4-FFF2-40B4-BE49-F238E27FC236}">
                    <a16:creationId xmlns:a16="http://schemas.microsoft.com/office/drawing/2014/main" id="{A9EC5EE5-5F57-4CA6-B552-AF75B382E983}"/>
                  </a:ext>
                </a:extLst>
              </p14:cNvPr>
              <p14:cNvContentPartPr/>
              <p14:nvPr/>
            </p14:nvContentPartPr>
            <p14:xfrm>
              <a:off x="5499000" y="5911920"/>
              <a:ext cx="305280" cy="360"/>
            </p14:xfrm>
          </p:contentPart>
        </mc:Choice>
        <mc:Fallback xmlns="">
          <p:pic>
            <p:nvPicPr>
              <p:cNvPr id="20" name="筆跡 19">
                <a:extLst>
                  <a:ext uri="{FF2B5EF4-FFF2-40B4-BE49-F238E27FC236}">
                    <a16:creationId xmlns:a16="http://schemas.microsoft.com/office/drawing/2014/main" id="{A9EC5EE5-5F57-4CA6-B552-AF75B382E983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5483160" y="5848560"/>
                <a:ext cx="336600" cy="12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11205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957" y="350951"/>
            <a:ext cx="8491867" cy="583367"/>
          </a:xfrm>
        </p:spPr>
        <p:txBody>
          <a:bodyPr>
            <a:no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Conclusion(2/2)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284" y="5790708"/>
            <a:ext cx="312390" cy="385893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6F411316-C2FD-494D-885E-6B3A9A0312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7505" y="1475672"/>
            <a:ext cx="6038095" cy="3361905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899D4BA3-A713-4EB6-B421-E22F79D721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5003" y="4837577"/>
            <a:ext cx="2295238" cy="38095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5FAF9503-6408-4DA3-88CF-155B5E397C0B}"/>
                  </a:ext>
                </a:extLst>
              </p14:cNvPr>
              <p14:cNvContentPartPr/>
              <p14:nvPr/>
            </p14:nvContentPartPr>
            <p14:xfrm>
              <a:off x="3308400" y="1930320"/>
              <a:ext cx="889200" cy="57600"/>
            </p14:xfrm>
          </p:contentPart>
        </mc:Choice>
        <mc:Fallback xmlns=""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5FAF9503-6408-4DA3-88CF-155B5E397C0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92560" y="1866960"/>
                <a:ext cx="92052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9FA488F8-67E9-4672-9DF0-9E012E21451F}"/>
                  </a:ext>
                </a:extLst>
              </p14:cNvPr>
              <p14:cNvContentPartPr/>
              <p14:nvPr/>
            </p14:nvContentPartPr>
            <p14:xfrm>
              <a:off x="3308400" y="2146320"/>
              <a:ext cx="360" cy="360"/>
            </p14:xfrm>
          </p:contentPart>
        </mc:Choice>
        <mc:Fallback xmlns=""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9FA488F8-67E9-4672-9DF0-9E012E21451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292560" y="2082960"/>
                <a:ext cx="3168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" name="筆跡 6">
                <a:extLst>
                  <a:ext uri="{FF2B5EF4-FFF2-40B4-BE49-F238E27FC236}">
                    <a16:creationId xmlns:a16="http://schemas.microsoft.com/office/drawing/2014/main" id="{29F20B7C-E344-42D3-BD1A-5865931CFF45}"/>
                  </a:ext>
                </a:extLst>
              </p14:cNvPr>
              <p14:cNvContentPartPr/>
              <p14:nvPr/>
            </p14:nvContentPartPr>
            <p14:xfrm>
              <a:off x="3301920" y="2882880"/>
              <a:ext cx="2032560" cy="120960"/>
            </p14:xfrm>
          </p:contentPart>
        </mc:Choice>
        <mc:Fallback xmlns="">
          <p:pic>
            <p:nvPicPr>
              <p:cNvPr id="7" name="筆跡 6">
                <a:extLst>
                  <a:ext uri="{FF2B5EF4-FFF2-40B4-BE49-F238E27FC236}">
                    <a16:creationId xmlns:a16="http://schemas.microsoft.com/office/drawing/2014/main" id="{29F20B7C-E344-42D3-BD1A-5865931CFF4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286080" y="2819520"/>
                <a:ext cx="206388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" name="筆跡 7">
                <a:extLst>
                  <a:ext uri="{FF2B5EF4-FFF2-40B4-BE49-F238E27FC236}">
                    <a16:creationId xmlns:a16="http://schemas.microsoft.com/office/drawing/2014/main" id="{356F757E-BCA4-48CD-B4E8-9BFA49139EA0}"/>
                  </a:ext>
                </a:extLst>
              </p14:cNvPr>
              <p14:cNvContentPartPr/>
              <p14:nvPr/>
            </p14:nvContentPartPr>
            <p14:xfrm>
              <a:off x="3340080" y="3048120"/>
              <a:ext cx="419400" cy="32040"/>
            </p14:xfrm>
          </p:contentPart>
        </mc:Choice>
        <mc:Fallback xmlns="">
          <p:pic>
            <p:nvPicPr>
              <p:cNvPr id="8" name="筆跡 7">
                <a:extLst>
                  <a:ext uri="{FF2B5EF4-FFF2-40B4-BE49-F238E27FC236}">
                    <a16:creationId xmlns:a16="http://schemas.microsoft.com/office/drawing/2014/main" id="{356F757E-BCA4-48CD-B4E8-9BFA49139EA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324240" y="2984760"/>
                <a:ext cx="45072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" name="筆跡 8">
                <a:extLst>
                  <a:ext uri="{FF2B5EF4-FFF2-40B4-BE49-F238E27FC236}">
                    <a16:creationId xmlns:a16="http://schemas.microsoft.com/office/drawing/2014/main" id="{879B9577-68BE-42C9-A3DE-E8285B699FBA}"/>
                  </a:ext>
                </a:extLst>
              </p14:cNvPr>
              <p14:cNvContentPartPr/>
              <p14:nvPr/>
            </p14:nvContentPartPr>
            <p14:xfrm>
              <a:off x="5632560" y="1555920"/>
              <a:ext cx="1092600" cy="32040"/>
            </p14:xfrm>
          </p:contentPart>
        </mc:Choice>
        <mc:Fallback xmlns="">
          <p:pic>
            <p:nvPicPr>
              <p:cNvPr id="9" name="筆跡 8">
                <a:extLst>
                  <a:ext uri="{FF2B5EF4-FFF2-40B4-BE49-F238E27FC236}">
                    <a16:creationId xmlns:a16="http://schemas.microsoft.com/office/drawing/2014/main" id="{879B9577-68BE-42C9-A3DE-E8285B699FB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616720" y="1492560"/>
                <a:ext cx="112392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" name="筆跡 9">
                <a:extLst>
                  <a:ext uri="{FF2B5EF4-FFF2-40B4-BE49-F238E27FC236}">
                    <a16:creationId xmlns:a16="http://schemas.microsoft.com/office/drawing/2014/main" id="{1B247305-F1A9-445B-8965-1F136EF72102}"/>
                  </a:ext>
                </a:extLst>
              </p14:cNvPr>
              <p14:cNvContentPartPr/>
              <p14:nvPr/>
            </p14:nvContentPartPr>
            <p14:xfrm>
              <a:off x="5587920" y="1720800"/>
              <a:ext cx="2127600" cy="76680"/>
            </p14:xfrm>
          </p:contentPart>
        </mc:Choice>
        <mc:Fallback xmlns="">
          <p:pic>
            <p:nvPicPr>
              <p:cNvPr id="10" name="筆跡 9">
                <a:extLst>
                  <a:ext uri="{FF2B5EF4-FFF2-40B4-BE49-F238E27FC236}">
                    <a16:creationId xmlns:a16="http://schemas.microsoft.com/office/drawing/2014/main" id="{1B247305-F1A9-445B-8965-1F136EF7210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572080" y="1657440"/>
                <a:ext cx="215892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1" name="筆跡 10">
                <a:extLst>
                  <a:ext uri="{FF2B5EF4-FFF2-40B4-BE49-F238E27FC236}">
                    <a16:creationId xmlns:a16="http://schemas.microsoft.com/office/drawing/2014/main" id="{AC9C8EBC-D4E5-43C8-BBF5-D298F22E8C44}"/>
                  </a:ext>
                </a:extLst>
              </p14:cNvPr>
              <p14:cNvContentPartPr/>
              <p14:nvPr/>
            </p14:nvContentPartPr>
            <p14:xfrm>
              <a:off x="5581800" y="1942920"/>
              <a:ext cx="2006640" cy="32400"/>
            </p14:xfrm>
          </p:contentPart>
        </mc:Choice>
        <mc:Fallback xmlns="">
          <p:pic>
            <p:nvPicPr>
              <p:cNvPr id="11" name="筆跡 10">
                <a:extLst>
                  <a:ext uri="{FF2B5EF4-FFF2-40B4-BE49-F238E27FC236}">
                    <a16:creationId xmlns:a16="http://schemas.microsoft.com/office/drawing/2014/main" id="{AC9C8EBC-D4E5-43C8-BBF5-D298F22E8C4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565960" y="1879560"/>
                <a:ext cx="203796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3" name="筆跡 12">
                <a:extLst>
                  <a:ext uri="{FF2B5EF4-FFF2-40B4-BE49-F238E27FC236}">
                    <a16:creationId xmlns:a16="http://schemas.microsoft.com/office/drawing/2014/main" id="{BD365BF0-D69E-4265-B162-2BEC67259AA0}"/>
                  </a:ext>
                </a:extLst>
              </p14:cNvPr>
              <p14:cNvContentPartPr/>
              <p14:nvPr/>
            </p14:nvContentPartPr>
            <p14:xfrm>
              <a:off x="5562720" y="2146320"/>
              <a:ext cx="2089440" cy="32040"/>
            </p14:xfrm>
          </p:contentPart>
        </mc:Choice>
        <mc:Fallback xmlns="">
          <p:pic>
            <p:nvPicPr>
              <p:cNvPr id="13" name="筆跡 12">
                <a:extLst>
                  <a:ext uri="{FF2B5EF4-FFF2-40B4-BE49-F238E27FC236}">
                    <a16:creationId xmlns:a16="http://schemas.microsoft.com/office/drawing/2014/main" id="{BD365BF0-D69E-4265-B162-2BEC67259AA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546880" y="2082960"/>
                <a:ext cx="212076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4" name="筆跡 13">
                <a:extLst>
                  <a:ext uri="{FF2B5EF4-FFF2-40B4-BE49-F238E27FC236}">
                    <a16:creationId xmlns:a16="http://schemas.microsoft.com/office/drawing/2014/main" id="{D467F6CB-3879-41E1-A1EB-A0B732A5B6A1}"/>
                  </a:ext>
                </a:extLst>
              </p14:cNvPr>
              <p14:cNvContentPartPr/>
              <p14:nvPr/>
            </p14:nvContentPartPr>
            <p14:xfrm>
              <a:off x="5575320" y="2330280"/>
              <a:ext cx="1384560" cy="57600"/>
            </p14:xfrm>
          </p:contentPart>
        </mc:Choice>
        <mc:Fallback xmlns="">
          <p:pic>
            <p:nvPicPr>
              <p:cNvPr id="14" name="筆跡 13">
                <a:extLst>
                  <a:ext uri="{FF2B5EF4-FFF2-40B4-BE49-F238E27FC236}">
                    <a16:creationId xmlns:a16="http://schemas.microsoft.com/office/drawing/2014/main" id="{D467F6CB-3879-41E1-A1EB-A0B732A5B6A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559480" y="2266920"/>
                <a:ext cx="141588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5" name="筆跡 14">
                <a:extLst>
                  <a:ext uri="{FF2B5EF4-FFF2-40B4-BE49-F238E27FC236}">
                    <a16:creationId xmlns:a16="http://schemas.microsoft.com/office/drawing/2014/main" id="{C85D8447-943A-4111-9F04-6E9B8578A6D8}"/>
                  </a:ext>
                </a:extLst>
              </p14:cNvPr>
              <p14:cNvContentPartPr/>
              <p14:nvPr/>
            </p14:nvContentPartPr>
            <p14:xfrm>
              <a:off x="3321000" y="3638520"/>
              <a:ext cx="2038680" cy="63720"/>
            </p14:xfrm>
          </p:contentPart>
        </mc:Choice>
        <mc:Fallback xmlns="">
          <p:pic>
            <p:nvPicPr>
              <p:cNvPr id="15" name="筆跡 14">
                <a:extLst>
                  <a:ext uri="{FF2B5EF4-FFF2-40B4-BE49-F238E27FC236}">
                    <a16:creationId xmlns:a16="http://schemas.microsoft.com/office/drawing/2014/main" id="{C85D8447-943A-4111-9F04-6E9B8578A6D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305160" y="3575160"/>
                <a:ext cx="207000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6" name="筆跡 15">
                <a:extLst>
                  <a:ext uri="{FF2B5EF4-FFF2-40B4-BE49-F238E27FC236}">
                    <a16:creationId xmlns:a16="http://schemas.microsoft.com/office/drawing/2014/main" id="{794CB951-D724-4492-B7ED-886A161C42CB}"/>
                  </a:ext>
                </a:extLst>
              </p14:cNvPr>
              <p14:cNvContentPartPr/>
              <p14:nvPr/>
            </p14:nvContentPartPr>
            <p14:xfrm>
              <a:off x="3321000" y="3860640"/>
              <a:ext cx="565560" cy="25920"/>
            </p14:xfrm>
          </p:contentPart>
        </mc:Choice>
        <mc:Fallback xmlns="">
          <p:pic>
            <p:nvPicPr>
              <p:cNvPr id="16" name="筆跡 15">
                <a:extLst>
                  <a:ext uri="{FF2B5EF4-FFF2-40B4-BE49-F238E27FC236}">
                    <a16:creationId xmlns:a16="http://schemas.microsoft.com/office/drawing/2014/main" id="{794CB951-D724-4492-B7ED-886A161C42C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305160" y="3797280"/>
                <a:ext cx="59688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7" name="筆跡 16">
                <a:extLst>
                  <a:ext uri="{FF2B5EF4-FFF2-40B4-BE49-F238E27FC236}">
                    <a16:creationId xmlns:a16="http://schemas.microsoft.com/office/drawing/2014/main" id="{88EB3DBC-8804-402F-A892-63AB1973DF06}"/>
                  </a:ext>
                </a:extLst>
              </p14:cNvPr>
              <p14:cNvContentPartPr/>
              <p14:nvPr/>
            </p14:nvContentPartPr>
            <p14:xfrm>
              <a:off x="5537160" y="3651120"/>
              <a:ext cx="1822680" cy="70200"/>
            </p14:xfrm>
          </p:contentPart>
        </mc:Choice>
        <mc:Fallback xmlns="">
          <p:pic>
            <p:nvPicPr>
              <p:cNvPr id="17" name="筆跡 16">
                <a:extLst>
                  <a:ext uri="{FF2B5EF4-FFF2-40B4-BE49-F238E27FC236}">
                    <a16:creationId xmlns:a16="http://schemas.microsoft.com/office/drawing/2014/main" id="{88EB3DBC-8804-402F-A892-63AB1973DF0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521320" y="3587760"/>
                <a:ext cx="185400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8" name="筆跡 17">
                <a:extLst>
                  <a:ext uri="{FF2B5EF4-FFF2-40B4-BE49-F238E27FC236}">
                    <a16:creationId xmlns:a16="http://schemas.microsoft.com/office/drawing/2014/main" id="{E8F7DAC1-37B2-424E-8AE6-5DB1BD8D9ACC}"/>
                  </a:ext>
                </a:extLst>
              </p14:cNvPr>
              <p14:cNvContentPartPr/>
              <p14:nvPr/>
            </p14:nvContentPartPr>
            <p14:xfrm>
              <a:off x="5594400" y="3848040"/>
              <a:ext cx="1721160" cy="25920"/>
            </p14:xfrm>
          </p:contentPart>
        </mc:Choice>
        <mc:Fallback xmlns="">
          <p:pic>
            <p:nvPicPr>
              <p:cNvPr id="18" name="筆跡 17">
                <a:extLst>
                  <a:ext uri="{FF2B5EF4-FFF2-40B4-BE49-F238E27FC236}">
                    <a16:creationId xmlns:a16="http://schemas.microsoft.com/office/drawing/2014/main" id="{E8F7DAC1-37B2-424E-8AE6-5DB1BD8D9AC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578560" y="3784680"/>
                <a:ext cx="175248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9" name="筆跡 18">
                <a:extLst>
                  <a:ext uri="{FF2B5EF4-FFF2-40B4-BE49-F238E27FC236}">
                    <a16:creationId xmlns:a16="http://schemas.microsoft.com/office/drawing/2014/main" id="{36E5DEBB-9F27-45F4-9756-37068CBABC72}"/>
                  </a:ext>
                </a:extLst>
              </p14:cNvPr>
              <p14:cNvContentPartPr/>
              <p14:nvPr/>
            </p14:nvContentPartPr>
            <p14:xfrm>
              <a:off x="5581800" y="4019400"/>
              <a:ext cx="2006640" cy="57600"/>
            </p14:xfrm>
          </p:contentPart>
        </mc:Choice>
        <mc:Fallback xmlns="">
          <p:pic>
            <p:nvPicPr>
              <p:cNvPr id="19" name="筆跡 18">
                <a:extLst>
                  <a:ext uri="{FF2B5EF4-FFF2-40B4-BE49-F238E27FC236}">
                    <a16:creationId xmlns:a16="http://schemas.microsoft.com/office/drawing/2014/main" id="{36E5DEBB-9F27-45F4-9756-37068CBABC7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565960" y="3956040"/>
                <a:ext cx="203796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0" name="筆跡 19">
                <a:extLst>
                  <a:ext uri="{FF2B5EF4-FFF2-40B4-BE49-F238E27FC236}">
                    <a16:creationId xmlns:a16="http://schemas.microsoft.com/office/drawing/2014/main" id="{015BD148-66BB-4385-81EC-268E65DAE03D}"/>
                  </a:ext>
                </a:extLst>
              </p14:cNvPr>
              <p14:cNvContentPartPr/>
              <p14:nvPr/>
            </p14:nvContentPartPr>
            <p14:xfrm>
              <a:off x="5619600" y="4286160"/>
              <a:ext cx="1257840" cy="6840"/>
            </p14:xfrm>
          </p:contentPart>
        </mc:Choice>
        <mc:Fallback xmlns="">
          <p:pic>
            <p:nvPicPr>
              <p:cNvPr id="20" name="筆跡 19">
                <a:extLst>
                  <a:ext uri="{FF2B5EF4-FFF2-40B4-BE49-F238E27FC236}">
                    <a16:creationId xmlns:a16="http://schemas.microsoft.com/office/drawing/2014/main" id="{015BD148-66BB-4385-81EC-268E65DAE03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603760" y="4222800"/>
                <a:ext cx="128916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1" name="筆跡 20">
                <a:extLst>
                  <a:ext uri="{FF2B5EF4-FFF2-40B4-BE49-F238E27FC236}">
                    <a16:creationId xmlns:a16="http://schemas.microsoft.com/office/drawing/2014/main" id="{744D4B9C-9C08-4EA0-AA67-24AA2281605F}"/>
                  </a:ext>
                </a:extLst>
              </p14:cNvPr>
              <p14:cNvContentPartPr/>
              <p14:nvPr/>
            </p14:nvContentPartPr>
            <p14:xfrm>
              <a:off x="3346560" y="4921200"/>
              <a:ext cx="1943280" cy="57600"/>
            </p14:xfrm>
          </p:contentPart>
        </mc:Choice>
        <mc:Fallback xmlns="">
          <p:pic>
            <p:nvPicPr>
              <p:cNvPr id="21" name="筆跡 20">
                <a:extLst>
                  <a:ext uri="{FF2B5EF4-FFF2-40B4-BE49-F238E27FC236}">
                    <a16:creationId xmlns:a16="http://schemas.microsoft.com/office/drawing/2014/main" id="{744D4B9C-9C08-4EA0-AA67-24AA2281605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330720" y="4857840"/>
                <a:ext cx="197460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2" name="筆跡 21">
                <a:extLst>
                  <a:ext uri="{FF2B5EF4-FFF2-40B4-BE49-F238E27FC236}">
                    <a16:creationId xmlns:a16="http://schemas.microsoft.com/office/drawing/2014/main" id="{677166D5-FF22-4E4B-9FED-E359736571A5}"/>
                  </a:ext>
                </a:extLst>
              </p14:cNvPr>
              <p14:cNvContentPartPr/>
              <p14:nvPr/>
            </p14:nvContentPartPr>
            <p14:xfrm>
              <a:off x="3340080" y="5149800"/>
              <a:ext cx="622800" cy="45000"/>
            </p14:xfrm>
          </p:contentPart>
        </mc:Choice>
        <mc:Fallback xmlns="">
          <p:pic>
            <p:nvPicPr>
              <p:cNvPr id="22" name="筆跡 21">
                <a:extLst>
                  <a:ext uri="{FF2B5EF4-FFF2-40B4-BE49-F238E27FC236}">
                    <a16:creationId xmlns:a16="http://schemas.microsoft.com/office/drawing/2014/main" id="{677166D5-FF22-4E4B-9FED-E359736571A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324240" y="5086440"/>
                <a:ext cx="65412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3" name="筆跡 22">
                <a:extLst>
                  <a:ext uri="{FF2B5EF4-FFF2-40B4-BE49-F238E27FC236}">
                    <a16:creationId xmlns:a16="http://schemas.microsoft.com/office/drawing/2014/main" id="{2A1DF420-8715-442B-9670-9E26977F592D}"/>
                  </a:ext>
                </a:extLst>
              </p14:cNvPr>
              <p14:cNvContentPartPr/>
              <p14:nvPr/>
            </p14:nvContentPartPr>
            <p14:xfrm>
              <a:off x="5607000" y="4711680"/>
              <a:ext cx="1746720" cy="38520"/>
            </p14:xfrm>
          </p:contentPart>
        </mc:Choice>
        <mc:Fallback xmlns="">
          <p:pic>
            <p:nvPicPr>
              <p:cNvPr id="23" name="筆跡 22">
                <a:extLst>
                  <a:ext uri="{FF2B5EF4-FFF2-40B4-BE49-F238E27FC236}">
                    <a16:creationId xmlns:a16="http://schemas.microsoft.com/office/drawing/2014/main" id="{2A1DF420-8715-442B-9670-9E26977F592D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591160" y="4648320"/>
                <a:ext cx="1778040" cy="165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95065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066" y="350951"/>
            <a:ext cx="8491867" cy="583367"/>
          </a:xfrm>
        </p:spPr>
        <p:txBody>
          <a:bodyPr>
            <a:no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Teaching–Learning-Based Optimization(TLBO)</a:t>
            </a: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731" y="5537789"/>
            <a:ext cx="312390" cy="385893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39D3DA16-36F0-45E4-BBF4-A3E1755143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9144" y="1206230"/>
            <a:ext cx="4325709" cy="5009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622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957" y="350951"/>
            <a:ext cx="8491867" cy="583367"/>
          </a:xfrm>
        </p:spPr>
        <p:txBody>
          <a:bodyPr>
            <a:no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Weld Beam Design Problem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DDC1BE9D-BF13-4D92-8094-7C9CE4CF6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9702" y="972474"/>
            <a:ext cx="4962376" cy="3557713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25AEAA56-C111-404A-A183-48B2D5F0CD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8968" y="5259676"/>
            <a:ext cx="4926064" cy="529944"/>
          </a:xfrm>
          <a:prstGeom prst="rect">
            <a:avLst/>
          </a:prstGeom>
        </p:spPr>
      </p:pic>
      <p:sp>
        <p:nvSpPr>
          <p:cNvPr id="17" name="內容版面配置區 5">
            <a:extLst>
              <a:ext uri="{FF2B5EF4-FFF2-40B4-BE49-F238E27FC236}">
                <a16:creationId xmlns:a16="http://schemas.microsoft.com/office/drawing/2014/main" id="{0E5836CC-09B9-4BBB-922D-ADF325945354}"/>
              </a:ext>
            </a:extLst>
          </p:cNvPr>
          <p:cNvSpPr txBox="1">
            <a:spLocks/>
          </p:cNvSpPr>
          <p:nvPr/>
        </p:nvSpPr>
        <p:spPr>
          <a:xfrm>
            <a:off x="404354" y="4530187"/>
            <a:ext cx="7562600" cy="3456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function 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4965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957" y="350951"/>
            <a:ext cx="8491867" cy="583367"/>
          </a:xfrm>
        </p:spPr>
        <p:txBody>
          <a:bodyPr>
            <a:no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Results(1/2)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731" y="5537789"/>
            <a:ext cx="312390" cy="385893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2CB833CF-607C-4792-A158-7366F591BA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286" y="1767095"/>
            <a:ext cx="7571428" cy="332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093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957" y="350951"/>
            <a:ext cx="8491867" cy="583367"/>
          </a:xfrm>
        </p:spPr>
        <p:txBody>
          <a:bodyPr>
            <a:no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Results(2/2)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731" y="5537789"/>
            <a:ext cx="312390" cy="385893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03878653-7341-4130-92C3-301E6B578E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5998" y="1632946"/>
            <a:ext cx="5752003" cy="3989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786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957" y="350951"/>
            <a:ext cx="8491867" cy="583367"/>
          </a:xfrm>
        </p:spPr>
        <p:txBody>
          <a:bodyPr>
            <a:noAutofit/>
          </a:bodyPr>
          <a:lstStyle/>
          <a:p>
            <a:r>
              <a:rPr lang="zh-TW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結論</a:t>
            </a: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731" y="5537789"/>
            <a:ext cx="312390" cy="385893"/>
          </a:xfrm>
          <a:prstGeom prst="rect">
            <a:avLst/>
          </a:prstGeom>
        </p:spPr>
      </p:pic>
      <p:sp>
        <p:nvSpPr>
          <p:cNvPr id="4" name="副標題 2">
            <a:extLst>
              <a:ext uri="{FF2B5EF4-FFF2-40B4-BE49-F238E27FC236}">
                <a16:creationId xmlns:a16="http://schemas.microsoft.com/office/drawing/2014/main" id="{8ED98376-28B0-43D3-8A24-3B98CFFB5EAB}"/>
              </a:ext>
            </a:extLst>
          </p:cNvPr>
          <p:cNvSpPr txBox="1">
            <a:spLocks/>
          </p:cNvSpPr>
          <p:nvPr/>
        </p:nvSpPr>
        <p:spPr>
          <a:xfrm>
            <a:off x="401480" y="1251316"/>
            <a:ext cx="8536249" cy="52557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將蛋白質問題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encoding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成其他問題，再用適合的啟發式演算法來解決。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8699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90764</TotalTime>
  <Words>377</Words>
  <Application>Microsoft Office PowerPoint</Application>
  <PresentationFormat>如螢幕大小 (4:3)</PresentationFormat>
  <Paragraphs>43</Paragraphs>
  <Slides>14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佈景主題</vt:lpstr>
      <vt:lpstr>A Review of Population-based Meta-heuristic Algorithms</vt:lpstr>
      <vt:lpstr>Metaheuristic Algorithms:  A Comprehensive Review</vt:lpstr>
      <vt:lpstr>Abstract(1/2)</vt:lpstr>
      <vt:lpstr>Abstract(2/2)</vt:lpstr>
      <vt:lpstr>Imperialist Competitive Algorithm (ICA)</vt:lpstr>
      <vt:lpstr>Gravitational Search Algorithm(GSA)</vt:lpstr>
      <vt:lpstr>Simulated annealing(SA)</vt:lpstr>
      <vt:lpstr>Conclusion(1/2)</vt:lpstr>
      <vt:lpstr>Conclusion(2/2)</vt:lpstr>
      <vt:lpstr>Teaching–Learning-Based Optimization(TLBO)</vt:lpstr>
      <vt:lpstr>Weld Beam Design Problem</vt:lpstr>
      <vt:lpstr>Experimental Results(1/2)</vt:lpstr>
      <vt:lpstr>Experimental Results(2/2)</vt:lpstr>
      <vt:lpstr>結論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fast algorithm for computing a longest common increasing subsequence</dc:title>
  <dc:creator/>
  <cp:lastModifiedBy>pplab</cp:lastModifiedBy>
  <cp:revision>891</cp:revision>
  <dcterms:created xsi:type="dcterms:W3CDTF">2017-09-25T08:45:50Z</dcterms:created>
  <dcterms:modified xsi:type="dcterms:W3CDTF">2020-08-04T09:09:10Z</dcterms:modified>
</cp:coreProperties>
</file>