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21" r:id="rId2"/>
    <p:sldId id="311" r:id="rId3"/>
    <p:sldId id="337" r:id="rId4"/>
    <p:sldId id="341" r:id="rId5"/>
    <p:sldId id="348" r:id="rId6"/>
    <p:sldId id="351" r:id="rId7"/>
    <p:sldId id="352" r:id="rId8"/>
    <p:sldId id="353" r:id="rId9"/>
    <p:sldId id="35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豐仰 蔡" initials="豐仰" lastIdx="1" clrIdx="0">
    <p:extLst>
      <p:ext uri="{19B8F6BF-5375-455C-9EA6-DF929625EA0E}">
        <p15:presenceInfo xmlns:p15="http://schemas.microsoft.com/office/powerpoint/2012/main" userId="8fbda77307fba9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AFE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3971" autoAdjust="0"/>
  </p:normalViewPr>
  <p:slideViewPr>
    <p:cSldViewPr snapToGrid="0">
      <p:cViewPr varScale="1">
        <p:scale>
          <a:sx n="68" d="100"/>
          <a:sy n="68" d="100"/>
        </p:scale>
        <p:origin x="147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聖胡安是美國自治領地波多黎各的首府和最大城市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1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399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895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602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852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7012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1530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67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2020/8/4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993" y="461639"/>
            <a:ext cx="8433339" cy="1699666"/>
          </a:xfrm>
        </p:spPr>
        <p:txBody>
          <a:bodyPr>
            <a:no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Genetic Algorithm for Multiprocessor Task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993" y="2819042"/>
            <a:ext cx="8536249" cy="927245"/>
          </a:xfrm>
        </p:spPr>
        <p:txBody>
          <a:bodyPr>
            <a:noAutofit/>
          </a:bodyPr>
          <a:lstStyle/>
          <a:p>
            <a:r>
              <a:rPr lang="it-IT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Tashniba Kaiser, Olawale Jegede, Ken Ferens, Douglas Buchanan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5192159" y="5487972"/>
            <a:ext cx="3486173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Chih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-Kai Wu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Aug. 4, 2020.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24277" y="4003914"/>
            <a:ext cx="82244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Parallel and Distributed Systems, Feb. 1994, 113-120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85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906211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task scheduling in a multiprocessor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is to schedule dependent tasks on processors such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processing time is minimized. This ensures optimal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of the processing systems. However this problem is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NP-hard in nature and heuristic based techniques are used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obtain a good schedule in polynomial time. Genetic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(GA) have been proposed over other heuristics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can use its genetic processes to find multiple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faster. The GA proposed is based on a non-preemptive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precedence relation between tasks in the task graph.</a:t>
            </a: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1092641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assignment is prioritized based on the number of tasks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 (NTD) and the earliest start time (EST) of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task. For tasks with multiple possible earliest start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times, the minimum earliest start time is chosen for such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tasks. Java simulations compared the results obtained using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minimum EST and the maximum EST. Our simulation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that the proposed algorithm with minimum 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faster processing periods compared with the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EST.</a:t>
            </a:r>
            <a:endParaRPr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80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712181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Height-Based Scheduling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8" t="1664"/>
          <a:stretch/>
        </p:blipFill>
        <p:spPr>
          <a:xfrm>
            <a:off x="259881" y="1655545"/>
            <a:ext cx="4436458" cy="4167739"/>
          </a:xfr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758" y="1660357"/>
            <a:ext cx="3743847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5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712181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Height-Based Scheduling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8" t="1664"/>
          <a:stretch/>
        </p:blipFill>
        <p:spPr>
          <a:xfrm>
            <a:off x="259881" y="1655545"/>
            <a:ext cx="4436458" cy="4167739"/>
          </a:xfr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388" y="1655545"/>
            <a:ext cx="2467319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0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50" y="303586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047766" y="183215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772559" y="1549672"/>
          <a:ext cx="7856544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1034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055459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819584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306557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307592061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57232719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9098806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325173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772559" y="2571838"/>
          <a:ext cx="7856544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1034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055459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819584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306557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307592061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57232719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9098806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325173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88686" y="3353257"/>
            <a:ext cx="236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Crossover</a:t>
            </a:r>
            <a:endParaRPr lang="zh-TW" altLang="en-US" sz="2000" dirty="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7393305" y="3594004"/>
            <a:ext cx="3052" cy="2900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322926" y="1615701"/>
            <a:ext cx="236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A</a:t>
            </a:r>
            <a:endParaRPr lang="zh-TW" altLang="en-US" sz="2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322926" y="2653366"/>
            <a:ext cx="236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B</a:t>
            </a:r>
            <a:endParaRPr lang="zh-TW" altLang="en-US" sz="2000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772559" y="4010932"/>
          <a:ext cx="7856544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1034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055459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819584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306557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307592061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57232719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9098806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325173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772559" y="5033098"/>
          <a:ext cx="7856544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1034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055459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819584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306557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307592061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57232719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9098806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325173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322926" y="4076961"/>
            <a:ext cx="236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A’</a:t>
            </a:r>
            <a:endParaRPr lang="zh-TW" altLang="en-US" sz="20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322926" y="5114626"/>
            <a:ext cx="236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B’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81220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50" y="303586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047766" y="183215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772559" y="1292373"/>
            <a:ext cx="23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Mutation</a:t>
            </a:r>
            <a:endParaRPr lang="zh-TW" altLang="en-US" sz="2000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7401264" y="2088429"/>
            <a:ext cx="3052" cy="2900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204715"/>
              </p:ext>
            </p:extLst>
          </p:nvPr>
        </p:nvGraphicFramePr>
        <p:xfrm>
          <a:off x="772559" y="2532947"/>
          <a:ext cx="7856544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1034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055459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819584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306557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307592061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57232719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9098806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325173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82760"/>
              </p:ext>
            </p:extLst>
          </p:nvPr>
        </p:nvGraphicFramePr>
        <p:xfrm>
          <a:off x="772559" y="3555113"/>
          <a:ext cx="7856544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1034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055459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819584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306557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307592061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57232719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9098806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325173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322926" y="2598976"/>
            <a:ext cx="236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A</a:t>
            </a:r>
            <a:endParaRPr lang="zh-TW" altLang="en-US" sz="20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322926" y="3636641"/>
            <a:ext cx="236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A’</a:t>
            </a:r>
            <a:endParaRPr lang="zh-TW" altLang="en-US" sz="2000" dirty="0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5915364" y="2083910"/>
            <a:ext cx="3052" cy="2900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4464949" y="2083910"/>
            <a:ext cx="3052" cy="2900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3967744" y="2084740"/>
            <a:ext cx="3052" cy="2900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70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50" y="303586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047766" y="183215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768294"/>
              </p:ext>
            </p:extLst>
          </p:nvPr>
        </p:nvGraphicFramePr>
        <p:xfrm>
          <a:off x="506229" y="964193"/>
          <a:ext cx="7856544" cy="564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1034">
                  <a:extLst>
                    <a:ext uri="{9D8B030D-6E8A-4147-A177-3AD203B41FA5}">
                      <a16:colId xmlns:a16="http://schemas.microsoft.com/office/drawing/2014/main" val="78186644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12587174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9300888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666760489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60620588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4903419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02768423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62336700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055459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6819584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30655742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307592061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572327195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2909880666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1717027087"/>
                    </a:ext>
                  </a:extLst>
                </a:gridCol>
                <a:gridCol w="491034">
                  <a:extLst>
                    <a:ext uri="{9D8B030D-6E8A-4147-A177-3AD203B41FA5}">
                      <a16:colId xmlns:a16="http://schemas.microsoft.com/office/drawing/2014/main" val="333325173"/>
                    </a:ext>
                  </a:extLst>
                </a:gridCol>
              </a:tblGrid>
              <a:tr h="564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27286"/>
                  </a:ext>
                </a:extLst>
              </a:tr>
            </a:tbl>
          </a:graphicData>
        </a:graphic>
      </p:graphicFrame>
      <p:pic>
        <p:nvPicPr>
          <p:cNvPr id="24" name="圖片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29" y="2060755"/>
            <a:ext cx="3322139" cy="4099842"/>
          </a:xfrm>
          <a:prstGeom prst="rect">
            <a:avLst/>
          </a:prstGeom>
        </p:spPr>
      </p:pic>
      <p:pic>
        <p:nvPicPr>
          <p:cNvPr id="25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8" t="1664"/>
          <a:stretch/>
        </p:blipFill>
        <p:spPr>
          <a:xfrm>
            <a:off x="4095778" y="1832155"/>
            <a:ext cx="4436458" cy="4167739"/>
          </a:xfrm>
        </p:spPr>
      </p:pic>
      <p:pic>
        <p:nvPicPr>
          <p:cNvPr id="26" name="圖片 2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21270" r="47909" b="19260"/>
          <a:stretch/>
        </p:blipFill>
        <p:spPr>
          <a:xfrm>
            <a:off x="1865798" y="1606398"/>
            <a:ext cx="5584670" cy="503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7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50" y="303586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047766" y="183215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685" y="1368424"/>
            <a:ext cx="5551090" cy="4564435"/>
          </a:xfrm>
        </p:spPr>
      </p:pic>
    </p:spTree>
    <p:extLst>
      <p:ext uri="{BB962C8B-B14F-4D97-AF65-F5344CB8AC3E}">
        <p14:creationId xmlns:p14="http://schemas.microsoft.com/office/powerpoint/2010/main" val="1057003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89997</TotalTime>
  <Words>385</Words>
  <Application>Microsoft Office PowerPoint</Application>
  <PresentationFormat>如螢幕大小 (4:3)</PresentationFormat>
  <Paragraphs>147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佈景主題</vt:lpstr>
      <vt:lpstr>A Genetic Algorithm for Multiprocessor Task Scheduling</vt:lpstr>
      <vt:lpstr>Abstract (1/2)</vt:lpstr>
      <vt:lpstr>Abstract (2/2)</vt:lpstr>
      <vt:lpstr>Problem with Height-Based Scheduling</vt:lpstr>
      <vt:lpstr>Problem with Height-Based Scheduling</vt:lpstr>
      <vt:lpstr>Experiment</vt:lpstr>
      <vt:lpstr>Experiment</vt:lpstr>
      <vt:lpstr>Experiment</vt:lpstr>
      <vt:lpstr>Experiment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/>
  <cp:lastModifiedBy>pplab</cp:lastModifiedBy>
  <cp:revision>827</cp:revision>
  <dcterms:created xsi:type="dcterms:W3CDTF">2017-09-25T08:45:50Z</dcterms:created>
  <dcterms:modified xsi:type="dcterms:W3CDTF">2020-08-04T07:40:45Z</dcterms:modified>
</cp:coreProperties>
</file>