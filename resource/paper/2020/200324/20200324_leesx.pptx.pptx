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72" r:id="rId4"/>
    <p:sldId id="258" r:id="rId5"/>
    <p:sldId id="279" r:id="rId6"/>
    <p:sldId id="273" r:id="rId7"/>
    <p:sldId id="275" r:id="rId8"/>
    <p:sldId id="274" r:id="rId9"/>
    <p:sldId id="259" r:id="rId10"/>
    <p:sldId id="280" r:id="rId11"/>
    <p:sldId id="260" r:id="rId12"/>
    <p:sldId id="277" r:id="rId13"/>
    <p:sldId id="278" r:id="rId14"/>
    <p:sldId id="261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00E7-F606-4AA0-92E6-4F257C8A8F83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8E12D-3B1E-4E86-99C7-D5D13447F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97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8E12D-3B1E-4E86-99C7-D5D13447F8C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307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8E12D-3B1E-4E86-99C7-D5D13447F8C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8301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8E12D-3B1E-4E86-99C7-D5D13447F8C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9488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43CA1B-FD0E-4775-9B94-C37E9C4BA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5723063-D76D-4249-BCB5-0D0C57995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6D27D7-1B8F-466C-B809-CAFFFE29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2559DA-F573-4586-B520-6238B43D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62A362-A536-40FC-8636-52EFB1253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49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8785D8-E3B3-4D4A-8147-F20A5580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18E4BA-CFC7-4FF8-BEB9-4B2D372DE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AC6540-51D9-405E-A03E-61CC34D7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DFEA56-93F2-4A85-9F0F-10153E9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1EDCAF-E151-4E4B-A6D2-979F8C3D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03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6C3BF6-881B-4644-BC58-288BC2874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4CBAF4-FE35-4927-93F6-F7AAED17D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F7A4CD-2669-44F8-A9F8-C2215B313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076AFA-0D5C-4E57-8E7F-14141E3BA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C29583-8BAF-4A24-BBC0-F5B233F9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6823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B328F5-B966-4DE8-B8F1-A1488372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F61632-E09F-448B-942F-AEBC9BE0C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ACB04B-F261-461B-9819-D0C7E9306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91C722-B214-414E-BCFA-EF3AC162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BBBAB3-DCBF-4E1C-AC62-65DD50B79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0C0E78-5734-4CCE-BB44-7E858B3D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887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CD8369-674C-460E-9A0D-CF23F8CD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AE4616-19C9-46D1-A2A1-BB39FD9FE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F89D39-8096-47ED-BD3A-AB0BED615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FE5ADAE-04E8-4D70-94AE-500201B7D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55E94C9-99E6-4ACA-9FB9-755CAA157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AC06CCB-2EC9-4144-AB89-47CF5151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FCE6A51-E8B2-484A-B7C0-3A5CE98F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3F1F110-2876-49A4-97D3-5B33FC45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70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D0FF0F-427A-49B8-B3F3-F0CBDDD8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B34B257-EA27-4C39-8694-876DBEAE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7041D4-60BE-4AE9-9670-E5539B58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2C230B-150B-4150-ABD9-A36D33F69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771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F71E98F-29AA-4154-AE36-341B1C55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FA65367-CDFD-4228-A7F3-88423FF1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03D1CF-D478-4F7E-879D-39F5DCA2E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85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47798-CF72-4039-9058-E77047A60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4456B9-2353-4441-8DA7-26537A75F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1859D45-7057-4561-BF4C-6123D4839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A41F74-D897-4C4A-BA98-242E444EC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79E74A-86B9-419F-A797-FB900C9F1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B94F0A-33C5-4F6B-9B8B-F77A959ED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292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5D928F-62AD-4D00-9BF6-7FFEA767E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4B17041-9DA0-4739-99D0-DC210F0E2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6DB7C72-742D-4EB8-957F-3BDA016ED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3D3C4F-CA50-43C2-A710-E42F716C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CCD081-7983-4A38-B981-1F138BC1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AD5CA59-0733-46E0-9242-CE94D1B2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43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490E3D-DF6D-4068-BFE6-16E042292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B881385-1C9A-48CE-9CF1-62C67CBBC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10E4D2-2972-4465-98D9-B7F2DD04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F9FBEF-A8C1-4264-94C5-811C0EC29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EA5BC4-2E0D-4DF9-A4FD-3508CE28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349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1A4935E-0D3F-4C15-BD6C-E60EFAF10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3666A3-9510-4B18-9B3F-C7C5507E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416D63-79B2-433D-9B8E-269F44D2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1C76E0-8E05-472C-B040-17D7D6AF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4FD374-F5A0-4025-82C0-499BEA63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62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A7D4940-C96F-49B2-A216-A65FF80C8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B6736F-0DF7-417A-937C-38C0FA8F2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978FA8-F854-4386-956B-C6784C0BB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5A55F-B2D2-42EA-B5BB-02D710B2CA05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74CD04-AC2D-4E4A-88BF-D3F8DD4F9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53DCB6-BF5F-4E89-9557-31D615769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480-E734-4C90-AF63-F110D9CCB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403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F8EC06-2649-43D5-8D90-F6B18F502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5058" y="1379965"/>
            <a:ext cx="9462941" cy="867524"/>
          </a:xfrm>
        </p:spPr>
        <p:txBody>
          <a:bodyPr>
            <a:normAutofit fontScale="90000"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all-substrings common subsequence algorithm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3A3C07F-AFBF-4E67-9680-1691BCD12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995238"/>
            <a:ext cx="9144000" cy="86752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E. R. Alves, E. N.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Ca´ceres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W. Song, Electronic Notes in Discrete Mathematics, Vol. 19, pp. 133–139, 2005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406E10-F727-4458-9F42-6E4C3B48EAF1}"/>
              </a:ext>
            </a:extLst>
          </p:cNvPr>
          <p:cNvSpPr/>
          <p:nvPr/>
        </p:nvSpPr>
        <p:spPr>
          <a:xfrm>
            <a:off x="8251595" y="5367846"/>
            <a:ext cx="35601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Shao-Xuan Lee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Mar. 24, 2020</a:t>
            </a:r>
          </a:p>
        </p:txBody>
      </p:sp>
    </p:spTree>
    <p:extLst>
      <p:ext uri="{BB962C8B-B14F-4D97-AF65-F5344CB8AC3E}">
        <p14:creationId xmlns:p14="http://schemas.microsoft.com/office/powerpoint/2010/main" val="74445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253BF0-82B8-48BE-96D2-C648E2A4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51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B8F59EB-634D-4DE1-B0AD-CF5562515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797" y="1690688"/>
                <a:ext cx="10398552" cy="435133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two strings A and B of lengths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respectively, the all-substrings longest common subsequence (ALCS) problem obtains, for every substring B’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B, the length of the longest string that is a subsequence of both A and B’. We present an algorithm for this problem that takes 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and 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space. To our knowledge, this is the ﬁrst algorithm in the literature for the ALCS problem.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B8F59EB-634D-4DE1-B0AD-CF5562515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797" y="1690688"/>
                <a:ext cx="10398552" cy="4351338"/>
              </a:xfrm>
              <a:blipFill>
                <a:blip r:embed="rId2"/>
                <a:stretch>
                  <a:fillRect l="-1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80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9B931C-CE2C-45A0-94B6-55F44019C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212" y="29913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All-substrings longest common subsequence (ALCS)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DC6E74A-4757-47F8-AC36-7C4663CA12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4732" y="199823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ALCS =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 the LCS for all pairs (A,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</m:sup>
                    </m:sSub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), where 1</a:t>
                </a:r>
                <a:r>
                  <a:rPr lang="en-US" altLang="zh-TW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≤i≤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endParaRPr lang="pt-BR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pt-BR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|A|=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|B|=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0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TW" i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DC6E74A-4757-47F8-AC36-7C4663CA1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4732" y="1998236"/>
                <a:ext cx="10515600" cy="4351338"/>
              </a:xfrm>
              <a:blipFill>
                <a:blip r:embed="rId2"/>
                <a:stretch>
                  <a:fillRect l="-1217" t="-9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15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BA34969-107B-45AC-961E-958960BE3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131" y="1502152"/>
            <a:ext cx="7929992" cy="487309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77CA129-CEB4-42A7-8A13-DB0DEBD20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421" y="17658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Grid directed acyclic graph (GDAG)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DA6D324-97AC-4F15-B44A-29A87DFF1DA0}"/>
              </a:ext>
            </a:extLst>
          </p:cNvPr>
          <p:cNvCxnSpPr>
            <a:cxnSpLocks/>
          </p:cNvCxnSpPr>
          <p:nvPr/>
        </p:nvCxnSpPr>
        <p:spPr>
          <a:xfrm>
            <a:off x="4637207" y="2176652"/>
            <a:ext cx="399603" cy="443773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C81A563-BD83-435D-A4C6-18C221774B09}"/>
              </a:ext>
            </a:extLst>
          </p:cNvPr>
          <p:cNvSpPr txBox="1"/>
          <p:nvPr/>
        </p:nvSpPr>
        <p:spPr>
          <a:xfrm>
            <a:off x="4210842" y="1470070"/>
            <a:ext cx="125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= 1</a:t>
            </a:r>
            <a:endParaRPr lang="zh-TW" altLang="en-US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1A85462-5EE6-47C9-ABCB-C1BC4CF42731}"/>
              </a:ext>
            </a:extLst>
          </p:cNvPr>
          <p:cNvCxnSpPr>
            <a:cxnSpLocks/>
          </p:cNvCxnSpPr>
          <p:nvPr/>
        </p:nvCxnSpPr>
        <p:spPr>
          <a:xfrm>
            <a:off x="3178907" y="2147201"/>
            <a:ext cx="437000" cy="894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A52C2E4-6288-4472-AE1E-E0EA3A891D34}"/>
              </a:ext>
            </a:extLst>
          </p:cNvPr>
          <p:cNvCxnSpPr>
            <a:cxnSpLocks/>
          </p:cNvCxnSpPr>
          <p:nvPr/>
        </p:nvCxnSpPr>
        <p:spPr>
          <a:xfrm>
            <a:off x="3178907" y="2209289"/>
            <a:ext cx="0" cy="378498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A556DE57-F36A-42F6-A3BC-D7A829E3C741}"/>
              </a:ext>
            </a:extLst>
          </p:cNvPr>
          <p:cNvSpPr/>
          <p:nvPr/>
        </p:nvSpPr>
        <p:spPr>
          <a:xfrm>
            <a:off x="2497665" y="1502707"/>
            <a:ext cx="1252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= 0</a:t>
            </a:r>
            <a:endParaRPr lang="zh-TW" altLang="en-US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55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BA34969-107B-45AC-961E-958960BE3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131" y="1502152"/>
            <a:ext cx="7929992" cy="487309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77CA129-CEB4-42A7-8A13-DB0DEBD20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421" y="17658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Grid directed acyclic graph (GDAG)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1AB46311-E4EE-471D-8C06-FB31EA0D3BE2}"/>
              </a:ext>
            </a:extLst>
          </p:cNvPr>
          <p:cNvCxnSpPr>
            <a:cxnSpLocks/>
          </p:cNvCxnSpPr>
          <p:nvPr/>
        </p:nvCxnSpPr>
        <p:spPr>
          <a:xfrm>
            <a:off x="3209290" y="2204447"/>
            <a:ext cx="391751" cy="3784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2227BAFF-07DB-4187-A44C-0DE0AA70F55F}"/>
              </a:ext>
            </a:extLst>
          </p:cNvPr>
          <p:cNvSpPr/>
          <p:nvPr/>
        </p:nvSpPr>
        <p:spPr>
          <a:xfrm>
            <a:off x="2564091" y="2393696"/>
            <a:ext cx="391751" cy="45319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201EAD7-7566-4E52-AF32-A375BC130C87}"/>
              </a:ext>
            </a:extLst>
          </p:cNvPr>
          <p:cNvSpPr/>
          <p:nvPr/>
        </p:nvSpPr>
        <p:spPr>
          <a:xfrm>
            <a:off x="3459640" y="1696825"/>
            <a:ext cx="391751" cy="4403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994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BA34969-107B-45AC-961E-958960BE3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130" y="1502152"/>
            <a:ext cx="7929992" cy="487309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77CA129-CEB4-42A7-8A13-DB0DEBD20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28" y="17884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Grid directed acyclic graph (GDAG)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1AB46311-E4EE-471D-8C06-FB31EA0D3BE2}"/>
              </a:ext>
            </a:extLst>
          </p:cNvPr>
          <p:cNvCxnSpPr>
            <a:cxnSpLocks/>
          </p:cNvCxnSpPr>
          <p:nvPr/>
        </p:nvCxnSpPr>
        <p:spPr>
          <a:xfrm>
            <a:off x="5643250" y="3165982"/>
            <a:ext cx="391751" cy="3784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2227BAFF-07DB-4187-A44C-0DE0AA70F55F}"/>
              </a:ext>
            </a:extLst>
          </p:cNvPr>
          <p:cNvSpPr/>
          <p:nvPr/>
        </p:nvSpPr>
        <p:spPr>
          <a:xfrm>
            <a:off x="2573517" y="3355231"/>
            <a:ext cx="391751" cy="45319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201EAD7-7566-4E52-AF32-A375BC130C87}"/>
              </a:ext>
            </a:extLst>
          </p:cNvPr>
          <p:cNvSpPr/>
          <p:nvPr/>
        </p:nvSpPr>
        <p:spPr>
          <a:xfrm>
            <a:off x="5839125" y="1673545"/>
            <a:ext cx="391751" cy="4403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86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B4EDA7BF-C4E8-4EAB-9251-E8F117692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269" y="1677971"/>
            <a:ext cx="5277461" cy="506690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2777D71-E519-4607-8792-AE91BB11C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98" y="218431"/>
            <a:ext cx="11837404" cy="6989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1A0AB67-9BAA-496F-8597-D1A5FEB4D140}"/>
                  </a:ext>
                </a:extLst>
              </p:cNvPr>
              <p:cNvSpPr/>
              <p:nvPr/>
            </p:nvSpPr>
            <p:spPr>
              <a:xfrm>
                <a:off x="481651" y="917419"/>
                <a:ext cx="9105409" cy="5569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(i,j) represents the length of the LCS of A and the substring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j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1A0AB67-9BAA-496F-8597-D1A5FEB4D1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51" y="917419"/>
                <a:ext cx="9105409" cy="556947"/>
              </a:xfrm>
              <a:prstGeom prst="rect">
                <a:avLst/>
              </a:prstGeom>
              <a:blipFill>
                <a:blip r:embed="rId4"/>
                <a:stretch>
                  <a:fillRect b="-18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058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44F1421-5270-4FCB-BD79-73DE570A4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833" y="1709243"/>
            <a:ext cx="6610222" cy="406207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4EDA7BF-C4E8-4EAB-9251-E8F117692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258" y="995739"/>
            <a:ext cx="5711443" cy="548357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2777D71-E519-4607-8792-AE91BB11C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97" y="378687"/>
            <a:ext cx="11837404" cy="6989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1A0AB67-9BAA-496F-8597-D1A5FEB4D140}"/>
                  </a:ext>
                </a:extLst>
              </p:cNvPr>
              <p:cNvSpPr/>
              <p:nvPr/>
            </p:nvSpPr>
            <p:spPr>
              <a:xfrm>
                <a:off x="478446" y="6099952"/>
                <a:ext cx="7156315" cy="440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(i,j) represents the length of the LCS of A and the substring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</m:sup>
                    </m:sSub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1A0AB67-9BAA-496F-8597-D1A5FEB4D1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46" y="6099952"/>
                <a:ext cx="7156315" cy="440826"/>
              </a:xfrm>
              <a:prstGeom prst="rect">
                <a:avLst/>
              </a:prstGeom>
              <a:blipFill>
                <a:blip r:embed="rId5"/>
                <a:stretch>
                  <a:fillRect l="-511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橢圓 9">
            <a:extLst>
              <a:ext uri="{FF2B5EF4-FFF2-40B4-BE49-F238E27FC236}">
                <a16:creationId xmlns:a16="http://schemas.microsoft.com/office/drawing/2014/main" id="{8B79DC29-4904-418C-9562-219E4A447761}"/>
              </a:ext>
            </a:extLst>
          </p:cNvPr>
          <p:cNvSpPr/>
          <p:nvPr/>
        </p:nvSpPr>
        <p:spPr>
          <a:xfrm>
            <a:off x="8314442" y="2026763"/>
            <a:ext cx="329938" cy="3582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DF6A727-FFF8-4976-A94B-6ED568D2EDA3}"/>
              </a:ext>
            </a:extLst>
          </p:cNvPr>
          <p:cNvCxnSpPr>
            <a:cxnSpLocks/>
          </p:cNvCxnSpPr>
          <p:nvPr/>
        </p:nvCxnSpPr>
        <p:spPr>
          <a:xfrm>
            <a:off x="1442301" y="2696066"/>
            <a:ext cx="367647" cy="3393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65DE46B-96F0-4DFB-B8FE-27637E009C3B}"/>
              </a:ext>
            </a:extLst>
          </p:cNvPr>
          <p:cNvCxnSpPr>
            <a:cxnSpLocks/>
          </p:cNvCxnSpPr>
          <p:nvPr/>
        </p:nvCxnSpPr>
        <p:spPr>
          <a:xfrm>
            <a:off x="1825660" y="3097754"/>
            <a:ext cx="367647" cy="3393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8605A3A-9DAA-402D-9482-9BD97C7AECD3}"/>
              </a:ext>
            </a:extLst>
          </p:cNvPr>
          <p:cNvCxnSpPr>
            <a:cxnSpLocks/>
          </p:cNvCxnSpPr>
          <p:nvPr/>
        </p:nvCxnSpPr>
        <p:spPr>
          <a:xfrm>
            <a:off x="8331725" y="1368397"/>
            <a:ext cx="109980" cy="1225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AB11D45B-6BA6-41B5-B863-A1CFEBC20E64}"/>
              </a:ext>
            </a:extLst>
          </p:cNvPr>
          <p:cNvCxnSpPr>
            <a:cxnSpLocks/>
          </p:cNvCxnSpPr>
          <p:nvPr/>
        </p:nvCxnSpPr>
        <p:spPr>
          <a:xfrm>
            <a:off x="7090529" y="2023621"/>
            <a:ext cx="109980" cy="1225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4313EE0-6676-4020-9CEF-54441690598F}"/>
              </a:ext>
            </a:extLst>
          </p:cNvPr>
          <p:cNvSpPr txBox="1"/>
          <p:nvPr/>
        </p:nvSpPr>
        <p:spPr>
          <a:xfrm>
            <a:off x="1132078" y="1647778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B462B0F-4068-4C45-8F1A-6C51D11FEC36}"/>
              </a:ext>
            </a:extLst>
          </p:cNvPr>
          <p:cNvSpPr txBox="1"/>
          <p:nvPr/>
        </p:nvSpPr>
        <p:spPr>
          <a:xfrm>
            <a:off x="1972970" y="1647778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j=3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81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44F1421-5270-4FCB-BD79-73DE570A4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833" y="1709243"/>
            <a:ext cx="6610222" cy="406207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4EDA7BF-C4E8-4EAB-9251-E8F117692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258" y="995739"/>
            <a:ext cx="5711443" cy="548357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2777D71-E519-4607-8792-AE91BB11C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97" y="378687"/>
            <a:ext cx="11837404" cy="6989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1A0AB67-9BAA-496F-8597-D1A5FEB4D140}"/>
                  </a:ext>
                </a:extLst>
              </p:cNvPr>
              <p:cNvSpPr/>
              <p:nvPr/>
            </p:nvSpPr>
            <p:spPr>
              <a:xfrm>
                <a:off x="455948" y="6088812"/>
                <a:ext cx="7156315" cy="440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(i,j) represents the length of the LCS of A and the substring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</m:sup>
                    </m:sSub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1A0AB67-9BAA-496F-8597-D1A5FEB4D1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48" y="6088812"/>
                <a:ext cx="7156315" cy="440826"/>
              </a:xfrm>
              <a:prstGeom prst="rect">
                <a:avLst/>
              </a:prstGeom>
              <a:blipFill>
                <a:blip r:embed="rId5"/>
                <a:stretch>
                  <a:fillRect l="-596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橢圓 9">
            <a:extLst>
              <a:ext uri="{FF2B5EF4-FFF2-40B4-BE49-F238E27FC236}">
                <a16:creationId xmlns:a16="http://schemas.microsoft.com/office/drawing/2014/main" id="{8B79DC29-4904-418C-9562-219E4A447761}"/>
              </a:ext>
            </a:extLst>
          </p:cNvPr>
          <p:cNvSpPr/>
          <p:nvPr/>
        </p:nvSpPr>
        <p:spPr>
          <a:xfrm>
            <a:off x="9521073" y="2592372"/>
            <a:ext cx="329938" cy="3582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DF6A727-FFF8-4976-A94B-6ED568D2EDA3}"/>
              </a:ext>
            </a:extLst>
          </p:cNvPr>
          <p:cNvCxnSpPr>
            <a:cxnSpLocks/>
          </p:cNvCxnSpPr>
          <p:nvPr/>
        </p:nvCxnSpPr>
        <p:spPr>
          <a:xfrm>
            <a:off x="2241603" y="2309312"/>
            <a:ext cx="367647" cy="3393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65DE46B-96F0-4DFB-B8FE-27637E009C3B}"/>
              </a:ext>
            </a:extLst>
          </p:cNvPr>
          <p:cNvCxnSpPr>
            <a:cxnSpLocks/>
          </p:cNvCxnSpPr>
          <p:nvPr/>
        </p:nvCxnSpPr>
        <p:spPr>
          <a:xfrm>
            <a:off x="3440413" y="3507497"/>
            <a:ext cx="367647" cy="3393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8605A3A-9DAA-402D-9482-9BD97C7AECD3}"/>
              </a:ext>
            </a:extLst>
          </p:cNvPr>
          <p:cNvCxnSpPr>
            <a:cxnSpLocks/>
          </p:cNvCxnSpPr>
          <p:nvPr/>
        </p:nvCxnSpPr>
        <p:spPr>
          <a:xfrm>
            <a:off x="9519503" y="1332185"/>
            <a:ext cx="109980" cy="1225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AB11D45B-6BA6-41B5-B863-A1CFEBC20E64}"/>
              </a:ext>
            </a:extLst>
          </p:cNvPr>
          <p:cNvCxnSpPr>
            <a:cxnSpLocks/>
          </p:cNvCxnSpPr>
          <p:nvPr/>
        </p:nvCxnSpPr>
        <p:spPr>
          <a:xfrm>
            <a:off x="7109382" y="2570377"/>
            <a:ext cx="109980" cy="1225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4313EE0-6676-4020-9CEF-54441690598F}"/>
              </a:ext>
            </a:extLst>
          </p:cNvPr>
          <p:cNvSpPr txBox="1"/>
          <p:nvPr/>
        </p:nvSpPr>
        <p:spPr>
          <a:xfrm>
            <a:off x="4046166" y="1622489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j=8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B462B0F-4068-4C45-8F1A-6C51D11FEC36}"/>
              </a:ext>
            </a:extLst>
          </p:cNvPr>
          <p:cNvSpPr txBox="1"/>
          <p:nvPr/>
        </p:nvSpPr>
        <p:spPr>
          <a:xfrm>
            <a:off x="1994580" y="1622489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4BCDEFEB-01E8-49DA-879D-39F5AA30BE4B}"/>
              </a:ext>
            </a:extLst>
          </p:cNvPr>
          <p:cNvCxnSpPr>
            <a:cxnSpLocks/>
          </p:cNvCxnSpPr>
          <p:nvPr/>
        </p:nvCxnSpPr>
        <p:spPr>
          <a:xfrm>
            <a:off x="3056454" y="2706891"/>
            <a:ext cx="367647" cy="3393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3EC89445-ADD3-4D35-ADB1-54E049C83E5B}"/>
              </a:ext>
            </a:extLst>
          </p:cNvPr>
          <p:cNvCxnSpPr>
            <a:cxnSpLocks/>
          </p:cNvCxnSpPr>
          <p:nvPr/>
        </p:nvCxnSpPr>
        <p:spPr>
          <a:xfrm>
            <a:off x="3850283" y="3863169"/>
            <a:ext cx="367647" cy="3393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596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83545F1-B8A9-4F93-BA9A-96C222A6F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42" y="298358"/>
            <a:ext cx="9823031" cy="90685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75EDC10-92FB-4930-8A05-7AA0A7CA3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823" y="1062950"/>
            <a:ext cx="5084191" cy="57950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AB6D174-95E7-41E5-B997-4BB3E68FEE56}"/>
              </a:ext>
            </a:extLst>
          </p:cNvPr>
          <p:cNvSpPr/>
          <p:nvPr/>
        </p:nvSpPr>
        <p:spPr>
          <a:xfrm>
            <a:off x="6202451" y="1131216"/>
            <a:ext cx="10750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Length)</a:t>
            </a:r>
            <a:endParaRPr lang="zh-TW" alt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97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75EDC10-92FB-4930-8A05-7AA0A7CA3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08133"/>
            <a:ext cx="5407037" cy="616303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5ECC058-3ABB-4AEE-BC69-6CDEDD699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63" y="857838"/>
            <a:ext cx="5690665" cy="5463625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07A977BA-C53C-4281-83DE-407B4734F857}"/>
              </a:ext>
            </a:extLst>
          </p:cNvPr>
          <p:cNvSpPr/>
          <p:nvPr/>
        </p:nvSpPr>
        <p:spPr>
          <a:xfrm>
            <a:off x="9021453" y="2309568"/>
            <a:ext cx="329938" cy="3582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6741B37-A8BF-47A0-B4E9-48AA3319E890}"/>
              </a:ext>
            </a:extLst>
          </p:cNvPr>
          <p:cNvSpPr txBox="1"/>
          <p:nvPr/>
        </p:nvSpPr>
        <p:spPr>
          <a:xfrm>
            <a:off x="9282348" y="565609"/>
            <a:ext cx="1144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Length)</a:t>
            </a:r>
            <a:endParaRPr lang="zh-TW" alt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FCFD123-B0AB-46C3-90C1-FF58E7712F1B}"/>
              </a:ext>
            </a:extLst>
          </p:cNvPr>
          <p:cNvCxnSpPr>
            <a:cxnSpLocks/>
          </p:cNvCxnSpPr>
          <p:nvPr/>
        </p:nvCxnSpPr>
        <p:spPr>
          <a:xfrm>
            <a:off x="6384320" y="2488677"/>
            <a:ext cx="31656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604671BD-1415-4AE5-9658-34F5E99B9969}"/>
              </a:ext>
            </a:extLst>
          </p:cNvPr>
          <p:cNvCxnSpPr>
            <a:cxnSpLocks/>
          </p:cNvCxnSpPr>
          <p:nvPr/>
        </p:nvCxnSpPr>
        <p:spPr>
          <a:xfrm>
            <a:off x="1012613" y="2641077"/>
            <a:ext cx="31656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>
            <a:extLst>
              <a:ext uri="{FF2B5EF4-FFF2-40B4-BE49-F238E27FC236}">
                <a16:creationId xmlns:a16="http://schemas.microsoft.com/office/drawing/2014/main" id="{2B868767-3E69-4600-96C8-DF5EDE7A2037}"/>
              </a:ext>
            </a:extLst>
          </p:cNvPr>
          <p:cNvSpPr/>
          <p:nvPr/>
        </p:nvSpPr>
        <p:spPr>
          <a:xfrm>
            <a:off x="3885416" y="1263192"/>
            <a:ext cx="329938" cy="33151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35E004B9-CBF8-4031-A0D2-E1874493BAF8}"/>
              </a:ext>
            </a:extLst>
          </p:cNvPr>
          <p:cNvSpPr/>
          <p:nvPr/>
        </p:nvSpPr>
        <p:spPr>
          <a:xfrm>
            <a:off x="9021453" y="965719"/>
            <a:ext cx="329938" cy="35821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1E9B58C-4CB4-460F-9541-6BF660252EFB}"/>
              </a:ext>
            </a:extLst>
          </p:cNvPr>
          <p:cNvSpPr/>
          <p:nvPr/>
        </p:nvSpPr>
        <p:spPr>
          <a:xfrm>
            <a:off x="3911362" y="2488674"/>
            <a:ext cx="303992" cy="331511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5533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75EDC10-92FB-4930-8A05-7AA0A7CA3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46755"/>
            <a:ext cx="5407037" cy="616303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5ECC058-3ABB-4AEE-BC69-6CDEDD699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63" y="884936"/>
            <a:ext cx="5690665" cy="5463625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07A977BA-C53C-4281-83DE-407B4734F857}"/>
              </a:ext>
            </a:extLst>
          </p:cNvPr>
          <p:cNvSpPr/>
          <p:nvPr/>
        </p:nvSpPr>
        <p:spPr>
          <a:xfrm>
            <a:off x="8333296" y="3610075"/>
            <a:ext cx="329938" cy="3582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FCFD123-B0AB-46C3-90C1-FF58E7712F1B}"/>
              </a:ext>
            </a:extLst>
          </p:cNvPr>
          <p:cNvCxnSpPr>
            <a:cxnSpLocks/>
          </p:cNvCxnSpPr>
          <p:nvPr/>
        </p:nvCxnSpPr>
        <p:spPr>
          <a:xfrm>
            <a:off x="6379628" y="3855564"/>
            <a:ext cx="31656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604671BD-1415-4AE5-9658-34F5E99B9969}"/>
              </a:ext>
            </a:extLst>
          </p:cNvPr>
          <p:cNvCxnSpPr>
            <a:cxnSpLocks/>
          </p:cNvCxnSpPr>
          <p:nvPr/>
        </p:nvCxnSpPr>
        <p:spPr>
          <a:xfrm>
            <a:off x="965479" y="3789184"/>
            <a:ext cx="31656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>
            <a:extLst>
              <a:ext uri="{FF2B5EF4-FFF2-40B4-BE49-F238E27FC236}">
                <a16:creationId xmlns:a16="http://schemas.microsoft.com/office/drawing/2014/main" id="{2B868767-3E69-4600-96C8-DF5EDE7A2037}"/>
              </a:ext>
            </a:extLst>
          </p:cNvPr>
          <p:cNvSpPr/>
          <p:nvPr/>
        </p:nvSpPr>
        <p:spPr>
          <a:xfrm>
            <a:off x="4133311" y="1263192"/>
            <a:ext cx="329938" cy="33151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35E004B9-CBF8-4031-A0D2-E1874493BAF8}"/>
              </a:ext>
            </a:extLst>
          </p:cNvPr>
          <p:cNvSpPr/>
          <p:nvPr/>
        </p:nvSpPr>
        <p:spPr>
          <a:xfrm>
            <a:off x="8316835" y="979329"/>
            <a:ext cx="329938" cy="35821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1E9B58C-4CB4-460F-9541-6BF660252EFB}"/>
              </a:ext>
            </a:extLst>
          </p:cNvPr>
          <p:cNvSpPr/>
          <p:nvPr/>
        </p:nvSpPr>
        <p:spPr>
          <a:xfrm>
            <a:off x="4133311" y="3689808"/>
            <a:ext cx="303992" cy="331511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4129E83-F1A6-46BD-A26E-1BEBFA76FACF}"/>
              </a:ext>
            </a:extLst>
          </p:cNvPr>
          <p:cNvSpPr txBox="1"/>
          <p:nvPr/>
        </p:nvSpPr>
        <p:spPr>
          <a:xfrm>
            <a:off x="9313683" y="575035"/>
            <a:ext cx="1144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Length)</a:t>
            </a:r>
            <a:endParaRPr lang="zh-TW" alt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292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DD7EB48-B8E5-48E3-876D-EDE30698F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61" y="365124"/>
            <a:ext cx="9922069" cy="85093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AF4BCE9-E898-4E1A-B926-DEFAE15C0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61" y="1216057"/>
            <a:ext cx="10379339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79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03B9C39-F90E-46FE-9929-3E36540BB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725" y="817137"/>
            <a:ext cx="4965037" cy="565923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9703E31-19BC-4DC9-8394-93134F358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630" y="616586"/>
            <a:ext cx="3553988" cy="576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09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284</Words>
  <Application>Microsoft Office PowerPoint</Application>
  <PresentationFormat>寬螢幕</PresentationFormat>
  <Paragraphs>31</Paragraphs>
  <Slides>14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Office 佈景主題</vt:lpstr>
      <vt:lpstr>An all-substrings common subsequence algorithm</vt:lpstr>
      <vt:lpstr>Abstract</vt:lpstr>
      <vt:lpstr>All-substrings longest common subsequence (ALCS)</vt:lpstr>
      <vt:lpstr> Grid directed acyclic graph (GDAG) </vt:lpstr>
      <vt:lpstr> Grid directed acyclic graph (GDAG) </vt:lpstr>
      <vt:lpstr> Grid directed acyclic graph (GDAG)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M083040080</dc:creator>
  <cp:lastModifiedBy>GaryC</cp:lastModifiedBy>
  <cp:revision>14</cp:revision>
  <dcterms:created xsi:type="dcterms:W3CDTF">2020-03-23T07:33:29Z</dcterms:created>
  <dcterms:modified xsi:type="dcterms:W3CDTF">2020-03-24T09:22:46Z</dcterms:modified>
</cp:coreProperties>
</file>