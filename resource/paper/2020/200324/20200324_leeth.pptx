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21" r:id="rId2"/>
    <p:sldId id="311" r:id="rId3"/>
    <p:sldId id="306" r:id="rId4"/>
    <p:sldId id="322" r:id="rId5"/>
    <p:sldId id="323" r:id="rId6"/>
    <p:sldId id="324" r:id="rId7"/>
    <p:sldId id="325" r:id="rId8"/>
    <p:sldId id="326" r:id="rId9"/>
    <p:sldId id="328" r:id="rId10"/>
    <p:sldId id="32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3971" autoAdjust="0"/>
  </p:normalViewPr>
  <p:slideViewPr>
    <p:cSldViewPr snapToGrid="0">
      <p:cViewPr varScale="1">
        <p:scale>
          <a:sx n="72" d="100"/>
          <a:sy n="72" d="100"/>
        </p:scale>
        <p:origin x="153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雄死ㄍㄟ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黑給 虎摟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敲乎李 </a:t>
            </a:r>
            <a:r>
              <a:rPr lang="en-US" altLang="zh-TW" dirty="0"/>
              <a:t>ate </a:t>
            </a:r>
            <a:r>
              <a:rPr lang="zh-TW" altLang="en-US" dirty="0"/>
              <a:t>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413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230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438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246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654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989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42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36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148" y="1449321"/>
            <a:ext cx="8348184" cy="877881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branch-and-cut approach to the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repetition-free longest common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16" y="2811283"/>
            <a:ext cx="8536249" cy="717223"/>
          </a:xfrm>
        </p:spPr>
        <p:txBody>
          <a:bodyPr>
            <a:noAutofit/>
          </a:bodyPr>
          <a:lstStyle/>
          <a:p>
            <a:r>
              <a:rPr lang="fr-F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Carlos E. Ferreira and Christian Tjandraatmadja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-Hsu Lee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 : Mar. 24,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795" y="3701215"/>
            <a:ext cx="76228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Electronic Notes in Discrete Mathematics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Volume 36, 1 August 2010, Pages 527-534</a:t>
            </a: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>
        <p:cut/>
      </p:transition>
    </mc:Choice>
    <mc:Fallback xmlns="">
      <p:transition spd="slow" advTm="2519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1057363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branch-and-cut approach to solve the following problem. Given two sequences x and y over a finite alphabet, find a repetition-free longest common subsequence of x and y. Implementation details of an efficient separation routine and several heuristics are described. We can solve medium size instances of the problem to optimality.</a:t>
            </a: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RFLCS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1569249"/>
            <a:ext cx="7887821" cy="4354433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CAADBD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ABACDAD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RFLCS(X,Y) = CAD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81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1205948"/>
            <a:ext cx="7887821" cy="4524787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 be a set of pairwise non-crossing matches, the sequence s is a common subsequence of x and y and we say that A defines 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pairwise non-conflicting matches defines a repetition-free common subsequence.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RFLCS problem can be translated into finding a set of pairwise non-conflicting matches of maximum</a:t>
            </a:r>
          </a:p>
          <a:p>
            <a:pPr marL="0" indent="0"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B37816B-D21B-41D4-9B12-F06FC5D6F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762" y="4238052"/>
            <a:ext cx="6130474" cy="19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2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3CA8D1D5-6B20-4285-BB0C-86AEE0942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089" y="1524000"/>
                <a:ext cx="7887821" cy="4524787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binary variable for a match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in M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3CA8D1D5-6B20-4285-BB0C-86AEE0942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089" y="1524000"/>
                <a:ext cx="7887821" cy="4524787"/>
              </a:xfrm>
              <a:blipFill>
                <a:blip r:embed="rId4"/>
                <a:stretch>
                  <a:fillRect l="-1005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DAC5558A-0D52-4784-8557-EB8219834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7" y="2489080"/>
            <a:ext cx="7168882" cy="187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5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algorithm(1/2)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1205948"/>
            <a:ext cx="7887821" cy="4524787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maximal extended star K such that                  &gt; 1, or inform if there is no such K.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revert one of the sequences, say x, an original match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turns into a match (|x|+1−i, j).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4B1891B-9C96-45EB-AB2C-E55B348E4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596" y="1205948"/>
            <a:ext cx="1308100" cy="3971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A564A58-A316-4158-9466-34106CCBF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659" y="3543263"/>
            <a:ext cx="7316680" cy="210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3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algorithm(2/2)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3CA8D1D5-6B20-4285-BB0C-86AEE0942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089" y="3692914"/>
                <a:ext cx="7887821" cy="1709530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: The weight of a maximum extended planar matching of x[1..i] and y[1..j]</a:t>
                </a:r>
              </a:p>
              <a:p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240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sz="240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j)) be the weight of a block that has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as a start match and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as an end match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Le(|x|, |y|) 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TW" sz="240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zh-TW" sz="240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3CA8D1D5-6B20-4285-BB0C-86AEE0942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089" y="3692914"/>
                <a:ext cx="7887821" cy="1709530"/>
              </a:xfrm>
              <a:blipFill>
                <a:blip r:embed="rId4"/>
                <a:stretch>
                  <a:fillRect l="-1005" t="-5000" r="-1855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15E465CF-3E88-4D1F-8C1C-19BC7D1FD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89" y="1341032"/>
            <a:ext cx="7782183" cy="196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88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elimination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1347280"/>
            <a:ext cx="7887821" cy="17095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Let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be a match and let u(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be a match upper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for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j). If there is a repetition-free common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of x and y of length greater than u(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j), then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in a set that defines an RFLCS of x and y.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u(i, j) = upref(i, j)+usuff(i, j)+1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57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Primal heuristics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3CA8D1D5-6B20-4285-BB0C-86AEE0942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8844" y="1254514"/>
                <a:ext cx="7906311" cy="515976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z be a feasible solution of the relaxation. The heuristics are as follows :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LCS and remove repetitions : Compute a set of pairwise non-crossing matches of maximum weight using z as weight,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 repeated occurrences of symbols.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greedy : Greedily choose matches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closest to 1.</a:t>
                </a:r>
              </a:p>
              <a:p>
                <a:r>
                  <a:rPr lang="pl-PL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 upper bound greedy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Greedily choose matches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closest to 1, where u(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is the match upper bound of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j).</a:t>
                </a:r>
              </a:p>
            </p:txBody>
          </p:sp>
        </mc:Choice>
        <mc:Fallback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3CA8D1D5-6B20-4285-BB0C-86AEE0942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8844" y="1254514"/>
                <a:ext cx="7906311" cy="5159769"/>
              </a:xfrm>
              <a:blipFill>
                <a:blip r:embed="rId4"/>
                <a:stretch>
                  <a:fillRect l="-1235" t="-1655" r="-13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14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0643CD0-9178-475D-BE40-7E6E3E234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26" y="1783338"/>
            <a:ext cx="7764148" cy="329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4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88791</TotalTime>
  <Words>619</Words>
  <Application>Microsoft Office PowerPoint</Application>
  <PresentationFormat>如螢幕大小 (4:3)</PresentationFormat>
  <Paragraphs>70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佈景主題</vt:lpstr>
      <vt:lpstr>A branch-and-cut approach to the repetition-free longest common subsequence problem</vt:lpstr>
      <vt:lpstr>Abstract</vt:lpstr>
      <vt:lpstr>RFLCS</vt:lpstr>
      <vt:lpstr>Formulation(1/2)</vt:lpstr>
      <vt:lpstr>Formulation(2/2)</vt:lpstr>
      <vt:lpstr>Separation algorithm(1/2)</vt:lpstr>
      <vt:lpstr>Separation algorithm(2/2)</vt:lpstr>
      <vt:lpstr>Variable elimination</vt:lpstr>
      <vt:lpstr>Primal heuristics</vt:lpstr>
      <vt:lpstr>Experimental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BBOBBOX</cp:lastModifiedBy>
  <cp:revision>804</cp:revision>
  <dcterms:created xsi:type="dcterms:W3CDTF">2017-09-25T08:45:50Z</dcterms:created>
  <dcterms:modified xsi:type="dcterms:W3CDTF">2020-03-24T07:39:40Z</dcterms:modified>
</cp:coreProperties>
</file>