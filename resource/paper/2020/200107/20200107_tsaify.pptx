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311" r:id="rId3"/>
    <p:sldId id="312" r:id="rId4"/>
    <p:sldId id="322" r:id="rId5"/>
    <p:sldId id="353" r:id="rId6"/>
    <p:sldId id="334" r:id="rId7"/>
    <p:sldId id="348" r:id="rId8"/>
    <p:sldId id="351" r:id="rId9"/>
    <p:sldId id="347" r:id="rId10"/>
    <p:sldId id="35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豐仰 蔡" initials="豐仰" lastIdx="1" clrIdx="0">
    <p:extLst>
      <p:ext uri="{19B8F6BF-5375-455C-9EA6-DF929625EA0E}">
        <p15:presenceInfo xmlns:p15="http://schemas.microsoft.com/office/powerpoint/2012/main" userId="8fbda77307fba9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AFE"/>
    <a:srgbClr val="6666FF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520" autoAdjust="0"/>
  </p:normalViewPr>
  <p:slideViewPr>
    <p:cSldViewPr snapToGrid="0">
      <p:cViewPr>
        <p:scale>
          <a:sx n="33" d="100"/>
          <a:sy n="33" d="100"/>
        </p:scale>
        <p:origin x="2490" y="6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878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931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23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938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23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548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065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494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pPr/>
              <a:t>2020/1/7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150" y="1538969"/>
            <a:ext cx="8348184" cy="877881"/>
          </a:xfrm>
        </p:spPr>
        <p:txBody>
          <a:bodyPr>
            <a:no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Antlion optimization </a:t>
            </a:r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b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structural alignment </a:t>
            </a:r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b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bi-objective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149" y="2900196"/>
            <a:ext cx="8536249" cy="717223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Ranjani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Rani and D.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Ramyachitra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61182" y="5443584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Feng-Yang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Tsai</a:t>
            </a:r>
          </a:p>
          <a:p>
            <a:pPr algn="r"/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Date:Jan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7, 2019.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797" y="3922940"/>
            <a:ext cx="76228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Neural Computing and Applications, 31(19), 2019, 3139–   3146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07" y="151843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07" y="626353"/>
            <a:ext cx="8753533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work concentrates on the pairwise protein structure alignment of numerous protein structures. This is considered to be a problematic job which is an NP-hard problem. This work proposed a bi-objective-based antlion optimization algorithm (BO-ALO) which is aimed to improve the geometrical and evolutionary relationship among the protein structures. The bi-objective functions are the RMSD and TM scores which aim to minimize the RMSD score and maximize the TM score. The BO-ALO method has been compared with various widespread existing methods such as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SPalignNS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UniAlign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DALI, MICAN, GANGSTA,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DeepAlign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TM-align, CE, ant colony optimization and artiﬁcial bee colony optimization methods. </a:t>
            </a:r>
            <a:endParaRPr lang="fr-F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8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9" y="10584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59" y="582580"/>
            <a:ext cx="8759149" cy="5131633"/>
          </a:xfrm>
        </p:spPr>
        <p:txBody>
          <a:bodyPr>
            <a:noAutofit/>
          </a:bodyPr>
          <a:lstStyle/>
          <a:p>
            <a:pPr marL="0" indent="0">
              <a:lnSpc>
                <a:spcPts val="32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experiments were taken from the benchmark datasets, namely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CATH. Also, the predicted alignments were compared with gold standard benchmark databases such as CDD, MALIDUP, MALISAM and HOMSTRAD. The outcomes of the proposed method have better bi-objective function scores and performance measures than other well-known existing approaches. This work also evaluates the proposed method with its biological signiﬁcance of predicting the common gene ontology functions among the aligned protein structures. </a:t>
            </a:r>
            <a:endParaRPr lang="fr-FR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38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374" y="0"/>
            <a:ext cx="5040312" cy="681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2" y="92983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3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0522648-AB4C-472C-A4C8-E4FE300CBAD7}"/>
              </a:ext>
            </a:extLst>
          </p:cNvPr>
          <p:cNvSpPr/>
          <p:nvPr/>
        </p:nvSpPr>
        <p:spPr>
          <a:xfrm>
            <a:off x="258247" y="418006"/>
            <a:ext cx="44476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2429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Pareto-optimal solution: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2C16F64-152B-4DB0-8E6F-8692E1348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06" y="1718924"/>
            <a:ext cx="7114649" cy="342015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098A468-DB1B-4C34-9EEB-FC30AD6B7B3B}"/>
              </a:ext>
            </a:extLst>
          </p:cNvPr>
          <p:cNvSpPr txBox="1"/>
          <p:nvPr/>
        </p:nvSpPr>
        <p:spPr>
          <a:xfrm>
            <a:off x="1240306" y="5393554"/>
            <a:ext cx="4073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non-dominated solution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3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2" y="92983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7560" y="1418546"/>
            <a:ext cx="7443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Arbitrary random walks of ants (alignments)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25" y="2640613"/>
            <a:ext cx="3838635" cy="68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37" y="2203339"/>
            <a:ext cx="1167954" cy="541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62" y="2206211"/>
            <a:ext cx="7165701" cy="537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31" y="3763374"/>
            <a:ext cx="446405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487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2" y="92983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7559" y="1338943"/>
            <a:ext cx="4665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Trapping in the antlions dump: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0" y="1953162"/>
            <a:ext cx="4084202" cy="139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417559" y="3502943"/>
            <a:ext cx="80653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Sliding ants (alignments) toward antlions (residues)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0" y="4229720"/>
            <a:ext cx="223202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211" y="4117162"/>
            <a:ext cx="3716338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3945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2" y="92983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7200" y="1199206"/>
            <a:ext cx="72855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Catching preys and reconstructing the trap: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07" y="1883161"/>
            <a:ext cx="604837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57201" y="3472934"/>
            <a:ext cx="16450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Elitism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TW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07" y="4123841"/>
            <a:ext cx="2917825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934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9" y="290897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itchFamily="18" charset="0"/>
                <a:cs typeface="Times New Roman" pitchFamily="18" charset="0"/>
              </a:rPr>
              <a:t>Result:</a:t>
            </a:r>
            <a:endParaRPr lang="zh-TW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145" y="702323"/>
            <a:ext cx="6282598" cy="60067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429" y="1070347"/>
            <a:ext cx="851313" cy="252193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427" y="2139073"/>
            <a:ext cx="682697" cy="2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1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9" y="290897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Times New Roman" pitchFamily="18" charset="0"/>
                <a:cs typeface="Times New Roman" pitchFamily="18" charset="0"/>
              </a:rPr>
              <a:t>Result:</a:t>
            </a:r>
            <a:endParaRPr lang="zh-TW" alt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65" y="874264"/>
            <a:ext cx="6963178" cy="565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41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92383</TotalTime>
  <Words>323</Words>
  <Application>Microsoft Office PowerPoint</Application>
  <PresentationFormat>如螢幕大小 (4:3)</PresentationFormat>
  <Paragraphs>31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佈景主題</vt:lpstr>
      <vt:lpstr>Antlion optimization algorithm  for pairwise structural alignment with  bi-objective functions</vt:lpstr>
      <vt:lpstr>Abstract(1/2)</vt:lpstr>
      <vt:lpstr>Abstract(2/2)</vt:lpstr>
      <vt:lpstr>Method:</vt:lpstr>
      <vt:lpstr>PowerPoint 簡報</vt:lpstr>
      <vt:lpstr>Method:</vt:lpstr>
      <vt:lpstr>Method:</vt:lpstr>
      <vt:lpstr>Method:</vt:lpstr>
      <vt:lpstr>Result:</vt:lpstr>
      <vt:lpstr>Result: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/>
  <cp:lastModifiedBy>pplab</cp:lastModifiedBy>
  <cp:revision>979</cp:revision>
  <dcterms:created xsi:type="dcterms:W3CDTF">2017-09-25T08:45:50Z</dcterms:created>
  <dcterms:modified xsi:type="dcterms:W3CDTF">2020-01-07T12:23:20Z</dcterms:modified>
</cp:coreProperties>
</file>