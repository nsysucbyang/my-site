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81" r:id="rId12"/>
    <p:sldId id="266" r:id="rId13"/>
    <p:sldId id="268" r:id="rId14"/>
    <p:sldId id="267" r:id="rId15"/>
    <p:sldId id="271" r:id="rId16"/>
    <p:sldId id="272" r:id="rId17"/>
    <p:sldId id="277" r:id="rId18"/>
    <p:sldId id="279" r:id="rId19"/>
    <p:sldId id="274" r:id="rId20"/>
    <p:sldId id="275" r:id="rId21"/>
    <p:sldId id="276" r:id="rId22"/>
    <p:sldId id="280" r:id="rId2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186186C-64BA-44FD-9B78-555D693B99E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5"/>
            <p14:sldId id="264"/>
            <p14:sldId id="281"/>
            <p14:sldId id="266"/>
            <p14:sldId id="268"/>
            <p14:sldId id="267"/>
            <p14:sldId id="271"/>
            <p14:sldId id="272"/>
            <p14:sldId id="277"/>
            <p14:sldId id="279"/>
            <p14:sldId id="274"/>
            <p14:sldId id="275"/>
          </p14:sldIdLst>
        </p14:section>
        <p14:section name="補充(論文內無提到，自行腦補)" id="{3912870F-827E-457A-8E56-27ABF1F4B1C3}">
          <p14:sldIdLst>
            <p14:sldId id="276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81D9"/>
    <a:srgbClr val="934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7529" autoAdjust="0"/>
  </p:normalViewPr>
  <p:slideViewPr>
    <p:cSldViewPr snapToGrid="0">
      <p:cViewPr varScale="1">
        <p:scale>
          <a:sx n="100" d="100"/>
          <a:sy n="100" d="100"/>
        </p:scale>
        <p:origin x="954" y="72"/>
      </p:cViewPr>
      <p:guideLst/>
    </p:cSldViewPr>
  </p:slideViewPr>
  <p:outlineViewPr>
    <p:cViewPr>
      <p:scale>
        <a:sx n="33" d="100"/>
        <a:sy n="33" d="100"/>
      </p:scale>
      <p:origin x="0" y="-954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033D0-5A25-41C7-969A-EF5F7C649CD4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9F1D4-CE95-410B-B0BC-C775142743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3862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rofile/Sebastian_Deorowicz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220114277_An_algorithm_for_solving_the_longest_increasing_circular_subsequence_problem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hlinkClick r:id="rId3"/>
              </a:rPr>
              <a:t>https://www.researchgate.net/profile/Sebastian_Deorowicz</a:t>
            </a:r>
            <a:endParaRPr lang="en-US" altLang="zh-TW" dirty="0"/>
          </a:p>
          <a:p>
            <a:endParaRPr lang="en-US" altLang="zh-TW" dirty="0"/>
          </a:p>
          <a:p>
            <a:pPr algn="l"/>
            <a:r>
              <a:rPr lang="en-US" altLang="zh-TW" b="0" i="0" u="sng" dirty="0">
                <a:solidFill>
                  <a:srgbClr val="777777"/>
                </a:solidFill>
                <a:effectLst/>
                <a:latin typeface="Roboto"/>
              </a:rPr>
              <a:t>Silesian University of Technology · Institute of Computer Science</a:t>
            </a:r>
          </a:p>
          <a:p>
            <a:pPr algn="l"/>
            <a:r>
              <a:rPr lang="zh-TW" altLang="en-US" b="0" i="0" dirty="0">
                <a:effectLst/>
                <a:latin typeface="arial" panose="020B0604020202020204" pitchFamily="34" charset="0"/>
              </a:rPr>
              <a:t>西里西亞工業大學</a:t>
            </a:r>
            <a:endParaRPr lang="en-US" altLang="zh-TW" b="0" i="0" u="sng" dirty="0">
              <a:solidFill>
                <a:srgbClr val="777777"/>
              </a:solidFill>
              <a:effectLst/>
              <a:latin typeface="Roboto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474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hlinkClick r:id="rId3"/>
              </a:rPr>
              <a:t>https://www.researchgate.net/publication/220114277_An_algorithm_for_solving_the_longest_increasing_circular_subsequence_problem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3972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因為元素都是 </a:t>
            </a:r>
            <a:r>
              <a:rPr lang="en-US" altLang="zh-TW" dirty="0"/>
              <a:t>Decreasing</a:t>
            </a:r>
            <a:r>
              <a:rPr lang="zh-TW" altLang="en-US" dirty="0"/>
              <a:t> 排列，所以小的一定不可能當頭，一定會當頭的只有 最大值</a:t>
            </a:r>
            <a:r>
              <a:rPr lang="en-US" altLang="zh-TW" dirty="0"/>
              <a:t>( S[1] 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7643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1800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1800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  <m:sup>
                        <m:r>
                          <a:rPr lang="en-US" altLang="zh-TW" sz="1800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</m:sup>
                    </m:sSubSup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TW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800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1800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1800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1800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bSup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(</a:t>
                </a:r>
                <a:r>
                  <a:rPr lang="en-US" altLang="zh-TW" sz="1800" b="0" i="0" u="none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𝑆_6^12</a:t>
                </a: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TW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(</a:t>
                </a:r>
                <a:r>
                  <a:rPr lang="en-US" altLang="zh-TW" sz="1800" b="0" i="0" u="none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𝑆_1^5</a:t>
                </a:r>
                <a:r>
                  <a:rPr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3467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1546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3854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7147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3902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5912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9675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2161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4572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C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  <m:sup>
                        <m:r>
                          <a:rPr lang="en-US" altLang="zh-TW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b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  <m:sup>
                        <m:r>
                          <a:rPr lang="en-US" altLang="zh-TW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C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b="0" i="0" u="none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𝑆_5^5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C(</a:t>
                </a:r>
                <a:r>
                  <a:rPr lang="en-US" altLang="zh-TW" b="0" i="0" u="none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𝑆_6^4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8112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  <m:sup>
                        <m:r>
                          <a:rPr lang="en-US" altLang="zh-TW" b="0" i="1" u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C(</a:t>
                </a:r>
                <a:r>
                  <a:rPr lang="en-US" altLang="zh-TW" b="0" i="0" u="none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𝑆_2^4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C(</a:t>
                </a:r>
                <a:r>
                  <a:rPr lang="en-US" altLang="zh-TW" b="0" i="0" u="none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𝑆_5^1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94490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8971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根據 </a:t>
            </a:r>
            <a:r>
              <a:rPr lang="en-US" altLang="zh-TW" dirty="0"/>
              <a:t>Lemma 5 </a:t>
            </a:r>
            <a:r>
              <a:rPr lang="zh-TW" altLang="en-US" dirty="0"/>
              <a:t>， </a:t>
            </a:r>
            <a:r>
              <a:rPr lang="en-US" altLang="zh-TW" dirty="0"/>
              <a:t>C’’[</a:t>
            </a:r>
            <a:r>
              <a:rPr lang="en-US" altLang="zh-TW" dirty="0" err="1"/>
              <a:t>i</a:t>
            </a:r>
            <a:r>
              <a:rPr lang="en-US" altLang="zh-TW" dirty="0"/>
              <a:t>] </a:t>
            </a:r>
            <a:r>
              <a:rPr lang="zh-TW" altLang="en-US" dirty="0"/>
              <a:t>最多比較 </a:t>
            </a:r>
            <a:r>
              <a:rPr lang="en-US" altLang="zh-TW" dirty="0"/>
              <a:t>r-1 </a:t>
            </a:r>
            <a:r>
              <a:rPr lang="zh-TW" altLang="en-US" dirty="0"/>
              <a:t>個 </a:t>
            </a:r>
            <a:r>
              <a:rPr lang="en-US" altLang="zh-TW" dirty="0"/>
              <a:t>list</a:t>
            </a:r>
            <a:r>
              <a:rPr lang="zh-TW" altLang="en-US" dirty="0"/>
              <a:t>，假設放在 </a:t>
            </a:r>
            <a:r>
              <a:rPr lang="en-US" altLang="zh-TW" dirty="0"/>
              <a:t>C’[k-1]</a:t>
            </a:r>
          </a:p>
          <a:p>
            <a:r>
              <a:rPr lang="zh-TW" altLang="en-US" dirty="0"/>
              <a:t>則下一次 </a:t>
            </a:r>
            <a:r>
              <a:rPr lang="en-US" altLang="zh-TW" dirty="0"/>
              <a:t>C’’[i+1]</a:t>
            </a:r>
            <a:r>
              <a:rPr lang="zh-TW" altLang="en-US" dirty="0"/>
              <a:t>，由於在</a:t>
            </a:r>
            <a:r>
              <a:rPr lang="en-US" altLang="zh-TW" dirty="0"/>
              <a:t>C‘’</a:t>
            </a:r>
            <a:r>
              <a:rPr lang="zh-TW" altLang="en-US" dirty="0"/>
              <a:t>中 </a:t>
            </a:r>
            <a:r>
              <a:rPr lang="en-US" altLang="zh-TW" dirty="0"/>
              <a:t>C’’[i+1]</a:t>
            </a:r>
            <a:r>
              <a:rPr lang="zh-TW" altLang="en-US" dirty="0"/>
              <a:t> 的 </a:t>
            </a:r>
            <a:r>
              <a:rPr lang="en-US" altLang="zh-TW" dirty="0"/>
              <a:t>tail</a:t>
            </a:r>
            <a:r>
              <a:rPr lang="zh-TW" altLang="en-US" dirty="0"/>
              <a:t> 一定比 </a:t>
            </a:r>
            <a:r>
              <a:rPr lang="en-US" altLang="zh-TW" dirty="0"/>
              <a:t>C’’[</a:t>
            </a:r>
            <a:r>
              <a:rPr lang="en-US" altLang="zh-TW" dirty="0" err="1"/>
              <a:t>i</a:t>
            </a:r>
            <a:r>
              <a:rPr lang="en-US" altLang="zh-TW" dirty="0"/>
              <a:t>]</a:t>
            </a:r>
            <a:r>
              <a:rPr lang="zh-TW" altLang="en-US" dirty="0"/>
              <a:t> 還大，所以最多也只要比較 </a:t>
            </a:r>
            <a:r>
              <a:rPr lang="en-US" altLang="zh-TW" dirty="0"/>
              <a:t>r-1</a:t>
            </a:r>
            <a:r>
              <a:rPr lang="zh-TW" altLang="en-US" dirty="0"/>
              <a:t> 個</a:t>
            </a:r>
            <a:r>
              <a:rPr lang="en-US" altLang="zh-TW" dirty="0"/>
              <a:t>list</a:t>
            </a:r>
            <a:r>
              <a:rPr lang="zh-TW" altLang="en-US" dirty="0"/>
              <a:t>，最遠放在</a:t>
            </a:r>
            <a:r>
              <a:rPr lang="en-US" altLang="zh-TW" dirty="0"/>
              <a:t>C’[k]</a:t>
            </a:r>
          </a:p>
          <a:p>
            <a:r>
              <a:rPr lang="zh-TW" altLang="en-US" dirty="0"/>
              <a:t>所以 </a:t>
            </a:r>
            <a:r>
              <a:rPr lang="en-US" altLang="zh-TW" dirty="0"/>
              <a:t>LLIS = |C’’| = L </a:t>
            </a:r>
            <a:r>
              <a:rPr lang="zh-TW" altLang="en-US" dirty="0"/>
              <a:t>， 故 </a:t>
            </a:r>
            <a:r>
              <a:rPr lang="en-US" altLang="zh-TW" dirty="0"/>
              <a:t>line7</a:t>
            </a:r>
            <a:r>
              <a:rPr lang="zh-TW" altLang="en-US" dirty="0"/>
              <a:t>為 </a:t>
            </a:r>
            <a:r>
              <a:rPr lang="en-US" altLang="zh-TW" dirty="0"/>
              <a:t>O(</a:t>
            </a:r>
            <a:r>
              <a:rPr lang="en-US" altLang="zh-TW" dirty="0" err="1"/>
              <a:t>m</a:t>
            </a:r>
            <a:r>
              <a:rPr lang="en-US" altLang="zh-TW" baseline="-25000" dirty="0" err="1"/>
              <a:t>i</a:t>
            </a:r>
            <a:r>
              <a:rPr lang="en-US" altLang="zh-TW" baseline="0" dirty="0" err="1"/>
              <a:t>L</a:t>
            </a:r>
            <a:r>
              <a:rPr lang="en-US" altLang="zh-TW" baseline="0" dirty="0"/>
              <a:t>)  ( </a:t>
            </a:r>
            <a:r>
              <a:rPr lang="zh-TW" altLang="en-US" baseline="0" dirty="0"/>
              <a:t>每個</a:t>
            </a:r>
            <a:r>
              <a:rPr lang="en-US" altLang="zh-TW" baseline="0" dirty="0"/>
              <a:t>C’’</a:t>
            </a:r>
            <a:r>
              <a:rPr lang="zh-TW" altLang="en-US" baseline="0" dirty="0"/>
              <a:t>的</a:t>
            </a:r>
            <a:r>
              <a:rPr lang="en-US" altLang="zh-TW" baseline="0" dirty="0"/>
              <a:t>Column</a:t>
            </a:r>
            <a:r>
              <a:rPr lang="zh-TW" altLang="en-US" baseline="0" dirty="0"/>
              <a:t> 最遠都只會移動 </a:t>
            </a:r>
            <a:r>
              <a:rPr lang="en-US" altLang="zh-TW" baseline="0" dirty="0"/>
              <a:t>m</a:t>
            </a:r>
            <a:r>
              <a:rPr lang="en-US" altLang="zh-TW" baseline="-25000" dirty="0"/>
              <a:t>i</a:t>
            </a:r>
            <a:r>
              <a:rPr lang="zh-TW" altLang="en-US" baseline="0"/>
              <a:t>格 </a:t>
            </a:r>
            <a:r>
              <a:rPr lang="en-US" altLang="zh-TW" baseline="0"/>
              <a:t>)</a:t>
            </a:r>
            <a:endParaRPr lang="zh-TW" altLang="en-US" baseline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5061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5D6350-B6ED-41FC-9D7E-7F401D1D3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0C62AA-5FAB-4981-A45A-1A8517CA6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50ED99-A302-4A55-B3DF-54415272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377494-B569-42CD-88D2-0988ED58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7DF940-0364-4C9B-9D2E-F53DCBCF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640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292AC1-9699-4F08-B315-69E76AA04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8B8D7B-403B-4E87-82BF-F03CE7156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124561-057D-4469-9AB5-4C6597D3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CA6533-3974-4E64-AB88-349851F8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1307E2-178E-4165-A305-28B315270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83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54F4D4-9F65-4A3C-90CA-5E6012D4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05989C-B6AE-485E-B909-2AACC4420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F143C1-A721-46A9-8DA4-CBAF6D76D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B4BB70-EBF3-4E15-B0D9-362EC6358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2C94A2-8B8A-4F73-8AB7-9086E29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695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CF601E-8FD2-4C96-84ED-A1535992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658968-2AA4-47D9-8EE7-25EB5B574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CB8EEDE-671F-4288-8102-60AF3949E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C4633D-0EA1-483A-BCAE-A2C11947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9957CD-A76F-4E8A-A600-37A8E89B3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0CD5A3C-70C9-4468-805A-3216FAD5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28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98B42B-89C1-47C8-B9DF-997A8833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3EC08FF-5F84-4CC0-B4E9-D623E4AC3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51DA6E-7A90-4DB0-9126-5CC8C4B06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A7D7BB7-2FC8-4BE2-A1A4-57D098F58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64E82F7-2C0E-4490-AD80-0749C7C5B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137E754-7BA1-463B-94AE-949313510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380C5EB-E691-4156-928C-26330C6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1A806DF-D52B-4FB1-971E-F10E0C2D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463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C3BD06-DAE3-4E3E-B6B3-648191629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7A04491-282C-4221-A3EF-28A94F786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71379CA-0E38-42B7-BE99-6B584783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B7507D-DFF5-48B7-9C10-7C05EE38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372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B1D52D3-FF08-4F05-AE9A-D07E40E7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2090C79-D9CF-4D2A-85D5-EBCD12C0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EFD9B8-B153-43FE-B1B0-FDFA1939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377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17D1F5-4F45-434A-9699-03158D52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4CFA46-9726-4680-8164-F1258B007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88E2037-0EFD-4F48-A629-1F43D084A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9FA2B0E-7569-4EE9-B847-3B3B3E00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A74A09-DF0D-4516-9B6E-A1BA4FA50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E58F68-574D-4991-AB67-979AE7EC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6713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4A608B-EB2D-43E3-806D-315F7F6C6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17BB9D9-6CF8-47E2-9613-CFC9E5CFB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DAE305B-85A6-42D3-BDFE-E012EAD5A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33906F-B54E-487C-A495-4EE49A68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FDA8D6-DFC2-44AD-AB91-CCEF4579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7815D7-84B9-4D45-8E5A-58AFEF38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817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763308-F782-4AC8-A223-E354635B3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3B59CF-1B41-495A-93CF-6101A5CE7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B80BB1-A83C-4652-BAC8-2B3F681B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07E1EE-E900-4925-B1A8-EE7DD6AF4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1F960C-8C3A-496F-B3A0-26297D92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013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0B6D235-6449-4393-9C71-2079D2809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D2B0F98-2672-4DE5-827E-1F7351B7F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3C27C8-C683-4B57-A443-2B79354B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24A34C-43DD-4DF5-84E9-8562F9B9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67B5B2-0E14-4C16-8BB2-353A2AA0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0112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747F35C-0173-40E0-88F5-5C85ABA0C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18B1AB-6AFD-4952-BDFB-11797FAB9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BCFE33-872D-4C90-867C-8B41F7A90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9E770-9C80-4ED4-983E-8A15F27ADAA7}" type="datetimeFigureOut">
              <a:rPr lang="zh-TW" altLang="en-US" smtClean="0"/>
              <a:t>2020/7/15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0F5102-CD48-4F14-B5B2-F49CC9C34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21C4BF-8ADC-4392-A585-48B57FAFA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082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684BF-5890-4FC5-B196-08274D50E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1493" y="1604685"/>
            <a:ext cx="9829014" cy="1414833"/>
          </a:xfrm>
        </p:spPr>
        <p:txBody>
          <a:bodyPr>
            <a:norm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Algorithm for Solving the Longest Increasing Circular Subsequence Problem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5B088C0-E697-4363-A21A-D66DFFC16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4953" y="3656415"/>
            <a:ext cx="10162093" cy="1655762"/>
          </a:xfrm>
        </p:spPr>
        <p:txBody>
          <a:bodyPr>
            <a:noAutofit/>
          </a:bodyPr>
          <a:lstStyle/>
          <a:p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Sebastian Deorowicz</a:t>
            </a:r>
          </a:p>
          <a:p>
            <a:endParaRPr lang="de-DE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 109 (2009) 630–634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AEC4D25-9ABF-4EA3-BD8D-ACD84E94CF46}"/>
              </a:ext>
            </a:extLst>
          </p:cNvPr>
          <p:cNvSpPr txBox="1"/>
          <p:nvPr/>
        </p:nvSpPr>
        <p:spPr>
          <a:xfrm>
            <a:off x="8942664" y="5933983"/>
            <a:ext cx="3249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Yu-Cheng Chang</a:t>
            </a:r>
          </a:p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July 15, 2020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90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75771A-477F-4B4A-9278-972CA4C51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algorithm solving the longest increasing circular subsequence (LICS) problem, based on a cover representation of the sequence, is presented. The simplest way of finding LICS is to execute an O(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)-time LIS-computing algorithm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times, and take a longest subsequence, which needs O(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loglog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time.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Gusfield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presents a simple algorithm computing an LIS, which splits the elements of sequence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an ordered set of decreasing subsequences (lists) called a cover C(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The cover-making (CM) algorithm for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 with each successive element of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(starting from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extending the leftmost possible decreasing list of the cover or starting a new list if no list can be extended. The CM algorithm works on the successive symbols of sequence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it computes at first C(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S'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which is obviously the same as C(R(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S'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580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8EEEE3-3EFC-413C-89A1-73D81976F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24713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increasing circular subsequence (LICS)</a:t>
            </a:r>
            <a:endParaRPr lang="zh-TW" altLang="en-US" sz="3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0AFB4A-37C8-4D7A-BCE7-7CBAD4065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= { {4,6,8,12} , {4,6,8,9} , {2,3,5,7} , {1,3,5,7} }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i="1" dirty="0">
                <a:latin typeface="+mj-lt"/>
                <a:cs typeface="Times New Roman" panose="02020603050405020304" pitchFamily="18" charset="0"/>
              </a:rPr>
              <a:t>’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= { {4,6,8,9,11} , {2,3,5,7,11} , {1,3,5,7,11} }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LICS(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{ {4,6,8,9,11} , {2,3,5,7,11} , {1,3,5,7,11} , …}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of LICS(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5</a:t>
            </a:r>
          </a:p>
          <a:p>
            <a:pPr marL="0" indent="0">
              <a:buNone/>
            </a:pP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F73A66F1-BF84-4DDC-8303-715292CE1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379990"/>
              </p:ext>
            </p:extLst>
          </p:nvPr>
        </p:nvGraphicFramePr>
        <p:xfrm>
          <a:off x="838199" y="2305365"/>
          <a:ext cx="9485291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8255">
                  <a:extLst>
                    <a:ext uri="{9D8B030D-6E8A-4147-A177-3AD203B41FA5}">
                      <a16:colId xmlns:a16="http://schemas.microsoft.com/office/drawing/2014/main" val="1840468932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125426400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317323802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3740930686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1431903228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311564699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544630951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2218660399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405497016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3290770569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1755246719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929458161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2285814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496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i="1" dirty="0">
                          <a:latin typeface="+mj-lt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146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7870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A22376-4E71-46FB-8D02-5F0235B69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Brute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C9E755-C834-4333-BE5A-223291C05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8459"/>
            <a:ext cx="10515600" cy="9885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an O(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)-time LIS-computing algorithm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times, and take a longest subsequence, which needs O(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loglog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time.</a:t>
            </a:r>
            <a:endParaRPr lang="zh-TW" altLang="en-US" sz="2400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B77B1D97-C0E4-46BD-84ED-897069CE8CD7}"/>
              </a:ext>
            </a:extLst>
          </p:cNvPr>
          <p:cNvSpPr txBox="1">
            <a:spLocks/>
          </p:cNvSpPr>
          <p:nvPr/>
        </p:nvSpPr>
        <p:spPr>
          <a:xfrm>
            <a:off x="838200" y="2521193"/>
            <a:ext cx="11421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increasing subsequences in sliding windows</a:t>
            </a:r>
          </a:p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(LISW)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C5A0FC56-913A-4274-AD5A-D6CA17F4168A}"/>
              </a:ext>
            </a:extLst>
          </p:cNvPr>
          <p:cNvSpPr txBox="1">
            <a:spLocks/>
          </p:cNvSpPr>
          <p:nvPr/>
        </p:nvSpPr>
        <p:spPr>
          <a:xfrm>
            <a:off x="838200" y="3846756"/>
            <a:ext cx="10515600" cy="9885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base sequence is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(two concatenated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sequences) and the window size is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O(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005E3AE-8931-497F-B6D2-6CAEE1E96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284476"/>
              </p:ext>
            </p:extLst>
          </p:nvPr>
        </p:nvGraphicFramePr>
        <p:xfrm>
          <a:off x="0" y="4993281"/>
          <a:ext cx="12192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400751995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5643239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8223429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8259544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01676615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8921948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2758138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397425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76441747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136773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04783372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6020805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03882204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95050306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87052764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27405473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25587508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89672413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90253005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031945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81686797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97185946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6400388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233105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112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536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8959557"/>
                  </a:ext>
                </a:extLst>
              </a:tr>
              <a:tr h="370840">
                <a:tc gridSpan="24"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．．．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52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471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943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CE9F0C-331A-4C95-92E5-9401AC358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Cover-making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8BC819-30E6-4518-8E19-7149CA52B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2878"/>
            <a:ext cx="10515600" cy="9336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11 , 10 , 4 , 6 , 2 , 8 , 1 , 3 , 12 , 9 , 5 , 7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5 , 12 , 9 ,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543659E-04E0-4121-B4B6-31590E9059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463253"/>
              </p:ext>
            </p:extLst>
          </p:nvPr>
        </p:nvGraphicFramePr>
        <p:xfrm>
          <a:off x="606103" y="2661081"/>
          <a:ext cx="429877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9877">
                  <a:extLst>
                    <a:ext uri="{9D8B030D-6E8A-4147-A177-3AD203B41FA5}">
                      <a16:colId xmlns:a16="http://schemas.microsoft.com/office/drawing/2014/main" val="1500208616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957267"/>
                  </a:ext>
                </a:extLst>
              </a:tr>
            </a:tbl>
          </a:graphicData>
        </a:graphic>
      </p:graphicFrame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F050E855-05D1-463A-B9C7-2702A3D22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482563"/>
              </p:ext>
            </p:extLst>
          </p:nvPr>
        </p:nvGraphicFramePr>
        <p:xfrm>
          <a:off x="2297406" y="2661081"/>
          <a:ext cx="429877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9877">
                  <a:extLst>
                    <a:ext uri="{9D8B030D-6E8A-4147-A177-3AD203B41FA5}">
                      <a16:colId xmlns:a16="http://schemas.microsoft.com/office/drawing/2014/main" val="1500208616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957267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245641"/>
                  </a:ext>
                </a:extLst>
              </a:tr>
            </a:tbl>
          </a:graphicData>
        </a:graphic>
      </p:graphicFrame>
      <p:graphicFrame>
        <p:nvGraphicFramePr>
          <p:cNvPr id="7" name="表格 4">
            <a:extLst>
              <a:ext uri="{FF2B5EF4-FFF2-40B4-BE49-F238E27FC236}">
                <a16:creationId xmlns:a16="http://schemas.microsoft.com/office/drawing/2014/main" id="{E50C8E47-CA46-4EE6-AA91-0D5677B5F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988053"/>
              </p:ext>
            </p:extLst>
          </p:nvPr>
        </p:nvGraphicFramePr>
        <p:xfrm>
          <a:off x="4032434" y="2661081"/>
          <a:ext cx="429877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9877">
                  <a:extLst>
                    <a:ext uri="{9D8B030D-6E8A-4147-A177-3AD203B41FA5}">
                      <a16:colId xmlns:a16="http://schemas.microsoft.com/office/drawing/2014/main" val="1500208616"/>
                    </a:ext>
                  </a:extLst>
                </a:gridCol>
              </a:tblGrid>
              <a:tr h="25623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957267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245641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217053"/>
                  </a:ext>
                </a:extLst>
              </a:tr>
            </a:tbl>
          </a:graphicData>
        </a:graphic>
      </p:graphicFrame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C8485940-6D88-4C24-A289-BD596258D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165323"/>
              </p:ext>
            </p:extLst>
          </p:nvPr>
        </p:nvGraphicFramePr>
        <p:xfrm>
          <a:off x="6093046" y="2697480"/>
          <a:ext cx="859754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9877">
                  <a:extLst>
                    <a:ext uri="{9D8B030D-6E8A-4147-A177-3AD203B41FA5}">
                      <a16:colId xmlns:a16="http://schemas.microsoft.com/office/drawing/2014/main" val="1500208616"/>
                    </a:ext>
                  </a:extLst>
                </a:gridCol>
                <a:gridCol w="429877">
                  <a:extLst>
                    <a:ext uri="{9D8B030D-6E8A-4147-A177-3AD203B41FA5}">
                      <a16:colId xmlns:a16="http://schemas.microsoft.com/office/drawing/2014/main" val="2193558925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957267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8245641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5217053"/>
                  </a:ext>
                </a:extLst>
              </a:tr>
            </a:tbl>
          </a:graphicData>
        </a:graphic>
      </p:graphicFrame>
      <p:graphicFrame>
        <p:nvGraphicFramePr>
          <p:cNvPr id="9" name="表格 4">
            <a:extLst>
              <a:ext uri="{FF2B5EF4-FFF2-40B4-BE49-F238E27FC236}">
                <a16:creationId xmlns:a16="http://schemas.microsoft.com/office/drawing/2014/main" id="{B9819137-31D6-440E-86CB-E89B043FF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043113"/>
              </p:ext>
            </p:extLst>
          </p:nvPr>
        </p:nvGraphicFramePr>
        <p:xfrm>
          <a:off x="10300697" y="2697480"/>
          <a:ext cx="1285200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400">
                  <a:extLst>
                    <a:ext uri="{9D8B030D-6E8A-4147-A177-3AD203B41FA5}">
                      <a16:colId xmlns:a16="http://schemas.microsoft.com/office/drawing/2014/main" val="1500208616"/>
                    </a:ext>
                  </a:extLst>
                </a:gridCol>
                <a:gridCol w="428400">
                  <a:extLst>
                    <a:ext uri="{9D8B030D-6E8A-4147-A177-3AD203B41FA5}">
                      <a16:colId xmlns:a16="http://schemas.microsoft.com/office/drawing/2014/main" val="2193558925"/>
                    </a:ext>
                  </a:extLst>
                </a:gridCol>
                <a:gridCol w="428400">
                  <a:extLst>
                    <a:ext uri="{9D8B030D-6E8A-4147-A177-3AD203B41FA5}">
                      <a16:colId xmlns:a16="http://schemas.microsoft.com/office/drawing/2014/main" val="2384296735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957267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8245641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521705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9484877"/>
                  </a:ext>
                </a:extLst>
              </a:tr>
            </a:tbl>
          </a:graphicData>
        </a:graphic>
      </p:graphicFrame>
      <p:graphicFrame>
        <p:nvGraphicFramePr>
          <p:cNvPr id="11" name="表格 4">
            <a:extLst>
              <a:ext uri="{FF2B5EF4-FFF2-40B4-BE49-F238E27FC236}">
                <a16:creationId xmlns:a16="http://schemas.microsoft.com/office/drawing/2014/main" id="{BD74CEA2-3C5E-4EA2-AE10-A6657B22E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260172"/>
              </p:ext>
            </p:extLst>
          </p:nvPr>
        </p:nvGraphicFramePr>
        <p:xfrm>
          <a:off x="8197837" y="2697480"/>
          <a:ext cx="85975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9877">
                  <a:extLst>
                    <a:ext uri="{9D8B030D-6E8A-4147-A177-3AD203B41FA5}">
                      <a16:colId xmlns:a16="http://schemas.microsoft.com/office/drawing/2014/main" val="1500208616"/>
                    </a:ext>
                  </a:extLst>
                </a:gridCol>
                <a:gridCol w="429877">
                  <a:extLst>
                    <a:ext uri="{9D8B030D-6E8A-4147-A177-3AD203B41FA5}">
                      <a16:colId xmlns:a16="http://schemas.microsoft.com/office/drawing/2014/main" val="2193558925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6957267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8245641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521705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940448"/>
                  </a:ext>
                </a:extLst>
              </a:tr>
            </a:tbl>
          </a:graphicData>
        </a:graphic>
      </p:graphicFrame>
      <p:graphicFrame>
        <p:nvGraphicFramePr>
          <p:cNvPr id="12" name="表格 4">
            <a:extLst>
              <a:ext uri="{FF2B5EF4-FFF2-40B4-BE49-F238E27FC236}">
                <a16:creationId xmlns:a16="http://schemas.microsoft.com/office/drawing/2014/main" id="{8B4B2AFE-C7A6-42D9-B738-CE17D22C9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194671"/>
              </p:ext>
            </p:extLst>
          </p:nvPr>
        </p:nvGraphicFramePr>
        <p:xfrm>
          <a:off x="606103" y="4802078"/>
          <a:ext cx="12852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400">
                  <a:extLst>
                    <a:ext uri="{9D8B030D-6E8A-4147-A177-3AD203B41FA5}">
                      <a16:colId xmlns:a16="http://schemas.microsoft.com/office/drawing/2014/main" val="1500208616"/>
                    </a:ext>
                  </a:extLst>
                </a:gridCol>
                <a:gridCol w="428400">
                  <a:extLst>
                    <a:ext uri="{9D8B030D-6E8A-4147-A177-3AD203B41FA5}">
                      <a16:colId xmlns:a16="http://schemas.microsoft.com/office/drawing/2014/main" val="2193558925"/>
                    </a:ext>
                  </a:extLst>
                </a:gridCol>
                <a:gridCol w="428400">
                  <a:extLst>
                    <a:ext uri="{9D8B030D-6E8A-4147-A177-3AD203B41FA5}">
                      <a16:colId xmlns:a16="http://schemas.microsoft.com/office/drawing/2014/main" val="2384296735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6957267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8245641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521705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9484877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2698967"/>
                  </a:ext>
                </a:extLst>
              </a:tr>
            </a:tbl>
          </a:graphicData>
        </a:graphic>
      </p:graphicFrame>
      <p:graphicFrame>
        <p:nvGraphicFramePr>
          <p:cNvPr id="13" name="表格 4">
            <a:extLst>
              <a:ext uri="{FF2B5EF4-FFF2-40B4-BE49-F238E27FC236}">
                <a16:creationId xmlns:a16="http://schemas.microsoft.com/office/drawing/2014/main" id="{8D7E1238-7294-4D0D-9AEF-BA4A2BB27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393869"/>
              </p:ext>
            </p:extLst>
          </p:nvPr>
        </p:nvGraphicFramePr>
        <p:xfrm>
          <a:off x="2297406" y="4812287"/>
          <a:ext cx="12852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400">
                  <a:extLst>
                    <a:ext uri="{9D8B030D-6E8A-4147-A177-3AD203B41FA5}">
                      <a16:colId xmlns:a16="http://schemas.microsoft.com/office/drawing/2014/main" val="1500208616"/>
                    </a:ext>
                  </a:extLst>
                </a:gridCol>
                <a:gridCol w="428400">
                  <a:extLst>
                    <a:ext uri="{9D8B030D-6E8A-4147-A177-3AD203B41FA5}">
                      <a16:colId xmlns:a16="http://schemas.microsoft.com/office/drawing/2014/main" val="2193558925"/>
                    </a:ext>
                  </a:extLst>
                </a:gridCol>
                <a:gridCol w="428400">
                  <a:extLst>
                    <a:ext uri="{9D8B030D-6E8A-4147-A177-3AD203B41FA5}">
                      <a16:colId xmlns:a16="http://schemas.microsoft.com/office/drawing/2014/main" val="2384296735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6957267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8245641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521705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9484877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2698967"/>
                  </a:ext>
                </a:extLst>
              </a:tr>
            </a:tbl>
          </a:graphicData>
        </a:graphic>
      </p:graphicFrame>
      <p:graphicFrame>
        <p:nvGraphicFramePr>
          <p:cNvPr id="14" name="表格 4">
            <a:extLst>
              <a:ext uri="{FF2B5EF4-FFF2-40B4-BE49-F238E27FC236}">
                <a16:creationId xmlns:a16="http://schemas.microsoft.com/office/drawing/2014/main" id="{78F0718C-9CD5-43FD-88F5-66D4464DE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789175"/>
              </p:ext>
            </p:extLst>
          </p:nvPr>
        </p:nvGraphicFramePr>
        <p:xfrm>
          <a:off x="3988709" y="4812287"/>
          <a:ext cx="17136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400">
                  <a:extLst>
                    <a:ext uri="{9D8B030D-6E8A-4147-A177-3AD203B41FA5}">
                      <a16:colId xmlns:a16="http://schemas.microsoft.com/office/drawing/2014/main" val="1500208616"/>
                    </a:ext>
                  </a:extLst>
                </a:gridCol>
                <a:gridCol w="428400">
                  <a:extLst>
                    <a:ext uri="{9D8B030D-6E8A-4147-A177-3AD203B41FA5}">
                      <a16:colId xmlns:a16="http://schemas.microsoft.com/office/drawing/2014/main" val="2193558925"/>
                    </a:ext>
                  </a:extLst>
                </a:gridCol>
                <a:gridCol w="428400">
                  <a:extLst>
                    <a:ext uri="{9D8B030D-6E8A-4147-A177-3AD203B41FA5}">
                      <a16:colId xmlns:a16="http://schemas.microsoft.com/office/drawing/2014/main" val="2384296735"/>
                    </a:ext>
                  </a:extLst>
                </a:gridCol>
                <a:gridCol w="428400">
                  <a:extLst>
                    <a:ext uri="{9D8B030D-6E8A-4147-A177-3AD203B41FA5}">
                      <a16:colId xmlns:a16="http://schemas.microsoft.com/office/drawing/2014/main" val="2858871195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957267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8245641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521705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9484877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2698967"/>
                  </a:ext>
                </a:extLst>
              </a:tr>
            </a:tbl>
          </a:graphicData>
        </a:graphic>
      </p:graphicFrame>
      <p:graphicFrame>
        <p:nvGraphicFramePr>
          <p:cNvPr id="15" name="表格 4">
            <a:extLst>
              <a:ext uri="{FF2B5EF4-FFF2-40B4-BE49-F238E27FC236}">
                <a16:creationId xmlns:a16="http://schemas.microsoft.com/office/drawing/2014/main" id="{E2267945-831F-4E40-839A-B11493EF4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384750"/>
              </p:ext>
            </p:extLst>
          </p:nvPr>
        </p:nvGraphicFramePr>
        <p:xfrm>
          <a:off x="6096000" y="4816134"/>
          <a:ext cx="17136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400">
                  <a:extLst>
                    <a:ext uri="{9D8B030D-6E8A-4147-A177-3AD203B41FA5}">
                      <a16:colId xmlns:a16="http://schemas.microsoft.com/office/drawing/2014/main" val="1500208616"/>
                    </a:ext>
                  </a:extLst>
                </a:gridCol>
                <a:gridCol w="428400">
                  <a:extLst>
                    <a:ext uri="{9D8B030D-6E8A-4147-A177-3AD203B41FA5}">
                      <a16:colId xmlns:a16="http://schemas.microsoft.com/office/drawing/2014/main" val="2193558925"/>
                    </a:ext>
                  </a:extLst>
                </a:gridCol>
                <a:gridCol w="428400">
                  <a:extLst>
                    <a:ext uri="{9D8B030D-6E8A-4147-A177-3AD203B41FA5}">
                      <a16:colId xmlns:a16="http://schemas.microsoft.com/office/drawing/2014/main" val="2384296735"/>
                    </a:ext>
                  </a:extLst>
                </a:gridCol>
                <a:gridCol w="428400">
                  <a:extLst>
                    <a:ext uri="{9D8B030D-6E8A-4147-A177-3AD203B41FA5}">
                      <a16:colId xmlns:a16="http://schemas.microsoft.com/office/drawing/2014/main" val="2858871195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6957267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245641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521705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9484877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2698967"/>
                  </a:ext>
                </a:extLst>
              </a:tr>
            </a:tbl>
          </a:graphicData>
        </a:graphic>
      </p:graphicFrame>
      <p:graphicFrame>
        <p:nvGraphicFramePr>
          <p:cNvPr id="16" name="表格 4">
            <a:extLst>
              <a:ext uri="{FF2B5EF4-FFF2-40B4-BE49-F238E27FC236}">
                <a16:creationId xmlns:a16="http://schemas.microsoft.com/office/drawing/2014/main" id="{5D0867C3-96F1-41DE-AC25-024DED224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685951"/>
              </p:ext>
            </p:extLst>
          </p:nvPr>
        </p:nvGraphicFramePr>
        <p:xfrm>
          <a:off x="8197837" y="4812287"/>
          <a:ext cx="17136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400">
                  <a:extLst>
                    <a:ext uri="{9D8B030D-6E8A-4147-A177-3AD203B41FA5}">
                      <a16:colId xmlns:a16="http://schemas.microsoft.com/office/drawing/2014/main" val="1500208616"/>
                    </a:ext>
                  </a:extLst>
                </a:gridCol>
                <a:gridCol w="428400">
                  <a:extLst>
                    <a:ext uri="{9D8B030D-6E8A-4147-A177-3AD203B41FA5}">
                      <a16:colId xmlns:a16="http://schemas.microsoft.com/office/drawing/2014/main" val="2193558925"/>
                    </a:ext>
                  </a:extLst>
                </a:gridCol>
                <a:gridCol w="428400">
                  <a:extLst>
                    <a:ext uri="{9D8B030D-6E8A-4147-A177-3AD203B41FA5}">
                      <a16:colId xmlns:a16="http://schemas.microsoft.com/office/drawing/2014/main" val="2384296735"/>
                    </a:ext>
                  </a:extLst>
                </a:gridCol>
                <a:gridCol w="428400">
                  <a:extLst>
                    <a:ext uri="{9D8B030D-6E8A-4147-A177-3AD203B41FA5}">
                      <a16:colId xmlns:a16="http://schemas.microsoft.com/office/drawing/2014/main" val="2858871195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6957267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8245641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521705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9484877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2698967"/>
                  </a:ext>
                </a:extLst>
              </a:tr>
            </a:tbl>
          </a:graphicData>
        </a:graphic>
      </p:graphicFrame>
      <p:graphicFrame>
        <p:nvGraphicFramePr>
          <p:cNvPr id="17" name="表格 4">
            <a:extLst>
              <a:ext uri="{FF2B5EF4-FFF2-40B4-BE49-F238E27FC236}">
                <a16:creationId xmlns:a16="http://schemas.microsoft.com/office/drawing/2014/main" id="{9A400F87-4FD4-40B0-B862-6090622C2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902326"/>
              </p:ext>
            </p:extLst>
          </p:nvPr>
        </p:nvGraphicFramePr>
        <p:xfrm>
          <a:off x="10305128" y="4812287"/>
          <a:ext cx="17136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400">
                  <a:extLst>
                    <a:ext uri="{9D8B030D-6E8A-4147-A177-3AD203B41FA5}">
                      <a16:colId xmlns:a16="http://schemas.microsoft.com/office/drawing/2014/main" val="1500208616"/>
                    </a:ext>
                  </a:extLst>
                </a:gridCol>
                <a:gridCol w="428400">
                  <a:extLst>
                    <a:ext uri="{9D8B030D-6E8A-4147-A177-3AD203B41FA5}">
                      <a16:colId xmlns:a16="http://schemas.microsoft.com/office/drawing/2014/main" val="2193558925"/>
                    </a:ext>
                  </a:extLst>
                </a:gridCol>
                <a:gridCol w="428400">
                  <a:extLst>
                    <a:ext uri="{9D8B030D-6E8A-4147-A177-3AD203B41FA5}">
                      <a16:colId xmlns:a16="http://schemas.microsoft.com/office/drawing/2014/main" val="2384296735"/>
                    </a:ext>
                  </a:extLst>
                </a:gridCol>
                <a:gridCol w="428400">
                  <a:extLst>
                    <a:ext uri="{9D8B030D-6E8A-4147-A177-3AD203B41FA5}">
                      <a16:colId xmlns:a16="http://schemas.microsoft.com/office/drawing/2014/main" val="2858871195"/>
                    </a:ext>
                  </a:extLst>
                </a:gridCol>
              </a:tblGrid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6957267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8245641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217053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9484877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2698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8868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069FF8-4B75-4253-A224-3FE61F71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Points</a:t>
            </a:r>
            <a:endParaRPr lang="zh-TW" altLang="en-US" sz="3600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9D1025E5-9E94-4637-BA01-E8D8378AF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i="1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CE89F3D-ABC0-4B9C-9955-758386B10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431461"/>
              </p:ext>
            </p:extLst>
          </p:nvPr>
        </p:nvGraphicFramePr>
        <p:xfrm>
          <a:off x="888507" y="1690688"/>
          <a:ext cx="9485291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8255">
                  <a:extLst>
                    <a:ext uri="{9D8B030D-6E8A-4147-A177-3AD203B41FA5}">
                      <a16:colId xmlns:a16="http://schemas.microsoft.com/office/drawing/2014/main" val="1840468932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125426400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317323802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3740930686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1431903228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311564699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544630951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2218660399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405497016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3290770569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1755246719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929458161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2285814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496745"/>
                  </a:ext>
                </a:extLst>
              </a:tr>
              <a:tr h="288000">
                <a:tc gridSpan="1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Rotate 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 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the maximal symbol of 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782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146859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2375A21-166F-42CE-9883-E48ECDC9E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59042"/>
              </p:ext>
            </p:extLst>
          </p:nvPr>
        </p:nvGraphicFramePr>
        <p:xfrm>
          <a:off x="888507" y="3581083"/>
          <a:ext cx="1338309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C(</a:t>
                      </a:r>
                      <a:r>
                        <a:rPr lang="en-US" altLang="zh-TW" i="1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123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075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09224"/>
                  </a:ext>
                </a:extLst>
              </a:tr>
            </a:tbl>
          </a:graphicData>
        </a:graphic>
      </p:graphicFrame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3CE3ED5-DFB6-47D9-AB9D-D75CD7934004}"/>
              </a:ext>
            </a:extLst>
          </p:cNvPr>
          <p:cNvCxnSpPr>
            <a:cxnSpLocks/>
          </p:cNvCxnSpPr>
          <p:nvPr/>
        </p:nvCxnSpPr>
        <p:spPr>
          <a:xfrm flipH="1">
            <a:off x="2272377" y="4001294"/>
            <a:ext cx="302147" cy="1418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8FC0DF93-A0D4-408E-81CE-3B462B007F7A}"/>
              </a:ext>
            </a:extLst>
          </p:cNvPr>
          <p:cNvSpPr txBox="1"/>
          <p:nvPr/>
        </p:nvSpPr>
        <p:spPr>
          <a:xfrm>
            <a:off x="2574524" y="3713005"/>
            <a:ext cx="80172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Points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只有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Stop Points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有機會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可以使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LIS 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長度變長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(Cover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變寬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因此只要考慮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Stop Points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為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[n]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的那幾種排列即可</a:t>
            </a:r>
            <a:endParaRPr lang="en-US" altLang="zh-TW" sz="2400" baseline="-25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表格 17">
            <a:extLst>
              <a:ext uri="{FF2B5EF4-FFF2-40B4-BE49-F238E27FC236}">
                <a16:creationId xmlns:a16="http://schemas.microsoft.com/office/drawing/2014/main" id="{05554BE2-37EB-4746-A3B0-1EB191734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45674"/>
              </p:ext>
            </p:extLst>
          </p:nvPr>
        </p:nvGraphicFramePr>
        <p:xfrm>
          <a:off x="2726310" y="5064443"/>
          <a:ext cx="812799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86380017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2086704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0669828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6500569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3075563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373984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08529479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570456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0885671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1084102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527352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08581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179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531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301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7129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069FF8-4B75-4253-A224-3FE61F71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endParaRPr lang="zh-TW" altLang="en-US" sz="36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2375A21-166F-42CE-9883-E48ECDC9E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098975"/>
              </p:ext>
            </p:extLst>
          </p:nvPr>
        </p:nvGraphicFramePr>
        <p:xfrm>
          <a:off x="838200" y="3896995"/>
          <a:ext cx="1338309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C( </a:t>
                      </a:r>
                      <a:r>
                        <a:rPr lang="en-US" altLang="zh-TW" i="1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123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075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09224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7143076-F211-4A25-AB92-425284671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955273"/>
              </p:ext>
            </p:extLst>
          </p:nvPr>
        </p:nvGraphicFramePr>
        <p:xfrm>
          <a:off x="3097069" y="3896995"/>
          <a:ext cx="1784412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3129308361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1571118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247536005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7647913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C( 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 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651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474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33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959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58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803147"/>
                  </a:ext>
                </a:extLst>
              </a:tr>
            </a:tbl>
          </a:graphicData>
        </a:graphic>
      </p:graphicFrame>
      <p:graphicFrame>
        <p:nvGraphicFramePr>
          <p:cNvPr id="13" name="表格 15">
            <a:extLst>
              <a:ext uri="{FF2B5EF4-FFF2-40B4-BE49-F238E27FC236}">
                <a16:creationId xmlns:a16="http://schemas.microsoft.com/office/drawing/2014/main" id="{ACA095A1-EDE6-4F4D-91DF-AC1012EE2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598236"/>
              </p:ext>
            </p:extLst>
          </p:nvPr>
        </p:nvGraphicFramePr>
        <p:xfrm>
          <a:off x="838200" y="1596499"/>
          <a:ext cx="9485293" cy="1844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377">
                  <a:extLst>
                    <a:ext uri="{9D8B030D-6E8A-4147-A177-3AD203B41FA5}">
                      <a16:colId xmlns:a16="http://schemas.microsoft.com/office/drawing/2014/main" val="974850801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2225848037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4248224660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749937982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91547729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2825066909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4127950059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3065469898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74809329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1742100132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3640187275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2398156433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1819155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095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346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796580"/>
                  </a:ext>
                </a:extLst>
              </a:tr>
              <a:tr h="300511">
                <a:tc gridSpan="13">
                  <a:txBody>
                    <a:bodyPr/>
                    <a:lstStyle/>
                    <a:p>
                      <a:pPr algn="ctr"/>
                      <a:r>
                        <a:rPr lang="zh-TW" alt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．．．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242900"/>
                  </a:ext>
                </a:extLst>
              </a:tr>
              <a:tr h="300511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’’'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589896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D6300DDE-BDE1-43AC-BBD7-A9D8604C3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536516"/>
              </p:ext>
            </p:extLst>
          </p:nvPr>
        </p:nvGraphicFramePr>
        <p:xfrm>
          <a:off x="5802041" y="3896995"/>
          <a:ext cx="1784412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3129308361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1571118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247536005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7647913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C( 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S’’ 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651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474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33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959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583065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8445CB0B-EAAF-41F0-9B7A-FD5F92688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613569"/>
              </p:ext>
            </p:extLst>
          </p:nvPr>
        </p:nvGraphicFramePr>
        <p:xfrm>
          <a:off x="8507013" y="3896995"/>
          <a:ext cx="1784412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3129308361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1571118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247536005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7647913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C( 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S’’’ 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651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474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33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959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58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803147"/>
                  </a:ext>
                </a:extLst>
              </a:tr>
            </a:tbl>
          </a:graphicData>
        </a:graphic>
      </p:graphicFrame>
      <p:sp>
        <p:nvSpPr>
          <p:cNvPr id="21" name="文字方塊 20">
            <a:extLst>
              <a:ext uri="{FF2B5EF4-FFF2-40B4-BE49-F238E27FC236}">
                <a16:creationId xmlns:a16="http://schemas.microsoft.com/office/drawing/2014/main" id="{AA417028-0660-4605-A6FD-D7B0D18025E7}"/>
              </a:ext>
            </a:extLst>
          </p:cNvPr>
          <p:cNvSpPr txBox="1"/>
          <p:nvPr/>
        </p:nvSpPr>
        <p:spPr>
          <a:xfrm>
            <a:off x="9666659" y="1134834"/>
            <a:ext cx="1249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[n]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299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069FF8-4B75-4253-A224-3FE61F71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sz="3600" dirty="0"/>
          </a:p>
        </p:txBody>
      </p:sp>
      <p:graphicFrame>
        <p:nvGraphicFramePr>
          <p:cNvPr id="13" name="表格 15">
            <a:extLst>
              <a:ext uri="{FF2B5EF4-FFF2-40B4-BE49-F238E27FC236}">
                <a16:creationId xmlns:a16="http://schemas.microsoft.com/office/drawing/2014/main" id="{ACA095A1-EDE6-4F4D-91DF-AC1012EE2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189126"/>
              </p:ext>
            </p:extLst>
          </p:nvPr>
        </p:nvGraphicFramePr>
        <p:xfrm>
          <a:off x="838200" y="1596499"/>
          <a:ext cx="969246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2952">
                  <a:extLst>
                    <a:ext uri="{9D8B030D-6E8A-4147-A177-3AD203B41FA5}">
                      <a16:colId xmlns:a16="http://schemas.microsoft.com/office/drawing/2014/main" val="974850801"/>
                    </a:ext>
                  </a:extLst>
                </a:gridCol>
                <a:gridCol w="715793">
                  <a:extLst>
                    <a:ext uri="{9D8B030D-6E8A-4147-A177-3AD203B41FA5}">
                      <a16:colId xmlns:a16="http://schemas.microsoft.com/office/drawing/2014/main" val="2225848037"/>
                    </a:ext>
                  </a:extLst>
                </a:gridCol>
                <a:gridCol w="715793">
                  <a:extLst>
                    <a:ext uri="{9D8B030D-6E8A-4147-A177-3AD203B41FA5}">
                      <a16:colId xmlns:a16="http://schemas.microsoft.com/office/drawing/2014/main" val="4248224660"/>
                    </a:ext>
                  </a:extLst>
                </a:gridCol>
                <a:gridCol w="715793">
                  <a:extLst>
                    <a:ext uri="{9D8B030D-6E8A-4147-A177-3AD203B41FA5}">
                      <a16:colId xmlns:a16="http://schemas.microsoft.com/office/drawing/2014/main" val="749937982"/>
                    </a:ext>
                  </a:extLst>
                </a:gridCol>
                <a:gridCol w="715793">
                  <a:extLst>
                    <a:ext uri="{9D8B030D-6E8A-4147-A177-3AD203B41FA5}">
                      <a16:colId xmlns:a16="http://schemas.microsoft.com/office/drawing/2014/main" val="91547729"/>
                    </a:ext>
                  </a:extLst>
                </a:gridCol>
                <a:gridCol w="715793">
                  <a:extLst>
                    <a:ext uri="{9D8B030D-6E8A-4147-A177-3AD203B41FA5}">
                      <a16:colId xmlns:a16="http://schemas.microsoft.com/office/drawing/2014/main" val="2825066909"/>
                    </a:ext>
                  </a:extLst>
                </a:gridCol>
                <a:gridCol w="715793">
                  <a:extLst>
                    <a:ext uri="{9D8B030D-6E8A-4147-A177-3AD203B41FA5}">
                      <a16:colId xmlns:a16="http://schemas.microsoft.com/office/drawing/2014/main" val="4127950059"/>
                    </a:ext>
                  </a:extLst>
                </a:gridCol>
                <a:gridCol w="715793">
                  <a:extLst>
                    <a:ext uri="{9D8B030D-6E8A-4147-A177-3AD203B41FA5}">
                      <a16:colId xmlns:a16="http://schemas.microsoft.com/office/drawing/2014/main" val="3065469898"/>
                    </a:ext>
                  </a:extLst>
                </a:gridCol>
                <a:gridCol w="715793">
                  <a:extLst>
                    <a:ext uri="{9D8B030D-6E8A-4147-A177-3AD203B41FA5}">
                      <a16:colId xmlns:a16="http://schemas.microsoft.com/office/drawing/2014/main" val="74809329"/>
                    </a:ext>
                  </a:extLst>
                </a:gridCol>
                <a:gridCol w="715793">
                  <a:extLst>
                    <a:ext uri="{9D8B030D-6E8A-4147-A177-3AD203B41FA5}">
                      <a16:colId xmlns:a16="http://schemas.microsoft.com/office/drawing/2014/main" val="1742100132"/>
                    </a:ext>
                  </a:extLst>
                </a:gridCol>
                <a:gridCol w="715793">
                  <a:extLst>
                    <a:ext uri="{9D8B030D-6E8A-4147-A177-3AD203B41FA5}">
                      <a16:colId xmlns:a16="http://schemas.microsoft.com/office/drawing/2014/main" val="3640187275"/>
                    </a:ext>
                  </a:extLst>
                </a:gridCol>
                <a:gridCol w="715793">
                  <a:extLst>
                    <a:ext uri="{9D8B030D-6E8A-4147-A177-3AD203B41FA5}">
                      <a16:colId xmlns:a16="http://schemas.microsoft.com/office/drawing/2014/main" val="2398156433"/>
                    </a:ext>
                  </a:extLst>
                </a:gridCol>
                <a:gridCol w="715793">
                  <a:extLst>
                    <a:ext uri="{9D8B030D-6E8A-4147-A177-3AD203B41FA5}">
                      <a16:colId xmlns:a16="http://schemas.microsoft.com/office/drawing/2014/main" val="1819155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095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346201"/>
                  </a:ext>
                </a:extLst>
              </a:tr>
            </a:tbl>
          </a:graphicData>
        </a:graphic>
      </p:graphicFrame>
      <p:sp>
        <p:nvSpPr>
          <p:cNvPr id="21" name="文字方塊 20">
            <a:extLst>
              <a:ext uri="{FF2B5EF4-FFF2-40B4-BE49-F238E27FC236}">
                <a16:creationId xmlns:a16="http://schemas.microsoft.com/office/drawing/2014/main" id="{AA417028-0660-4605-A6FD-D7B0D18025E7}"/>
              </a:ext>
            </a:extLst>
          </p:cNvPr>
          <p:cNvSpPr txBox="1"/>
          <p:nvPr/>
        </p:nvSpPr>
        <p:spPr>
          <a:xfrm>
            <a:off x="9891068" y="1150375"/>
            <a:ext cx="1249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[n]</a:t>
            </a:r>
            <a:endParaRPr lang="zh-TW" altLang="en-US" sz="2400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DAE3551-5E93-4295-9644-764D967EC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199059"/>
              </p:ext>
            </p:extLst>
          </p:nvPr>
        </p:nvGraphicFramePr>
        <p:xfrm>
          <a:off x="838200" y="2905615"/>
          <a:ext cx="1338309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C( </a:t>
                      </a:r>
                      <a:r>
                        <a:rPr lang="en-US" altLang="zh-TW" i="1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123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075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09224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0E015F5-C36D-4F96-B9CB-E85833EFD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44395"/>
              </p:ext>
            </p:extLst>
          </p:nvPr>
        </p:nvGraphicFramePr>
        <p:xfrm>
          <a:off x="5580846" y="2922062"/>
          <a:ext cx="133830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dirty="0">
                          <a:latin typeface="+mn-lt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27C53F9-9B41-4DF6-83B2-2697CFF00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888190"/>
              </p:ext>
            </p:extLst>
          </p:nvPr>
        </p:nvGraphicFramePr>
        <p:xfrm>
          <a:off x="3199046" y="2914493"/>
          <a:ext cx="1338309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dirty="0">
                          <a:latin typeface="+mj-lt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0496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A76FCDC5-5E4A-4E72-A61B-2B5162E5B2DF}"/>
              </a:ext>
            </a:extLst>
          </p:cNvPr>
          <p:cNvSpPr txBox="1"/>
          <p:nvPr/>
        </p:nvSpPr>
        <p:spPr>
          <a:xfrm>
            <a:off x="2809326" y="4930991"/>
            <a:ext cx="2117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Cover-making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D298B36-AA65-4E81-8B45-A32B59420759}"/>
              </a:ext>
            </a:extLst>
          </p:cNvPr>
          <p:cNvSpPr txBox="1"/>
          <p:nvPr/>
        </p:nvSpPr>
        <p:spPr>
          <a:xfrm>
            <a:off x="4915231" y="4946758"/>
            <a:ext cx="3061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保留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將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C(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黃色部分移除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04F00C1-A3BE-446E-8B1A-5CB63B6E0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400428"/>
              </p:ext>
            </p:extLst>
          </p:nvPr>
        </p:nvGraphicFramePr>
        <p:xfrm>
          <a:off x="8300153" y="2917192"/>
          <a:ext cx="2230515" cy="184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137978725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70662805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2748065126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8602547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665899691"/>
                    </a:ext>
                  </a:extLst>
                </a:gridCol>
              </a:tblGrid>
              <a:tr h="319201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C( 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 </a:t>
                      </a:r>
                      <a:r>
                        <a:rPr lang="en-US" altLang="zh-TW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272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27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28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32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165701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682DAA20-E46A-4833-96BA-FD14EC722F22}"/>
              </a:ext>
            </a:extLst>
          </p:cNvPr>
          <p:cNvSpPr txBox="1"/>
          <p:nvPr/>
        </p:nvSpPr>
        <p:spPr>
          <a:xfrm>
            <a:off x="8169580" y="5070680"/>
            <a:ext cx="2491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Merge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992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069FF8-4B75-4253-A224-3FE61F71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</a:t>
            </a:r>
            <a:endParaRPr lang="zh-TW" altLang="en-US" sz="3600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0E015F5-C36D-4F96-B9CB-E85833EFD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351246"/>
              </p:ext>
            </p:extLst>
          </p:nvPr>
        </p:nvGraphicFramePr>
        <p:xfrm>
          <a:off x="2395058" y="1585982"/>
          <a:ext cx="133830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dirty="0">
                          <a:latin typeface="+mj-lt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27C53F9-9B41-4DF6-83B2-2697CFF00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056119"/>
              </p:ext>
            </p:extLst>
          </p:nvPr>
        </p:nvGraphicFramePr>
        <p:xfrm>
          <a:off x="595549" y="1569535"/>
          <a:ext cx="1338309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dirty="0">
                          <a:latin typeface="+mj-lt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0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6806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069FF8-4B75-4253-A224-3FE61F71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</a:t>
            </a:r>
            <a:endParaRPr lang="zh-TW" altLang="en-US" sz="3600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0E015F5-C36D-4F96-B9CB-E85833EFD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490644"/>
              </p:ext>
            </p:extLst>
          </p:nvPr>
        </p:nvGraphicFramePr>
        <p:xfrm>
          <a:off x="2395058" y="1585982"/>
          <a:ext cx="133830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27C53F9-9B41-4DF6-83B2-2697CFF00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834545"/>
              </p:ext>
            </p:extLst>
          </p:nvPr>
        </p:nvGraphicFramePr>
        <p:xfrm>
          <a:off x="595549" y="1569535"/>
          <a:ext cx="1338309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0496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2F8D9AC9-554D-4BED-8BE9-1B00589C7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507396"/>
              </p:ext>
            </p:extLst>
          </p:nvPr>
        </p:nvGraphicFramePr>
        <p:xfrm>
          <a:off x="6981544" y="1585982"/>
          <a:ext cx="133830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dirty="0">
                          <a:latin typeface="+mj-lt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3CE5AF55-842D-41C4-894A-6D24EDA26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430761"/>
              </p:ext>
            </p:extLst>
          </p:nvPr>
        </p:nvGraphicFramePr>
        <p:xfrm>
          <a:off x="4636365" y="1589654"/>
          <a:ext cx="17856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400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297926595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dirty="0">
                          <a:latin typeface="+mj-lt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0496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96461C7C-AD41-4837-975D-4519B02035C8}"/>
              </a:ext>
            </a:extLst>
          </p:cNvPr>
          <p:cNvCxnSpPr/>
          <p:nvPr/>
        </p:nvCxnSpPr>
        <p:spPr>
          <a:xfrm>
            <a:off x="3923930" y="1899821"/>
            <a:ext cx="51490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016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069FF8-4B75-4253-A224-3FE61F71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</a:t>
            </a:r>
            <a:endParaRPr lang="zh-TW" altLang="en-US" sz="3600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0E015F5-C36D-4F96-B9CB-E85833EFD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28902"/>
              </p:ext>
            </p:extLst>
          </p:nvPr>
        </p:nvGraphicFramePr>
        <p:xfrm>
          <a:off x="2395058" y="1585982"/>
          <a:ext cx="133830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27C53F9-9B41-4DF6-83B2-2697CFF00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443375"/>
              </p:ext>
            </p:extLst>
          </p:nvPr>
        </p:nvGraphicFramePr>
        <p:xfrm>
          <a:off x="595549" y="1569535"/>
          <a:ext cx="1338309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0496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2F8D9AC9-554D-4BED-8BE9-1B00589C7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351869"/>
              </p:ext>
            </p:extLst>
          </p:nvPr>
        </p:nvGraphicFramePr>
        <p:xfrm>
          <a:off x="6981544" y="1585982"/>
          <a:ext cx="133830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3CE5AF55-842D-41C4-894A-6D24EDA26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008114"/>
              </p:ext>
            </p:extLst>
          </p:nvPr>
        </p:nvGraphicFramePr>
        <p:xfrm>
          <a:off x="4636365" y="1589654"/>
          <a:ext cx="17856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400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297926595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0496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96461C7C-AD41-4837-975D-4519B02035C8}"/>
              </a:ext>
            </a:extLst>
          </p:cNvPr>
          <p:cNvCxnSpPr/>
          <p:nvPr/>
        </p:nvCxnSpPr>
        <p:spPr>
          <a:xfrm>
            <a:off x="3923930" y="1899821"/>
            <a:ext cx="51490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123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069FF8-4B75-4253-A224-3FE61F71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</a:t>
            </a:r>
            <a:endParaRPr lang="zh-TW" altLang="en-US" sz="3600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0E015F5-C36D-4F96-B9CB-E85833EFD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270685"/>
              </p:ext>
            </p:extLst>
          </p:nvPr>
        </p:nvGraphicFramePr>
        <p:xfrm>
          <a:off x="2395058" y="1585982"/>
          <a:ext cx="133830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27C53F9-9B41-4DF6-83B2-2697CFF00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212605"/>
              </p:ext>
            </p:extLst>
          </p:nvPr>
        </p:nvGraphicFramePr>
        <p:xfrm>
          <a:off x="595549" y="1569535"/>
          <a:ext cx="1338309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0496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2F8D9AC9-554D-4BED-8BE9-1B00589C7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823763"/>
              </p:ext>
            </p:extLst>
          </p:nvPr>
        </p:nvGraphicFramePr>
        <p:xfrm>
          <a:off x="6981544" y="1585982"/>
          <a:ext cx="133830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3CE5AF55-842D-41C4-894A-6D24EDA26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289267"/>
              </p:ext>
            </p:extLst>
          </p:nvPr>
        </p:nvGraphicFramePr>
        <p:xfrm>
          <a:off x="4636365" y="1589654"/>
          <a:ext cx="17856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400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297926595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0496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96461C7C-AD41-4837-975D-4519B02035C8}"/>
              </a:ext>
            </a:extLst>
          </p:cNvPr>
          <p:cNvCxnSpPr/>
          <p:nvPr/>
        </p:nvCxnSpPr>
        <p:spPr>
          <a:xfrm>
            <a:off x="3923930" y="1899821"/>
            <a:ext cx="51490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EEC0E8A3-F851-4CF5-B08F-FC39C9D329DD}"/>
              </a:ext>
            </a:extLst>
          </p:cNvPr>
          <p:cNvCxnSpPr/>
          <p:nvPr/>
        </p:nvCxnSpPr>
        <p:spPr>
          <a:xfrm flipH="1">
            <a:off x="6421965" y="2157274"/>
            <a:ext cx="555884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24D90E1D-10C1-462C-A956-F12AF1CC58A1}"/>
              </a:ext>
            </a:extLst>
          </p:cNvPr>
          <p:cNvCxnSpPr/>
          <p:nvPr/>
        </p:nvCxnSpPr>
        <p:spPr>
          <a:xfrm flipH="1">
            <a:off x="6421965" y="2522738"/>
            <a:ext cx="555884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916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069FF8-4B75-4253-A224-3FE61F71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</a:t>
            </a:r>
            <a:endParaRPr lang="zh-TW" altLang="en-US" sz="3600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0E015F5-C36D-4F96-B9CB-E85833EFD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483740"/>
              </p:ext>
            </p:extLst>
          </p:nvPr>
        </p:nvGraphicFramePr>
        <p:xfrm>
          <a:off x="2395058" y="1585982"/>
          <a:ext cx="133830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27C53F9-9B41-4DF6-83B2-2697CFF00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926948"/>
              </p:ext>
            </p:extLst>
          </p:nvPr>
        </p:nvGraphicFramePr>
        <p:xfrm>
          <a:off x="595549" y="1569535"/>
          <a:ext cx="1338309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0496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2F8D9AC9-554D-4BED-8BE9-1B00589C7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616581"/>
              </p:ext>
            </p:extLst>
          </p:nvPr>
        </p:nvGraphicFramePr>
        <p:xfrm>
          <a:off x="6981544" y="1585982"/>
          <a:ext cx="133830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3CE5AF55-842D-41C4-894A-6D24EDA26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478754"/>
              </p:ext>
            </p:extLst>
          </p:nvPr>
        </p:nvGraphicFramePr>
        <p:xfrm>
          <a:off x="4636365" y="1589654"/>
          <a:ext cx="17856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400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297926595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0496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96461C7C-AD41-4837-975D-4519B02035C8}"/>
              </a:ext>
            </a:extLst>
          </p:cNvPr>
          <p:cNvCxnSpPr/>
          <p:nvPr/>
        </p:nvCxnSpPr>
        <p:spPr>
          <a:xfrm>
            <a:off x="3923930" y="1899821"/>
            <a:ext cx="51490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743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069FF8-4B75-4253-A224-3FE61F71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</a:t>
            </a:r>
            <a:endParaRPr lang="zh-TW" altLang="en-US" sz="3600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0E015F5-C36D-4F96-B9CB-E85833EFD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742854"/>
              </p:ext>
            </p:extLst>
          </p:nvPr>
        </p:nvGraphicFramePr>
        <p:xfrm>
          <a:off x="2395058" y="1585982"/>
          <a:ext cx="133830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27C53F9-9B41-4DF6-83B2-2697CFF00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481075"/>
              </p:ext>
            </p:extLst>
          </p:nvPr>
        </p:nvGraphicFramePr>
        <p:xfrm>
          <a:off x="595549" y="1569535"/>
          <a:ext cx="1338309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0496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2F8D9AC9-554D-4BED-8BE9-1B00589C7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399189"/>
              </p:ext>
            </p:extLst>
          </p:nvPr>
        </p:nvGraphicFramePr>
        <p:xfrm>
          <a:off x="6981544" y="1585982"/>
          <a:ext cx="133830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3CE5AF55-842D-41C4-894A-6D24EDA26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509792"/>
              </p:ext>
            </p:extLst>
          </p:nvPr>
        </p:nvGraphicFramePr>
        <p:xfrm>
          <a:off x="4636365" y="1589654"/>
          <a:ext cx="17856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400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297926595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0496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96461C7C-AD41-4837-975D-4519B02035C8}"/>
              </a:ext>
            </a:extLst>
          </p:cNvPr>
          <p:cNvCxnSpPr/>
          <p:nvPr/>
        </p:nvCxnSpPr>
        <p:spPr>
          <a:xfrm>
            <a:off x="3923930" y="1899821"/>
            <a:ext cx="51490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85BD82A3-6995-42B7-A00D-77BDF0CBEB17}"/>
              </a:ext>
            </a:extLst>
          </p:cNvPr>
          <p:cNvCxnSpPr>
            <a:cxnSpLocks/>
          </p:cNvCxnSpPr>
          <p:nvPr/>
        </p:nvCxnSpPr>
        <p:spPr>
          <a:xfrm flipH="1" flipV="1">
            <a:off x="6027938" y="2663301"/>
            <a:ext cx="953606" cy="248576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870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069FF8-4B75-4253-A224-3FE61F71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</a:t>
            </a:r>
            <a:endParaRPr lang="zh-TW" altLang="en-US" sz="3600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0E015F5-C36D-4F96-B9CB-E85833EFD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639121"/>
              </p:ext>
            </p:extLst>
          </p:nvPr>
        </p:nvGraphicFramePr>
        <p:xfrm>
          <a:off x="2395058" y="1585982"/>
          <a:ext cx="133830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27C53F9-9B41-4DF6-83B2-2697CFF00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173575"/>
              </p:ext>
            </p:extLst>
          </p:nvPr>
        </p:nvGraphicFramePr>
        <p:xfrm>
          <a:off x="595549" y="1569535"/>
          <a:ext cx="1338309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0496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2F8D9AC9-554D-4BED-8BE9-1B00589C7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622990"/>
              </p:ext>
            </p:extLst>
          </p:nvPr>
        </p:nvGraphicFramePr>
        <p:xfrm>
          <a:off x="6981544" y="1585982"/>
          <a:ext cx="133830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3CE5AF55-842D-41C4-894A-6D24EDA26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209260"/>
              </p:ext>
            </p:extLst>
          </p:nvPr>
        </p:nvGraphicFramePr>
        <p:xfrm>
          <a:off x="4636365" y="1589654"/>
          <a:ext cx="17856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400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297926595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0496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96461C7C-AD41-4837-975D-4519B02035C8}"/>
              </a:ext>
            </a:extLst>
          </p:cNvPr>
          <p:cNvCxnSpPr/>
          <p:nvPr/>
        </p:nvCxnSpPr>
        <p:spPr>
          <a:xfrm>
            <a:off x="3923930" y="1899821"/>
            <a:ext cx="51490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30C11BB4-8C7E-4636-8C3C-C2C333B4B374}"/>
              </a:ext>
            </a:extLst>
          </p:cNvPr>
          <p:cNvCxnSpPr/>
          <p:nvPr/>
        </p:nvCxnSpPr>
        <p:spPr>
          <a:xfrm>
            <a:off x="170155" y="5399103"/>
            <a:ext cx="51490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3F69A64-14C3-4052-88DF-EDF7B6681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158249"/>
              </p:ext>
            </p:extLst>
          </p:nvPr>
        </p:nvGraphicFramePr>
        <p:xfrm>
          <a:off x="3298056" y="4534848"/>
          <a:ext cx="133830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EF9F3C13-833D-41E3-9EB4-B4BB63AFB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965269"/>
              </p:ext>
            </p:extLst>
          </p:nvPr>
        </p:nvGraphicFramePr>
        <p:xfrm>
          <a:off x="952877" y="4538520"/>
          <a:ext cx="17856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400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297926595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0496"/>
                  </a:ext>
                </a:extLst>
              </a:tr>
            </a:tbl>
          </a:graphicData>
        </a:graphic>
      </p:graphicFrame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1E632A9-1469-4653-9FC6-92A882166CED}"/>
              </a:ext>
            </a:extLst>
          </p:cNvPr>
          <p:cNvCxnSpPr>
            <a:cxnSpLocks/>
          </p:cNvCxnSpPr>
          <p:nvPr/>
        </p:nvCxnSpPr>
        <p:spPr>
          <a:xfrm flipH="1">
            <a:off x="2779761" y="5122416"/>
            <a:ext cx="1064270" cy="67041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105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069FF8-4B75-4253-A224-3FE61F71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</a:t>
            </a:r>
            <a:endParaRPr lang="zh-TW" altLang="en-US" sz="3600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0E015F5-C36D-4F96-B9CB-E85833EFD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986668"/>
              </p:ext>
            </p:extLst>
          </p:nvPr>
        </p:nvGraphicFramePr>
        <p:xfrm>
          <a:off x="2395058" y="1585982"/>
          <a:ext cx="133830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27C53F9-9B41-4DF6-83B2-2697CFF00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15862"/>
              </p:ext>
            </p:extLst>
          </p:nvPr>
        </p:nvGraphicFramePr>
        <p:xfrm>
          <a:off x="595549" y="1569535"/>
          <a:ext cx="1338309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0496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2F8D9AC9-554D-4BED-8BE9-1B00589C7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007384"/>
              </p:ext>
            </p:extLst>
          </p:nvPr>
        </p:nvGraphicFramePr>
        <p:xfrm>
          <a:off x="6981544" y="1585982"/>
          <a:ext cx="133830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3CE5AF55-842D-41C4-894A-6D24EDA26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784943"/>
              </p:ext>
            </p:extLst>
          </p:nvPr>
        </p:nvGraphicFramePr>
        <p:xfrm>
          <a:off x="4636365" y="1589654"/>
          <a:ext cx="17856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400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297926595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0496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96461C7C-AD41-4837-975D-4519B02035C8}"/>
              </a:ext>
            </a:extLst>
          </p:cNvPr>
          <p:cNvCxnSpPr/>
          <p:nvPr/>
        </p:nvCxnSpPr>
        <p:spPr>
          <a:xfrm>
            <a:off x="3923930" y="1899821"/>
            <a:ext cx="51490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30C11BB4-8C7E-4636-8C3C-C2C333B4B374}"/>
              </a:ext>
            </a:extLst>
          </p:cNvPr>
          <p:cNvCxnSpPr/>
          <p:nvPr/>
        </p:nvCxnSpPr>
        <p:spPr>
          <a:xfrm>
            <a:off x="170155" y="5399103"/>
            <a:ext cx="51490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3F69A64-14C3-4052-88DF-EDF7B6681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565306"/>
              </p:ext>
            </p:extLst>
          </p:nvPr>
        </p:nvGraphicFramePr>
        <p:xfrm>
          <a:off x="3298056" y="4534848"/>
          <a:ext cx="133830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EF9F3C13-833D-41E3-9EB4-B4BB63AFB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46539"/>
              </p:ext>
            </p:extLst>
          </p:nvPr>
        </p:nvGraphicFramePr>
        <p:xfrm>
          <a:off x="952877" y="4538520"/>
          <a:ext cx="17856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400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  <a:gridCol w="446400">
                  <a:extLst>
                    <a:ext uri="{9D8B030D-6E8A-4147-A177-3AD203B41FA5}">
                      <a16:colId xmlns:a16="http://schemas.microsoft.com/office/drawing/2014/main" val="1297926595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170496"/>
                  </a:ext>
                </a:extLst>
              </a:tr>
            </a:tbl>
          </a:graphicData>
        </a:graphic>
      </p:graphicFrame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9E06C87-200E-444B-A549-32727EA6AF52}"/>
              </a:ext>
            </a:extLst>
          </p:cNvPr>
          <p:cNvCxnSpPr/>
          <p:nvPr/>
        </p:nvCxnSpPr>
        <p:spPr>
          <a:xfrm>
            <a:off x="4876800" y="5395431"/>
            <a:ext cx="51490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3302D629-DB9F-4A6A-9615-B522E6538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257512"/>
              </p:ext>
            </p:extLst>
          </p:nvPr>
        </p:nvGraphicFramePr>
        <p:xfrm>
          <a:off x="5866286" y="4468331"/>
          <a:ext cx="2230515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137978725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70662805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2748065126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8602547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665899691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C(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</a:t>
                      </a:r>
                      <a:r>
                        <a:rPr lang="en-US" altLang="zh-TW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272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27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28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32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165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6250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069FF8-4B75-4253-A224-3FE61F71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sz="3600" dirty="0"/>
          </a:p>
        </p:txBody>
      </p:sp>
      <p:graphicFrame>
        <p:nvGraphicFramePr>
          <p:cNvPr id="13" name="表格 15">
            <a:extLst>
              <a:ext uri="{FF2B5EF4-FFF2-40B4-BE49-F238E27FC236}">
                <a16:creationId xmlns:a16="http://schemas.microsoft.com/office/drawing/2014/main" id="{ACA095A1-EDE6-4F4D-91DF-AC1012EE2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769004"/>
              </p:ext>
            </p:extLst>
          </p:nvPr>
        </p:nvGraphicFramePr>
        <p:xfrm>
          <a:off x="838200" y="1596499"/>
          <a:ext cx="962177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4908">
                  <a:extLst>
                    <a:ext uri="{9D8B030D-6E8A-4147-A177-3AD203B41FA5}">
                      <a16:colId xmlns:a16="http://schemas.microsoft.com/office/drawing/2014/main" val="974850801"/>
                    </a:ext>
                  </a:extLst>
                </a:gridCol>
                <a:gridCol w="710572">
                  <a:extLst>
                    <a:ext uri="{9D8B030D-6E8A-4147-A177-3AD203B41FA5}">
                      <a16:colId xmlns:a16="http://schemas.microsoft.com/office/drawing/2014/main" val="2225848037"/>
                    </a:ext>
                  </a:extLst>
                </a:gridCol>
                <a:gridCol w="710572">
                  <a:extLst>
                    <a:ext uri="{9D8B030D-6E8A-4147-A177-3AD203B41FA5}">
                      <a16:colId xmlns:a16="http://schemas.microsoft.com/office/drawing/2014/main" val="4248224660"/>
                    </a:ext>
                  </a:extLst>
                </a:gridCol>
                <a:gridCol w="710572">
                  <a:extLst>
                    <a:ext uri="{9D8B030D-6E8A-4147-A177-3AD203B41FA5}">
                      <a16:colId xmlns:a16="http://schemas.microsoft.com/office/drawing/2014/main" val="749937982"/>
                    </a:ext>
                  </a:extLst>
                </a:gridCol>
                <a:gridCol w="710572">
                  <a:extLst>
                    <a:ext uri="{9D8B030D-6E8A-4147-A177-3AD203B41FA5}">
                      <a16:colId xmlns:a16="http://schemas.microsoft.com/office/drawing/2014/main" val="91547729"/>
                    </a:ext>
                  </a:extLst>
                </a:gridCol>
                <a:gridCol w="710572">
                  <a:extLst>
                    <a:ext uri="{9D8B030D-6E8A-4147-A177-3AD203B41FA5}">
                      <a16:colId xmlns:a16="http://schemas.microsoft.com/office/drawing/2014/main" val="2825066909"/>
                    </a:ext>
                  </a:extLst>
                </a:gridCol>
                <a:gridCol w="710572">
                  <a:extLst>
                    <a:ext uri="{9D8B030D-6E8A-4147-A177-3AD203B41FA5}">
                      <a16:colId xmlns:a16="http://schemas.microsoft.com/office/drawing/2014/main" val="4127950059"/>
                    </a:ext>
                  </a:extLst>
                </a:gridCol>
                <a:gridCol w="710572">
                  <a:extLst>
                    <a:ext uri="{9D8B030D-6E8A-4147-A177-3AD203B41FA5}">
                      <a16:colId xmlns:a16="http://schemas.microsoft.com/office/drawing/2014/main" val="3065469898"/>
                    </a:ext>
                  </a:extLst>
                </a:gridCol>
                <a:gridCol w="710572">
                  <a:extLst>
                    <a:ext uri="{9D8B030D-6E8A-4147-A177-3AD203B41FA5}">
                      <a16:colId xmlns:a16="http://schemas.microsoft.com/office/drawing/2014/main" val="74809329"/>
                    </a:ext>
                  </a:extLst>
                </a:gridCol>
                <a:gridCol w="710572">
                  <a:extLst>
                    <a:ext uri="{9D8B030D-6E8A-4147-A177-3AD203B41FA5}">
                      <a16:colId xmlns:a16="http://schemas.microsoft.com/office/drawing/2014/main" val="1742100132"/>
                    </a:ext>
                  </a:extLst>
                </a:gridCol>
                <a:gridCol w="710572">
                  <a:extLst>
                    <a:ext uri="{9D8B030D-6E8A-4147-A177-3AD203B41FA5}">
                      <a16:colId xmlns:a16="http://schemas.microsoft.com/office/drawing/2014/main" val="3640187275"/>
                    </a:ext>
                  </a:extLst>
                </a:gridCol>
                <a:gridCol w="710572">
                  <a:extLst>
                    <a:ext uri="{9D8B030D-6E8A-4147-A177-3AD203B41FA5}">
                      <a16:colId xmlns:a16="http://schemas.microsoft.com/office/drawing/2014/main" val="2398156433"/>
                    </a:ext>
                  </a:extLst>
                </a:gridCol>
                <a:gridCol w="710572">
                  <a:extLst>
                    <a:ext uri="{9D8B030D-6E8A-4147-A177-3AD203B41FA5}">
                      <a16:colId xmlns:a16="http://schemas.microsoft.com/office/drawing/2014/main" val="1819155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293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</a:t>
                      </a:r>
                      <a:endParaRPr lang="zh-TW" alt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095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346201"/>
                  </a:ext>
                </a:extLst>
              </a:tr>
            </a:tbl>
          </a:graphicData>
        </a:graphic>
      </p:graphicFrame>
      <p:sp>
        <p:nvSpPr>
          <p:cNvPr id="21" name="文字方塊 20">
            <a:extLst>
              <a:ext uri="{FF2B5EF4-FFF2-40B4-BE49-F238E27FC236}">
                <a16:creationId xmlns:a16="http://schemas.microsoft.com/office/drawing/2014/main" id="{AA417028-0660-4605-A6FD-D7B0D18025E7}"/>
              </a:ext>
            </a:extLst>
          </p:cNvPr>
          <p:cNvSpPr txBox="1"/>
          <p:nvPr/>
        </p:nvSpPr>
        <p:spPr>
          <a:xfrm>
            <a:off x="9835206" y="1134834"/>
            <a:ext cx="1249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[n]</a:t>
            </a:r>
            <a:endParaRPr lang="zh-TW" altLang="en-US" sz="24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04F00C1-A3BE-446E-8B1A-5CB63B6E0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141682"/>
              </p:ext>
            </p:extLst>
          </p:nvPr>
        </p:nvGraphicFramePr>
        <p:xfrm>
          <a:off x="838200" y="3683634"/>
          <a:ext cx="2230515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137978725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70662805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2748065126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8602547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665899691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C( 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 </a:t>
                      </a:r>
                      <a:r>
                        <a:rPr lang="en-US" altLang="zh-TW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272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27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28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32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1657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12D5D0-0FAB-4832-A321-EF1B2C6D4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291139"/>
              </p:ext>
            </p:extLst>
          </p:nvPr>
        </p:nvGraphicFramePr>
        <p:xfrm>
          <a:off x="3860294" y="3676065"/>
          <a:ext cx="86039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0390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dirty="0">
                          <a:latin typeface="+mj-lt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CC12C5B-51E3-486F-8756-D49125DA3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937913"/>
              </p:ext>
            </p:extLst>
          </p:nvPr>
        </p:nvGraphicFramePr>
        <p:xfrm>
          <a:off x="5805916" y="3683634"/>
          <a:ext cx="1784412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1302947507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642754157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24762302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742053266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dirty="0">
                          <a:latin typeface="+mj-lt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965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283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785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602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619928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6A0AB686-4FB0-4D15-94DC-37BD869660BD}"/>
              </a:ext>
            </a:extLst>
          </p:cNvPr>
          <p:cNvSpPr txBox="1"/>
          <p:nvPr/>
        </p:nvSpPr>
        <p:spPr>
          <a:xfrm>
            <a:off x="3242739" y="4519909"/>
            <a:ext cx="2095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Cover-making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5C4B597-8FE2-43FD-9DDD-D9122180A4EC}"/>
              </a:ext>
            </a:extLst>
          </p:cNvPr>
          <p:cNvSpPr txBox="1"/>
          <p:nvPr/>
        </p:nvSpPr>
        <p:spPr>
          <a:xfrm>
            <a:off x="5130875" y="5661878"/>
            <a:ext cx="31344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保留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將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C(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S’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黃色部分移除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A4D9A1FA-4A20-4280-B084-DBAF5FA77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955065"/>
              </p:ext>
            </p:extLst>
          </p:nvPr>
        </p:nvGraphicFramePr>
        <p:xfrm>
          <a:off x="8675561" y="3683634"/>
          <a:ext cx="1784412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137978725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70662805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2748065126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8602547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C( 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S’’ </a:t>
                      </a:r>
                      <a:r>
                        <a:rPr lang="en-US" altLang="zh-TW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272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27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28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32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16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89426"/>
                  </a:ext>
                </a:extLst>
              </a:tr>
            </a:tbl>
          </a:graphicData>
        </a:graphic>
      </p:graphicFrame>
      <p:sp>
        <p:nvSpPr>
          <p:cNvPr id="24" name="文字方塊 23">
            <a:extLst>
              <a:ext uri="{FF2B5EF4-FFF2-40B4-BE49-F238E27FC236}">
                <a16:creationId xmlns:a16="http://schemas.microsoft.com/office/drawing/2014/main" id="{A3B2D2BB-A8B5-43A1-B3C7-632269A950A9}"/>
              </a:ext>
            </a:extLst>
          </p:cNvPr>
          <p:cNvSpPr txBox="1"/>
          <p:nvPr/>
        </p:nvSpPr>
        <p:spPr>
          <a:xfrm>
            <a:off x="8334894" y="6117681"/>
            <a:ext cx="2491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Merge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29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069FF8-4B75-4253-A224-3FE61F71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sz="3600" dirty="0"/>
          </a:p>
        </p:txBody>
      </p:sp>
      <p:graphicFrame>
        <p:nvGraphicFramePr>
          <p:cNvPr id="13" name="表格 15">
            <a:extLst>
              <a:ext uri="{FF2B5EF4-FFF2-40B4-BE49-F238E27FC236}">
                <a16:creationId xmlns:a16="http://schemas.microsoft.com/office/drawing/2014/main" id="{ACA095A1-EDE6-4F4D-91DF-AC1012EE2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694289"/>
              </p:ext>
            </p:extLst>
          </p:nvPr>
        </p:nvGraphicFramePr>
        <p:xfrm>
          <a:off x="838200" y="1596499"/>
          <a:ext cx="9658766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9118">
                  <a:extLst>
                    <a:ext uri="{9D8B030D-6E8A-4147-A177-3AD203B41FA5}">
                      <a16:colId xmlns:a16="http://schemas.microsoft.com/office/drawing/2014/main" val="974850801"/>
                    </a:ext>
                  </a:extLst>
                </a:gridCol>
                <a:gridCol w="713304">
                  <a:extLst>
                    <a:ext uri="{9D8B030D-6E8A-4147-A177-3AD203B41FA5}">
                      <a16:colId xmlns:a16="http://schemas.microsoft.com/office/drawing/2014/main" val="2225848037"/>
                    </a:ext>
                  </a:extLst>
                </a:gridCol>
                <a:gridCol w="713304">
                  <a:extLst>
                    <a:ext uri="{9D8B030D-6E8A-4147-A177-3AD203B41FA5}">
                      <a16:colId xmlns:a16="http://schemas.microsoft.com/office/drawing/2014/main" val="4248224660"/>
                    </a:ext>
                  </a:extLst>
                </a:gridCol>
                <a:gridCol w="713304">
                  <a:extLst>
                    <a:ext uri="{9D8B030D-6E8A-4147-A177-3AD203B41FA5}">
                      <a16:colId xmlns:a16="http://schemas.microsoft.com/office/drawing/2014/main" val="749937982"/>
                    </a:ext>
                  </a:extLst>
                </a:gridCol>
                <a:gridCol w="713304">
                  <a:extLst>
                    <a:ext uri="{9D8B030D-6E8A-4147-A177-3AD203B41FA5}">
                      <a16:colId xmlns:a16="http://schemas.microsoft.com/office/drawing/2014/main" val="91547729"/>
                    </a:ext>
                  </a:extLst>
                </a:gridCol>
                <a:gridCol w="713304">
                  <a:extLst>
                    <a:ext uri="{9D8B030D-6E8A-4147-A177-3AD203B41FA5}">
                      <a16:colId xmlns:a16="http://schemas.microsoft.com/office/drawing/2014/main" val="2825066909"/>
                    </a:ext>
                  </a:extLst>
                </a:gridCol>
                <a:gridCol w="713304">
                  <a:extLst>
                    <a:ext uri="{9D8B030D-6E8A-4147-A177-3AD203B41FA5}">
                      <a16:colId xmlns:a16="http://schemas.microsoft.com/office/drawing/2014/main" val="4127950059"/>
                    </a:ext>
                  </a:extLst>
                </a:gridCol>
                <a:gridCol w="713304">
                  <a:extLst>
                    <a:ext uri="{9D8B030D-6E8A-4147-A177-3AD203B41FA5}">
                      <a16:colId xmlns:a16="http://schemas.microsoft.com/office/drawing/2014/main" val="3065469898"/>
                    </a:ext>
                  </a:extLst>
                </a:gridCol>
                <a:gridCol w="713304">
                  <a:extLst>
                    <a:ext uri="{9D8B030D-6E8A-4147-A177-3AD203B41FA5}">
                      <a16:colId xmlns:a16="http://schemas.microsoft.com/office/drawing/2014/main" val="74809329"/>
                    </a:ext>
                  </a:extLst>
                </a:gridCol>
                <a:gridCol w="713304">
                  <a:extLst>
                    <a:ext uri="{9D8B030D-6E8A-4147-A177-3AD203B41FA5}">
                      <a16:colId xmlns:a16="http://schemas.microsoft.com/office/drawing/2014/main" val="1742100132"/>
                    </a:ext>
                  </a:extLst>
                </a:gridCol>
                <a:gridCol w="713304">
                  <a:extLst>
                    <a:ext uri="{9D8B030D-6E8A-4147-A177-3AD203B41FA5}">
                      <a16:colId xmlns:a16="http://schemas.microsoft.com/office/drawing/2014/main" val="3640187275"/>
                    </a:ext>
                  </a:extLst>
                </a:gridCol>
                <a:gridCol w="713304">
                  <a:extLst>
                    <a:ext uri="{9D8B030D-6E8A-4147-A177-3AD203B41FA5}">
                      <a16:colId xmlns:a16="http://schemas.microsoft.com/office/drawing/2014/main" val="2398156433"/>
                    </a:ext>
                  </a:extLst>
                </a:gridCol>
                <a:gridCol w="713304">
                  <a:extLst>
                    <a:ext uri="{9D8B030D-6E8A-4147-A177-3AD203B41FA5}">
                      <a16:colId xmlns:a16="http://schemas.microsoft.com/office/drawing/2014/main" val="1819155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131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</a:t>
                      </a:r>
                      <a:endParaRPr lang="zh-TW" alt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003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S’’</a:t>
                      </a:r>
                      <a:endParaRPr lang="zh-TW" alt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095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’’’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346201"/>
                  </a:ext>
                </a:extLst>
              </a:tr>
            </a:tbl>
          </a:graphicData>
        </a:graphic>
      </p:graphicFrame>
      <p:sp>
        <p:nvSpPr>
          <p:cNvPr id="21" name="文字方塊 20">
            <a:extLst>
              <a:ext uri="{FF2B5EF4-FFF2-40B4-BE49-F238E27FC236}">
                <a16:creationId xmlns:a16="http://schemas.microsoft.com/office/drawing/2014/main" id="{AA417028-0660-4605-A6FD-D7B0D18025E7}"/>
              </a:ext>
            </a:extLst>
          </p:cNvPr>
          <p:cNvSpPr txBox="1"/>
          <p:nvPr/>
        </p:nvSpPr>
        <p:spPr>
          <a:xfrm>
            <a:off x="9872200" y="1134834"/>
            <a:ext cx="1249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[n]</a:t>
            </a:r>
            <a:endParaRPr lang="zh-TW" altLang="en-US" sz="24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CC12C5B-51E3-486F-8756-D49125DA3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607499"/>
              </p:ext>
            </p:extLst>
          </p:nvPr>
        </p:nvGraphicFramePr>
        <p:xfrm>
          <a:off x="5803172" y="3625692"/>
          <a:ext cx="1784412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1302947507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642754157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24762302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742053266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dirty="0">
                          <a:latin typeface="+mj-lt"/>
                          <a:cs typeface="Times New Roman" panose="02020603050405020304" pitchFamily="18" charset="0"/>
                        </a:rPr>
                        <a:t>’’</a:t>
                      </a:r>
                      <a:endParaRPr lang="zh-TW" altLang="en-US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965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283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785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602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619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220393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6A0AB686-4FB0-4D15-94DC-37BD869660BD}"/>
              </a:ext>
            </a:extLst>
          </p:cNvPr>
          <p:cNvSpPr txBox="1"/>
          <p:nvPr/>
        </p:nvSpPr>
        <p:spPr>
          <a:xfrm>
            <a:off x="3205756" y="5030668"/>
            <a:ext cx="2034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Cover-making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A4D9A1FA-4A20-4280-B084-DBAF5FA77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085055"/>
              </p:ext>
            </p:extLst>
          </p:nvPr>
        </p:nvGraphicFramePr>
        <p:xfrm>
          <a:off x="8712557" y="3633261"/>
          <a:ext cx="1784412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137978725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70662805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2748065126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8602547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C( 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S’’’ </a:t>
                      </a:r>
                      <a:r>
                        <a:rPr lang="en-US" altLang="zh-TW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272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27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28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32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16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89426"/>
                  </a:ext>
                </a:extLst>
              </a:tr>
            </a:tbl>
          </a:graphicData>
        </a:graphic>
      </p:graphicFrame>
      <p:sp>
        <p:nvSpPr>
          <p:cNvPr id="24" name="文字方塊 23">
            <a:extLst>
              <a:ext uri="{FF2B5EF4-FFF2-40B4-BE49-F238E27FC236}">
                <a16:creationId xmlns:a16="http://schemas.microsoft.com/office/drawing/2014/main" id="{A3B2D2BB-A8B5-43A1-B3C7-632269A950A9}"/>
              </a:ext>
            </a:extLst>
          </p:cNvPr>
          <p:cNvSpPr txBox="1"/>
          <p:nvPr/>
        </p:nvSpPr>
        <p:spPr>
          <a:xfrm>
            <a:off x="8371890" y="5980837"/>
            <a:ext cx="2491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Merge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455725F-87B6-40A4-8BCE-5902D4C28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647399"/>
              </p:ext>
            </p:extLst>
          </p:nvPr>
        </p:nvGraphicFramePr>
        <p:xfrm>
          <a:off x="838200" y="3633261"/>
          <a:ext cx="1784412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137978725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70662805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2748065126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8602547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C( 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S’’ </a:t>
                      </a:r>
                      <a:r>
                        <a:rPr lang="en-US" altLang="zh-TW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272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27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228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32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16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8942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6BC228A-5521-4CDB-86A0-38F93FA3A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459830"/>
              </p:ext>
            </p:extLst>
          </p:nvPr>
        </p:nvGraphicFramePr>
        <p:xfrm>
          <a:off x="3766789" y="3625692"/>
          <a:ext cx="89220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518646016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92329555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dirty="0">
                          <a:latin typeface="+mj-lt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695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803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224472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DD1F7785-7701-4D09-B735-2533A319B6CF}"/>
              </a:ext>
            </a:extLst>
          </p:cNvPr>
          <p:cNvSpPr txBox="1"/>
          <p:nvPr/>
        </p:nvSpPr>
        <p:spPr>
          <a:xfrm>
            <a:off x="5022771" y="6027003"/>
            <a:ext cx="33491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保留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將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C(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S’’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黃色部分移除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49514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069FF8-4B75-4253-A224-3FE61F71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sz="36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2375A21-166F-42CE-9883-E48ECDC9E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529371"/>
              </p:ext>
            </p:extLst>
          </p:nvPr>
        </p:nvGraphicFramePr>
        <p:xfrm>
          <a:off x="838200" y="3963561"/>
          <a:ext cx="1338309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5323249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56868116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86266198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C( </a:t>
                      </a:r>
                      <a:r>
                        <a:rPr lang="en-US" altLang="zh-TW" i="1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4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4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27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7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123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075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09224"/>
                  </a:ext>
                </a:extLst>
              </a:tr>
            </a:tbl>
          </a:graphicData>
        </a:graphic>
      </p:graphicFrame>
      <p:graphicFrame>
        <p:nvGraphicFramePr>
          <p:cNvPr id="13" name="表格 15">
            <a:extLst>
              <a:ext uri="{FF2B5EF4-FFF2-40B4-BE49-F238E27FC236}">
                <a16:creationId xmlns:a16="http://schemas.microsoft.com/office/drawing/2014/main" id="{ACA095A1-EDE6-4F4D-91DF-AC1012EE2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975896"/>
              </p:ext>
            </p:extLst>
          </p:nvPr>
        </p:nvGraphicFramePr>
        <p:xfrm>
          <a:off x="838200" y="1596499"/>
          <a:ext cx="948529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377">
                  <a:extLst>
                    <a:ext uri="{9D8B030D-6E8A-4147-A177-3AD203B41FA5}">
                      <a16:colId xmlns:a16="http://schemas.microsoft.com/office/drawing/2014/main" val="974850801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2225848037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4248224660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749937982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91547729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2825066909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4127950059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3065469898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74809329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1742100132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3640187275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2398156433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1819155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095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9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S’’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097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’’’</a:t>
                      </a:r>
                      <a:endParaRPr lang="zh-TW" alt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346201"/>
                  </a:ext>
                </a:extLst>
              </a:tr>
            </a:tbl>
          </a:graphicData>
        </a:graphic>
      </p:graphicFrame>
      <p:sp>
        <p:nvSpPr>
          <p:cNvPr id="21" name="文字方塊 20">
            <a:extLst>
              <a:ext uri="{FF2B5EF4-FFF2-40B4-BE49-F238E27FC236}">
                <a16:creationId xmlns:a16="http://schemas.microsoft.com/office/drawing/2014/main" id="{AA417028-0660-4605-A6FD-D7B0D18025E7}"/>
              </a:ext>
            </a:extLst>
          </p:cNvPr>
          <p:cNvSpPr txBox="1"/>
          <p:nvPr/>
        </p:nvSpPr>
        <p:spPr>
          <a:xfrm>
            <a:off x="9666659" y="1134834"/>
            <a:ext cx="1249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[n]</a:t>
            </a:r>
            <a:endParaRPr lang="zh-TW" altLang="en-US" sz="24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04F00C1-A3BE-446E-8B1A-5CB63B6E0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243468"/>
              </p:ext>
            </p:extLst>
          </p:nvPr>
        </p:nvGraphicFramePr>
        <p:xfrm>
          <a:off x="8092978" y="3963561"/>
          <a:ext cx="2230515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137978725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70662805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2748065126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8602547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665899691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C( 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S’’’ </a:t>
                      </a:r>
                      <a:r>
                        <a:rPr lang="en-US" altLang="zh-TW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272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27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28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32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165701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57929B46-597C-4919-BFEA-43D72CDE3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859176"/>
              </p:ext>
            </p:extLst>
          </p:nvPr>
        </p:nvGraphicFramePr>
        <p:xfrm>
          <a:off x="2959057" y="3963561"/>
          <a:ext cx="1784412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137978725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70662805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2748065126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8602547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C( 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 </a:t>
                      </a:r>
                      <a:r>
                        <a:rPr lang="en-US" altLang="zh-TW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272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27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28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32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16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46433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F66C292D-5BD2-48CD-A635-9CCF2A769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295348"/>
              </p:ext>
            </p:extLst>
          </p:nvPr>
        </p:nvGraphicFramePr>
        <p:xfrm>
          <a:off x="5526017" y="3963561"/>
          <a:ext cx="1784412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137978725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706628059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2748065126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8602547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C( 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S’’ </a:t>
                      </a:r>
                      <a:r>
                        <a:rPr lang="en-US" altLang="zh-TW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272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270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28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32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16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46433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3DCCA221-BDBD-4A2E-9076-3033AC89047C}"/>
              </a:ext>
            </a:extLst>
          </p:cNvPr>
          <p:cNvSpPr txBox="1"/>
          <p:nvPr/>
        </p:nvSpPr>
        <p:spPr>
          <a:xfrm>
            <a:off x="10670959" y="2148396"/>
            <a:ext cx="9942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Points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右大括弧 4">
            <a:extLst>
              <a:ext uri="{FF2B5EF4-FFF2-40B4-BE49-F238E27FC236}">
                <a16:creationId xmlns:a16="http://schemas.microsoft.com/office/drawing/2014/main" id="{61C5EA70-F070-4E4F-8296-81CB63697C05}"/>
              </a:ext>
            </a:extLst>
          </p:cNvPr>
          <p:cNvSpPr/>
          <p:nvPr/>
        </p:nvSpPr>
        <p:spPr>
          <a:xfrm>
            <a:off x="10511161" y="2086252"/>
            <a:ext cx="159798" cy="89314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7341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標題 1">
            <a:extLst>
              <a:ext uri="{FF2B5EF4-FFF2-40B4-BE49-F238E27FC236}">
                <a16:creationId xmlns:a16="http://schemas.microsoft.com/office/drawing/2014/main" id="{4DC8A234-4555-4431-87B3-643AD3C707F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sz="3600" dirty="0"/>
          </a:p>
        </p:txBody>
      </p:sp>
      <p:graphicFrame>
        <p:nvGraphicFramePr>
          <p:cNvPr id="21" name="表格 15">
            <a:extLst>
              <a:ext uri="{FF2B5EF4-FFF2-40B4-BE49-F238E27FC236}">
                <a16:creationId xmlns:a16="http://schemas.microsoft.com/office/drawing/2014/main" id="{313C117B-5891-4AC9-9568-FE4EB153E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196749"/>
              </p:ext>
            </p:extLst>
          </p:nvPr>
        </p:nvGraphicFramePr>
        <p:xfrm>
          <a:off x="838200" y="1872458"/>
          <a:ext cx="948529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377">
                  <a:extLst>
                    <a:ext uri="{9D8B030D-6E8A-4147-A177-3AD203B41FA5}">
                      <a16:colId xmlns:a16="http://schemas.microsoft.com/office/drawing/2014/main" val="974850801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2225848037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4248224660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749937982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91547729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2825066909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4127950059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3065469898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74809329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1742100132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3640187275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2398156433"/>
                    </a:ext>
                  </a:extLst>
                </a:gridCol>
                <a:gridCol w="700493">
                  <a:extLst>
                    <a:ext uri="{9D8B030D-6E8A-4147-A177-3AD203B41FA5}">
                      <a16:colId xmlns:a16="http://schemas.microsoft.com/office/drawing/2014/main" val="1819155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095982"/>
                  </a:ext>
                </a:extLst>
              </a:tr>
            </a:tbl>
          </a:graphicData>
        </a:graphic>
      </p:graphicFrame>
      <p:sp>
        <p:nvSpPr>
          <p:cNvPr id="22" name="文字方塊 21">
            <a:extLst>
              <a:ext uri="{FF2B5EF4-FFF2-40B4-BE49-F238E27FC236}">
                <a16:creationId xmlns:a16="http://schemas.microsoft.com/office/drawing/2014/main" id="{D40B2516-2D7D-4A3C-91CB-2D628E8452DA}"/>
              </a:ext>
            </a:extLst>
          </p:cNvPr>
          <p:cNvSpPr txBox="1"/>
          <p:nvPr/>
        </p:nvSpPr>
        <p:spPr>
          <a:xfrm>
            <a:off x="7635004" y="1349684"/>
            <a:ext cx="535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2FAB524-292E-496D-AC84-B9A1CE9985CD}"/>
              </a:ext>
            </a:extLst>
          </p:cNvPr>
          <p:cNvSpPr txBox="1"/>
          <p:nvPr/>
        </p:nvSpPr>
        <p:spPr>
          <a:xfrm>
            <a:off x="838199" y="5288340"/>
            <a:ext cx="107394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其中</a:t>
            </a:r>
            <a:r>
              <a:rPr lang="en-US" altLang="zh-TW" sz="2400" b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400" b="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400" b="0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sz="2400" b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+ </a:t>
            </a:r>
            <a:r>
              <a:rPr lang="en-US" altLang="zh-TW" sz="2400" b="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400" b="0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2400" b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+ … + </a:t>
            </a:r>
            <a:r>
              <a:rPr lang="en-US" altLang="zh-TW" sz="2400" b="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400" b="0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l’</a:t>
            </a:r>
            <a:r>
              <a:rPr lang="en-US" altLang="zh-TW" sz="2400" b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400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LICS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的長度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l’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Stop Points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的個數</a:t>
            </a:r>
            <a:endParaRPr lang="en-US" altLang="zh-TW" sz="2400" b="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851A629C-5995-4832-A6EB-777EA90EDABC}"/>
              </a:ext>
            </a:extLst>
          </p:cNvPr>
          <p:cNvSpPr txBox="1"/>
          <p:nvPr/>
        </p:nvSpPr>
        <p:spPr>
          <a:xfrm>
            <a:off x="4556997" y="1349683"/>
            <a:ext cx="535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i="1" strike="sngStrik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i="1" strike="sngStrike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i="1" strike="sngStrike" baseline="-25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6478316-DBC9-4AF2-A553-F57106549898}"/>
              </a:ext>
            </a:extLst>
          </p:cNvPr>
          <p:cNvSpPr txBox="1"/>
          <p:nvPr/>
        </p:nvSpPr>
        <p:spPr>
          <a:xfrm>
            <a:off x="3087919" y="1349682"/>
            <a:ext cx="535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表格 34">
                <a:extLst>
                  <a:ext uri="{FF2B5EF4-FFF2-40B4-BE49-F238E27FC236}">
                    <a16:creationId xmlns:a16="http://schemas.microsoft.com/office/drawing/2014/main" id="{A1B5B239-EBB3-47C3-9CBD-3534FA6105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1701137"/>
                  </p:ext>
                </p:extLst>
              </p:nvPr>
            </p:nvGraphicFramePr>
            <p:xfrm>
              <a:off x="838199" y="2431092"/>
              <a:ext cx="8943975" cy="295541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76600">
                      <a:extLst>
                        <a:ext uri="{9D8B030D-6E8A-4147-A177-3AD203B41FA5}">
                          <a16:colId xmlns:a16="http://schemas.microsoft.com/office/drawing/2014/main" val="2020045851"/>
                        </a:ext>
                      </a:extLst>
                    </a:gridCol>
                    <a:gridCol w="6467375">
                      <a:extLst>
                        <a:ext uri="{9D8B030D-6E8A-4147-A177-3AD203B41FA5}">
                          <a16:colId xmlns:a16="http://schemas.microsoft.com/office/drawing/2014/main" val="31450505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初始化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log 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altLang="zh-TW" sz="24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743214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Cover-making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400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en-US" altLang="zh-TW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</a:t>
                          </a:r>
                          <a:r>
                            <a:rPr lang="zh-TW" alt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240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oMath>
                          </a14:m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altLang="zh-TW" sz="24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8335484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Merge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400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 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+ 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altLang="zh-TW" sz="24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450368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log 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+</a:t>
                          </a:r>
                          <a:r>
                            <a:rPr lang="zh-TW" alt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altLang="zh-TW" sz="240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400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TW" sz="2400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TW" sz="2400" baseline="3000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  <m:e>
                                  <m:r>
                                    <a:rPr lang="en-US" altLang="zh-TW" sz="240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TW" sz="2400" i="1" baseline="-2500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func>
                                    <m:funcPr>
                                      <m:ctrlPr>
                                        <a:rPr lang="en-US" altLang="zh-TW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altLang="zh-TW" sz="2400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</m:func>
                                  <m:r>
                                    <a:rPr lang="en-US" altLang="zh-TW" sz="240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e>
                              </m:nary>
                              <m:r>
                                <a:rPr lang="en-US" altLang="zh-TW" sz="240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sz="2400" i="1" baseline="-2500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40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40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TW" sz="240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TW" sz="240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 O(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log 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+ O(</a:t>
                          </a:r>
                          <a:r>
                            <a:rPr lang="en-US" altLang="zh-TW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 O(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log 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+ </a:t>
                          </a:r>
                          <a:r>
                            <a:rPr lang="en-US" altLang="zh-TW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 O(</a:t>
                          </a:r>
                          <a:r>
                            <a:rPr lang="en-US" altLang="zh-TW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nl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altLang="zh-TW" sz="24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3069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表格 34">
                <a:extLst>
                  <a:ext uri="{FF2B5EF4-FFF2-40B4-BE49-F238E27FC236}">
                    <a16:creationId xmlns:a16="http://schemas.microsoft.com/office/drawing/2014/main" id="{A1B5B239-EBB3-47C3-9CBD-3534FA6105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1701137"/>
                  </p:ext>
                </p:extLst>
              </p:nvPr>
            </p:nvGraphicFramePr>
            <p:xfrm>
              <a:off x="838199" y="2431092"/>
              <a:ext cx="8943975" cy="29585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76600">
                      <a:extLst>
                        <a:ext uri="{9D8B030D-6E8A-4147-A177-3AD203B41FA5}">
                          <a16:colId xmlns:a16="http://schemas.microsoft.com/office/drawing/2014/main" val="2020045851"/>
                        </a:ext>
                      </a:extLst>
                    </a:gridCol>
                    <a:gridCol w="6467375">
                      <a:extLst>
                        <a:ext uri="{9D8B030D-6E8A-4147-A177-3AD203B41FA5}">
                          <a16:colId xmlns:a16="http://schemas.microsoft.com/office/drawing/2014/main" val="314505050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zh-TW" altLang="en-US" sz="2400" dirty="0">
                              <a:latin typeface="標楷體" panose="03000509000000000000" pitchFamily="65" charset="-12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初始化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log 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altLang="zh-TW" sz="24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7432144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Cover-making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8230" t="-107895" b="-4723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35484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Merge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r>
                            <a:rPr lang="en-US" altLang="zh-TW" sz="2400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 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+ 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altLang="zh-TW" sz="24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45036817"/>
                      </a:ext>
                    </a:extLst>
                  </a:tr>
                  <a:tr h="1586929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8230" t="-89272" b="-88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0692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92696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0165E0-10C0-4419-8554-028FD7BE5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 Back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C47BADF7-ADE1-4B54-BC61-CBB5C95519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28676"/>
              </p:ext>
            </p:extLst>
          </p:nvPr>
        </p:nvGraphicFramePr>
        <p:xfrm>
          <a:off x="273820" y="2094224"/>
          <a:ext cx="133830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29967277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244112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749322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88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65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657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734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8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251914"/>
                  </a:ext>
                </a:extLst>
              </a:tr>
            </a:tbl>
          </a:graphicData>
        </a:graphic>
      </p:graphicFrame>
      <p:graphicFrame>
        <p:nvGraphicFramePr>
          <p:cNvPr id="61" name="表格 60">
            <a:extLst>
              <a:ext uri="{FF2B5EF4-FFF2-40B4-BE49-F238E27FC236}">
                <a16:creationId xmlns:a16="http://schemas.microsoft.com/office/drawing/2014/main" id="{9DEE4157-2129-424D-AB91-FF81B9753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708252"/>
              </p:ext>
            </p:extLst>
          </p:nvPr>
        </p:nvGraphicFramePr>
        <p:xfrm>
          <a:off x="2334919" y="2094224"/>
          <a:ext cx="133830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29967277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244112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749322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88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65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657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734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8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251914"/>
                  </a:ext>
                </a:extLst>
              </a:tr>
            </a:tbl>
          </a:graphicData>
        </a:graphic>
      </p:graphicFrame>
      <p:graphicFrame>
        <p:nvGraphicFramePr>
          <p:cNvPr id="62" name="表格 61">
            <a:extLst>
              <a:ext uri="{FF2B5EF4-FFF2-40B4-BE49-F238E27FC236}">
                <a16:creationId xmlns:a16="http://schemas.microsoft.com/office/drawing/2014/main" id="{BB70F6F9-D76A-4B67-9497-9D51DAE77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831973"/>
              </p:ext>
            </p:extLst>
          </p:nvPr>
        </p:nvGraphicFramePr>
        <p:xfrm>
          <a:off x="4396018" y="2094224"/>
          <a:ext cx="133830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29967277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244112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749322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88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65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657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734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8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251914"/>
                  </a:ext>
                </a:extLst>
              </a:tr>
            </a:tbl>
          </a:graphicData>
        </a:graphic>
      </p:graphicFrame>
      <p:graphicFrame>
        <p:nvGraphicFramePr>
          <p:cNvPr id="63" name="表格 62">
            <a:extLst>
              <a:ext uri="{FF2B5EF4-FFF2-40B4-BE49-F238E27FC236}">
                <a16:creationId xmlns:a16="http://schemas.microsoft.com/office/drawing/2014/main" id="{FDBE74ED-86A2-4034-88BA-66F94F5D6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736162"/>
              </p:ext>
            </p:extLst>
          </p:nvPr>
        </p:nvGraphicFramePr>
        <p:xfrm>
          <a:off x="6457117" y="2094224"/>
          <a:ext cx="133830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29967277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244112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749322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88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65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657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734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8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251914"/>
                  </a:ext>
                </a:extLst>
              </a:tr>
            </a:tbl>
          </a:graphicData>
        </a:graphic>
      </p:graphicFrame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D91E8BC1-646A-49C6-B75A-BCC65121EE92}"/>
              </a:ext>
            </a:extLst>
          </p:cNvPr>
          <p:cNvCxnSpPr/>
          <p:nvPr/>
        </p:nvCxnSpPr>
        <p:spPr>
          <a:xfrm flipH="1">
            <a:off x="6798907" y="2283830"/>
            <a:ext cx="213064" cy="6658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表格 64">
            <a:extLst>
              <a:ext uri="{FF2B5EF4-FFF2-40B4-BE49-F238E27FC236}">
                <a16:creationId xmlns:a16="http://schemas.microsoft.com/office/drawing/2014/main" id="{B2DE124E-0ED5-4746-A6FD-D7C667470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601452"/>
              </p:ext>
            </p:extLst>
          </p:nvPr>
        </p:nvGraphicFramePr>
        <p:xfrm>
          <a:off x="8518216" y="2094224"/>
          <a:ext cx="133830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29967277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244112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749322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88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65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657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734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8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251914"/>
                  </a:ext>
                </a:extLst>
              </a:tr>
            </a:tbl>
          </a:graphicData>
        </a:graphic>
      </p:graphicFrame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9619F704-844B-428D-B388-55F667CBEED3}"/>
              </a:ext>
            </a:extLst>
          </p:cNvPr>
          <p:cNvCxnSpPr/>
          <p:nvPr/>
        </p:nvCxnSpPr>
        <p:spPr>
          <a:xfrm flipH="1">
            <a:off x="8860006" y="2283830"/>
            <a:ext cx="213064" cy="665825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4867ECCD-83C4-433C-BC12-0E0B54ED4321}"/>
              </a:ext>
            </a:extLst>
          </p:cNvPr>
          <p:cNvCxnSpPr>
            <a:cxnSpLocks/>
          </p:cNvCxnSpPr>
          <p:nvPr/>
        </p:nvCxnSpPr>
        <p:spPr>
          <a:xfrm flipH="1">
            <a:off x="9266900" y="2283830"/>
            <a:ext cx="24857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表格 67">
            <a:extLst>
              <a:ext uri="{FF2B5EF4-FFF2-40B4-BE49-F238E27FC236}">
                <a16:creationId xmlns:a16="http://schemas.microsoft.com/office/drawing/2014/main" id="{5BF92B27-F188-44C4-992C-FAC23EC92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711002"/>
              </p:ext>
            </p:extLst>
          </p:nvPr>
        </p:nvGraphicFramePr>
        <p:xfrm>
          <a:off x="10644418" y="2094224"/>
          <a:ext cx="133830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29967277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244112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749322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88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65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657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734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8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251914"/>
                  </a:ext>
                </a:extLst>
              </a:tr>
            </a:tbl>
          </a:graphicData>
        </a:graphic>
      </p:graphicFrame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3580BA80-58AE-4CF3-B646-EBAB9EB4EB65}"/>
              </a:ext>
            </a:extLst>
          </p:cNvPr>
          <p:cNvCxnSpPr/>
          <p:nvPr/>
        </p:nvCxnSpPr>
        <p:spPr>
          <a:xfrm flipH="1">
            <a:off x="10986208" y="2283830"/>
            <a:ext cx="213064" cy="665825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21497D8A-D40C-4DF4-9DA2-0821F0CE5784}"/>
              </a:ext>
            </a:extLst>
          </p:cNvPr>
          <p:cNvCxnSpPr>
            <a:cxnSpLocks/>
          </p:cNvCxnSpPr>
          <p:nvPr/>
        </p:nvCxnSpPr>
        <p:spPr>
          <a:xfrm flipH="1">
            <a:off x="11393102" y="2283830"/>
            <a:ext cx="248574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D86994F6-1569-4A06-AB99-2DECA1756041}"/>
              </a:ext>
            </a:extLst>
          </p:cNvPr>
          <p:cNvCxnSpPr>
            <a:cxnSpLocks/>
          </p:cNvCxnSpPr>
          <p:nvPr/>
        </p:nvCxnSpPr>
        <p:spPr>
          <a:xfrm flipH="1" flipV="1">
            <a:off x="11393102" y="2363730"/>
            <a:ext cx="220462" cy="23969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2" name="表格 71">
            <a:extLst>
              <a:ext uri="{FF2B5EF4-FFF2-40B4-BE49-F238E27FC236}">
                <a16:creationId xmlns:a16="http://schemas.microsoft.com/office/drawing/2014/main" id="{C185E662-924A-4E83-AED2-C87EB2327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753964"/>
              </p:ext>
            </p:extLst>
          </p:nvPr>
        </p:nvGraphicFramePr>
        <p:xfrm>
          <a:off x="273820" y="4528185"/>
          <a:ext cx="133830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29967277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244112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749322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88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65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657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734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8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251914"/>
                  </a:ext>
                </a:extLst>
              </a:tr>
            </a:tbl>
          </a:graphicData>
        </a:graphic>
      </p:graphicFrame>
      <p:cxnSp>
        <p:nvCxnSpPr>
          <p:cNvPr id="73" name="直線單箭頭接點 72">
            <a:extLst>
              <a:ext uri="{FF2B5EF4-FFF2-40B4-BE49-F238E27FC236}">
                <a16:creationId xmlns:a16="http://schemas.microsoft.com/office/drawing/2014/main" id="{A8A70BFE-24E6-40AB-A355-FD384AEE7FDF}"/>
              </a:ext>
            </a:extLst>
          </p:cNvPr>
          <p:cNvCxnSpPr/>
          <p:nvPr/>
        </p:nvCxnSpPr>
        <p:spPr>
          <a:xfrm flipH="1">
            <a:off x="615610" y="4717791"/>
            <a:ext cx="213064" cy="665825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93053BBF-BA8C-4BAC-A863-098E3D6FBCBD}"/>
              </a:ext>
            </a:extLst>
          </p:cNvPr>
          <p:cNvCxnSpPr>
            <a:cxnSpLocks/>
          </p:cNvCxnSpPr>
          <p:nvPr/>
        </p:nvCxnSpPr>
        <p:spPr>
          <a:xfrm flipH="1">
            <a:off x="1022504" y="4717791"/>
            <a:ext cx="248574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E480B7CC-A64B-4F2A-93C5-DA7BD9880165}"/>
              </a:ext>
            </a:extLst>
          </p:cNvPr>
          <p:cNvCxnSpPr>
            <a:cxnSpLocks/>
          </p:cNvCxnSpPr>
          <p:nvPr/>
        </p:nvCxnSpPr>
        <p:spPr>
          <a:xfrm flipH="1" flipV="1">
            <a:off x="1022504" y="4797691"/>
            <a:ext cx="220462" cy="23969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表格 75">
            <a:extLst>
              <a:ext uri="{FF2B5EF4-FFF2-40B4-BE49-F238E27FC236}">
                <a16:creationId xmlns:a16="http://schemas.microsoft.com/office/drawing/2014/main" id="{D261FE5F-C1BE-4343-95FC-EAEE06D0FA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844654"/>
              </p:ext>
            </p:extLst>
          </p:nvPr>
        </p:nvGraphicFramePr>
        <p:xfrm>
          <a:off x="2334919" y="4528185"/>
          <a:ext cx="133830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29967277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244112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749322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88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65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657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734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8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251914"/>
                  </a:ext>
                </a:extLst>
              </a:tr>
            </a:tbl>
          </a:graphicData>
        </a:graphic>
      </p:graphicFrame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892ACBEB-77EA-4805-AFA5-41E7BF2E6D8F}"/>
              </a:ext>
            </a:extLst>
          </p:cNvPr>
          <p:cNvCxnSpPr/>
          <p:nvPr/>
        </p:nvCxnSpPr>
        <p:spPr>
          <a:xfrm flipH="1">
            <a:off x="2676709" y="4717791"/>
            <a:ext cx="213064" cy="665825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CE83C9F5-3236-4A88-97F0-0D0CA37FD267}"/>
              </a:ext>
            </a:extLst>
          </p:cNvPr>
          <p:cNvCxnSpPr>
            <a:cxnSpLocks/>
          </p:cNvCxnSpPr>
          <p:nvPr/>
        </p:nvCxnSpPr>
        <p:spPr>
          <a:xfrm flipH="1">
            <a:off x="3083603" y="4717791"/>
            <a:ext cx="248574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>
            <a:extLst>
              <a:ext uri="{FF2B5EF4-FFF2-40B4-BE49-F238E27FC236}">
                <a16:creationId xmlns:a16="http://schemas.microsoft.com/office/drawing/2014/main" id="{B7C5E541-A6E6-4317-A998-EE444B806A26}"/>
              </a:ext>
            </a:extLst>
          </p:cNvPr>
          <p:cNvCxnSpPr>
            <a:cxnSpLocks/>
          </p:cNvCxnSpPr>
          <p:nvPr/>
        </p:nvCxnSpPr>
        <p:spPr>
          <a:xfrm flipH="1" flipV="1">
            <a:off x="3083603" y="4797691"/>
            <a:ext cx="220462" cy="23969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>
            <a:extLst>
              <a:ext uri="{FF2B5EF4-FFF2-40B4-BE49-F238E27FC236}">
                <a16:creationId xmlns:a16="http://schemas.microsoft.com/office/drawing/2014/main" id="{68DC724B-CECD-4491-9CFF-EA1B61937BB5}"/>
              </a:ext>
            </a:extLst>
          </p:cNvPr>
          <p:cNvCxnSpPr>
            <a:cxnSpLocks/>
          </p:cNvCxnSpPr>
          <p:nvPr/>
        </p:nvCxnSpPr>
        <p:spPr>
          <a:xfrm flipH="1">
            <a:off x="2676710" y="5237054"/>
            <a:ext cx="291483" cy="59192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1" name="表格 80">
            <a:extLst>
              <a:ext uri="{FF2B5EF4-FFF2-40B4-BE49-F238E27FC236}">
                <a16:creationId xmlns:a16="http://schemas.microsoft.com/office/drawing/2014/main" id="{D010389D-7781-4AD2-A572-EC5CA734D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074704"/>
              </p:ext>
            </p:extLst>
          </p:nvPr>
        </p:nvGraphicFramePr>
        <p:xfrm>
          <a:off x="4396018" y="4528185"/>
          <a:ext cx="133830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29967277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244112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749322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88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65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657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734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8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251914"/>
                  </a:ext>
                </a:extLst>
              </a:tr>
            </a:tbl>
          </a:graphicData>
        </a:graphic>
      </p:graphicFrame>
      <p:cxnSp>
        <p:nvCxnSpPr>
          <p:cNvPr id="82" name="直線單箭頭接點 81">
            <a:extLst>
              <a:ext uri="{FF2B5EF4-FFF2-40B4-BE49-F238E27FC236}">
                <a16:creationId xmlns:a16="http://schemas.microsoft.com/office/drawing/2014/main" id="{95C6FD9B-340A-4745-90F3-79148D070D44}"/>
              </a:ext>
            </a:extLst>
          </p:cNvPr>
          <p:cNvCxnSpPr/>
          <p:nvPr/>
        </p:nvCxnSpPr>
        <p:spPr>
          <a:xfrm flipH="1">
            <a:off x="4737808" y="4717791"/>
            <a:ext cx="213064" cy="665825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945C815A-23EE-4F4D-9F25-B7D2B16F5F6C}"/>
              </a:ext>
            </a:extLst>
          </p:cNvPr>
          <p:cNvCxnSpPr>
            <a:cxnSpLocks/>
          </p:cNvCxnSpPr>
          <p:nvPr/>
        </p:nvCxnSpPr>
        <p:spPr>
          <a:xfrm flipH="1">
            <a:off x="5144702" y="4717791"/>
            <a:ext cx="248574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>
            <a:extLst>
              <a:ext uri="{FF2B5EF4-FFF2-40B4-BE49-F238E27FC236}">
                <a16:creationId xmlns:a16="http://schemas.microsoft.com/office/drawing/2014/main" id="{19DB5934-4F53-4B69-B320-37661B9070F4}"/>
              </a:ext>
            </a:extLst>
          </p:cNvPr>
          <p:cNvCxnSpPr>
            <a:cxnSpLocks/>
          </p:cNvCxnSpPr>
          <p:nvPr/>
        </p:nvCxnSpPr>
        <p:spPr>
          <a:xfrm flipH="1" flipV="1">
            <a:off x="5144702" y="4797691"/>
            <a:ext cx="220462" cy="23969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單箭頭接點 84">
            <a:extLst>
              <a:ext uri="{FF2B5EF4-FFF2-40B4-BE49-F238E27FC236}">
                <a16:creationId xmlns:a16="http://schemas.microsoft.com/office/drawing/2014/main" id="{581E8961-64FB-4E01-B47D-0273BF7A295A}"/>
              </a:ext>
            </a:extLst>
          </p:cNvPr>
          <p:cNvCxnSpPr>
            <a:cxnSpLocks/>
          </p:cNvCxnSpPr>
          <p:nvPr/>
        </p:nvCxnSpPr>
        <p:spPr>
          <a:xfrm flipH="1">
            <a:off x="4737808" y="5217819"/>
            <a:ext cx="261521" cy="61116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6" name="表格 85">
            <a:extLst>
              <a:ext uri="{FF2B5EF4-FFF2-40B4-BE49-F238E27FC236}">
                <a16:creationId xmlns:a16="http://schemas.microsoft.com/office/drawing/2014/main" id="{480E9DF9-3F3C-4155-933A-A26ED5599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607847"/>
              </p:ext>
            </p:extLst>
          </p:nvPr>
        </p:nvGraphicFramePr>
        <p:xfrm>
          <a:off x="6457117" y="4528105"/>
          <a:ext cx="133830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29967277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244112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749322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88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65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657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734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8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251914"/>
                  </a:ext>
                </a:extLst>
              </a:tr>
            </a:tbl>
          </a:graphicData>
        </a:graphic>
      </p:graphicFrame>
      <p:cxnSp>
        <p:nvCxnSpPr>
          <p:cNvPr id="87" name="直線單箭頭接點 86">
            <a:extLst>
              <a:ext uri="{FF2B5EF4-FFF2-40B4-BE49-F238E27FC236}">
                <a16:creationId xmlns:a16="http://schemas.microsoft.com/office/drawing/2014/main" id="{47B9A5B7-8AA0-4A38-A97E-A3627EB5FCDC}"/>
              </a:ext>
            </a:extLst>
          </p:cNvPr>
          <p:cNvCxnSpPr/>
          <p:nvPr/>
        </p:nvCxnSpPr>
        <p:spPr>
          <a:xfrm flipH="1">
            <a:off x="6798907" y="4717711"/>
            <a:ext cx="213064" cy="665825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>
            <a:extLst>
              <a:ext uri="{FF2B5EF4-FFF2-40B4-BE49-F238E27FC236}">
                <a16:creationId xmlns:a16="http://schemas.microsoft.com/office/drawing/2014/main" id="{0C57031B-1A85-42E7-B7AE-3652AB85FBAF}"/>
              </a:ext>
            </a:extLst>
          </p:cNvPr>
          <p:cNvCxnSpPr>
            <a:cxnSpLocks/>
          </p:cNvCxnSpPr>
          <p:nvPr/>
        </p:nvCxnSpPr>
        <p:spPr>
          <a:xfrm flipH="1">
            <a:off x="7205801" y="4717711"/>
            <a:ext cx="248574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A9914419-F386-474F-9F27-4C656268F687}"/>
              </a:ext>
            </a:extLst>
          </p:cNvPr>
          <p:cNvCxnSpPr>
            <a:cxnSpLocks/>
          </p:cNvCxnSpPr>
          <p:nvPr/>
        </p:nvCxnSpPr>
        <p:spPr>
          <a:xfrm flipH="1" flipV="1">
            <a:off x="7205801" y="4797611"/>
            <a:ext cx="220462" cy="23969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E6BDB44C-2444-44E8-992E-ECF0D7C60B05}"/>
              </a:ext>
            </a:extLst>
          </p:cNvPr>
          <p:cNvCxnSpPr>
            <a:cxnSpLocks/>
          </p:cNvCxnSpPr>
          <p:nvPr/>
        </p:nvCxnSpPr>
        <p:spPr>
          <a:xfrm flipH="1">
            <a:off x="6798908" y="5237054"/>
            <a:ext cx="275761" cy="591845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9501BE07-35D8-472B-A1E0-C827E510B531}"/>
              </a:ext>
            </a:extLst>
          </p:cNvPr>
          <p:cNvCxnSpPr>
            <a:cxnSpLocks/>
          </p:cNvCxnSpPr>
          <p:nvPr/>
        </p:nvCxnSpPr>
        <p:spPr>
          <a:xfrm flipH="1" flipV="1">
            <a:off x="7233913" y="5117206"/>
            <a:ext cx="295183" cy="23969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2" name="表格 91">
            <a:extLst>
              <a:ext uri="{FF2B5EF4-FFF2-40B4-BE49-F238E27FC236}">
                <a16:creationId xmlns:a16="http://schemas.microsoft.com/office/drawing/2014/main" id="{E64CB099-E5CB-4589-9BDD-FCFC466B5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05559"/>
              </p:ext>
            </p:extLst>
          </p:nvPr>
        </p:nvGraphicFramePr>
        <p:xfrm>
          <a:off x="8518216" y="4528105"/>
          <a:ext cx="133830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29967277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244112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749322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88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65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657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734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8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251914"/>
                  </a:ext>
                </a:extLst>
              </a:tr>
            </a:tbl>
          </a:graphicData>
        </a:graphic>
      </p:graphicFrame>
      <p:cxnSp>
        <p:nvCxnSpPr>
          <p:cNvPr id="93" name="直線單箭頭接點 92">
            <a:extLst>
              <a:ext uri="{FF2B5EF4-FFF2-40B4-BE49-F238E27FC236}">
                <a16:creationId xmlns:a16="http://schemas.microsoft.com/office/drawing/2014/main" id="{E7FECCE8-89BA-41AD-8A75-39EEED027DA2}"/>
              </a:ext>
            </a:extLst>
          </p:cNvPr>
          <p:cNvCxnSpPr/>
          <p:nvPr/>
        </p:nvCxnSpPr>
        <p:spPr>
          <a:xfrm flipH="1">
            <a:off x="8860006" y="4717711"/>
            <a:ext cx="213064" cy="665825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>
            <a:extLst>
              <a:ext uri="{FF2B5EF4-FFF2-40B4-BE49-F238E27FC236}">
                <a16:creationId xmlns:a16="http://schemas.microsoft.com/office/drawing/2014/main" id="{D4D7DDC9-0E12-4D90-BB47-7408A1B26457}"/>
              </a:ext>
            </a:extLst>
          </p:cNvPr>
          <p:cNvCxnSpPr>
            <a:cxnSpLocks/>
          </p:cNvCxnSpPr>
          <p:nvPr/>
        </p:nvCxnSpPr>
        <p:spPr>
          <a:xfrm flipH="1">
            <a:off x="9266900" y="4717711"/>
            <a:ext cx="248574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>
            <a:extLst>
              <a:ext uri="{FF2B5EF4-FFF2-40B4-BE49-F238E27FC236}">
                <a16:creationId xmlns:a16="http://schemas.microsoft.com/office/drawing/2014/main" id="{56C8CD0C-58DB-44D0-AA28-69C233EB090B}"/>
              </a:ext>
            </a:extLst>
          </p:cNvPr>
          <p:cNvCxnSpPr>
            <a:cxnSpLocks/>
          </p:cNvCxnSpPr>
          <p:nvPr/>
        </p:nvCxnSpPr>
        <p:spPr>
          <a:xfrm flipH="1" flipV="1">
            <a:off x="9266900" y="4797611"/>
            <a:ext cx="220462" cy="23969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>
            <a:extLst>
              <a:ext uri="{FF2B5EF4-FFF2-40B4-BE49-F238E27FC236}">
                <a16:creationId xmlns:a16="http://schemas.microsoft.com/office/drawing/2014/main" id="{8709D3A5-D168-45FF-8AA0-5CF22DDD5F44}"/>
              </a:ext>
            </a:extLst>
          </p:cNvPr>
          <p:cNvCxnSpPr>
            <a:cxnSpLocks/>
          </p:cNvCxnSpPr>
          <p:nvPr/>
        </p:nvCxnSpPr>
        <p:spPr>
          <a:xfrm flipH="1">
            <a:off x="8860006" y="5237054"/>
            <a:ext cx="295923" cy="591845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>
            <a:extLst>
              <a:ext uri="{FF2B5EF4-FFF2-40B4-BE49-F238E27FC236}">
                <a16:creationId xmlns:a16="http://schemas.microsoft.com/office/drawing/2014/main" id="{952FDBA8-93F4-4716-A77F-4D1CB2F4B9C4}"/>
              </a:ext>
            </a:extLst>
          </p:cNvPr>
          <p:cNvCxnSpPr>
            <a:cxnSpLocks/>
          </p:cNvCxnSpPr>
          <p:nvPr/>
        </p:nvCxnSpPr>
        <p:spPr>
          <a:xfrm flipH="1" flipV="1">
            <a:off x="9295012" y="5117206"/>
            <a:ext cx="244877" cy="230079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8" name="表格 97">
            <a:extLst>
              <a:ext uri="{FF2B5EF4-FFF2-40B4-BE49-F238E27FC236}">
                <a16:creationId xmlns:a16="http://schemas.microsoft.com/office/drawing/2014/main" id="{025845FB-7C26-4E16-9D27-B092E012C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754366"/>
              </p:ext>
            </p:extLst>
          </p:nvPr>
        </p:nvGraphicFramePr>
        <p:xfrm>
          <a:off x="10644418" y="4528105"/>
          <a:ext cx="133830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29967277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52441128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749322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88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65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657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734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58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251914"/>
                  </a:ext>
                </a:extLst>
              </a:tr>
            </a:tbl>
          </a:graphicData>
        </a:graphic>
      </p:graphicFrame>
      <p:cxnSp>
        <p:nvCxnSpPr>
          <p:cNvPr id="99" name="直線單箭頭接點 98">
            <a:extLst>
              <a:ext uri="{FF2B5EF4-FFF2-40B4-BE49-F238E27FC236}">
                <a16:creationId xmlns:a16="http://schemas.microsoft.com/office/drawing/2014/main" id="{069D48E6-AF7D-4EA4-83C9-274739139CC2}"/>
              </a:ext>
            </a:extLst>
          </p:cNvPr>
          <p:cNvCxnSpPr/>
          <p:nvPr/>
        </p:nvCxnSpPr>
        <p:spPr>
          <a:xfrm flipH="1">
            <a:off x="10986208" y="4717711"/>
            <a:ext cx="213064" cy="665825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單箭頭接點 99">
            <a:extLst>
              <a:ext uri="{FF2B5EF4-FFF2-40B4-BE49-F238E27FC236}">
                <a16:creationId xmlns:a16="http://schemas.microsoft.com/office/drawing/2014/main" id="{A2D7E6B2-5A08-423B-8D52-F79D09E32121}"/>
              </a:ext>
            </a:extLst>
          </p:cNvPr>
          <p:cNvCxnSpPr>
            <a:cxnSpLocks/>
          </p:cNvCxnSpPr>
          <p:nvPr/>
        </p:nvCxnSpPr>
        <p:spPr>
          <a:xfrm flipH="1">
            <a:off x="11393102" y="4717711"/>
            <a:ext cx="248574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單箭頭接點 100">
            <a:extLst>
              <a:ext uri="{FF2B5EF4-FFF2-40B4-BE49-F238E27FC236}">
                <a16:creationId xmlns:a16="http://schemas.microsoft.com/office/drawing/2014/main" id="{9D3661E4-BE67-4695-AE36-4B78564745FD}"/>
              </a:ext>
            </a:extLst>
          </p:cNvPr>
          <p:cNvCxnSpPr>
            <a:cxnSpLocks/>
          </p:cNvCxnSpPr>
          <p:nvPr/>
        </p:nvCxnSpPr>
        <p:spPr>
          <a:xfrm flipH="1" flipV="1">
            <a:off x="11393102" y="4797611"/>
            <a:ext cx="220462" cy="23969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>
            <a:extLst>
              <a:ext uri="{FF2B5EF4-FFF2-40B4-BE49-F238E27FC236}">
                <a16:creationId xmlns:a16="http://schemas.microsoft.com/office/drawing/2014/main" id="{9ACD01CF-7ED0-49E3-BB8B-B3FCA7BC61F5}"/>
              </a:ext>
            </a:extLst>
          </p:cNvPr>
          <p:cNvCxnSpPr>
            <a:cxnSpLocks/>
          </p:cNvCxnSpPr>
          <p:nvPr/>
        </p:nvCxnSpPr>
        <p:spPr>
          <a:xfrm flipH="1">
            <a:off x="10986208" y="5217819"/>
            <a:ext cx="295923" cy="61108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2">
            <a:extLst>
              <a:ext uri="{FF2B5EF4-FFF2-40B4-BE49-F238E27FC236}">
                <a16:creationId xmlns:a16="http://schemas.microsoft.com/office/drawing/2014/main" id="{9434CA46-E50D-487D-A0D8-A1C3B1899774}"/>
              </a:ext>
            </a:extLst>
          </p:cNvPr>
          <p:cNvCxnSpPr>
            <a:cxnSpLocks/>
          </p:cNvCxnSpPr>
          <p:nvPr/>
        </p:nvCxnSpPr>
        <p:spPr>
          <a:xfrm flipH="1" flipV="1">
            <a:off x="11421214" y="5117206"/>
            <a:ext cx="241176" cy="20930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>
            <a:extLst>
              <a:ext uri="{FF2B5EF4-FFF2-40B4-BE49-F238E27FC236}">
                <a16:creationId xmlns:a16="http://schemas.microsoft.com/office/drawing/2014/main" id="{91E325C9-EAE6-4EFA-B4AA-1B1BF099225F}"/>
              </a:ext>
            </a:extLst>
          </p:cNvPr>
          <p:cNvCxnSpPr>
            <a:cxnSpLocks/>
          </p:cNvCxnSpPr>
          <p:nvPr/>
        </p:nvCxnSpPr>
        <p:spPr>
          <a:xfrm flipH="1">
            <a:off x="10986208" y="5573142"/>
            <a:ext cx="295923" cy="102160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單箭頭接點 104">
            <a:extLst>
              <a:ext uri="{FF2B5EF4-FFF2-40B4-BE49-F238E27FC236}">
                <a16:creationId xmlns:a16="http://schemas.microsoft.com/office/drawing/2014/main" id="{AED85AE4-0A01-4DC3-9824-E60C8FB4EA58}"/>
              </a:ext>
            </a:extLst>
          </p:cNvPr>
          <p:cNvCxnSpPr>
            <a:cxnSpLocks/>
          </p:cNvCxnSpPr>
          <p:nvPr/>
        </p:nvCxnSpPr>
        <p:spPr>
          <a:xfrm flipH="1">
            <a:off x="2676710" y="5217819"/>
            <a:ext cx="294072" cy="32325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>
            <a:extLst>
              <a:ext uri="{FF2B5EF4-FFF2-40B4-BE49-F238E27FC236}">
                <a16:creationId xmlns:a16="http://schemas.microsoft.com/office/drawing/2014/main" id="{9174BFE7-F781-4C4A-ADB7-010E44805A2B}"/>
              </a:ext>
            </a:extLst>
          </p:cNvPr>
          <p:cNvCxnSpPr>
            <a:cxnSpLocks/>
          </p:cNvCxnSpPr>
          <p:nvPr/>
        </p:nvCxnSpPr>
        <p:spPr>
          <a:xfrm flipH="1">
            <a:off x="4737809" y="5217819"/>
            <a:ext cx="261520" cy="27816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61FD9AEC-4050-4296-B982-D0CEA8A1DE66}"/>
              </a:ext>
            </a:extLst>
          </p:cNvPr>
          <p:cNvCxnSpPr>
            <a:cxnSpLocks/>
          </p:cNvCxnSpPr>
          <p:nvPr/>
        </p:nvCxnSpPr>
        <p:spPr>
          <a:xfrm flipH="1">
            <a:off x="6809263" y="5217819"/>
            <a:ext cx="270956" cy="27816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單箭頭接點 107">
            <a:extLst>
              <a:ext uri="{FF2B5EF4-FFF2-40B4-BE49-F238E27FC236}">
                <a16:creationId xmlns:a16="http://schemas.microsoft.com/office/drawing/2014/main" id="{12F3A368-AE83-4747-9A09-DA4CA3FE1736}"/>
              </a:ext>
            </a:extLst>
          </p:cNvPr>
          <p:cNvCxnSpPr>
            <a:cxnSpLocks/>
          </p:cNvCxnSpPr>
          <p:nvPr/>
        </p:nvCxnSpPr>
        <p:spPr>
          <a:xfrm flipH="1" flipV="1">
            <a:off x="7167885" y="4842818"/>
            <a:ext cx="374527" cy="5140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>
            <a:extLst>
              <a:ext uri="{FF2B5EF4-FFF2-40B4-BE49-F238E27FC236}">
                <a16:creationId xmlns:a16="http://schemas.microsoft.com/office/drawing/2014/main" id="{F0E38AA5-6B25-4AC4-99D8-EB40527A02BB}"/>
              </a:ext>
            </a:extLst>
          </p:cNvPr>
          <p:cNvCxnSpPr>
            <a:cxnSpLocks/>
          </p:cNvCxnSpPr>
          <p:nvPr/>
        </p:nvCxnSpPr>
        <p:spPr>
          <a:xfrm flipH="1">
            <a:off x="8872952" y="5217819"/>
            <a:ext cx="261984" cy="25893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>
            <a:extLst>
              <a:ext uri="{FF2B5EF4-FFF2-40B4-BE49-F238E27FC236}">
                <a16:creationId xmlns:a16="http://schemas.microsoft.com/office/drawing/2014/main" id="{C9363CA1-0E84-4B67-9D9C-6EB0F2A04B8A}"/>
              </a:ext>
            </a:extLst>
          </p:cNvPr>
          <p:cNvCxnSpPr>
            <a:cxnSpLocks/>
          </p:cNvCxnSpPr>
          <p:nvPr/>
        </p:nvCxnSpPr>
        <p:spPr>
          <a:xfrm flipH="1" flipV="1">
            <a:off x="9189034" y="4865672"/>
            <a:ext cx="350853" cy="46262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>
            <a:extLst>
              <a:ext uri="{FF2B5EF4-FFF2-40B4-BE49-F238E27FC236}">
                <a16:creationId xmlns:a16="http://schemas.microsoft.com/office/drawing/2014/main" id="{AE6F72AC-06B1-4608-89EF-FA08F703711A}"/>
              </a:ext>
            </a:extLst>
          </p:cNvPr>
          <p:cNvCxnSpPr>
            <a:cxnSpLocks/>
          </p:cNvCxnSpPr>
          <p:nvPr/>
        </p:nvCxnSpPr>
        <p:spPr>
          <a:xfrm flipH="1">
            <a:off x="10974370" y="5174630"/>
            <a:ext cx="307761" cy="32135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單箭頭接點 111">
            <a:extLst>
              <a:ext uri="{FF2B5EF4-FFF2-40B4-BE49-F238E27FC236}">
                <a16:creationId xmlns:a16="http://schemas.microsoft.com/office/drawing/2014/main" id="{8E4F9B2E-3B29-4B7B-957B-399237B8569D}"/>
              </a:ext>
            </a:extLst>
          </p:cNvPr>
          <p:cNvCxnSpPr>
            <a:cxnSpLocks/>
          </p:cNvCxnSpPr>
          <p:nvPr/>
        </p:nvCxnSpPr>
        <p:spPr>
          <a:xfrm flipH="1" flipV="1">
            <a:off x="11378120" y="4909564"/>
            <a:ext cx="313077" cy="397249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112">
            <a:extLst>
              <a:ext uri="{FF2B5EF4-FFF2-40B4-BE49-F238E27FC236}">
                <a16:creationId xmlns:a16="http://schemas.microsoft.com/office/drawing/2014/main" id="{F2D3E407-5994-45A1-B19E-5AAAE9F730E0}"/>
              </a:ext>
            </a:extLst>
          </p:cNvPr>
          <p:cNvCxnSpPr>
            <a:cxnSpLocks/>
          </p:cNvCxnSpPr>
          <p:nvPr/>
        </p:nvCxnSpPr>
        <p:spPr>
          <a:xfrm flipH="1">
            <a:off x="10986209" y="5573142"/>
            <a:ext cx="295922" cy="5553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4" name="表格 113">
            <a:extLst>
              <a:ext uri="{FF2B5EF4-FFF2-40B4-BE49-F238E27FC236}">
                <a16:creationId xmlns:a16="http://schemas.microsoft.com/office/drawing/2014/main" id="{D51866B2-89B4-4833-8FDB-7CB8F19D8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630478"/>
              </p:ext>
            </p:extLst>
          </p:nvPr>
        </p:nvGraphicFramePr>
        <p:xfrm>
          <a:off x="838200" y="1534293"/>
          <a:ext cx="948529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8255">
                  <a:extLst>
                    <a:ext uri="{9D8B030D-6E8A-4147-A177-3AD203B41FA5}">
                      <a16:colId xmlns:a16="http://schemas.microsoft.com/office/drawing/2014/main" val="370658074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3579679344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3272125170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190464178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946616315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2102409816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1491382135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376717876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3488624352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2293150196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2115856836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1638506211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1544919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571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7429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E03BDE-62C0-478D-A719-FD172FC9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 Back (After Merge)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E1DAB88-7DB4-4C16-9DB6-55E22BCD2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77437"/>
              </p:ext>
            </p:extLst>
          </p:nvPr>
        </p:nvGraphicFramePr>
        <p:xfrm>
          <a:off x="838199" y="2230165"/>
          <a:ext cx="1338309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289942897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126697657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88714385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dirty="0">
                          <a:latin typeface="+mn-lt"/>
                          <a:cs typeface="Times New Roman" panose="02020603050405020304" pitchFamily="18" charset="0"/>
                        </a:rPr>
                        <a:t>’</a:t>
                      </a:r>
                      <a:endParaRPr lang="zh-TW" alt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015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584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445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96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07940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2AC50F7-A9D8-4021-A086-A93E7E811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892646"/>
              </p:ext>
            </p:extLst>
          </p:nvPr>
        </p:nvGraphicFramePr>
        <p:xfrm>
          <a:off x="838198" y="4946668"/>
          <a:ext cx="133830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03">
                  <a:extLst>
                    <a:ext uri="{9D8B030D-6E8A-4147-A177-3AD203B41FA5}">
                      <a16:colId xmlns:a16="http://schemas.microsoft.com/office/drawing/2014/main" val="3816343674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2369796415"/>
                    </a:ext>
                  </a:extLst>
                </a:gridCol>
                <a:gridCol w="446103">
                  <a:extLst>
                    <a:ext uri="{9D8B030D-6E8A-4147-A177-3AD203B41FA5}">
                      <a16:colId xmlns:a16="http://schemas.microsoft.com/office/drawing/2014/main" val="302063582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dirty="0"/>
                        <a:t>’’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47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518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241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230726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F9762994-E2E4-46EA-A168-303CABA49517}"/>
              </a:ext>
            </a:extLst>
          </p:cNvPr>
          <p:cNvCxnSpPr>
            <a:cxnSpLocks/>
          </p:cNvCxnSpPr>
          <p:nvPr/>
        </p:nvCxnSpPr>
        <p:spPr>
          <a:xfrm flipH="1">
            <a:off x="1157796" y="2728186"/>
            <a:ext cx="204187" cy="31742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82568D25-9979-405F-8C11-53AAE720DDE8}"/>
              </a:ext>
            </a:extLst>
          </p:cNvPr>
          <p:cNvCxnSpPr>
            <a:cxnSpLocks/>
          </p:cNvCxnSpPr>
          <p:nvPr/>
        </p:nvCxnSpPr>
        <p:spPr>
          <a:xfrm flipH="1">
            <a:off x="1592802" y="2714910"/>
            <a:ext cx="278538" cy="1327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60AF087A-9905-4A4B-936C-1E4B76ED82D3}"/>
              </a:ext>
            </a:extLst>
          </p:cNvPr>
          <p:cNvCxnSpPr>
            <a:cxnSpLocks/>
          </p:cNvCxnSpPr>
          <p:nvPr/>
        </p:nvCxnSpPr>
        <p:spPr>
          <a:xfrm flipH="1">
            <a:off x="1157796" y="3171136"/>
            <a:ext cx="241362" cy="2317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5593C130-1412-4790-9FD6-91F5E2A8FF86}"/>
              </a:ext>
            </a:extLst>
          </p:cNvPr>
          <p:cNvCxnSpPr>
            <a:cxnSpLocks/>
          </p:cNvCxnSpPr>
          <p:nvPr/>
        </p:nvCxnSpPr>
        <p:spPr>
          <a:xfrm flipH="1">
            <a:off x="1157796" y="3171136"/>
            <a:ext cx="241362" cy="66529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A91A3BE9-85A5-4638-8210-F21842836589}"/>
              </a:ext>
            </a:extLst>
          </p:cNvPr>
          <p:cNvCxnSpPr>
            <a:cxnSpLocks/>
          </p:cNvCxnSpPr>
          <p:nvPr/>
        </p:nvCxnSpPr>
        <p:spPr>
          <a:xfrm flipH="1">
            <a:off x="1157796" y="5469692"/>
            <a:ext cx="241362" cy="73161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D898FD85-0392-4A08-9DD9-30BACAB50217}"/>
              </a:ext>
            </a:extLst>
          </p:cNvPr>
          <p:cNvCxnSpPr>
            <a:cxnSpLocks/>
          </p:cNvCxnSpPr>
          <p:nvPr/>
        </p:nvCxnSpPr>
        <p:spPr>
          <a:xfrm flipH="1">
            <a:off x="1592802" y="5469692"/>
            <a:ext cx="21306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CB07D0F-0071-46D5-BAFD-E9431611A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899421"/>
              </p:ext>
            </p:extLst>
          </p:nvPr>
        </p:nvGraphicFramePr>
        <p:xfrm>
          <a:off x="3558699" y="2829007"/>
          <a:ext cx="183102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755">
                  <a:extLst>
                    <a:ext uri="{9D8B030D-6E8A-4147-A177-3AD203B41FA5}">
                      <a16:colId xmlns:a16="http://schemas.microsoft.com/office/drawing/2014/main" val="289942897"/>
                    </a:ext>
                  </a:extLst>
                </a:gridCol>
                <a:gridCol w="457755">
                  <a:extLst>
                    <a:ext uri="{9D8B030D-6E8A-4147-A177-3AD203B41FA5}">
                      <a16:colId xmlns:a16="http://schemas.microsoft.com/office/drawing/2014/main" val="126697657"/>
                    </a:ext>
                  </a:extLst>
                </a:gridCol>
                <a:gridCol w="457755">
                  <a:extLst>
                    <a:ext uri="{9D8B030D-6E8A-4147-A177-3AD203B41FA5}">
                      <a16:colId xmlns:a16="http://schemas.microsoft.com/office/drawing/2014/main" val="3887143859"/>
                    </a:ext>
                  </a:extLst>
                </a:gridCol>
                <a:gridCol w="457755">
                  <a:extLst>
                    <a:ext uri="{9D8B030D-6E8A-4147-A177-3AD203B41FA5}">
                      <a16:colId xmlns:a16="http://schemas.microsoft.com/office/drawing/2014/main" val="13730939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584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445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96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079402"/>
                  </a:ext>
                </a:extLst>
              </a:tr>
            </a:tbl>
          </a:graphicData>
        </a:graphic>
      </p:graphicFrame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F36321D-9FAB-45CE-AB4D-D5DD111A2EB0}"/>
              </a:ext>
            </a:extLst>
          </p:cNvPr>
          <p:cNvCxnSpPr>
            <a:cxnSpLocks/>
          </p:cNvCxnSpPr>
          <p:nvPr/>
        </p:nvCxnSpPr>
        <p:spPr>
          <a:xfrm flipH="1">
            <a:off x="3878296" y="3010047"/>
            <a:ext cx="204187" cy="31742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23C5C53-D626-46D7-9016-805E82F8D82B}"/>
              </a:ext>
            </a:extLst>
          </p:cNvPr>
          <p:cNvCxnSpPr>
            <a:cxnSpLocks/>
          </p:cNvCxnSpPr>
          <p:nvPr/>
        </p:nvCxnSpPr>
        <p:spPr>
          <a:xfrm flipH="1">
            <a:off x="4313302" y="2996771"/>
            <a:ext cx="278538" cy="1327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D6D9527F-571B-4314-8763-42B25EC4B2E0}"/>
              </a:ext>
            </a:extLst>
          </p:cNvPr>
          <p:cNvCxnSpPr>
            <a:cxnSpLocks/>
          </p:cNvCxnSpPr>
          <p:nvPr/>
        </p:nvCxnSpPr>
        <p:spPr>
          <a:xfrm flipH="1">
            <a:off x="3878296" y="3452997"/>
            <a:ext cx="241362" cy="231753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D4BC872E-C575-46DB-BED2-64982357DC2F}"/>
              </a:ext>
            </a:extLst>
          </p:cNvPr>
          <p:cNvCxnSpPr>
            <a:cxnSpLocks/>
          </p:cNvCxnSpPr>
          <p:nvPr/>
        </p:nvCxnSpPr>
        <p:spPr>
          <a:xfrm flipH="1">
            <a:off x="3878296" y="3452997"/>
            <a:ext cx="241362" cy="665294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E543D2C0-AB57-4D80-844E-17B885E365AD}"/>
              </a:ext>
            </a:extLst>
          </p:cNvPr>
          <p:cNvCxnSpPr>
            <a:cxnSpLocks/>
          </p:cNvCxnSpPr>
          <p:nvPr/>
        </p:nvCxnSpPr>
        <p:spPr>
          <a:xfrm flipH="1">
            <a:off x="4790477" y="3021187"/>
            <a:ext cx="21306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C9EB5F27-3A71-4BD0-9B67-65F8F32A1A7B}"/>
              </a:ext>
            </a:extLst>
          </p:cNvPr>
          <p:cNvCxnSpPr>
            <a:cxnSpLocks/>
          </p:cNvCxnSpPr>
          <p:nvPr/>
        </p:nvCxnSpPr>
        <p:spPr>
          <a:xfrm flipH="1" flipV="1">
            <a:off x="4799354" y="3090069"/>
            <a:ext cx="204187" cy="23740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2A9EE3DE-A1F1-4896-A1AD-0CFA57ED53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237778"/>
              </p:ext>
            </p:extLst>
          </p:nvPr>
        </p:nvGraphicFramePr>
        <p:xfrm>
          <a:off x="5832495" y="2829007"/>
          <a:ext cx="183102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755">
                  <a:extLst>
                    <a:ext uri="{9D8B030D-6E8A-4147-A177-3AD203B41FA5}">
                      <a16:colId xmlns:a16="http://schemas.microsoft.com/office/drawing/2014/main" val="289942897"/>
                    </a:ext>
                  </a:extLst>
                </a:gridCol>
                <a:gridCol w="457755">
                  <a:extLst>
                    <a:ext uri="{9D8B030D-6E8A-4147-A177-3AD203B41FA5}">
                      <a16:colId xmlns:a16="http://schemas.microsoft.com/office/drawing/2014/main" val="126697657"/>
                    </a:ext>
                  </a:extLst>
                </a:gridCol>
                <a:gridCol w="457755">
                  <a:extLst>
                    <a:ext uri="{9D8B030D-6E8A-4147-A177-3AD203B41FA5}">
                      <a16:colId xmlns:a16="http://schemas.microsoft.com/office/drawing/2014/main" val="3887143859"/>
                    </a:ext>
                  </a:extLst>
                </a:gridCol>
                <a:gridCol w="457755">
                  <a:extLst>
                    <a:ext uri="{9D8B030D-6E8A-4147-A177-3AD203B41FA5}">
                      <a16:colId xmlns:a16="http://schemas.microsoft.com/office/drawing/2014/main" val="13730939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584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445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96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079402"/>
                  </a:ext>
                </a:extLst>
              </a:tr>
            </a:tbl>
          </a:graphicData>
        </a:graphic>
      </p:graphicFrame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E5187B41-B963-40C7-A146-F360986FE6C4}"/>
              </a:ext>
            </a:extLst>
          </p:cNvPr>
          <p:cNvCxnSpPr>
            <a:cxnSpLocks/>
          </p:cNvCxnSpPr>
          <p:nvPr/>
        </p:nvCxnSpPr>
        <p:spPr>
          <a:xfrm flipH="1">
            <a:off x="6152092" y="3010047"/>
            <a:ext cx="204187" cy="31742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EF5A0685-69C9-46FE-BD8D-8D933EEDA0C2}"/>
              </a:ext>
            </a:extLst>
          </p:cNvPr>
          <p:cNvCxnSpPr>
            <a:cxnSpLocks/>
          </p:cNvCxnSpPr>
          <p:nvPr/>
        </p:nvCxnSpPr>
        <p:spPr>
          <a:xfrm flipH="1">
            <a:off x="6587098" y="2996771"/>
            <a:ext cx="278538" cy="1327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A301CAAD-425B-4A80-BF5A-3009E3BA94D0}"/>
              </a:ext>
            </a:extLst>
          </p:cNvPr>
          <p:cNvCxnSpPr>
            <a:cxnSpLocks/>
          </p:cNvCxnSpPr>
          <p:nvPr/>
        </p:nvCxnSpPr>
        <p:spPr>
          <a:xfrm flipH="1">
            <a:off x="6152092" y="3452997"/>
            <a:ext cx="241362" cy="231753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2A452622-2C8D-4DCE-88A1-07AB667C6657}"/>
              </a:ext>
            </a:extLst>
          </p:cNvPr>
          <p:cNvCxnSpPr>
            <a:cxnSpLocks/>
          </p:cNvCxnSpPr>
          <p:nvPr/>
        </p:nvCxnSpPr>
        <p:spPr>
          <a:xfrm flipH="1">
            <a:off x="6152092" y="3452997"/>
            <a:ext cx="241362" cy="665294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5F51DF46-0BCB-462C-A30C-8FDC8AEB50DD}"/>
              </a:ext>
            </a:extLst>
          </p:cNvPr>
          <p:cNvCxnSpPr>
            <a:cxnSpLocks/>
          </p:cNvCxnSpPr>
          <p:nvPr/>
        </p:nvCxnSpPr>
        <p:spPr>
          <a:xfrm flipH="1">
            <a:off x="6587098" y="3392693"/>
            <a:ext cx="213064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DE63388E-44F0-406F-AE4F-2D37979769C5}"/>
              </a:ext>
            </a:extLst>
          </p:cNvPr>
          <p:cNvCxnSpPr>
            <a:cxnSpLocks/>
          </p:cNvCxnSpPr>
          <p:nvPr/>
        </p:nvCxnSpPr>
        <p:spPr>
          <a:xfrm flipH="1">
            <a:off x="7064273" y="3021187"/>
            <a:ext cx="213064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3361A3E3-C2C2-467D-A105-390E3017751E}"/>
              </a:ext>
            </a:extLst>
          </p:cNvPr>
          <p:cNvCxnSpPr>
            <a:cxnSpLocks/>
          </p:cNvCxnSpPr>
          <p:nvPr/>
        </p:nvCxnSpPr>
        <p:spPr>
          <a:xfrm flipH="1" flipV="1">
            <a:off x="7073150" y="3090069"/>
            <a:ext cx="204187" cy="23740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9EC1E5B3-A8BF-4EDD-88A0-375020EED515}"/>
              </a:ext>
            </a:extLst>
          </p:cNvPr>
          <p:cNvCxnSpPr>
            <a:cxnSpLocks/>
          </p:cNvCxnSpPr>
          <p:nvPr/>
        </p:nvCxnSpPr>
        <p:spPr>
          <a:xfrm flipH="1" flipV="1">
            <a:off x="7073150" y="3439126"/>
            <a:ext cx="204187" cy="23740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168A4BC1-14AE-406D-96BA-92D7A9127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586125"/>
              </p:ext>
            </p:extLst>
          </p:nvPr>
        </p:nvGraphicFramePr>
        <p:xfrm>
          <a:off x="8106291" y="2829007"/>
          <a:ext cx="22172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3440">
                  <a:extLst>
                    <a:ext uri="{9D8B030D-6E8A-4147-A177-3AD203B41FA5}">
                      <a16:colId xmlns:a16="http://schemas.microsoft.com/office/drawing/2014/main" val="289942897"/>
                    </a:ext>
                  </a:extLst>
                </a:gridCol>
                <a:gridCol w="443440">
                  <a:extLst>
                    <a:ext uri="{9D8B030D-6E8A-4147-A177-3AD203B41FA5}">
                      <a16:colId xmlns:a16="http://schemas.microsoft.com/office/drawing/2014/main" val="126697657"/>
                    </a:ext>
                  </a:extLst>
                </a:gridCol>
                <a:gridCol w="443440">
                  <a:extLst>
                    <a:ext uri="{9D8B030D-6E8A-4147-A177-3AD203B41FA5}">
                      <a16:colId xmlns:a16="http://schemas.microsoft.com/office/drawing/2014/main" val="3887143859"/>
                    </a:ext>
                  </a:extLst>
                </a:gridCol>
                <a:gridCol w="443440">
                  <a:extLst>
                    <a:ext uri="{9D8B030D-6E8A-4147-A177-3AD203B41FA5}">
                      <a16:colId xmlns:a16="http://schemas.microsoft.com/office/drawing/2014/main" val="1373093935"/>
                    </a:ext>
                  </a:extLst>
                </a:gridCol>
                <a:gridCol w="443440">
                  <a:extLst>
                    <a:ext uri="{9D8B030D-6E8A-4147-A177-3AD203B41FA5}">
                      <a16:colId xmlns:a16="http://schemas.microsoft.com/office/drawing/2014/main" val="1560717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584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445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96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079402"/>
                  </a:ext>
                </a:extLst>
              </a:tr>
            </a:tbl>
          </a:graphicData>
        </a:graphic>
      </p:graphicFrame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846E4255-2901-4252-B824-8C0DF1305E79}"/>
              </a:ext>
            </a:extLst>
          </p:cNvPr>
          <p:cNvCxnSpPr>
            <a:cxnSpLocks/>
          </p:cNvCxnSpPr>
          <p:nvPr/>
        </p:nvCxnSpPr>
        <p:spPr>
          <a:xfrm flipH="1">
            <a:off x="8425889" y="3010047"/>
            <a:ext cx="204187" cy="31742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C597EB14-74ED-44C5-B4CE-E706ED9EB2F0}"/>
              </a:ext>
            </a:extLst>
          </p:cNvPr>
          <p:cNvCxnSpPr>
            <a:cxnSpLocks/>
          </p:cNvCxnSpPr>
          <p:nvPr/>
        </p:nvCxnSpPr>
        <p:spPr>
          <a:xfrm flipH="1">
            <a:off x="8860895" y="2996771"/>
            <a:ext cx="278538" cy="1327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8B0B5B9C-C2CA-4AC4-B251-BB70479517A7}"/>
              </a:ext>
            </a:extLst>
          </p:cNvPr>
          <p:cNvCxnSpPr>
            <a:cxnSpLocks/>
          </p:cNvCxnSpPr>
          <p:nvPr/>
        </p:nvCxnSpPr>
        <p:spPr>
          <a:xfrm flipH="1">
            <a:off x="8425889" y="3452997"/>
            <a:ext cx="241362" cy="231753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CD41C619-0ED9-4319-8837-87934ECF3B81}"/>
              </a:ext>
            </a:extLst>
          </p:cNvPr>
          <p:cNvCxnSpPr>
            <a:cxnSpLocks/>
          </p:cNvCxnSpPr>
          <p:nvPr/>
        </p:nvCxnSpPr>
        <p:spPr>
          <a:xfrm flipH="1">
            <a:off x="8425889" y="3452997"/>
            <a:ext cx="241362" cy="665294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8E490957-2B35-4764-9ABA-7BF9C952ADD7}"/>
              </a:ext>
            </a:extLst>
          </p:cNvPr>
          <p:cNvCxnSpPr>
            <a:cxnSpLocks/>
          </p:cNvCxnSpPr>
          <p:nvPr/>
        </p:nvCxnSpPr>
        <p:spPr>
          <a:xfrm flipH="1">
            <a:off x="8860895" y="3392693"/>
            <a:ext cx="213064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107F69C7-F9F9-4FBC-AC30-7948D2535C63}"/>
              </a:ext>
            </a:extLst>
          </p:cNvPr>
          <p:cNvCxnSpPr>
            <a:cxnSpLocks/>
          </p:cNvCxnSpPr>
          <p:nvPr/>
        </p:nvCxnSpPr>
        <p:spPr>
          <a:xfrm flipH="1">
            <a:off x="9338070" y="3021187"/>
            <a:ext cx="213064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804DBF34-E1B8-4E0C-84F6-5D79162C3243}"/>
              </a:ext>
            </a:extLst>
          </p:cNvPr>
          <p:cNvCxnSpPr>
            <a:cxnSpLocks/>
          </p:cNvCxnSpPr>
          <p:nvPr/>
        </p:nvCxnSpPr>
        <p:spPr>
          <a:xfrm flipH="1" flipV="1">
            <a:off x="9346947" y="3090069"/>
            <a:ext cx="204187" cy="23740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23C9E19F-DC9F-4F8A-BF7E-54F6EF08AD59}"/>
              </a:ext>
            </a:extLst>
          </p:cNvPr>
          <p:cNvCxnSpPr>
            <a:cxnSpLocks/>
          </p:cNvCxnSpPr>
          <p:nvPr/>
        </p:nvCxnSpPr>
        <p:spPr>
          <a:xfrm flipH="1" flipV="1">
            <a:off x="9346947" y="3439126"/>
            <a:ext cx="204187" cy="23740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6B02E9C5-33AE-4B0E-AFD9-30CAE80E583F}"/>
              </a:ext>
            </a:extLst>
          </p:cNvPr>
          <p:cNvCxnSpPr>
            <a:cxnSpLocks/>
          </p:cNvCxnSpPr>
          <p:nvPr/>
        </p:nvCxnSpPr>
        <p:spPr>
          <a:xfrm flipH="1">
            <a:off x="9781955" y="3090068"/>
            <a:ext cx="241362" cy="23740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DD98A980-543F-42B6-9D41-1786832591DC}"/>
              </a:ext>
            </a:extLst>
          </p:cNvPr>
          <p:cNvCxnSpPr>
            <a:cxnSpLocks/>
          </p:cNvCxnSpPr>
          <p:nvPr/>
        </p:nvCxnSpPr>
        <p:spPr>
          <a:xfrm flipH="1">
            <a:off x="9781955" y="3090069"/>
            <a:ext cx="241362" cy="59468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7F3FBF9B-116C-4D45-A823-6039754F2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290641"/>
              </p:ext>
            </p:extLst>
          </p:nvPr>
        </p:nvGraphicFramePr>
        <p:xfrm>
          <a:off x="3572017" y="4657807"/>
          <a:ext cx="183102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755">
                  <a:extLst>
                    <a:ext uri="{9D8B030D-6E8A-4147-A177-3AD203B41FA5}">
                      <a16:colId xmlns:a16="http://schemas.microsoft.com/office/drawing/2014/main" val="289942897"/>
                    </a:ext>
                  </a:extLst>
                </a:gridCol>
                <a:gridCol w="457755">
                  <a:extLst>
                    <a:ext uri="{9D8B030D-6E8A-4147-A177-3AD203B41FA5}">
                      <a16:colId xmlns:a16="http://schemas.microsoft.com/office/drawing/2014/main" val="126697657"/>
                    </a:ext>
                  </a:extLst>
                </a:gridCol>
                <a:gridCol w="457755">
                  <a:extLst>
                    <a:ext uri="{9D8B030D-6E8A-4147-A177-3AD203B41FA5}">
                      <a16:colId xmlns:a16="http://schemas.microsoft.com/office/drawing/2014/main" val="3887143859"/>
                    </a:ext>
                  </a:extLst>
                </a:gridCol>
                <a:gridCol w="457755">
                  <a:extLst>
                    <a:ext uri="{9D8B030D-6E8A-4147-A177-3AD203B41FA5}">
                      <a16:colId xmlns:a16="http://schemas.microsoft.com/office/drawing/2014/main" val="13730939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584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445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96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079402"/>
                  </a:ext>
                </a:extLst>
              </a:tr>
            </a:tbl>
          </a:graphicData>
        </a:graphic>
      </p:graphicFrame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8C7C780B-7442-4C43-A2AC-F501AE1291D7}"/>
              </a:ext>
            </a:extLst>
          </p:cNvPr>
          <p:cNvCxnSpPr>
            <a:cxnSpLocks/>
          </p:cNvCxnSpPr>
          <p:nvPr/>
        </p:nvCxnSpPr>
        <p:spPr>
          <a:xfrm flipH="1">
            <a:off x="3891614" y="4838847"/>
            <a:ext cx="204187" cy="31742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688FEC74-85A1-478C-8D21-C14F2A6FD16C}"/>
              </a:ext>
            </a:extLst>
          </p:cNvPr>
          <p:cNvCxnSpPr>
            <a:cxnSpLocks/>
          </p:cNvCxnSpPr>
          <p:nvPr/>
        </p:nvCxnSpPr>
        <p:spPr>
          <a:xfrm flipH="1">
            <a:off x="4326620" y="4825571"/>
            <a:ext cx="278538" cy="1327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B0E1B998-5B76-429C-A05A-D3D6AD32D55F}"/>
              </a:ext>
            </a:extLst>
          </p:cNvPr>
          <p:cNvCxnSpPr>
            <a:cxnSpLocks/>
          </p:cNvCxnSpPr>
          <p:nvPr/>
        </p:nvCxnSpPr>
        <p:spPr>
          <a:xfrm flipH="1">
            <a:off x="3891614" y="5281797"/>
            <a:ext cx="241362" cy="231753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4998E4D0-C7BE-490A-8C1F-42250814279E}"/>
              </a:ext>
            </a:extLst>
          </p:cNvPr>
          <p:cNvCxnSpPr>
            <a:cxnSpLocks/>
          </p:cNvCxnSpPr>
          <p:nvPr/>
        </p:nvCxnSpPr>
        <p:spPr>
          <a:xfrm flipH="1">
            <a:off x="3891614" y="5281797"/>
            <a:ext cx="241362" cy="665294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98766125-2105-4316-971A-E193230F6996}"/>
              </a:ext>
            </a:extLst>
          </p:cNvPr>
          <p:cNvCxnSpPr>
            <a:cxnSpLocks/>
          </p:cNvCxnSpPr>
          <p:nvPr/>
        </p:nvCxnSpPr>
        <p:spPr>
          <a:xfrm flipH="1">
            <a:off x="4803795" y="4849987"/>
            <a:ext cx="213064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8F65F4CD-EB4E-4FD9-994F-7D1C807DE562}"/>
              </a:ext>
            </a:extLst>
          </p:cNvPr>
          <p:cNvCxnSpPr>
            <a:cxnSpLocks/>
          </p:cNvCxnSpPr>
          <p:nvPr/>
        </p:nvCxnSpPr>
        <p:spPr>
          <a:xfrm flipH="1" flipV="1">
            <a:off x="4812672" y="4918869"/>
            <a:ext cx="204187" cy="237406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C63E9D53-433F-4165-8313-C508313C5BA5}"/>
              </a:ext>
            </a:extLst>
          </p:cNvPr>
          <p:cNvCxnSpPr>
            <a:cxnSpLocks/>
          </p:cNvCxnSpPr>
          <p:nvPr/>
        </p:nvCxnSpPr>
        <p:spPr>
          <a:xfrm flipH="1">
            <a:off x="4378776" y="5228529"/>
            <a:ext cx="21306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表格 48">
            <a:extLst>
              <a:ext uri="{FF2B5EF4-FFF2-40B4-BE49-F238E27FC236}">
                <a16:creationId xmlns:a16="http://schemas.microsoft.com/office/drawing/2014/main" id="{57F6432D-22E9-4D09-87B1-39B99776A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311994"/>
              </p:ext>
            </p:extLst>
          </p:nvPr>
        </p:nvGraphicFramePr>
        <p:xfrm>
          <a:off x="838200" y="1534293"/>
          <a:ext cx="948529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8255">
                  <a:extLst>
                    <a:ext uri="{9D8B030D-6E8A-4147-A177-3AD203B41FA5}">
                      <a16:colId xmlns:a16="http://schemas.microsoft.com/office/drawing/2014/main" val="370658074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3579679344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3272125170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190464178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946616315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2102409816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1491382135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376717876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3488624352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2293150196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2115856836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1638506211"/>
                    </a:ext>
                  </a:extLst>
                </a:gridCol>
                <a:gridCol w="699753">
                  <a:extLst>
                    <a:ext uri="{9D8B030D-6E8A-4147-A177-3AD203B41FA5}">
                      <a16:colId xmlns:a16="http://schemas.microsoft.com/office/drawing/2014/main" val="1544919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571788"/>
                  </a:ext>
                </a:extLst>
              </a:tr>
            </a:tbl>
          </a:graphicData>
        </a:graphic>
      </p:graphicFrame>
      <p:sp>
        <p:nvSpPr>
          <p:cNvPr id="50" name="文字方塊 49">
            <a:extLst>
              <a:ext uri="{FF2B5EF4-FFF2-40B4-BE49-F238E27FC236}">
                <a16:creationId xmlns:a16="http://schemas.microsoft.com/office/drawing/2014/main" id="{F454F879-7B22-48D9-8756-8D057E7EB260}"/>
              </a:ext>
            </a:extLst>
          </p:cNvPr>
          <p:cNvSpPr txBox="1"/>
          <p:nvPr/>
        </p:nvSpPr>
        <p:spPr>
          <a:xfrm>
            <a:off x="3877116" y="2363071"/>
            <a:ext cx="121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BA6FA98F-A08C-41C1-A91E-8D5723AFB85C}"/>
              </a:ext>
            </a:extLst>
          </p:cNvPr>
          <p:cNvSpPr txBox="1"/>
          <p:nvPr/>
        </p:nvSpPr>
        <p:spPr>
          <a:xfrm>
            <a:off x="6254185" y="2363071"/>
            <a:ext cx="121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E6667FE9-BCD8-4AC4-B62D-920F625F4D5B}"/>
              </a:ext>
            </a:extLst>
          </p:cNvPr>
          <p:cNvSpPr txBox="1"/>
          <p:nvPr/>
        </p:nvSpPr>
        <p:spPr>
          <a:xfrm>
            <a:off x="8630076" y="2363071"/>
            <a:ext cx="121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417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1954</TotalTime>
  <Words>2102</Words>
  <Application>Microsoft Office PowerPoint</Application>
  <PresentationFormat>寬螢幕</PresentationFormat>
  <Paragraphs>1271</Paragraphs>
  <Slides>22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31" baseType="lpstr">
      <vt:lpstr>Roboto</vt:lpstr>
      <vt:lpstr>標楷體</vt:lpstr>
      <vt:lpstr>Arial</vt:lpstr>
      <vt:lpstr>Arial</vt:lpstr>
      <vt:lpstr>Calibri</vt:lpstr>
      <vt:lpstr>Calibri Light</vt:lpstr>
      <vt:lpstr>Cambria Math</vt:lpstr>
      <vt:lpstr>Times New Roman</vt:lpstr>
      <vt:lpstr>Office 佈景主題</vt:lpstr>
      <vt:lpstr>An Algorithm for Solving the Longest Increasing Circular Subsequence Problem</vt:lpstr>
      <vt:lpstr>Abstract</vt:lpstr>
      <vt:lpstr>Longest increasing circular subsequence (LICS)</vt:lpstr>
      <vt:lpstr>Brute</vt:lpstr>
      <vt:lpstr>Cover-making Algorithm</vt:lpstr>
      <vt:lpstr>Stop Points</vt:lpstr>
      <vt:lpstr>Why</vt:lpstr>
      <vt:lpstr>Example</vt:lpstr>
      <vt:lpstr>Merge</vt:lpstr>
      <vt:lpstr>Merge</vt:lpstr>
      <vt:lpstr>Merge</vt:lpstr>
      <vt:lpstr>Merge</vt:lpstr>
      <vt:lpstr>Merge</vt:lpstr>
      <vt:lpstr>Merge</vt:lpstr>
      <vt:lpstr>Merge</vt:lpstr>
      <vt:lpstr>Merge</vt:lpstr>
      <vt:lpstr>Example</vt:lpstr>
      <vt:lpstr>Example</vt:lpstr>
      <vt:lpstr>Example</vt:lpstr>
      <vt:lpstr>PowerPoint 簡報</vt:lpstr>
      <vt:lpstr>Trace Back</vt:lpstr>
      <vt:lpstr>Trace Back (After Merge)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String Matching Algorithm Based on Logical Indexing</dc:title>
  <dc:creator>育誠 張</dc:creator>
  <cp:lastModifiedBy>育誠 張</cp:lastModifiedBy>
  <cp:revision>649</cp:revision>
  <dcterms:created xsi:type="dcterms:W3CDTF">2020-01-13T05:19:55Z</dcterms:created>
  <dcterms:modified xsi:type="dcterms:W3CDTF">2020-07-15T07:51:03Z</dcterms:modified>
</cp:coreProperties>
</file>