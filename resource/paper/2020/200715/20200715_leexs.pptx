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5" r:id="rId9"/>
    <p:sldId id="266" r:id="rId10"/>
    <p:sldId id="262" r:id="rId11"/>
    <p:sldId id="264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8C8DC-1037-4250-9DB4-D9C7D52980E0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39268-DA68-4EF5-AE1C-1BE39C120C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09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39268-DA68-4EF5-AE1C-1BE39C120C1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118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39268-DA68-4EF5-AE1C-1BE39C120C1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746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39268-DA68-4EF5-AE1C-1BE39C120C1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352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01E6C-31C6-471A-A2E8-796CE5EDD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43AD855-4561-45CA-9AEE-EB7AAE299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7FE884-DBA0-4440-8FC8-DAB07550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D57A7C-B59E-4FFE-9ADD-4BC398F32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3A48F7-55BD-4E11-9917-7B25C825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73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63B371-1A70-4DE9-A164-B3F7FAE4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FAFB31-3C40-4542-9950-3BAC8E3E9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96AD72-96E3-45C3-ABFC-DEA5AC128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10280F-DB09-4C8E-AF95-9744BFB94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199864-24E6-45A4-9445-529A588C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6027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0E1DE-E346-4381-8DE1-A2FFA2DB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BFF57A-0A72-4D42-8A4E-85873708F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D4E092-25F9-4BF5-8161-C0CCBE115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D1ADC8-8C40-49E4-98B3-D426A3F3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EED60B-5748-4113-A820-3BEB1BB3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989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0A569-BEFC-4190-A575-1AAAB029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C2816F-FF10-410F-8F32-CEDDF0503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8A4F93-62E4-436A-A382-6969A093F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060A06-A5D3-4F06-84F2-C244CCA5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52E9F8-CDF5-4F56-9508-11AF216E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A15F6C-587B-43FC-AD4C-34413996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16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FE2583-EC29-4B18-982B-765DCD79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3796A1-EF33-47A5-93B8-3948286D7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13C353-A484-4F7F-BCF3-407C5F70E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2273052-A5BF-4D1E-BC23-B8E8504A9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5F9FCB6-F9A0-4EED-BA74-FD8D30AC0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AE24476-DBE1-4B30-AE6F-5F55B1EA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A7527F-70BE-4292-AC73-F4168776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6D3A104-1D66-493F-A3AA-9ECC9B90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262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9B92D1-6BEF-4B09-BD3F-DD84A1B1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29C831E-0286-4AD5-9FDF-8D0BA8879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3A0E4B8-923B-4BCE-BDD2-8C71306F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0BEBFE-68ED-4BE5-8F72-135F497E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0376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A84ACE6-A7AC-4653-A52B-FB9CD772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C2E86D-49F1-4EA6-A2BB-2B30D82C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51BAD5-0BA9-4027-BF13-6FCFED4D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453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CA79FB-0E90-4F2D-9B22-96F47BAC0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63D28C-AB32-46E1-A830-CA02C5176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4AA042-F675-4419-B6F0-A25BFAF7C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11D2D58-DD22-4FB1-8AA5-670ACC7E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F829CF9-B9D3-45DF-ABCB-5FD9EB9BE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ED1FC4-ECEC-4705-BAE2-7278115A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835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C079D-95C4-4BC9-B413-8081B4269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0520EF7-97BC-4A9F-B184-95D2FA661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9F0371-67E5-468D-8B1A-135E5A6FB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30B610-FD55-484D-8BF3-F28673A5B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BED473-4FA3-4DE4-8C4C-D49D9742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1E946F-100A-422E-AE6E-762C2E2F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732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F52C6C-D97C-469B-90BE-79FEDAE6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0586007-FB6E-44A7-BA5A-FCD59427F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1EDAF1-59F5-43A8-8759-660F70B6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4E196E-C6E7-4E56-87EF-62632895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BE9126-4F4D-41F9-9234-8C1C09E2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41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B3239EB-3512-4306-AD4B-4FC8DB4A3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CC70C0-0286-4F3D-B15D-1D0D5FD56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A79D9-70C5-4195-A447-B51FC1E9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551F67-239D-4B86-BC80-F5C98D91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6DD0FF-20E4-49F8-AF6D-E7BA7D9B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781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0C49FE8-91BB-4A69-BBE9-2FB415F95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0A7DE8-BB8F-4B7C-9271-9CFFB208B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8505B8-CCDD-4E3E-9541-1B716A739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AD459-BDCD-4006-A856-2A152881ECAC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F260E8-0F0B-4C47-B1B1-365B6358C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D63E39-8001-49FA-B7CC-8D327741F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83D91-A215-419D-9071-5B943FF863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89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D8262-C530-4A84-B422-BB38D80F4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2619"/>
            <a:ext cx="9144000" cy="1407786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Incremental LCS Computation 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B0285CE-DF70-47B3-9648-E437B4BB3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64710"/>
            <a:ext cx="9144000" cy="1655762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Yusuke Ishida,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Shunsuke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Inenaga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Ayumi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Shinohara,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Masayuki Takeda, </a:t>
            </a:r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LNCS 3623, pp. 563–574, 2005.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F88E4F-EC72-460E-AD9F-AE5DA2F437AE}"/>
              </a:ext>
            </a:extLst>
          </p:cNvPr>
          <p:cNvSpPr/>
          <p:nvPr/>
        </p:nvSpPr>
        <p:spPr>
          <a:xfrm>
            <a:off x="8006499" y="5109653"/>
            <a:ext cx="36261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Jul. 15, 2020</a:t>
            </a:r>
          </a:p>
        </p:txBody>
      </p:sp>
    </p:spTree>
    <p:extLst>
      <p:ext uri="{BB962C8B-B14F-4D97-AF65-F5344CB8AC3E}">
        <p14:creationId xmlns:p14="http://schemas.microsoft.com/office/powerpoint/2010/main" val="62891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FC96F5-C1B2-499A-829A-EFC4B10F0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829" y="895546"/>
            <a:ext cx="11658993" cy="580691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comparison is a fundamental task in pattern matching. Its applications include file comparison, spelling correction, information retrieval, and computing (dis)similarities between biological sequences. A common scheme for sequence comparison is the longest common subsequence (LCS) metric. This paper considers the fully incremental LCS computation problem as follows: For any strings A, B and characters a, b, compute 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B), LCS(A,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LCS(Aa, B), and LCS(A, Bb), provided that L = LCS(A, B) is already computed. We present an efficient algorithm that computes the four LCS values above, in O(L) or O(n) time depending on where a new character is added, where n is the length of A. Our algorithm is superior in both time and space complexities to the previous known methods.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30573A8A-AC7A-4F81-92CA-235635FC7A48}"/>
              </a:ext>
            </a:extLst>
          </p:cNvPr>
          <p:cNvSpPr txBox="1">
            <a:spLocks/>
          </p:cNvSpPr>
          <p:nvPr/>
        </p:nvSpPr>
        <p:spPr>
          <a:xfrm>
            <a:off x="197177" y="0"/>
            <a:ext cx="9399310" cy="964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2422AD1-8931-4FF1-B5DE-8670781D6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4" y="1391992"/>
            <a:ext cx="11850812" cy="360058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787757E-3A97-42E4-ADF7-A9F87E533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11" y="4824985"/>
            <a:ext cx="11031577" cy="98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1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3191E-B76D-49A0-99DC-8A9A2C84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89124" cy="8226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aA,B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B18084-31F5-4AC3-89ED-FFC16979E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20" y="1397681"/>
            <a:ext cx="10147619" cy="96844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DC110E0-0C6F-4BE4-87F9-6A68003F4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948" y="2815329"/>
            <a:ext cx="4975384" cy="371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2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3091742-1112-4006-869A-C59C39CBB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07" y="1030356"/>
            <a:ext cx="11025413" cy="359028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F89E17A-F7A1-4501-B1F8-7E2BE0F5B6A9}"/>
              </a:ext>
            </a:extLst>
          </p:cNvPr>
          <p:cNvSpPr/>
          <p:nvPr/>
        </p:nvSpPr>
        <p:spPr>
          <a:xfrm>
            <a:off x="1005514" y="4898036"/>
            <a:ext cx="593944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 :  match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 rectangles : new partition points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61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EBAC1A6-CDE4-4E7E-986A-62F840DBB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147" y="365125"/>
            <a:ext cx="9125321" cy="297154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A5F4BCF-CE7E-4CC9-BD00-5380F9C55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961" y="3336667"/>
            <a:ext cx="8501694" cy="238312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6ED3A54-9958-4489-9674-B7EC8DF76273}"/>
              </a:ext>
            </a:extLst>
          </p:cNvPr>
          <p:cNvSpPr/>
          <p:nvPr/>
        </p:nvSpPr>
        <p:spPr>
          <a:xfrm>
            <a:off x="1412147" y="5915353"/>
            <a:ext cx="77845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B) is computable in amortized O(L) time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54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0CA18F5-A39C-4A15-9123-37D01ACBE51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389124" cy="822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F8D0673-D38D-439C-AF3F-EB43D4B15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34" y="1955260"/>
            <a:ext cx="11291830" cy="351906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A5974C5-C9A6-4AE3-A819-6678CCF3586F}"/>
              </a:ext>
            </a:extLst>
          </p:cNvPr>
          <p:cNvSpPr/>
          <p:nvPr/>
        </p:nvSpPr>
        <p:spPr>
          <a:xfrm>
            <a:off x="559334" y="5787630"/>
            <a:ext cx="63578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LCS(A,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computable in O(n) time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6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785C9E-2D34-4723-8B64-6C19623B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662AED-CB50-4069-A555-1FA27B227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2BB34E-A9F1-429B-B519-3F0958395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60" y="1374644"/>
            <a:ext cx="110412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52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220C5E-91FB-402E-8C0D-55D571A3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F36403-648B-4BBB-9D4E-E6D84252C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2F809DE-8D5F-42C1-9499-B102FA2C8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3345"/>
            <a:ext cx="10049749" cy="369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77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D9027C1-E615-4D4C-BDB6-4F7BA8C484A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389124" cy="822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Aa,B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01262F2-A960-4412-B865-70FDB2E5C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093643"/>
              </p:ext>
            </p:extLst>
          </p:nvPr>
        </p:nvGraphicFramePr>
        <p:xfrm>
          <a:off x="570883" y="1906568"/>
          <a:ext cx="4915521" cy="2837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74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039BA6-0AF3-414A-9AB1-2F271D9DC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330716"/>
              </p:ext>
            </p:extLst>
          </p:nvPr>
        </p:nvGraphicFramePr>
        <p:xfrm>
          <a:off x="6424925" y="1906568"/>
          <a:ext cx="4915521" cy="2837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74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9535530-AFFF-4E04-ABC5-4764CFBC4877}"/>
              </a:ext>
            </a:extLst>
          </p:cNvPr>
          <p:cNvSpPr/>
          <p:nvPr/>
        </p:nvSpPr>
        <p:spPr>
          <a:xfrm>
            <a:off x="1054520" y="5619889"/>
            <a:ext cx="63514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LCS(Aa, B) is computable in O(L) time.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58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D9027C1-E615-4D4C-BDB6-4F7BA8C484A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389124" cy="822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730B126-73CF-4980-A7F0-EE89DF314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353023"/>
              </p:ext>
            </p:extLst>
          </p:nvPr>
        </p:nvGraphicFramePr>
        <p:xfrm>
          <a:off x="599163" y="1726515"/>
          <a:ext cx="4369352" cy="3404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74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53724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13FEFBC-3FC6-48A7-B273-7CFE08AEB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411089"/>
              </p:ext>
            </p:extLst>
          </p:nvPr>
        </p:nvGraphicFramePr>
        <p:xfrm>
          <a:off x="6388792" y="1726515"/>
          <a:ext cx="4369352" cy="3404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749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537243"/>
                  </a:ext>
                </a:extLst>
              </a:tr>
            </a:tbl>
          </a:graphicData>
        </a:graphic>
      </p:graphicFrame>
      <p:sp>
        <p:nvSpPr>
          <p:cNvPr id="7" name="箭號: 向下 6">
            <a:extLst>
              <a:ext uri="{FF2B5EF4-FFF2-40B4-BE49-F238E27FC236}">
                <a16:creationId xmlns:a16="http://schemas.microsoft.com/office/drawing/2014/main" id="{C0777276-22C9-484C-B197-A4C1780F23DB}"/>
              </a:ext>
            </a:extLst>
          </p:cNvPr>
          <p:cNvSpPr/>
          <p:nvPr/>
        </p:nvSpPr>
        <p:spPr>
          <a:xfrm rot="10800000">
            <a:off x="2366127" y="5203596"/>
            <a:ext cx="301657" cy="5373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A68A241D-9D8F-4E50-9689-F7F44CAC1414}"/>
              </a:ext>
            </a:extLst>
          </p:cNvPr>
          <p:cNvSpPr/>
          <p:nvPr/>
        </p:nvSpPr>
        <p:spPr>
          <a:xfrm rot="10800000">
            <a:off x="3461208" y="5222450"/>
            <a:ext cx="301657" cy="5373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F9D0CA-1853-425B-9E49-47AC9438D0C0}"/>
              </a:ext>
            </a:extLst>
          </p:cNvPr>
          <p:cNvSpPr/>
          <p:nvPr/>
        </p:nvSpPr>
        <p:spPr>
          <a:xfrm>
            <a:off x="641657" y="5969654"/>
            <a:ext cx="6242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LCS(A, Bb) is computable in O(n) time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60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2422AD1-8931-4FF1-B5DE-8670781D6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93" y="1303215"/>
            <a:ext cx="11850812" cy="360058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787757E-3A97-42E4-ADF7-A9F87E533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11" y="4824985"/>
            <a:ext cx="11031577" cy="98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8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485</Words>
  <Application>Microsoft Office PowerPoint</Application>
  <PresentationFormat>寬螢幕</PresentationFormat>
  <Paragraphs>191</Paragraphs>
  <Slides>12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佈景主題</vt:lpstr>
      <vt:lpstr>Fully Incremental LCS Computation </vt:lpstr>
      <vt:lpstr>PowerPoint 簡報</vt:lpstr>
      <vt:lpstr>PowerPoint 簡報</vt:lpstr>
      <vt:lpstr>1. LCS(aA,B)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Fully Incremental LCS Computation </dc:title>
  <dc:creator>M083040080</dc:creator>
  <cp:lastModifiedBy>紹瑄 李</cp:lastModifiedBy>
  <cp:revision>9</cp:revision>
  <dcterms:created xsi:type="dcterms:W3CDTF">2020-07-13T03:05:26Z</dcterms:created>
  <dcterms:modified xsi:type="dcterms:W3CDTF">2020-07-15T07:44:31Z</dcterms:modified>
</cp:coreProperties>
</file>