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2" r:id="rId6"/>
    <p:sldId id="259" r:id="rId7"/>
    <p:sldId id="260" r:id="rId8"/>
    <p:sldId id="261" r:id="rId9"/>
    <p:sldId id="264" r:id="rId10"/>
    <p:sldId id="265" r:id="rId11"/>
    <p:sldId id="267" r:id="rId12"/>
    <p:sldId id="268" r:id="rId13"/>
    <p:sldId id="271" r:id="rId14"/>
    <p:sldId id="270" r:id="rId15"/>
    <p:sldId id="273" r:id="rId16"/>
    <p:sldId id="274" r:id="rId17"/>
    <p:sldId id="275" r:id="rId18"/>
    <p:sldId id="276" r:id="rId19"/>
    <p:sldId id="277" r:id="rId20"/>
    <p:sldId id="279" r:id="rId21"/>
    <p:sldId id="278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482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9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590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56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47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233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12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174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85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4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317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B4BBA-A1A4-4BBE-9A95-7B4B1F1AFEE2}" type="datetimeFigureOut">
              <a:rPr lang="zh-TW" altLang="en-US" smtClean="0"/>
              <a:t>2020/10/27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02B19-B07E-4582-81F4-5FF173944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310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linear-time algorithm for the longest path problem in rectangular grid graphs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Fatemeh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Keshavarz-Kohjerdi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Alireza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Bagheri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Asgharian-Sardroud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Applied Mathematics 160 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(2012) 210-217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Oct 27, 2020</a:t>
            </a:r>
          </a:p>
        </p:txBody>
      </p:sp>
    </p:spTree>
    <p:extLst>
      <p:ext uri="{BB962C8B-B14F-4D97-AF65-F5344CB8AC3E}">
        <p14:creationId xmlns:p14="http://schemas.microsoft.com/office/powerpoint/2010/main" val="205869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path problem is a well-known NP-hard problem and so far it has been solved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polynomially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for a few classes of graphs . In this paper , we give a linear-time algorithm for finding a longest path between any two given vertices in a rectangular grid graph 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5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m,n,s,t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≥ n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33" y="2338949"/>
            <a:ext cx="4896533" cy="3324689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4145565" y="3335162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63591" y="4550654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81449" y="5323596"/>
            <a:ext cx="13388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R(8,6,s,t)</a:t>
            </a:r>
            <a:endParaRPr lang="zh-TW" altLang="en-US" sz="2400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4253A56-FD86-421A-B7EC-0B1384DAB26A}"/>
              </a:ext>
            </a:extLst>
          </p:cNvPr>
          <p:cNvCxnSpPr>
            <a:cxnSpLocks/>
          </p:cNvCxnSpPr>
          <p:nvPr/>
        </p:nvCxnSpPr>
        <p:spPr>
          <a:xfrm>
            <a:off x="4544842" y="3704494"/>
            <a:ext cx="534569" cy="512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B025B24-CB11-423C-A054-D9EEC84C6E3D}"/>
              </a:ext>
            </a:extLst>
          </p:cNvPr>
          <p:cNvCxnSpPr>
            <a:cxnSpLocks/>
          </p:cNvCxnSpPr>
          <p:nvPr/>
        </p:nvCxnSpPr>
        <p:spPr>
          <a:xfrm flipH="1">
            <a:off x="3848506" y="3704494"/>
            <a:ext cx="55572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85CF776-19A2-4E6F-BAC9-BD26F9FCAB91}"/>
              </a:ext>
            </a:extLst>
          </p:cNvPr>
          <p:cNvCxnSpPr>
            <a:cxnSpLocks/>
          </p:cNvCxnSpPr>
          <p:nvPr/>
        </p:nvCxnSpPr>
        <p:spPr>
          <a:xfrm flipV="1">
            <a:off x="4458371" y="3124200"/>
            <a:ext cx="0" cy="5802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546BF98-8CFF-47EE-8C5E-F6A14B7AB60B}"/>
              </a:ext>
            </a:extLst>
          </p:cNvPr>
          <p:cNvCxnSpPr>
            <a:cxnSpLocks/>
          </p:cNvCxnSpPr>
          <p:nvPr/>
        </p:nvCxnSpPr>
        <p:spPr>
          <a:xfrm>
            <a:off x="4468567" y="3733862"/>
            <a:ext cx="0" cy="5627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31E6267E-7D31-4729-84D5-C82414FBD79D}"/>
              </a:ext>
            </a:extLst>
          </p:cNvPr>
          <p:cNvCxnSpPr>
            <a:cxnSpLocks/>
          </p:cNvCxnSpPr>
          <p:nvPr/>
        </p:nvCxnSpPr>
        <p:spPr>
          <a:xfrm>
            <a:off x="6423129" y="4907956"/>
            <a:ext cx="534569" cy="512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931F7CA-493A-4C3B-8C6D-F3193BFA0E7E}"/>
              </a:ext>
            </a:extLst>
          </p:cNvPr>
          <p:cNvCxnSpPr>
            <a:cxnSpLocks/>
          </p:cNvCxnSpPr>
          <p:nvPr/>
        </p:nvCxnSpPr>
        <p:spPr>
          <a:xfrm flipH="1">
            <a:off x="5726793" y="4907956"/>
            <a:ext cx="55572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46C00C5D-884B-49B9-AFE9-382FB10F898F}"/>
              </a:ext>
            </a:extLst>
          </p:cNvPr>
          <p:cNvCxnSpPr>
            <a:cxnSpLocks/>
          </p:cNvCxnSpPr>
          <p:nvPr/>
        </p:nvCxnSpPr>
        <p:spPr>
          <a:xfrm flipV="1">
            <a:off x="6346283" y="4327662"/>
            <a:ext cx="0" cy="5802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31AEEA30-8323-4C9E-81E8-E0023C693D98}"/>
              </a:ext>
            </a:extLst>
          </p:cNvPr>
          <p:cNvCxnSpPr>
            <a:cxnSpLocks/>
          </p:cNvCxnSpPr>
          <p:nvPr/>
        </p:nvCxnSpPr>
        <p:spPr>
          <a:xfrm>
            <a:off x="6346854" y="4937324"/>
            <a:ext cx="0" cy="56270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52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path problem in grid graph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字方塊 132"/>
          <p:cNvSpPr txBox="1"/>
          <p:nvPr/>
        </p:nvSpPr>
        <p:spPr>
          <a:xfrm>
            <a:off x="2437646" y="6295868"/>
            <a:ext cx="5911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longest path from vertex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vertex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7767961" y="4969068"/>
            <a:ext cx="2695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R(8,6,s,t)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0" name="圖片 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428" y="2186123"/>
            <a:ext cx="4896533" cy="332468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文字方塊 140"/>
          <p:cNvSpPr txBox="1"/>
          <p:nvPr/>
        </p:nvSpPr>
        <p:spPr>
          <a:xfrm>
            <a:off x="3542201" y="3168414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5418205" y="4808019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43" name="直線單箭頭接點 142"/>
          <p:cNvCxnSpPr/>
          <p:nvPr/>
        </p:nvCxnSpPr>
        <p:spPr>
          <a:xfrm flipV="1">
            <a:off x="7426134" y="2373092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 flipH="1">
            <a:off x="6846712" y="2336878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/>
          <p:nvPr/>
        </p:nvCxnSpPr>
        <p:spPr>
          <a:xfrm>
            <a:off x="6792394" y="2382145"/>
            <a:ext cx="0" cy="23754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/>
          <p:cNvCxnSpPr/>
          <p:nvPr/>
        </p:nvCxnSpPr>
        <p:spPr>
          <a:xfrm flipH="1">
            <a:off x="3068145" y="2336878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/>
          <p:cNvCxnSpPr/>
          <p:nvPr/>
        </p:nvCxnSpPr>
        <p:spPr>
          <a:xfrm>
            <a:off x="3057128" y="2373092"/>
            <a:ext cx="0" cy="560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/>
          <p:nvPr/>
        </p:nvCxnSpPr>
        <p:spPr>
          <a:xfrm>
            <a:off x="3068145" y="2955895"/>
            <a:ext cx="24824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單箭頭接點 150"/>
          <p:cNvCxnSpPr/>
          <p:nvPr/>
        </p:nvCxnSpPr>
        <p:spPr>
          <a:xfrm flipH="1">
            <a:off x="3057128" y="3537746"/>
            <a:ext cx="61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線單箭頭接點 151"/>
          <p:cNvCxnSpPr/>
          <p:nvPr/>
        </p:nvCxnSpPr>
        <p:spPr>
          <a:xfrm>
            <a:off x="3057128" y="3537746"/>
            <a:ext cx="0" cy="18410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>
            <a:off x="3068145" y="5378843"/>
            <a:ext cx="6059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/>
          <p:nvPr/>
        </p:nvCxnSpPr>
        <p:spPr>
          <a:xfrm flipV="1">
            <a:off x="3674072" y="4189785"/>
            <a:ext cx="0" cy="11256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/>
          <p:nvPr/>
        </p:nvCxnSpPr>
        <p:spPr>
          <a:xfrm>
            <a:off x="3674072" y="4167751"/>
            <a:ext cx="6059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V="1">
            <a:off x="4280000" y="3537746"/>
            <a:ext cx="0" cy="63000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單箭頭接點 157"/>
          <p:cNvCxnSpPr/>
          <p:nvPr/>
        </p:nvCxnSpPr>
        <p:spPr>
          <a:xfrm>
            <a:off x="4280000" y="3537746"/>
            <a:ext cx="62796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單箭頭接點 158"/>
          <p:cNvCxnSpPr/>
          <p:nvPr/>
        </p:nvCxnSpPr>
        <p:spPr>
          <a:xfrm>
            <a:off x="4929995" y="3537746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/>
          <p:nvPr/>
        </p:nvCxnSpPr>
        <p:spPr>
          <a:xfrm flipH="1">
            <a:off x="4357118" y="4759826"/>
            <a:ext cx="55084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單箭頭接點 160"/>
          <p:cNvCxnSpPr/>
          <p:nvPr/>
        </p:nvCxnSpPr>
        <p:spPr>
          <a:xfrm>
            <a:off x="4302034" y="4748809"/>
            <a:ext cx="0" cy="5776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單箭頭接點 161"/>
          <p:cNvCxnSpPr/>
          <p:nvPr/>
        </p:nvCxnSpPr>
        <p:spPr>
          <a:xfrm>
            <a:off x="4357118" y="5378843"/>
            <a:ext cx="3069016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/>
          <p:cNvCxnSpPr/>
          <p:nvPr/>
        </p:nvCxnSpPr>
        <p:spPr>
          <a:xfrm flipV="1">
            <a:off x="6167557" y="2382145"/>
            <a:ext cx="0" cy="237549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單箭頭接點 164"/>
          <p:cNvCxnSpPr/>
          <p:nvPr/>
        </p:nvCxnSpPr>
        <p:spPr>
          <a:xfrm>
            <a:off x="5550613" y="2951779"/>
            <a:ext cx="0" cy="179703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單箭頭接點 165"/>
          <p:cNvCxnSpPr/>
          <p:nvPr/>
        </p:nvCxnSpPr>
        <p:spPr>
          <a:xfrm flipH="1">
            <a:off x="6178573" y="4768658"/>
            <a:ext cx="59178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56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Hamiltonian path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Go from the specified starting point to the specified end point, passing all other nodes on the way and passing only once .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077" y="3534607"/>
            <a:ext cx="2391109" cy="1581371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191757" y="4092695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97669" y="4730899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4550501" y="3766241"/>
            <a:ext cx="0" cy="5111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581054" y="3684761"/>
            <a:ext cx="180163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418907" y="3739082"/>
            <a:ext cx="0" cy="10773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H="1">
            <a:off x="5848539" y="4915565"/>
            <a:ext cx="53415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5803271" y="4307186"/>
            <a:ext cx="0" cy="5902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>
            <a:off x="5241957" y="4304922"/>
            <a:ext cx="5251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5169528" y="4325292"/>
            <a:ext cx="0" cy="5183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>
            <a:off x="4581054" y="4915565"/>
            <a:ext cx="5703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542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Color-Compatibility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1512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考量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vertex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的數量以及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的顏色，檢驗是否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全部都走完。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Case 1 : vertex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的數量是偶數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是不同顏色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→ 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BWBWBWB….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(|W|=|B|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，可能全部走完，路徑最大值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=m*n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Case 2 : vertex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的數量是偶數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是相同顏色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→ 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BWBWBWB….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(|W|=|B|+1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不可能全部走完，路徑最大值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=m*n-1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Case 3 : vertex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的數量是奇數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是白色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是黑色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→ 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BWBWBWB….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(|W|=|B|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，不可能全部走完，路徑最大值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=m*n-1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Case 4 : vertex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的數量是奇數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都是白色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→ 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BWBWBWB….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(|W|=|B|+1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，可能全部走完，路徑最大值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=m*n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Case 5 : vertex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的數量是奇數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都是黑色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 → 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WBWBWB….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(|B|=|W|+1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，不可能全部走完，路徑最大值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=m*n-2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  <a:p>
            <a:pPr lvl="2"/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6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Color-Compatibility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but not Hamiltonian path </a:t>
            </a:r>
            <a:r>
              <a:rPr lang="zh-TW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Case1 : R(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1-rectangle and either s or t is not a corner vertex.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 R(m, n) is a 2-rectangle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Case3 : R(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3-rectangle grid graph. And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 is even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 is black , t is white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=2 and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and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t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  <a:p>
            <a:pPr marL="457200" lvl="1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734" y="2260441"/>
            <a:ext cx="1609950" cy="48584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103" y="3172503"/>
            <a:ext cx="1476581" cy="82879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F9556CD-CE27-4283-8CD8-2405826CC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842" y="5377357"/>
            <a:ext cx="1105054" cy="84784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ACBB0BA-B50D-416E-AD99-B8A6BF0D1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680" y="5386882"/>
            <a:ext cx="1562318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50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 (Simplify the problem)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29" y="3180209"/>
            <a:ext cx="3543795" cy="218152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3014484" y="4130541"/>
            <a:ext cx="66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014484" y="3523547"/>
            <a:ext cx="280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has a Hamiltonian cycle if and only if it is even-sized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93182" y="5584684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R(6,4,s,t)</a:t>
            </a:r>
            <a:endParaRPr lang="zh-TW" altLang="en-US" dirty="0"/>
          </a:p>
        </p:txBody>
      </p:sp>
      <p:sp>
        <p:nvSpPr>
          <p:cNvPr id="17" name="向右箭號 16"/>
          <p:cNvSpPr/>
          <p:nvPr/>
        </p:nvSpPr>
        <p:spPr>
          <a:xfrm>
            <a:off x="5029224" y="4127347"/>
            <a:ext cx="805758" cy="399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062" y="3180209"/>
            <a:ext cx="3543795" cy="2181529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8041109" y="4123273"/>
            <a:ext cx="66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028117" y="3523547"/>
            <a:ext cx="280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23" name="直線接點 22"/>
          <p:cNvCxnSpPr/>
          <p:nvPr/>
        </p:nvCxnSpPr>
        <p:spPr>
          <a:xfrm>
            <a:off x="7206557" y="3069125"/>
            <a:ext cx="0" cy="251555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8028117" y="5567525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R(4,4,s,t)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5455757" y="5594032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8186552" y="4562673"/>
            <a:ext cx="1147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9415604" y="4526461"/>
            <a:ext cx="0" cy="6521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7595857" y="5178582"/>
            <a:ext cx="173826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7532483" y="3385997"/>
            <a:ext cx="0" cy="17201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7595857" y="3340728"/>
            <a:ext cx="181974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9415604" y="3376943"/>
            <a:ext cx="0" cy="515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H="1">
            <a:off x="8204658" y="3956029"/>
            <a:ext cx="1147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>
            <a:off x="6330712" y="3349782"/>
            <a:ext cx="5613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 flipH="1">
            <a:off x="6330712" y="5169529"/>
            <a:ext cx="5613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6919186" y="3358834"/>
            <a:ext cx="0" cy="17925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 flipV="1">
            <a:off x="6285447" y="3349784"/>
            <a:ext cx="0" cy="18016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2255458" y="2986135"/>
            <a:ext cx="0" cy="251555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30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 (Simplify the problem)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11" y="2786157"/>
            <a:ext cx="3543795" cy="2181529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8692958" y="3729221"/>
            <a:ext cx="66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679966" y="3129495"/>
            <a:ext cx="280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6971167" y="2955730"/>
            <a:ext cx="561315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H="1">
            <a:off x="6971167" y="4775477"/>
            <a:ext cx="561315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8679966" y="5173473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R(4,4,s,t)</a:t>
            </a:r>
            <a:endParaRPr lang="zh-TW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095767" y="5187857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8838401" y="4168621"/>
            <a:ext cx="1147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>
            <a:off x="10067453" y="4132409"/>
            <a:ext cx="0" cy="6521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8247706" y="4784530"/>
            <a:ext cx="173826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8184332" y="2991945"/>
            <a:ext cx="0" cy="5700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>
            <a:off x="8247706" y="2946676"/>
            <a:ext cx="181974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>
            <a:off x="10067453" y="2982891"/>
            <a:ext cx="0" cy="515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 flipH="1">
            <a:off x="8856507" y="3561977"/>
            <a:ext cx="1147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7559641" y="2964782"/>
            <a:ext cx="0" cy="597195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6925902" y="2955732"/>
            <a:ext cx="0" cy="1801639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V="1">
            <a:off x="8193385" y="4168621"/>
            <a:ext cx="0" cy="61590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7559641" y="4168621"/>
            <a:ext cx="0" cy="588750"/>
          </a:xfrm>
          <a:prstGeom prst="straightConnector1">
            <a:avLst/>
          </a:prstGeom>
          <a:ln w="1905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圖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178" y="2786158"/>
            <a:ext cx="3543795" cy="2181529"/>
          </a:xfrm>
          <a:prstGeom prst="rect">
            <a:avLst/>
          </a:prstGeom>
        </p:spPr>
      </p:pic>
      <p:sp>
        <p:nvSpPr>
          <p:cNvPr id="47" name="文字方塊 46"/>
          <p:cNvSpPr txBox="1"/>
          <p:nvPr/>
        </p:nvSpPr>
        <p:spPr>
          <a:xfrm>
            <a:off x="3479225" y="3729222"/>
            <a:ext cx="669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3466233" y="3129496"/>
            <a:ext cx="280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51" name="直線接點 50"/>
          <p:cNvCxnSpPr/>
          <p:nvPr/>
        </p:nvCxnSpPr>
        <p:spPr>
          <a:xfrm>
            <a:off x="2644673" y="2675074"/>
            <a:ext cx="0" cy="251555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466233" y="5173474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R(4,4,s,t)</a:t>
            </a:r>
            <a:endParaRPr lang="zh-TW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919891" y="5119701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62" name="直線單箭頭接點 61"/>
          <p:cNvCxnSpPr/>
          <p:nvPr/>
        </p:nvCxnSpPr>
        <p:spPr>
          <a:xfrm>
            <a:off x="3624668" y="4168622"/>
            <a:ext cx="1147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4853720" y="4132410"/>
            <a:ext cx="0" cy="6521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 flipH="1">
            <a:off x="3033973" y="4784531"/>
            <a:ext cx="173826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V="1">
            <a:off x="2970599" y="2991946"/>
            <a:ext cx="0" cy="17201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>
            <a:off x="3033973" y="2946677"/>
            <a:ext cx="181974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4853720" y="2982892"/>
            <a:ext cx="0" cy="515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 flipH="1">
            <a:off x="3642774" y="3561978"/>
            <a:ext cx="114757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向右箭號 68"/>
          <p:cNvSpPr/>
          <p:nvPr/>
        </p:nvSpPr>
        <p:spPr>
          <a:xfrm>
            <a:off x="5461107" y="3729221"/>
            <a:ext cx="805758" cy="399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0" name="直線單箭頭接點 69"/>
          <p:cNvCxnSpPr/>
          <p:nvPr/>
        </p:nvCxnSpPr>
        <p:spPr>
          <a:xfrm>
            <a:off x="1767764" y="2955728"/>
            <a:ext cx="5613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H="1">
            <a:off x="1767764" y="4775475"/>
            <a:ext cx="5613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>
            <a:off x="2356238" y="2964780"/>
            <a:ext cx="0" cy="17925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1722499" y="2955730"/>
            <a:ext cx="0" cy="18016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2231125" y="3487044"/>
            <a:ext cx="845810" cy="7543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5" name="直線接點 74"/>
          <p:cNvCxnSpPr/>
          <p:nvPr/>
        </p:nvCxnSpPr>
        <p:spPr>
          <a:xfrm>
            <a:off x="7858406" y="2675074"/>
            <a:ext cx="0" cy="251555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>
            <a:off x="7577749" y="4167560"/>
            <a:ext cx="561314" cy="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7559641" y="3561977"/>
            <a:ext cx="543210" cy="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344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(Simplify the problem)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93" y="2790918"/>
            <a:ext cx="3543795" cy="218152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217770" y="3768410"/>
            <a:ext cx="280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726018" y="3170469"/>
            <a:ext cx="280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2699069" y="2596844"/>
            <a:ext cx="0" cy="251555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1767755" y="2962649"/>
            <a:ext cx="5613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1767756" y="4782396"/>
            <a:ext cx="5613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356229" y="4146795"/>
            <a:ext cx="0" cy="6174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1722490" y="2962652"/>
            <a:ext cx="0" cy="1801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2356229" y="2962649"/>
            <a:ext cx="0" cy="5862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2409358" y="3558556"/>
            <a:ext cx="5613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633888" y="5057719"/>
            <a:ext cx="18621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Color-Compatibility</a:t>
            </a:r>
            <a:endParaRPr lang="zh-TW" altLang="en-US" sz="1600" dirty="0"/>
          </a:p>
        </p:txBody>
      </p:sp>
      <p:sp>
        <p:nvSpPr>
          <p:cNvPr id="29" name="矩形 28"/>
          <p:cNvSpPr/>
          <p:nvPr/>
        </p:nvSpPr>
        <p:spPr>
          <a:xfrm>
            <a:off x="2850762" y="3164037"/>
            <a:ext cx="354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30" name="向右箭號 29"/>
          <p:cNvSpPr/>
          <p:nvPr/>
        </p:nvSpPr>
        <p:spPr>
          <a:xfrm>
            <a:off x="5481888" y="3738056"/>
            <a:ext cx="805758" cy="3991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 rotWithShape="1">
          <a:blip r:embed="rId2"/>
          <a:srcRect l="36024"/>
          <a:stretch/>
        </p:blipFill>
        <p:spPr>
          <a:xfrm>
            <a:off x="7069836" y="2763858"/>
            <a:ext cx="2267187" cy="2181529"/>
          </a:xfrm>
          <a:prstGeom prst="rect">
            <a:avLst/>
          </a:prstGeom>
        </p:spPr>
      </p:pic>
      <p:sp>
        <p:nvSpPr>
          <p:cNvPr id="33" name="文字方塊 32"/>
          <p:cNvSpPr txBox="1"/>
          <p:nvPr/>
        </p:nvSpPr>
        <p:spPr>
          <a:xfrm>
            <a:off x="9020153" y="3143409"/>
            <a:ext cx="280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144897" y="3136977"/>
            <a:ext cx="354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848758" y="5057719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R(6,4,s,t)</a:t>
            </a:r>
            <a:endParaRPr lang="zh-TW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7480245" y="5110928"/>
            <a:ext cx="1526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R(4,4,s1,t) + 8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1974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problem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922" y="2348001"/>
            <a:ext cx="4896533" cy="332468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503695" y="3330292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80771" y="4530338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6808206" y="5540721"/>
            <a:ext cx="579422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7387628" y="2534970"/>
            <a:ext cx="0" cy="3005751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6808206" y="2498756"/>
            <a:ext cx="579422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6753888" y="2544023"/>
            <a:ext cx="0" cy="2933324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433851" y="2170323"/>
            <a:ext cx="0" cy="380081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512228" y="5708903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025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problem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922" y="2348001"/>
            <a:ext cx="4896533" cy="332468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503695" y="3330292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80771" y="4530338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6808206" y="5540721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7387628" y="2534970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6808206" y="2498756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6753888" y="2544023"/>
            <a:ext cx="0" cy="2933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433851" y="2170323"/>
            <a:ext cx="0" cy="3800819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512228" y="5708903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2666082" y="3330292"/>
            <a:ext cx="3767769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799166" y="1880272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3029639" y="2498756"/>
            <a:ext cx="3066361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3018622" y="2534970"/>
            <a:ext cx="0" cy="56077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3029639" y="3117773"/>
            <a:ext cx="3066361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6162101" y="2509773"/>
            <a:ext cx="0" cy="596984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756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problem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922" y="2348001"/>
            <a:ext cx="4896533" cy="332468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503695" y="3330292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80771" y="4530338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6808206" y="5540721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7387628" y="2534970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6808206" y="2498756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6753888" y="2544023"/>
            <a:ext cx="0" cy="2933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433851" y="2170323"/>
            <a:ext cx="0" cy="3800819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512228" y="5708903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2666082" y="3330292"/>
            <a:ext cx="3767769" cy="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799166" y="1880272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3029639" y="2498756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3018622" y="2534970"/>
            <a:ext cx="0" cy="560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3029639" y="3117773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6162101" y="2509773"/>
            <a:ext cx="0" cy="5969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953219" y="3330292"/>
            <a:ext cx="0" cy="282813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3018622" y="3699624"/>
            <a:ext cx="616944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3018622" y="3699624"/>
            <a:ext cx="0" cy="1841097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3029639" y="5540721"/>
            <a:ext cx="605927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3635566" y="4351663"/>
            <a:ext cx="0" cy="1125684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3635566" y="4329629"/>
            <a:ext cx="605928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132070" y="3861724"/>
            <a:ext cx="3545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838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problem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922" y="2348001"/>
            <a:ext cx="4896533" cy="332468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503695" y="3330292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79699" y="4969897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6808206" y="5540721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7387628" y="2534970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6808206" y="2498756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6753888" y="2544023"/>
            <a:ext cx="0" cy="2933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433851" y="2170323"/>
            <a:ext cx="0" cy="3800819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512228" y="5708903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2666082" y="3330292"/>
            <a:ext cx="3767769" cy="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799166" y="1880272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3029639" y="2498756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3018622" y="2534970"/>
            <a:ext cx="0" cy="560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3029639" y="3117773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6162101" y="2509773"/>
            <a:ext cx="0" cy="5969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953219" y="3330292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3018622" y="3699624"/>
            <a:ext cx="61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3018622" y="3699624"/>
            <a:ext cx="0" cy="18410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3029639" y="5540721"/>
            <a:ext cx="6059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3635566" y="4351663"/>
            <a:ext cx="0" cy="11256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3635566" y="4329629"/>
            <a:ext cx="6059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088072" y="4278867"/>
            <a:ext cx="35458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26" name="直線接點 25"/>
          <p:cNvCxnSpPr/>
          <p:nvPr/>
        </p:nvCxnSpPr>
        <p:spPr>
          <a:xfrm>
            <a:off x="5174255" y="3341309"/>
            <a:ext cx="0" cy="282813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4241494" y="3699624"/>
            <a:ext cx="0" cy="630005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241494" y="3699624"/>
            <a:ext cx="627961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4891489" y="3699624"/>
            <a:ext cx="0" cy="1200046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H="1">
            <a:off x="4318612" y="4921704"/>
            <a:ext cx="550843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4263528" y="4910687"/>
            <a:ext cx="0" cy="577677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4318612" y="5540721"/>
            <a:ext cx="1193495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5379699" y="5592979"/>
            <a:ext cx="35458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2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9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problem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922" y="2348001"/>
            <a:ext cx="4896533" cy="33246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/>
          <p:cNvSpPr txBox="1"/>
          <p:nvPr/>
        </p:nvSpPr>
        <p:spPr>
          <a:xfrm>
            <a:off x="3503695" y="3330292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79699" y="4969897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6808206" y="5540721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7387628" y="2534970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6808206" y="2498756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6753888" y="2544023"/>
            <a:ext cx="0" cy="2933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433851" y="2170323"/>
            <a:ext cx="0" cy="3800819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512228" y="5708903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2666082" y="3330292"/>
            <a:ext cx="3767769" cy="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799166" y="1880272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3029639" y="2498756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3018622" y="2534970"/>
            <a:ext cx="0" cy="560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3029639" y="3117773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6162101" y="2509773"/>
            <a:ext cx="0" cy="5969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3953219" y="3330292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3018622" y="3699624"/>
            <a:ext cx="61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3018622" y="3699624"/>
            <a:ext cx="0" cy="18410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3029639" y="5540721"/>
            <a:ext cx="6059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3635566" y="4351663"/>
            <a:ext cx="0" cy="11256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3635566" y="4329629"/>
            <a:ext cx="6059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088072" y="4278867"/>
            <a:ext cx="35458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26" name="直線接點 25"/>
          <p:cNvCxnSpPr/>
          <p:nvPr/>
        </p:nvCxnSpPr>
        <p:spPr>
          <a:xfrm>
            <a:off x="5174255" y="3341309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4241494" y="3699624"/>
            <a:ext cx="0" cy="63000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241494" y="3699624"/>
            <a:ext cx="62796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4891489" y="3699624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H="1">
            <a:off x="4318612" y="4921704"/>
            <a:ext cx="55084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4263528" y="4910687"/>
            <a:ext cx="0" cy="5776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4318612" y="5540721"/>
            <a:ext cx="119349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5379699" y="5592979"/>
            <a:ext cx="354584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2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21" name="直線單箭頭接點 20"/>
          <p:cNvCxnSpPr/>
          <p:nvPr/>
        </p:nvCxnSpPr>
        <p:spPr>
          <a:xfrm>
            <a:off x="5512107" y="5540721"/>
            <a:ext cx="583893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6129051" y="3699624"/>
            <a:ext cx="0" cy="1841097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>
            <a:off x="5512107" y="3699624"/>
            <a:ext cx="583893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5512107" y="3699624"/>
            <a:ext cx="0" cy="1200046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435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problem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56" y="2370034"/>
            <a:ext cx="4896533" cy="33246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/>
          <p:cNvSpPr txBox="1"/>
          <p:nvPr/>
        </p:nvSpPr>
        <p:spPr>
          <a:xfrm>
            <a:off x="1542729" y="3352325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18733" y="4991930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>
            <a:off x="4847240" y="5562754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V="1">
            <a:off x="5426662" y="2557003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4847240" y="2520789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4803939" y="2566056"/>
            <a:ext cx="0" cy="2933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4472885" y="2192356"/>
            <a:ext cx="0" cy="3800819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551262" y="5730936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705116" y="3352325"/>
            <a:ext cx="3767769" cy="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38200" y="1902305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1068673" y="2520789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1057656" y="2557003"/>
            <a:ext cx="0" cy="560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068673" y="3139806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4201135" y="2531806"/>
            <a:ext cx="0" cy="5969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1992253" y="3352325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1057656" y="3721657"/>
            <a:ext cx="61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1057656" y="3721657"/>
            <a:ext cx="0" cy="18410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068673" y="5562754"/>
            <a:ext cx="6059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1674600" y="4373696"/>
            <a:ext cx="0" cy="11256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1674600" y="4351662"/>
            <a:ext cx="6059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127106" y="4300900"/>
            <a:ext cx="35458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26" name="直線接點 25"/>
          <p:cNvCxnSpPr/>
          <p:nvPr/>
        </p:nvCxnSpPr>
        <p:spPr>
          <a:xfrm>
            <a:off x="3213289" y="3363342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2280528" y="3721657"/>
            <a:ext cx="0" cy="63000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2280528" y="3721657"/>
            <a:ext cx="62796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2930523" y="3721657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H="1">
            <a:off x="2357646" y="4943737"/>
            <a:ext cx="55084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2302562" y="4932720"/>
            <a:ext cx="0" cy="5776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2357646" y="5562754"/>
            <a:ext cx="1777388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3418733" y="5615012"/>
            <a:ext cx="354584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2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4168085" y="3721657"/>
            <a:ext cx="0" cy="184109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>
            <a:off x="3551141" y="3721657"/>
            <a:ext cx="58389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3551141" y="3732674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向右箭號 37"/>
          <p:cNvSpPr/>
          <p:nvPr/>
        </p:nvSpPr>
        <p:spPr>
          <a:xfrm>
            <a:off x="6066847" y="3867083"/>
            <a:ext cx="411974" cy="385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177" y="2420412"/>
            <a:ext cx="4896533" cy="332468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文字方塊 43"/>
          <p:cNvSpPr txBox="1"/>
          <p:nvPr/>
        </p:nvSpPr>
        <p:spPr>
          <a:xfrm>
            <a:off x="7450950" y="3402703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326954" y="5042308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46" name="直線單箭頭接點 45"/>
          <p:cNvCxnSpPr/>
          <p:nvPr/>
        </p:nvCxnSpPr>
        <p:spPr>
          <a:xfrm>
            <a:off x="10755461" y="5613132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11334883" y="2607381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10755461" y="2571167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10701143" y="2616434"/>
            <a:ext cx="0" cy="23754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0381106" y="2242734"/>
            <a:ext cx="0" cy="3800819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0459483" y="5781314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6613337" y="3402703"/>
            <a:ext cx="3767769" cy="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6746421" y="1952683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54" name="直線單箭頭接點 53"/>
          <p:cNvCxnSpPr/>
          <p:nvPr/>
        </p:nvCxnSpPr>
        <p:spPr>
          <a:xfrm flipH="1">
            <a:off x="6976894" y="2571167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6965877" y="2607381"/>
            <a:ext cx="0" cy="560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6976894" y="3190184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10109356" y="2582184"/>
            <a:ext cx="0" cy="5969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7900474" y="3402703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H="1">
            <a:off x="6965877" y="3772035"/>
            <a:ext cx="61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6965877" y="3772035"/>
            <a:ext cx="0" cy="18410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976894" y="5613132"/>
            <a:ext cx="6059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7582821" y="4424074"/>
            <a:ext cx="0" cy="11256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7582821" y="4402040"/>
            <a:ext cx="6059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8035327" y="4351278"/>
            <a:ext cx="35458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65" name="直線接點 64"/>
          <p:cNvCxnSpPr/>
          <p:nvPr/>
        </p:nvCxnSpPr>
        <p:spPr>
          <a:xfrm>
            <a:off x="9121510" y="3413720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 flipV="1">
            <a:off x="8188749" y="3772035"/>
            <a:ext cx="0" cy="63000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8188749" y="3772035"/>
            <a:ext cx="62796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>
            <a:off x="8838744" y="3772035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H="1">
            <a:off x="8265867" y="4994115"/>
            <a:ext cx="55084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8210783" y="4983098"/>
            <a:ext cx="0" cy="5776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8265867" y="5613132"/>
            <a:ext cx="1777388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9326954" y="5665390"/>
            <a:ext cx="354584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2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73" name="直線單箭頭接點 72"/>
          <p:cNvCxnSpPr/>
          <p:nvPr/>
        </p:nvCxnSpPr>
        <p:spPr>
          <a:xfrm flipV="1">
            <a:off x="10076306" y="3772036"/>
            <a:ext cx="0" cy="12198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H="1">
            <a:off x="9459362" y="3772035"/>
            <a:ext cx="58389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9459362" y="3783052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>
            <a:off x="10109356" y="5613132"/>
            <a:ext cx="59178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>
            <a:off x="10087322" y="5002947"/>
            <a:ext cx="59178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3977089" y="4790427"/>
            <a:ext cx="980501" cy="8749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6760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problem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56" y="2370034"/>
            <a:ext cx="4896533" cy="33246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/>
          <p:cNvSpPr txBox="1"/>
          <p:nvPr/>
        </p:nvSpPr>
        <p:spPr>
          <a:xfrm>
            <a:off x="1542729" y="3352325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18733" y="4991930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5426662" y="2557003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4847240" y="2520789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4803939" y="2566056"/>
            <a:ext cx="0" cy="23935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4472885" y="2192356"/>
            <a:ext cx="0" cy="3800819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551262" y="5730936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705116" y="3352325"/>
            <a:ext cx="3767769" cy="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38200" y="1902305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1068673" y="2520789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1057656" y="2557003"/>
            <a:ext cx="0" cy="560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068673" y="3139806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4201135" y="2531806"/>
            <a:ext cx="0" cy="5969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1992253" y="3352325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1057656" y="3721657"/>
            <a:ext cx="61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1057656" y="3721657"/>
            <a:ext cx="0" cy="18410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068673" y="5562754"/>
            <a:ext cx="6059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1674600" y="4373696"/>
            <a:ext cx="0" cy="11256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1674600" y="4351662"/>
            <a:ext cx="6059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127106" y="4300900"/>
            <a:ext cx="35458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26" name="直線接點 25"/>
          <p:cNvCxnSpPr/>
          <p:nvPr/>
        </p:nvCxnSpPr>
        <p:spPr>
          <a:xfrm>
            <a:off x="3213289" y="3363342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2280528" y="3721657"/>
            <a:ext cx="0" cy="63000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2280528" y="3721657"/>
            <a:ext cx="62796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2930523" y="3721657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H="1">
            <a:off x="2357646" y="4943737"/>
            <a:ext cx="55084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2302562" y="4932720"/>
            <a:ext cx="0" cy="5776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2357646" y="5562754"/>
            <a:ext cx="3069016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3418733" y="5615012"/>
            <a:ext cx="354584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2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36" name="直線單箭頭接點 35"/>
          <p:cNvCxnSpPr/>
          <p:nvPr/>
        </p:nvCxnSpPr>
        <p:spPr>
          <a:xfrm flipV="1">
            <a:off x="4168085" y="3721658"/>
            <a:ext cx="0" cy="122207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>
            <a:off x="3551141" y="3721657"/>
            <a:ext cx="58389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3551141" y="3732674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向右箭號 37"/>
          <p:cNvSpPr/>
          <p:nvPr/>
        </p:nvSpPr>
        <p:spPr>
          <a:xfrm>
            <a:off x="6066847" y="3867083"/>
            <a:ext cx="411974" cy="385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177" y="2420412"/>
            <a:ext cx="4896533" cy="332468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文字方塊 43"/>
          <p:cNvSpPr txBox="1"/>
          <p:nvPr/>
        </p:nvSpPr>
        <p:spPr>
          <a:xfrm>
            <a:off x="7450950" y="3402703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9326954" y="5042308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47" name="直線單箭頭接點 46"/>
          <p:cNvCxnSpPr/>
          <p:nvPr/>
        </p:nvCxnSpPr>
        <p:spPr>
          <a:xfrm flipV="1">
            <a:off x="11334883" y="2607381"/>
            <a:ext cx="0" cy="30057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10755461" y="2571167"/>
            <a:ext cx="57942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10701143" y="2616434"/>
            <a:ext cx="0" cy="23754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10381106" y="2242734"/>
            <a:ext cx="0" cy="3800819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0459483" y="5781314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52" name="直線接點 51"/>
          <p:cNvCxnSpPr/>
          <p:nvPr/>
        </p:nvCxnSpPr>
        <p:spPr>
          <a:xfrm>
            <a:off x="6613337" y="3402703"/>
            <a:ext cx="3767769" cy="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6746421" y="1952683"/>
            <a:ext cx="17508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Hamiltonian cycle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cxnSp>
        <p:nvCxnSpPr>
          <p:cNvPr id="54" name="直線單箭頭接點 53"/>
          <p:cNvCxnSpPr/>
          <p:nvPr/>
        </p:nvCxnSpPr>
        <p:spPr>
          <a:xfrm flipH="1">
            <a:off x="6976894" y="2571167"/>
            <a:ext cx="30663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6965877" y="2607381"/>
            <a:ext cx="0" cy="5607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6976894" y="3190184"/>
            <a:ext cx="24824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10109356" y="2582184"/>
            <a:ext cx="0" cy="5969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7900474" y="3402703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 flipH="1">
            <a:off x="6965877" y="3772035"/>
            <a:ext cx="61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6965877" y="3772035"/>
            <a:ext cx="0" cy="18410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976894" y="5613132"/>
            <a:ext cx="6059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7582821" y="4424074"/>
            <a:ext cx="0" cy="11256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>
            <a:off x="7582821" y="4402040"/>
            <a:ext cx="6059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8035327" y="4351278"/>
            <a:ext cx="35458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1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65" name="直線接點 64"/>
          <p:cNvCxnSpPr/>
          <p:nvPr/>
        </p:nvCxnSpPr>
        <p:spPr>
          <a:xfrm>
            <a:off x="9121510" y="3413720"/>
            <a:ext cx="0" cy="2828137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/>
          <p:nvPr/>
        </p:nvCxnSpPr>
        <p:spPr>
          <a:xfrm flipV="1">
            <a:off x="8188749" y="3772035"/>
            <a:ext cx="0" cy="63000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8188749" y="3772035"/>
            <a:ext cx="62796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/>
          <p:nvPr/>
        </p:nvCxnSpPr>
        <p:spPr>
          <a:xfrm>
            <a:off x="8838744" y="3772035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H="1">
            <a:off x="8265867" y="4994115"/>
            <a:ext cx="55084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8210783" y="4983098"/>
            <a:ext cx="0" cy="577677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>
            <a:off x="8265867" y="5613132"/>
            <a:ext cx="3069016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9326954" y="5665390"/>
            <a:ext cx="354584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b="1" baseline="-25000" dirty="0">
                <a:solidFill>
                  <a:srgbClr val="FF0000"/>
                </a:solidFill>
              </a:rPr>
              <a:t>2</a:t>
            </a:r>
            <a:endParaRPr lang="zh-TW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73" name="直線單箭頭接點 72"/>
          <p:cNvCxnSpPr/>
          <p:nvPr/>
        </p:nvCxnSpPr>
        <p:spPr>
          <a:xfrm flipV="1">
            <a:off x="10076306" y="3772036"/>
            <a:ext cx="0" cy="121989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9459362" y="3783052"/>
            <a:ext cx="0" cy="120004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H="1">
            <a:off x="10087322" y="5002947"/>
            <a:ext cx="59178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H="1">
            <a:off x="4176991" y="4959641"/>
            <a:ext cx="59178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/>
          <p:nvPr/>
        </p:nvCxnSpPr>
        <p:spPr>
          <a:xfrm flipV="1">
            <a:off x="10095429" y="3186068"/>
            <a:ext cx="0" cy="5969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>
            <a:off x="9468415" y="3199237"/>
            <a:ext cx="0" cy="5424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42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of stripping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)∈{(5,4),(4,4)}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 and t are different color . (Color-Compatibility)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48" y="3234268"/>
            <a:ext cx="2857899" cy="2095792"/>
          </a:xfrm>
          <a:prstGeom prst="rect">
            <a:avLst/>
          </a:prstGeom>
          <a:ln w="19050">
            <a:noFill/>
          </a:ln>
        </p:spPr>
      </p:pic>
      <p:sp>
        <p:nvSpPr>
          <p:cNvPr id="8" name="文字方塊 7"/>
          <p:cNvSpPr txBox="1"/>
          <p:nvPr/>
        </p:nvSpPr>
        <p:spPr>
          <a:xfrm>
            <a:off x="3559157" y="3753188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26601" y="4376871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3839431" y="3415294"/>
            <a:ext cx="0" cy="525784"/>
          </a:xfrm>
          <a:prstGeom prst="straightConnector1">
            <a:avLst/>
          </a:prstGeom>
          <a:ln w="1905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3858671" y="3379080"/>
            <a:ext cx="58658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4490519" y="3415294"/>
            <a:ext cx="0" cy="1774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2046084" y="5198827"/>
            <a:ext cx="23991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1964603" y="3415294"/>
            <a:ext cx="0" cy="1774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2046084" y="3379080"/>
            <a:ext cx="11709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3245668" y="3415294"/>
            <a:ext cx="0" cy="5257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H="1">
            <a:off x="2622487" y="3968237"/>
            <a:ext cx="5854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2595328" y="3986343"/>
            <a:ext cx="0" cy="5778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2622487" y="4591312"/>
            <a:ext cx="121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3848484" y="3415294"/>
            <a:ext cx="0" cy="5529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圖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572" y="3234268"/>
            <a:ext cx="2857899" cy="2095792"/>
          </a:xfrm>
          <a:prstGeom prst="rect">
            <a:avLst/>
          </a:prstGeom>
          <a:ln w="19050">
            <a:noFill/>
          </a:ln>
        </p:spPr>
      </p:pic>
      <p:sp>
        <p:nvSpPr>
          <p:cNvPr id="33" name="文字方塊 32"/>
          <p:cNvSpPr txBox="1"/>
          <p:nvPr/>
        </p:nvSpPr>
        <p:spPr>
          <a:xfrm>
            <a:off x="8537054" y="3792222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885980" y="4406646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35" name="直線接點 34"/>
          <p:cNvCxnSpPr/>
          <p:nvPr/>
        </p:nvCxnSpPr>
        <p:spPr>
          <a:xfrm>
            <a:off x="7949416" y="3051018"/>
            <a:ext cx="0" cy="250781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8876927" y="3424347"/>
            <a:ext cx="0" cy="5257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8885980" y="3379080"/>
            <a:ext cx="58394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9506139" y="3379080"/>
            <a:ext cx="0" cy="18106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>
            <a:off x="8265814" y="5189774"/>
            <a:ext cx="1204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8265814" y="4591312"/>
            <a:ext cx="6111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6998331" y="3388133"/>
            <a:ext cx="0" cy="18106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7043596" y="3379080"/>
            <a:ext cx="5251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7632071" y="3388133"/>
            <a:ext cx="0" cy="1203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H="1">
            <a:off x="7052649" y="5207880"/>
            <a:ext cx="52510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H="1">
            <a:off x="7822196" y="5198827"/>
            <a:ext cx="26254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7813141" y="4591312"/>
            <a:ext cx="27160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7405735" y="5737349"/>
            <a:ext cx="193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answer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353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of stripping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2" name="圖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03" y="2645793"/>
            <a:ext cx="2857899" cy="2095792"/>
          </a:xfrm>
          <a:prstGeom prst="rect">
            <a:avLst/>
          </a:prstGeom>
          <a:ln w="19050">
            <a:noFill/>
          </a:ln>
        </p:spPr>
      </p:pic>
      <p:sp>
        <p:nvSpPr>
          <p:cNvPr id="33" name="文字方塊 32"/>
          <p:cNvSpPr txBox="1"/>
          <p:nvPr/>
        </p:nvSpPr>
        <p:spPr>
          <a:xfrm>
            <a:off x="2869585" y="3203747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218511" y="3818171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35" name="直線接點 34"/>
          <p:cNvCxnSpPr/>
          <p:nvPr/>
        </p:nvCxnSpPr>
        <p:spPr>
          <a:xfrm>
            <a:off x="2281947" y="2462543"/>
            <a:ext cx="0" cy="2507810"/>
          </a:xfrm>
          <a:prstGeom prst="line">
            <a:avLst/>
          </a:prstGeom>
          <a:ln w="3810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3209458" y="2835872"/>
            <a:ext cx="0" cy="5257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3218511" y="2790605"/>
            <a:ext cx="58394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3838670" y="2790605"/>
            <a:ext cx="0" cy="18106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>
            <a:off x="2598345" y="4601299"/>
            <a:ext cx="12041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2598345" y="4002837"/>
            <a:ext cx="6111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/>
          <p:nvPr/>
        </p:nvCxnSpPr>
        <p:spPr>
          <a:xfrm flipV="1">
            <a:off x="1330862" y="2799658"/>
            <a:ext cx="0" cy="18106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1376127" y="2790605"/>
            <a:ext cx="52510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1964602" y="2799658"/>
            <a:ext cx="0" cy="1203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H="1">
            <a:off x="1385180" y="4619405"/>
            <a:ext cx="52510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H="1">
            <a:off x="2154727" y="4610352"/>
            <a:ext cx="26254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>
            <a:off x="2145672" y="4002837"/>
            <a:ext cx="27160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2417276" y="2462543"/>
            <a:ext cx="1584726" cy="2507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023" y="2901947"/>
            <a:ext cx="2429214" cy="1629002"/>
          </a:xfrm>
          <a:prstGeom prst="rect">
            <a:avLst/>
          </a:prstGeom>
        </p:spPr>
      </p:pic>
      <p:sp>
        <p:nvSpPr>
          <p:cNvPr id="37" name="文字方塊 36"/>
          <p:cNvSpPr txBox="1"/>
          <p:nvPr/>
        </p:nvSpPr>
        <p:spPr>
          <a:xfrm>
            <a:off x="6752013" y="3338273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381595" y="3347116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78409" y="4862174"/>
            <a:ext cx="5271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Color-Compatibility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not Hamiltonian path (Case 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3035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of stripping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r="14269"/>
          <a:stretch/>
        </p:blipFill>
        <p:spPr>
          <a:xfrm>
            <a:off x="1144103" y="2645793"/>
            <a:ext cx="2450123" cy="2095792"/>
          </a:xfrm>
          <a:prstGeom prst="rect">
            <a:avLst/>
          </a:prstGeom>
          <a:ln w="19050">
            <a:noFill/>
          </a:ln>
        </p:spPr>
      </p:pic>
      <p:sp>
        <p:nvSpPr>
          <p:cNvPr id="5" name="文字方塊 4"/>
          <p:cNvSpPr txBox="1"/>
          <p:nvPr/>
        </p:nvSpPr>
        <p:spPr>
          <a:xfrm>
            <a:off x="2453125" y="2950250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95921" y="2950250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53126" y="2453489"/>
            <a:ext cx="907612" cy="2544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>
            <a:off x="2580238" y="3413156"/>
            <a:ext cx="0" cy="11135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2625504" y="4626321"/>
            <a:ext cx="4885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V="1">
            <a:off x="3204927" y="3413156"/>
            <a:ext cx="0" cy="11950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00" y="2610968"/>
            <a:ext cx="2648320" cy="104789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5388794" y="4342067"/>
            <a:ext cx="5271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Color-Compatibility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not Hamiltonian path (Case 2)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8146246" y="3043824"/>
            <a:ext cx="226336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146246" y="2449308"/>
            <a:ext cx="264816" cy="369332"/>
          </a:xfrm>
          <a:prstGeom prst="rect">
            <a:avLst/>
          </a:prstGeom>
          <a:ln w="19050">
            <a:noFill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044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presented a linear-time algorithm for finding a longest path in a rectangular grid graph between any two given vertices. Since the longest path problem is NP-hard in general grid graphs , it remains open whether the problem is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polynomially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solvable in solid grid graphs.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675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793</Words>
  <Application>Microsoft Office PowerPoint</Application>
  <PresentationFormat>寬螢幕</PresentationFormat>
  <Paragraphs>150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標楷體</vt:lpstr>
      <vt:lpstr>Arial</vt:lpstr>
      <vt:lpstr>Calibri</vt:lpstr>
      <vt:lpstr>Calibri Light</vt:lpstr>
      <vt:lpstr>Times New Roman</vt:lpstr>
      <vt:lpstr>Office 佈景主題</vt:lpstr>
      <vt:lpstr>A linear-time algorithm for the longest path problem in rectangular grid graphs</vt:lpstr>
      <vt:lpstr>Abstract</vt:lpstr>
      <vt:lpstr>R(m,n,s,t)</vt:lpstr>
      <vt:lpstr>The longest path problem in grid graph</vt:lpstr>
      <vt:lpstr>Hamiltonian path</vt:lpstr>
      <vt:lpstr>Color-Compatibility</vt:lpstr>
      <vt:lpstr>Color-Compatibility but not Hamiltonian path   </vt:lpstr>
      <vt:lpstr>Strip (Simplify the problem)</vt:lpstr>
      <vt:lpstr>Strip (Simplify the problem)</vt:lpstr>
      <vt:lpstr>Split (Simplify the problem)</vt:lpstr>
      <vt:lpstr>Simplify the problem</vt:lpstr>
      <vt:lpstr>Simplify the problem</vt:lpstr>
      <vt:lpstr>Simplify the problem</vt:lpstr>
      <vt:lpstr>Simplify the problem</vt:lpstr>
      <vt:lpstr>Simplify the problem</vt:lpstr>
      <vt:lpstr>Simplify the problem</vt:lpstr>
      <vt:lpstr>Simplify the problem</vt:lpstr>
      <vt:lpstr>Exception of stripping</vt:lpstr>
      <vt:lpstr>Exception of stripping</vt:lpstr>
      <vt:lpstr>Exception of stripping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pplab</cp:lastModifiedBy>
  <cp:revision>13</cp:revision>
  <dcterms:created xsi:type="dcterms:W3CDTF">2020-10-24T15:12:38Z</dcterms:created>
  <dcterms:modified xsi:type="dcterms:W3CDTF">2020-10-27T12:04:41Z</dcterms:modified>
</cp:coreProperties>
</file>