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312" r:id="rId3"/>
    <p:sldId id="257" r:id="rId4"/>
    <p:sldId id="313" r:id="rId5"/>
    <p:sldId id="259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9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A61A8-601C-4D8A-ADDD-D3C380DA843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E8451-CAA9-4077-B698-C55451FF32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057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因為</a:t>
            </a:r>
            <a:r>
              <a:rPr lang="en-US" altLang="zh-TW" dirty="0"/>
              <a:t>a</a:t>
            </a:r>
            <a:r>
              <a:rPr lang="zh-TW" altLang="en-US" dirty="0"/>
              <a:t>和</a:t>
            </a:r>
            <a:r>
              <a:rPr lang="en-US" altLang="zh-TW" dirty="0"/>
              <a:t>b</a:t>
            </a:r>
            <a:r>
              <a:rPr lang="zh-TW" altLang="en-US" dirty="0"/>
              <a:t>沒有</a:t>
            </a:r>
            <a:r>
              <a:rPr lang="en-US" altLang="zh-TW" dirty="0"/>
              <a:t>match</a:t>
            </a:r>
            <a:r>
              <a:rPr lang="zh-TW" altLang="en-US" dirty="0"/>
              <a:t>，所以直接從左邊或者上面選最大的延伸下來。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559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那麼最大的值就是從上面延伸下來，所以填入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727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因為</a:t>
            </a:r>
            <a:r>
              <a:rPr lang="en-US" altLang="zh-TW" dirty="0"/>
              <a:t>a</a:t>
            </a:r>
            <a:r>
              <a:rPr lang="zh-TW" altLang="en-US" dirty="0"/>
              <a:t>和</a:t>
            </a:r>
            <a:r>
              <a:rPr lang="en-US" altLang="zh-TW" dirty="0"/>
              <a:t>a</a:t>
            </a:r>
            <a:r>
              <a:rPr lang="zh-TW" altLang="en-US" dirty="0"/>
              <a:t>有</a:t>
            </a:r>
            <a:r>
              <a:rPr lang="en-US" altLang="zh-TW" dirty="0"/>
              <a:t>match</a:t>
            </a:r>
            <a:r>
              <a:rPr lang="zh-TW" altLang="en-US" dirty="0"/>
              <a:t>，所以這時候就要考量</a:t>
            </a:r>
            <a:r>
              <a:rPr lang="en-US" altLang="zh-TW" dirty="0"/>
              <a:t>match</a:t>
            </a:r>
            <a:r>
              <a:rPr lang="zh-TW" altLang="en-US" dirty="0"/>
              <a:t>的情況了，那麼先往前一個</a:t>
            </a:r>
            <a:r>
              <a:rPr lang="en-US" altLang="zh-TW" dirty="0"/>
              <a:t>b</a:t>
            </a:r>
            <a:r>
              <a:rPr lang="zh-TW" altLang="en-US" dirty="0"/>
              <a:t>的</a:t>
            </a:r>
            <a:r>
              <a:rPr lang="en-US" altLang="zh-TW" dirty="0"/>
              <a:t>S array</a:t>
            </a:r>
            <a:r>
              <a:rPr lang="zh-TW" altLang="en-US" dirty="0"/>
              <a:t>看，因為我</a:t>
            </a:r>
            <a:r>
              <a:rPr lang="en-US" altLang="zh-TW" dirty="0"/>
              <a:t>b</a:t>
            </a:r>
            <a:r>
              <a:rPr lang="zh-TW" altLang="en-US" dirty="0"/>
              <a:t> </a:t>
            </a:r>
            <a:r>
              <a:rPr lang="en-US" altLang="zh-TW" dirty="0"/>
              <a:t>match</a:t>
            </a:r>
            <a:r>
              <a:rPr lang="zh-TW" altLang="en-US" dirty="0"/>
              <a:t>完後，我還有</a:t>
            </a:r>
            <a:r>
              <a:rPr lang="en-US" altLang="zh-TW" dirty="0"/>
              <a:t>3</a:t>
            </a:r>
            <a:r>
              <a:rPr lang="zh-TW" altLang="en-US" dirty="0"/>
              <a:t>個</a:t>
            </a:r>
            <a:r>
              <a:rPr lang="en-US" altLang="zh-TW" dirty="0"/>
              <a:t>a</a:t>
            </a:r>
            <a:r>
              <a:rPr lang="zh-TW" altLang="en-US" dirty="0"/>
              <a:t>可以</a:t>
            </a:r>
            <a:r>
              <a:rPr lang="en-US" altLang="zh-TW" dirty="0"/>
              <a:t>match</a:t>
            </a:r>
            <a:r>
              <a:rPr lang="zh-TW" altLang="en-US" dirty="0"/>
              <a:t>，所以我直接從左邊的值</a:t>
            </a:r>
            <a:r>
              <a:rPr lang="en-US" altLang="zh-TW" dirty="0"/>
              <a:t>+1</a:t>
            </a:r>
            <a:r>
              <a:rPr lang="zh-TW" altLang="en-US" dirty="0"/>
              <a:t>後延伸過來。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66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那麼這時候已經確定他的值為</a:t>
            </a:r>
            <a:r>
              <a:rPr lang="en-US" altLang="zh-TW" dirty="0"/>
              <a:t>2</a:t>
            </a:r>
            <a:r>
              <a:rPr lang="zh-TW" altLang="en-US" dirty="0"/>
              <a:t>，這時候要找看看他的起始點。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381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所以這時候我確定，如果要算出</a:t>
            </a:r>
            <a:r>
              <a:rPr lang="en-US" altLang="zh-TW" dirty="0"/>
              <a:t>2</a:t>
            </a:r>
            <a:r>
              <a:rPr lang="zh-TW" altLang="en-US" dirty="0"/>
              <a:t>這個最大值，至少要用掉</a:t>
            </a:r>
            <a:r>
              <a:rPr lang="en-US" altLang="zh-TW" dirty="0"/>
              <a:t>1</a:t>
            </a:r>
            <a:r>
              <a:rPr lang="zh-TW" altLang="en-US" dirty="0"/>
              <a:t>個</a:t>
            </a:r>
            <a:r>
              <a:rPr lang="en-US" altLang="zh-TW" dirty="0"/>
              <a:t>a</a:t>
            </a:r>
            <a:r>
              <a:rPr lang="zh-TW" altLang="en-US" dirty="0"/>
              <a:t>了，所以我再來只剩下兩個</a:t>
            </a:r>
            <a:r>
              <a:rPr lang="en-US" altLang="zh-TW" dirty="0"/>
              <a:t>a</a:t>
            </a:r>
            <a:r>
              <a:rPr lang="zh-TW" altLang="en-US" dirty="0"/>
              <a:t>可以給之後做</a:t>
            </a:r>
            <a:r>
              <a:rPr lang="en-US" altLang="zh-TW" dirty="0"/>
              <a:t>match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124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395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2915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那麼這時候已經確定他的值為</a:t>
            </a:r>
            <a:r>
              <a:rPr lang="en-US" altLang="zh-TW" dirty="0"/>
              <a:t>3</a:t>
            </a:r>
            <a:r>
              <a:rPr lang="zh-TW" altLang="en-US" dirty="0"/>
              <a:t>，這時候要找看看他的起始點。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110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所以這時候我確定，如果要算出</a:t>
            </a:r>
            <a:r>
              <a:rPr lang="en-US" altLang="zh-TW" dirty="0"/>
              <a:t>3</a:t>
            </a:r>
            <a:r>
              <a:rPr lang="zh-TW" altLang="en-US" dirty="0"/>
              <a:t>這個最大值，至少要用掉</a:t>
            </a:r>
            <a:r>
              <a:rPr lang="en-US" altLang="zh-TW" dirty="0"/>
              <a:t>2</a:t>
            </a:r>
            <a:r>
              <a:rPr lang="zh-TW" altLang="en-US" dirty="0"/>
              <a:t>個</a:t>
            </a:r>
            <a:r>
              <a:rPr lang="en-US" altLang="zh-TW" dirty="0"/>
              <a:t>a</a:t>
            </a:r>
            <a:r>
              <a:rPr lang="zh-TW" altLang="en-US" dirty="0"/>
              <a:t>了，所以我再來只剩下一個</a:t>
            </a:r>
            <a:r>
              <a:rPr lang="en-US" altLang="zh-TW" dirty="0"/>
              <a:t>a</a:t>
            </a:r>
            <a:r>
              <a:rPr lang="zh-TW" altLang="en-US" dirty="0"/>
              <a:t>可以給之後做</a:t>
            </a:r>
            <a:r>
              <a:rPr lang="en-US" altLang="zh-TW" dirty="0"/>
              <a:t>match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855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892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194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那麼這時候已經確定他的值為</a:t>
            </a:r>
            <a:r>
              <a:rPr lang="en-US" altLang="zh-TW" dirty="0"/>
              <a:t>4</a:t>
            </a:r>
            <a:r>
              <a:rPr lang="zh-TW" altLang="en-US" dirty="0"/>
              <a:t>，這時候要找看看他的起始點。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9457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所以這時候我確定，如果要算出</a:t>
            </a:r>
            <a:r>
              <a:rPr lang="en-US" altLang="zh-TW" dirty="0"/>
              <a:t>4</a:t>
            </a:r>
            <a:r>
              <a:rPr lang="zh-TW" altLang="en-US" dirty="0"/>
              <a:t>這個最大值，至少要用掉</a:t>
            </a:r>
            <a:r>
              <a:rPr lang="en-US" altLang="zh-TW" dirty="0"/>
              <a:t>3</a:t>
            </a:r>
            <a:r>
              <a:rPr lang="zh-TW" altLang="en-US" dirty="0"/>
              <a:t>個</a:t>
            </a:r>
            <a:r>
              <a:rPr lang="en-US" altLang="zh-TW" dirty="0"/>
              <a:t>a</a:t>
            </a:r>
            <a:r>
              <a:rPr lang="zh-TW" altLang="en-US" dirty="0"/>
              <a:t>了，所以我再來只剩下</a:t>
            </a:r>
            <a:r>
              <a:rPr lang="en-US" altLang="zh-TW" dirty="0"/>
              <a:t>0</a:t>
            </a:r>
            <a:r>
              <a:rPr lang="zh-TW" altLang="en-US" dirty="0"/>
              <a:t>個</a:t>
            </a:r>
            <a:r>
              <a:rPr lang="en-US" altLang="zh-TW" dirty="0"/>
              <a:t>a</a:t>
            </a:r>
            <a:r>
              <a:rPr lang="zh-TW" altLang="en-US" dirty="0"/>
              <a:t>可以給之後做</a:t>
            </a:r>
            <a:r>
              <a:rPr lang="en-US" altLang="zh-TW" dirty="0"/>
              <a:t>match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387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56445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那麼最大值填入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157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那麼最大值填入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77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那麼最大值填入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4124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那麼最大值填入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046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那麼最大值填入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29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那麼最大值填入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234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那麼最大值填入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112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那麼最大值填入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5560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那麼最大值填入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777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那麼最大值填入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495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所以這時候我知道，要取得</a:t>
            </a:r>
            <a:r>
              <a:rPr lang="en-US" altLang="zh-TW" dirty="0"/>
              <a:t>5</a:t>
            </a:r>
            <a:r>
              <a:rPr lang="zh-TW" altLang="en-US" dirty="0"/>
              <a:t>的情況下，最少要花</a:t>
            </a:r>
            <a:r>
              <a:rPr lang="en-US" altLang="zh-TW" dirty="0"/>
              <a:t>2</a:t>
            </a:r>
            <a:r>
              <a:rPr lang="zh-TW" altLang="en-US" dirty="0"/>
              <a:t>個</a:t>
            </a:r>
            <a:r>
              <a:rPr lang="en-US" altLang="zh-TW" dirty="0"/>
              <a:t>a</a:t>
            </a:r>
            <a:r>
              <a:rPr lang="zh-TW" altLang="en-US" dirty="0"/>
              <a:t>，所以我在</a:t>
            </a:r>
            <a:r>
              <a:rPr lang="en-US" altLang="zh-TW" dirty="0"/>
              <a:t>S</a:t>
            </a:r>
            <a:r>
              <a:rPr lang="zh-TW" altLang="en-US" dirty="0"/>
              <a:t>紀錄說，如果我當下</a:t>
            </a:r>
            <a:r>
              <a:rPr lang="en-US" altLang="zh-TW" dirty="0"/>
              <a:t>match</a:t>
            </a:r>
            <a:r>
              <a:rPr lang="zh-TW" altLang="en-US" dirty="0"/>
              <a:t>完了，還有</a:t>
            </a:r>
            <a:r>
              <a:rPr lang="en-US" altLang="zh-TW" dirty="0"/>
              <a:t>1</a:t>
            </a:r>
            <a:r>
              <a:rPr lang="zh-TW" altLang="en-US" dirty="0"/>
              <a:t>個</a:t>
            </a:r>
            <a:r>
              <a:rPr lang="en-US" altLang="zh-TW" dirty="0"/>
              <a:t>a</a:t>
            </a:r>
            <a:r>
              <a:rPr lang="zh-TW" altLang="en-US" dirty="0"/>
              <a:t>可以在未來做</a:t>
            </a:r>
            <a:r>
              <a:rPr lang="en-US" altLang="zh-TW" dirty="0"/>
              <a:t>match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92594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1840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44023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6015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49866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02558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2314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16786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9826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3972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03553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E8451-CAA9-4077-B698-C55451FF324D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1199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097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30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01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015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494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433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0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3716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37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723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51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2BD3F-7331-4E63-B745-D962B1F7E1D9}" type="datetimeFigureOut">
              <a:rPr lang="zh-TW" altLang="en-US" smtClean="0"/>
              <a:t>2020/8/25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2C59E-300F-4519-A86A-CDE90107C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1111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 longest common subsequence between a run-length-encoded string and an uncompressed string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J.J. Liu, Y.L. Wang, R.C.T. Lee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Complexity 24 (2008) 173 – 184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 Song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 25, 2020</a:t>
            </a:r>
          </a:p>
        </p:txBody>
      </p:sp>
    </p:spTree>
    <p:extLst>
      <p:ext uri="{BB962C8B-B14F-4D97-AF65-F5344CB8AC3E}">
        <p14:creationId xmlns:p14="http://schemas.microsoft.com/office/powerpoint/2010/main" val="83222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paper, we propose an O(min{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})time algorithm for finding a longest common subsequence of strings X and Y with lengths M and N, respectively, and run-length-encoded lengths m and n, respectively. We propose a new recursive formula for finding a longest common subsequence of Y and X which is in the run-length-encoded format. That is, Y =y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···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X=r 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l1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 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···r 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lm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where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repeated character of run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l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its repetitions. There are three cases in the proposed recursive formula in which two cases are for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matching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The third case is for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mismatching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We will look specifically at the prior two cases that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matches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To determine which case will be used when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matches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we have to find a specific value which can be obtained by using another of our proposed recursive formulas.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081" r="-15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44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length encoded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baaabaaa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RLE(X) = 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986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201404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955184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625182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向右箭號 2"/>
          <p:cNvSpPr/>
          <p:nvPr/>
        </p:nvSpPr>
        <p:spPr>
          <a:xfrm>
            <a:off x="6001789" y="5145578"/>
            <a:ext cx="507076" cy="241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843406" y="4552350"/>
            <a:ext cx="3501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array :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儲存還能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的數量</a:t>
            </a:r>
          </a:p>
        </p:txBody>
      </p:sp>
    </p:spTree>
    <p:extLst>
      <p:ext uri="{BB962C8B-B14F-4D97-AF65-F5344CB8AC3E}">
        <p14:creationId xmlns:p14="http://schemas.microsoft.com/office/powerpoint/2010/main" val="3736695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370397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644873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12245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矩形 20"/>
          <p:cNvSpPr/>
          <p:nvPr/>
        </p:nvSpPr>
        <p:spPr>
          <a:xfrm>
            <a:off x="1309816" y="3827420"/>
            <a:ext cx="469557" cy="46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838200" y="4662357"/>
            <a:ext cx="289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剩餘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>
            <a:off x="1544594" y="4291913"/>
            <a:ext cx="0" cy="304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18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934771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449902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194744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2010032" y="3031524"/>
            <a:ext cx="0" cy="247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1672281" y="3393989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7545859" y="3739978"/>
            <a:ext cx="0" cy="139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7274011" y="5239265"/>
            <a:ext cx="2224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666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3682374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647934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624766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704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606686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76611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787611" y="3827420"/>
            <a:ext cx="469557" cy="46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>
            <a:off x="2022389" y="4291913"/>
            <a:ext cx="0" cy="304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315995" y="4662357"/>
            <a:ext cx="289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剩餘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/>
          <p:nvPr/>
        </p:nvCxnSpPr>
        <p:spPr>
          <a:xfrm>
            <a:off x="7644714" y="5231027"/>
            <a:ext cx="238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7533502" y="4861695"/>
            <a:ext cx="46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/>
          <p:cNvCxnSpPr/>
          <p:nvPr/>
        </p:nvCxnSpPr>
        <p:spPr>
          <a:xfrm>
            <a:off x="2195385" y="3381633"/>
            <a:ext cx="238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2084173" y="3012301"/>
            <a:ext cx="46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38200" y="5402133"/>
            <a:ext cx="4307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b,bbaaa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280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435704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867111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600189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1" name="直線單箭頭接點 10"/>
          <p:cNvCxnSpPr/>
          <p:nvPr/>
        </p:nvCxnSpPr>
        <p:spPr>
          <a:xfrm>
            <a:off x="7556269" y="3690851"/>
            <a:ext cx="340822" cy="1396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7664335" y="4019788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170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307941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41520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2252749" y="3827420"/>
            <a:ext cx="473826" cy="46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868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44956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2261440" y="3827420"/>
            <a:ext cx="469557" cy="46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2496218" y="4291913"/>
            <a:ext cx="0" cy="304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789824" y="4662357"/>
            <a:ext cx="289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剩餘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8030095" y="5228705"/>
            <a:ext cx="199505" cy="8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2618509" y="3374967"/>
            <a:ext cx="2410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2508383" y="3005635"/>
            <a:ext cx="46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899187" y="4872425"/>
            <a:ext cx="46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685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321897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624031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182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4476211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844785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955270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1" name="直線單箭頭接點 10"/>
          <p:cNvCxnSpPr/>
          <p:nvPr/>
        </p:nvCxnSpPr>
        <p:spPr>
          <a:xfrm>
            <a:off x="7581207" y="3724102"/>
            <a:ext cx="673333" cy="1363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7827388" y="3922581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296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5525670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493150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850589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734887" y="3823855"/>
            <a:ext cx="465513" cy="473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894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556321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249121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726952" y="3827420"/>
            <a:ext cx="469557" cy="46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>
            <a:off x="2961730" y="4291913"/>
            <a:ext cx="0" cy="304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2013235" y="4691875"/>
            <a:ext cx="289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剩餘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3134722" y="3381633"/>
            <a:ext cx="238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3023510" y="3012301"/>
            <a:ext cx="46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>
            <a:off x="8396623" y="5245873"/>
            <a:ext cx="238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8285411" y="4876541"/>
            <a:ext cx="46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808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536084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89109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578787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189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069706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405039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967392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7631084" y="3707476"/>
            <a:ext cx="989214" cy="1388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7980218" y="3922581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959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157481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955157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301992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208714" y="3823855"/>
            <a:ext cx="465513" cy="473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507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869306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081971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9019309" y="3699164"/>
            <a:ext cx="0" cy="1421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8753302" y="5212080"/>
            <a:ext cx="257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3921958" y="3014899"/>
            <a:ext cx="0" cy="247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3584207" y="3377364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504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854766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984307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550032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207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586744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76236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674225" y="3827420"/>
            <a:ext cx="473826" cy="46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>
            <a:off x="3917694" y="4291913"/>
            <a:ext cx="0" cy="304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3150522" y="4695310"/>
            <a:ext cx="289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沒有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9102436" y="5212080"/>
            <a:ext cx="2493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4051069" y="3352800"/>
            <a:ext cx="2493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687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996480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803141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533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8551298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302620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8005156" y="3632662"/>
            <a:ext cx="1363288" cy="144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8467468" y="3922581"/>
            <a:ext cx="565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14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157670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193067"/>
              </p:ext>
            </p:extLst>
          </p:nvPr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145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621163" y="1745178"/>
          <a:ext cx="3692611" cy="376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148048" y="3827420"/>
            <a:ext cx="473826" cy="46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4391517" y="4291913"/>
            <a:ext cx="0" cy="304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3632660" y="4691875"/>
            <a:ext cx="2003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沒有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>
            <a:off x="4555375" y="3350029"/>
            <a:ext cx="182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9493135" y="5212080"/>
            <a:ext cx="249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119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278656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721039"/>
              </p:ext>
            </p:extLst>
          </p:nvPr>
        </p:nvGraphicFramePr>
        <p:xfrm>
          <a:off x="6621163" y="1745178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285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062740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25110"/>
              </p:ext>
            </p:extLst>
          </p:nvPr>
        </p:nvGraphicFramePr>
        <p:xfrm>
          <a:off x="6621163" y="1745178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8362604" y="3715789"/>
            <a:ext cx="1330036" cy="1379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8853053" y="4003161"/>
            <a:ext cx="60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740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263007"/>
              </p:ext>
            </p:extLst>
          </p:nvPr>
        </p:nvGraphicFramePr>
        <p:xfrm>
          <a:off x="6621163" y="1745178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9085811" y="3757353"/>
            <a:ext cx="606829" cy="1338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9301941" y="3986535"/>
            <a:ext cx="60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081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</a:t>
            </a:r>
            <a:endParaRPr lang="zh-TW" altLang="en-US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621163" y="1745178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9085811" y="3757353"/>
            <a:ext cx="606829" cy="1338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9301941" y="3986535"/>
            <a:ext cx="60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739581"/>
              </p:ext>
            </p:extLst>
          </p:nvPr>
        </p:nvGraphicFramePr>
        <p:xfrm>
          <a:off x="1696228" y="1745178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/>
          <p:nvPr/>
        </p:nvCxnSpPr>
        <p:spPr>
          <a:xfrm>
            <a:off x="3437669" y="3715789"/>
            <a:ext cx="1330036" cy="1379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3928118" y="4003161"/>
            <a:ext cx="60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966065" y="5827223"/>
            <a:ext cx="3347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two ‘a’ (better)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861092" y="5790397"/>
            <a:ext cx="3347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three ‘a’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930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956032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397616"/>
              </p:ext>
            </p:extLst>
          </p:nvPr>
        </p:nvGraphicFramePr>
        <p:xfrm>
          <a:off x="6621163" y="1745178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630189" y="3827420"/>
            <a:ext cx="473826" cy="46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987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643954"/>
              </p:ext>
            </p:extLst>
          </p:nvPr>
        </p:nvGraphicFramePr>
        <p:xfrm>
          <a:off x="6621163" y="1745178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621876" y="3827420"/>
            <a:ext cx="473826" cy="46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>
            <a:off x="4857033" y="4291913"/>
            <a:ext cx="0" cy="304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3784878" y="4714618"/>
            <a:ext cx="289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剩餘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4995949" y="3358342"/>
            <a:ext cx="236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9858895" y="5212080"/>
            <a:ext cx="224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687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subsequence(RLE)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296690"/>
              </p:ext>
            </p:extLst>
          </p:nvPr>
        </p:nvGraphicFramePr>
        <p:xfrm>
          <a:off x="838200" y="1825625"/>
          <a:ext cx="4730580" cy="174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069445"/>
              </p:ext>
            </p:extLst>
          </p:nvPr>
        </p:nvGraphicFramePr>
        <p:xfrm>
          <a:off x="838200" y="3827420"/>
          <a:ext cx="4730581" cy="46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0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4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658548"/>
              </p:ext>
            </p:extLst>
          </p:nvPr>
        </p:nvGraphicFramePr>
        <p:xfrm>
          <a:off x="6621163" y="1745178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011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 in O(1)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 :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203706"/>
              </p:ext>
            </p:extLst>
          </p:nvPr>
        </p:nvGraphicFramePr>
        <p:xfrm>
          <a:off x="2597803" y="1977935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5752407" y="4001294"/>
            <a:ext cx="343593" cy="1302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5378335" y="4001294"/>
            <a:ext cx="648392" cy="1303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962698" y="4001294"/>
            <a:ext cx="961505" cy="1302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823213" y="4081549"/>
            <a:ext cx="44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00995" y="4081549"/>
            <a:ext cx="44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764574" y="4081549"/>
            <a:ext cx="44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558741" y="5352297"/>
            <a:ext cx="26434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O(l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959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 in O(1)</a:t>
            </a:r>
            <a:endParaRPr lang="zh-TW" altLang="en-US" dirty="0"/>
          </a:p>
        </p:txBody>
      </p:sp>
      <p:sp>
        <p:nvSpPr>
          <p:cNvPr id="15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: 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字串中的第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6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: 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字串中的第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4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Y(q) = 6 , Y(p) = 8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RULCS(i-1,pre(Y(q)))+p-q+1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= RULCS(i-1,pre(Y(q)))-q+1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5-6 = 2-4+1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pre(q) is p’s originating element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899179"/>
              </p:ext>
            </p:extLst>
          </p:nvPr>
        </p:nvGraphicFramePr>
        <p:xfrm>
          <a:off x="7926261" y="1928058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>
            <a:off x="10291156" y="3951417"/>
            <a:ext cx="961505" cy="1302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10093032" y="4031672"/>
            <a:ext cx="44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748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 in O(1)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069890"/>
              </p:ext>
            </p:extLst>
          </p:nvPr>
        </p:nvGraphicFramePr>
        <p:xfrm>
          <a:off x="2539613" y="1504109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892994"/>
              </p:ext>
            </p:extLst>
          </p:nvPr>
        </p:nvGraphicFramePr>
        <p:xfrm>
          <a:off x="2908874" y="5488770"/>
          <a:ext cx="3323350" cy="1070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592040" y="1690688"/>
            <a:ext cx="2719014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RULCS(i-1,pre(Y(p)))-p+1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1-1+1=1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2–1=1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390510" y="6050212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32152" y="5541492"/>
            <a:ext cx="2776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RULCS(i-1,preY((p)))-p+1</a:t>
            </a:r>
          </a:p>
        </p:txBody>
      </p:sp>
    </p:spTree>
    <p:extLst>
      <p:ext uri="{BB962C8B-B14F-4D97-AF65-F5344CB8AC3E}">
        <p14:creationId xmlns:p14="http://schemas.microsoft.com/office/powerpoint/2010/main" val="6837512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 in O(1)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539603"/>
              </p:ext>
            </p:extLst>
          </p:nvPr>
        </p:nvGraphicFramePr>
        <p:xfrm>
          <a:off x="2539613" y="1504109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390510" y="6050212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94098"/>
              </p:ext>
            </p:extLst>
          </p:nvPr>
        </p:nvGraphicFramePr>
        <p:xfrm>
          <a:off x="2908874" y="5488770"/>
          <a:ext cx="3323350" cy="1070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592040" y="1690688"/>
            <a:ext cx="2719014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RULCS(i-1,pre(Y(p)))-p+1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1-2+1=0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3–2=1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32152" y="5541492"/>
            <a:ext cx="2776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RULCS(i-1,preY((p)))-p+1</a:t>
            </a:r>
          </a:p>
        </p:txBody>
      </p:sp>
    </p:spTree>
    <p:extLst>
      <p:ext uri="{BB962C8B-B14F-4D97-AF65-F5344CB8AC3E}">
        <p14:creationId xmlns:p14="http://schemas.microsoft.com/office/powerpoint/2010/main" val="11302922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 in O(1)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833974"/>
              </p:ext>
            </p:extLst>
          </p:nvPr>
        </p:nvGraphicFramePr>
        <p:xfrm>
          <a:off x="2539613" y="1504109"/>
          <a:ext cx="3692611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390510" y="6050212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2152" y="5541492"/>
            <a:ext cx="2776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RULCS(i-1,preY((p)))-p+1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260580"/>
              </p:ext>
            </p:extLst>
          </p:nvPr>
        </p:nvGraphicFramePr>
        <p:xfrm>
          <a:off x="2908874" y="5488770"/>
          <a:ext cx="3323350" cy="1070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592040" y="1690688"/>
            <a:ext cx="4240263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pre(q) is p’s originating element :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= RULCS(i-1,pre(Y(q)))-q+1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2 ,q =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flipH="1" flipV="1">
            <a:off x="3882046" y="5890896"/>
            <a:ext cx="249379" cy="252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3524596" y="3549535"/>
            <a:ext cx="623455" cy="1246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3591098" y="3622260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578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 in O(1)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254968"/>
              </p:ext>
            </p:extLst>
          </p:nvPr>
        </p:nvGraphicFramePr>
        <p:xfrm>
          <a:off x="2493238" y="1545673"/>
          <a:ext cx="4198504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390510" y="6050212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2152" y="5541492"/>
            <a:ext cx="2776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RULCS(i-1,preY((p)))-p+1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962954"/>
              </p:ext>
            </p:extLst>
          </p:nvPr>
        </p:nvGraphicFramePr>
        <p:xfrm>
          <a:off x="2908872" y="5530571"/>
          <a:ext cx="3782872" cy="1039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6656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7564629" y="1690688"/>
            <a:ext cx="2719014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RULCS(i-1,pre(Y(p)))-p+1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1-3+1=-1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4–3=1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 flipH="1" flipV="1">
            <a:off x="4064924" y="5852160"/>
            <a:ext cx="631767" cy="357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3591098" y="3516284"/>
            <a:ext cx="1105593" cy="1354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3769530" y="3613948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668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 in O(1)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020305"/>
              </p:ext>
            </p:extLst>
          </p:nvPr>
        </p:nvGraphicFramePr>
        <p:xfrm>
          <a:off x="2493238" y="1545673"/>
          <a:ext cx="4198504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390510" y="6050212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2152" y="5541492"/>
            <a:ext cx="2776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RULCS(i-1,preY((p)))-p+1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330642"/>
              </p:ext>
            </p:extLst>
          </p:nvPr>
        </p:nvGraphicFramePr>
        <p:xfrm>
          <a:off x="2908872" y="5530571"/>
          <a:ext cx="3782872" cy="1039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6656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7564629" y="1690688"/>
            <a:ext cx="2719014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RULCS(i-1,pre(Y(p)))-p+1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2-4+1=-1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4–4=0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>
            <a:off x="4073236" y="3524596"/>
            <a:ext cx="1496291" cy="1379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4592490" y="3722013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 flipH="1" flipV="1">
            <a:off x="4488873" y="5910824"/>
            <a:ext cx="1080654" cy="324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89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 in O(1)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57868"/>
              </p:ext>
            </p:extLst>
          </p:nvPr>
        </p:nvGraphicFramePr>
        <p:xfrm>
          <a:off x="2493238" y="1545673"/>
          <a:ext cx="4198504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390510" y="6050212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2152" y="5541492"/>
            <a:ext cx="2776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RULCS(i-1,preY((p)))-p+1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166043"/>
              </p:ext>
            </p:extLst>
          </p:nvPr>
        </p:nvGraphicFramePr>
        <p:xfrm>
          <a:off x="2908872" y="5530571"/>
          <a:ext cx="3782872" cy="1039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6656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7564629" y="1690688"/>
            <a:ext cx="2719014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RULCS(i-1,pre(Y(p)))-p+1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2-5+1=-2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4–5=-1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 flipH="1" flipV="1">
            <a:off x="4921135" y="5818909"/>
            <a:ext cx="1005840" cy="473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4372495" y="3524596"/>
            <a:ext cx="1554480" cy="1354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4592782" y="3832751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48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 in O(1)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053061"/>
              </p:ext>
            </p:extLst>
          </p:nvPr>
        </p:nvGraphicFramePr>
        <p:xfrm>
          <a:off x="2493238" y="1545673"/>
          <a:ext cx="4198504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390510" y="6050212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2152" y="5541492"/>
            <a:ext cx="2776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RULCS(i-1,preY((p)))-p+1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908872" y="5530571"/>
          <a:ext cx="3782872" cy="1039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6656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7564629" y="1690688"/>
            <a:ext cx="2719014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RULCS(i-1,pre(Y(p)))-p+1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2-5+1=-2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4–5=-1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 flipH="1" flipV="1">
            <a:off x="4921135" y="5818909"/>
            <a:ext cx="1005840" cy="473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5295207" y="3566160"/>
            <a:ext cx="631768" cy="1313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5532145" y="3853533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467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originating element in O(1)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184346"/>
              </p:ext>
            </p:extLst>
          </p:nvPr>
        </p:nvGraphicFramePr>
        <p:xfrm>
          <a:off x="2493238" y="1545673"/>
          <a:ext cx="4198504" cy="375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753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390510" y="6050212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2152" y="5541492"/>
            <a:ext cx="2776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RULCS(i-1,preY((p)))-p+1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216488"/>
              </p:ext>
            </p:extLst>
          </p:nvPr>
        </p:nvGraphicFramePr>
        <p:xfrm>
          <a:off x="2908872" y="5530571"/>
          <a:ext cx="3782872" cy="1039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0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6656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62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7564629" y="1690688"/>
            <a:ext cx="2719014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RULCS(i-1,pre(Y(p)))-p+1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2-6+1=-3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)-p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5–6=-1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5303540" y="3543224"/>
            <a:ext cx="1047404" cy="1352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5827242" y="3850378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 flipH="1" flipV="1">
            <a:off x="6192982" y="5910824"/>
            <a:ext cx="257694" cy="273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6661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runs in X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: Y’s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97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4323</Words>
  <Application>Microsoft Office PowerPoint</Application>
  <PresentationFormat>寬螢幕</PresentationFormat>
  <Paragraphs>3089</Paragraphs>
  <Slides>43</Slides>
  <Notes>36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Times New Roman</vt:lpstr>
      <vt:lpstr>Office 佈景主題</vt:lpstr>
      <vt:lpstr>Finding a longest common subsequence between a run-length-encoded string and an uncompressed string</vt:lpstr>
      <vt:lpstr>Abstract</vt:lpstr>
      <vt:lpstr>Run length encoded </vt:lpstr>
      <vt:lpstr>Longest common subsequence(RLE)</vt:lpstr>
      <vt:lpstr>Longest common subsequence(RLE)</vt:lpstr>
      <vt:lpstr>Longest common subsequence(RLE)</vt:lpstr>
      <vt:lpstr>Longest common subsequence(RLE)</vt:lpstr>
      <vt:lpstr>Longest common subsequence(RLE)</vt:lpstr>
      <vt:lpstr>Find originating element</vt:lpstr>
      <vt:lpstr>Find originating element</vt:lpstr>
      <vt:lpstr>Longest common subsequence(RLE)</vt:lpstr>
      <vt:lpstr>Longest common subsequence(RLE)</vt:lpstr>
      <vt:lpstr>Find originating element</vt:lpstr>
      <vt:lpstr>Find originating element</vt:lpstr>
      <vt:lpstr>Longest common subsequence(RLE)</vt:lpstr>
      <vt:lpstr>Longest common subsequence(RLE)</vt:lpstr>
      <vt:lpstr>Find originating element</vt:lpstr>
      <vt:lpstr>Find originating element</vt:lpstr>
      <vt:lpstr>Longest common subsequence(RLE)</vt:lpstr>
      <vt:lpstr>Longest common subsequence(RLE)</vt:lpstr>
      <vt:lpstr>Longest common subsequence(RLE)</vt:lpstr>
      <vt:lpstr>Longest common subsequence(RLE)</vt:lpstr>
      <vt:lpstr>Find originating element</vt:lpstr>
      <vt:lpstr>Find originating element</vt:lpstr>
      <vt:lpstr>Longest common subsequence(RLE)</vt:lpstr>
      <vt:lpstr>Longest common subsequence(RLE)</vt:lpstr>
      <vt:lpstr>Find originating element</vt:lpstr>
      <vt:lpstr>Find originating element</vt:lpstr>
      <vt:lpstr>Find originating element</vt:lpstr>
      <vt:lpstr>Longest common subsequence(RLE)</vt:lpstr>
      <vt:lpstr>Longest common subsequence(RLE)</vt:lpstr>
      <vt:lpstr>Longest common subsequence(RLE)</vt:lpstr>
      <vt:lpstr>Find originating element in O(1)</vt:lpstr>
      <vt:lpstr>Find originating element in O(1)</vt:lpstr>
      <vt:lpstr>Find originating element in O(1)</vt:lpstr>
      <vt:lpstr>Find originating element in O(1)</vt:lpstr>
      <vt:lpstr>Find originating element in O(1)</vt:lpstr>
      <vt:lpstr>Find originating element in O(1)</vt:lpstr>
      <vt:lpstr>Find originating element in O(1)</vt:lpstr>
      <vt:lpstr>Find originating element in O(1)</vt:lpstr>
      <vt:lpstr>Find originating element in O(1)</vt:lpstr>
      <vt:lpstr>Find originating element in O(1)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pplab</cp:lastModifiedBy>
  <cp:revision>37</cp:revision>
  <dcterms:created xsi:type="dcterms:W3CDTF">2020-08-24T08:57:23Z</dcterms:created>
  <dcterms:modified xsi:type="dcterms:W3CDTF">2020-08-25T09:06:57Z</dcterms:modified>
</cp:coreProperties>
</file>