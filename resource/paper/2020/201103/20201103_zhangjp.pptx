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60" r:id="rId4"/>
    <p:sldId id="288" r:id="rId5"/>
    <p:sldId id="289" r:id="rId6"/>
    <p:sldId id="287" r:id="rId7"/>
    <p:sldId id="262" r:id="rId8"/>
    <p:sldId id="282" r:id="rId9"/>
    <p:sldId id="283" r:id="rId10"/>
    <p:sldId id="284" r:id="rId11"/>
    <p:sldId id="285" r:id="rId12"/>
    <p:sldId id="286" r:id="rId13"/>
    <p:sldId id="290" r:id="rId14"/>
    <p:sldId id="313" r:id="rId15"/>
    <p:sldId id="314" r:id="rId16"/>
    <p:sldId id="291" r:id="rId17"/>
    <p:sldId id="316" r:id="rId18"/>
    <p:sldId id="298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5" r:id="rId3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00" autoAdjust="0"/>
  </p:normalViewPr>
  <p:slideViewPr>
    <p:cSldViewPr>
      <p:cViewPr varScale="1">
        <p:scale>
          <a:sx n="52" d="100"/>
          <a:sy n="52" d="100"/>
        </p:scale>
        <p:origin x="1926" y="78"/>
      </p:cViewPr>
      <p:guideLst>
        <p:guide orient="horz" pos="2160"/>
        <p:guide pos="288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Journal of Internet Technology </a:t>
            </a:r>
            <a:r>
              <a:rPr lang="zh-TW" altLang="en-US" dirty="0"/>
              <a:t>網際網路技術學刊 </a:t>
            </a:r>
            <a:r>
              <a:rPr lang="en-US" altLang="zh-TW" dirty="0"/>
              <a:t>2009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Ʃ = sigma</a:t>
            </a:r>
          </a:p>
          <a:p>
            <a:r>
              <a:rPr lang="el-GR" altLang="zh-TW" sz="12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zh-TW" sz="1200" dirty="0">
                <a:latin typeface="Times New Roman" pitchFamily="18" charset="0"/>
                <a:cs typeface="Times New Roman" pitchFamily="18" charset="0"/>
              </a:rPr>
              <a:t> = epsilon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956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289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742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5790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Algo.1:	O(m) = regular expression</a:t>
            </a:r>
            <a:r>
              <a:rPr lang="zh-TW" altLang="en-US" dirty="0"/>
              <a:t>轉換成</a:t>
            </a:r>
            <a:r>
              <a:rPr lang="en-US" altLang="zh-TW" dirty="0"/>
              <a:t>NFA</a:t>
            </a:r>
            <a:r>
              <a:rPr lang="zh-TW" altLang="en-US" dirty="0"/>
              <a:t>的時間</a:t>
            </a:r>
            <a:endParaRPr lang="en-US" altLang="zh-TW" dirty="0"/>
          </a:p>
          <a:p>
            <a:r>
              <a:rPr lang="en-US" altLang="zh-TW" dirty="0"/>
              <a:t>	O(2m + 4m) = topological sort </a:t>
            </a:r>
            <a:r>
              <a:rPr lang="zh-TW" altLang="en-US" dirty="0"/>
              <a:t>的時間</a:t>
            </a:r>
            <a:r>
              <a:rPr lang="en-US" altLang="zh-TW" dirty="0"/>
              <a:t>(topological sort </a:t>
            </a:r>
            <a:r>
              <a:rPr lang="zh-TW" altLang="en-US" dirty="0"/>
              <a:t>的</a:t>
            </a:r>
            <a:r>
              <a:rPr lang="en-US" altLang="zh-TW" dirty="0"/>
              <a:t>time</a:t>
            </a:r>
            <a:r>
              <a:rPr lang="zh-TW" altLang="en-US" dirty="0"/>
              <a:t> </a:t>
            </a:r>
            <a:r>
              <a:rPr lang="en-US" altLang="zh-TW" dirty="0"/>
              <a:t>complexity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|V|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|E|)</a:t>
            </a:r>
          </a:p>
          <a:p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05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2020/11/3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TW" alt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faster algorithm for finding shortest substring matches of a regular expression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Hiroaki Yamamoto</a:t>
            </a:r>
          </a:p>
          <a:p>
            <a:pPr fontAlgn="ctr"/>
            <a:endParaRPr lang="en-US" altLang="zh-TW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582831" y="4005064"/>
            <a:ext cx="60331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+mj-lt"/>
                <a:cs typeface="Times New Roman" pitchFamily="18" charset="0"/>
              </a:rPr>
              <a:t>Information Processing Letters 143 (2019) P56~P60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580112" y="5357171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Jing-Ping Chan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668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Date: Nov. 03, 2020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Consider a regular expression r of length m and a text string T of length n over an alphabet Ʃ. Then, the RE shortest substring search problem is to find all shortest substrings of T matching r. The previous algorithm proposed by Clarke and Cormack uses an ε-free nondeterministic finite automaton (NFA) and runs in O(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ksn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time and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space, where k is the maximum number of outgoing transitions for any state and symbol, and s is the number of states. Generally, an ε-free NFA obtained from a regular expression has s =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and k =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); thus the algorithm takes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time and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space. We propose a faster algorithm that runs in O(</a:t>
            </a:r>
            <a:r>
              <a:rPr lang="en-US" altLang="zh-TW" sz="2800" i="1" dirty="0" err="1"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time and O(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) space. The proposed algorithm is based on a Thompson automaton which is an NFA with ε-transitions.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RE shortest substring search problem: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: denotes the language denoted by an RE r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𝑃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= {x | x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and for any proper substring y of x,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}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𝑀𝑎𝑡𝑐h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𝑇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= {(</a:t>
                </a:r>
                <a:r>
                  <a:rPr lang="en-US" altLang="zh-TW" i="1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TW" i="1" dirty="0">
                    <a:latin typeface="Times New Roman" pitchFamily="18" charset="0"/>
                    <a:cs typeface="Times New Roman" pitchFamily="18" charset="0"/>
                  </a:rPr>
                  <a:t> , j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) |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≤ j, T[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i:j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]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}</a:t>
                </a:r>
              </a:p>
              <a:p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For example: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r = ab(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a|b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)*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ba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, then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𝑟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𝑎𝑏𝑏𝑎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𝑎𝑏𝑎𝑏𝑎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,…,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𝑎𝑏𝑎𝑏𝑏𝑎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,…</m:t>
                        </m:r>
                      </m:e>
                    </m:d>
                  </m:oMath>
                </a14:m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965" r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 = ab(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a|b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, T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aababaaaabaaaba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Substring matching r :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T[2:6]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ababa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T[2:11]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ababaaaaba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T[2:15]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ababaaaabaaaba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T[4:11]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abaaaaba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T[4:15]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abaaaabaaaba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T[9:15] =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abaaaba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11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R = ab(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a|b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)*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ba</a:t>
                </a: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, T =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aababaaaabaaaba</a:t>
                </a:r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𝑀𝑎𝑡𝑐h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𝑇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 :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T[2:6] =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ababa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T[4:11] =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abaaaaba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T[9:15] = </a:t>
                </a:r>
                <a:r>
                  <a:rPr lang="en-US" altLang="zh-TW" dirty="0" err="1">
                    <a:latin typeface="Times New Roman" pitchFamily="18" charset="0"/>
                    <a:cs typeface="Times New Roman" pitchFamily="18" charset="0"/>
                  </a:rPr>
                  <a:t>abaaaba</a:t>
                </a:r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CB24518C-0C4A-416B-ADF7-40F35CA6F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8" y="4511867"/>
            <a:ext cx="8856984" cy="206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8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T-NFA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Q : a set of states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sz="3200" dirty="0">
                    <a:latin typeface="Times New Roman" pitchFamily="18" charset="0"/>
                    <a:cs typeface="Times New Roman" pitchFamily="18" charset="0"/>
                  </a:rPr>
                  <a:t>Ʃ : is an alphabet</a:t>
                </a:r>
                <a:br>
                  <a:rPr lang="en-US" altLang="zh-TW" sz="32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l-GR" altLang="zh-TW" dirty="0"/>
                  <a:t>δ</a:t>
                </a:r>
                <a:r>
                  <a:rPr lang="en-US" altLang="zh-TW" dirty="0"/>
                  <a:t> : is a transition function from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×</m:t>
                    </m:r>
                  </m:oMath>
                </a14:m>
                <a:r>
                  <a:rPr lang="en-US" altLang="zh-TW" dirty="0"/>
                  <a:t> (Ʃ∩{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}) to 2</a:t>
                </a:r>
                <a:r>
                  <a:rPr lang="en-US" altLang="zh-TW" baseline="30000" dirty="0"/>
                  <a:t>Q</a:t>
                </a:r>
                <a:br>
                  <a:rPr lang="en-US" altLang="zh-TW" dirty="0"/>
                </a:br>
                <a:r>
                  <a:rPr lang="en-US" altLang="zh-TW" dirty="0"/>
                  <a:t>q</a:t>
                </a:r>
                <a:r>
                  <a:rPr lang="en-US" altLang="zh-TW" baseline="-25000" dirty="0"/>
                  <a:t>0 </a:t>
                </a:r>
                <a:r>
                  <a:rPr lang="en-US" altLang="zh-TW" dirty="0"/>
                  <a:t>: is the initial state</a:t>
                </a:r>
                <a:br>
                  <a:rPr lang="en-US" altLang="zh-TW" dirty="0"/>
                </a:br>
                <a:r>
                  <a:rPr lang="en-US" altLang="zh-TW" dirty="0" err="1"/>
                  <a:t>q</a:t>
                </a:r>
                <a:r>
                  <a:rPr lang="en-US" altLang="zh-TW" baseline="-25000" dirty="0" err="1"/>
                  <a:t>f</a:t>
                </a:r>
                <a:r>
                  <a:rPr lang="en-US" altLang="zh-TW" baseline="-25000" dirty="0"/>
                  <a:t> </a:t>
                </a:r>
                <a:r>
                  <a:rPr lang="en-US" altLang="zh-TW" dirty="0"/>
                  <a:t>: is the final state</a:t>
                </a:r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 r="-2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1BECAF45-D185-42C6-86B5-157F1C6FA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790" y="5168977"/>
            <a:ext cx="6066420" cy="141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7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57758"/>
              </a:xfrm>
            </p:spPr>
            <p:txBody>
              <a:bodyPr/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Construction of Thompson automaton for a regular expression.</a:t>
                </a:r>
                <a:b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</a:br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R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𝜖</m:t>
                    </m:r>
                  </m:oMath>
                </a14:m>
                <a:endParaRPr lang="en-US" altLang="zh-TW" dirty="0">
                  <a:latin typeface="Times New Roman" pitchFamily="18" charset="0"/>
                  <a:ea typeface="標楷體" pitchFamily="65" charset="-12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7758"/>
              </a:xfrm>
              <a:blipFill>
                <a:blip r:embed="rId2"/>
                <a:stretch>
                  <a:fillRect l="-1333" t="-1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B7868005-3F5E-403F-9DAA-8BF1D737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887" y="2995612"/>
            <a:ext cx="2562225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Construction of Thompson automaton for a regular expression.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 = a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AB81AE-4A9A-4C7C-89D8-49D56622F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028950"/>
            <a:ext cx="24003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59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Construction of Thompson automaton for a regular expression.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 = M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| M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566E05D-5466-4392-96DC-FD1FA4F4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62" y="3017054"/>
            <a:ext cx="51720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5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Construction of Thompson automaton for a regular expression.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 = M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E86558A-3356-472E-8FDA-FF531B3A0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3493304"/>
            <a:ext cx="61912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38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Construction of Thompson automaton for a regular expression.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 = M</a:t>
            </a:r>
            <a:r>
              <a:rPr lang="en-US" altLang="zh-TW" baseline="-25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*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20211E-FE43-472B-B6FA-8E9826DFA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3267075"/>
            <a:ext cx="51149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83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R = ab(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a|b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)*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ba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101283-F4B8-4D90-9070-54EE9E25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117"/>
            <a:ext cx="9144000" cy="21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05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57758"/>
              </a:xfrm>
            </p:spPr>
            <p:txBody>
              <a:bodyPr/>
              <a:lstStyle/>
              <a:p>
                <a:pPr marL="342900" lvl="1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𝑠𝑡𝑎𝑡𝑒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:{0,1,2,5,7,10,11}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itchFamily="65" charset="-120"/>
                        <a:cs typeface="Times New Roman" pitchFamily="18" charset="0"/>
                      </a:rPr>
                      <m:t>𝑠𝑡𝑎𝑡𝑒</m:t>
                    </m:r>
                  </m:oMath>
                </a14:m>
                <a:r>
                  <a:rPr lang="en-US" altLang="zh-TW" dirty="0">
                    <a:latin typeface="Times New Roman" pitchFamily="18" charset="0"/>
                    <a:ea typeface="標楷體" pitchFamily="65" charset="-120"/>
                    <a:cs typeface="Times New Roman" pitchFamily="18" charset="0"/>
                  </a:rPr>
                  <a:t>:{3,4,6,8,9}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7758"/>
              </a:xfrm>
              <a:blipFill>
                <a:blip r:embed="rId2"/>
                <a:stretch>
                  <a:fillRect t="-1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97101283-F4B8-4D90-9070-54EE9E258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3117"/>
            <a:ext cx="9144000" cy="21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74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B47CBC5-792C-4B97-8C9C-8539755F4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473" y="1600200"/>
            <a:ext cx="5385054" cy="475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55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altLang="zh-TW" sz="4100"/>
              <a:t>RE shortest substring search problem</a:t>
            </a:r>
            <a:r>
              <a:rPr lang="zh-TW" altLang="en-US" sz="4100"/>
              <a:t> </a:t>
            </a:r>
          </a:p>
        </p:txBody>
      </p:sp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AFC17AD6-EE6F-49C7-BC90-9E5F89F6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47" y="1600200"/>
            <a:ext cx="4548706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92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145598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87A754-7C06-4F55-8459-7D070EB516F3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C58BFA-3F2A-44DA-A3C4-3E481E8D7F7B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E1DF56-834A-43F0-B6B0-01E0CB5D018B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7D69F4E-06BC-4F68-99CD-2FB69E3065E0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E84682-4EC7-408E-8C39-760DE0B95357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02DB9-CC40-4F6D-B9F0-363C79B24AE7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8E5571-D62F-4D14-8EAB-04E47733685C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A34482B-FBF8-40F7-9B36-E0EA2D7A5D26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90BCD65-113D-447D-A342-915D63A32A0A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1FCF619-9B96-4E67-8A0C-CF0179ED7C73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D74EEED-6FEE-4F63-9DDB-A5AA14B16376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B49FC0C-675D-48AD-90FB-40E253FB51AD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9F0FDCCA-E8E1-4AE5-BFAC-632411361DB9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C0BDBC21-581B-48F4-8096-0B84152A97B3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7980D56-5236-4B7B-AED5-6A49038ABDED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627661C8-9A9D-490D-8F08-8B70F656840E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1F0DB3E-7BBF-49E7-B012-0B0E86870EEB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FA364B9-9BB2-479C-9120-6E7DB378937E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CBDAA4A-A2E3-4D11-BFA8-9DBDD2293678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F2F21564-BEDC-42E2-9FE4-F8C8A53421BD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95EDBE7-E2D4-4772-BE78-61CCB3EB54A5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FA13ADB-E726-4E06-9586-B06F9069B23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2D6E17E-96F1-4371-A427-637A4521EFF0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3C3CE043-CA4B-45BD-BFB7-AC9144C95257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FE1985D8-3E5F-42EF-B929-65111344563D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3357DEB-69E5-4816-B04A-B92CAD971BFE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8BAD144-5580-4BA4-9988-F2604A071517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7CF6D07D-5E8F-4EA7-A692-A1F6B6ACE299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D3AEB165-7F0F-4898-BACC-C234F45265E1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9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87A754-7C06-4F55-8459-7D070EB516F3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ababaaaabaaaba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C58BFA-3F2A-44DA-A3C4-3E481E8D7F7B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E1DF56-834A-43F0-B6B0-01E0CB5D018B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7D69F4E-06BC-4F68-99CD-2FB69E3065E0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E84682-4EC7-408E-8C39-760DE0B95357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B402DB9-CC40-4F6D-B9F0-363C79B24AE7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8E5571-D62F-4D14-8EAB-04E47733685C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E61849-D5A0-4BF2-9455-8D015B2F9D20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EF92E99-4DF6-403D-AF66-86E8D47DF4C1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D2AA25-C3AB-44EF-B993-800692AB52FB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FA1CFBA-1164-48C7-8B7A-14071F4CEBDB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38D7DB-51DF-4D6F-B453-35845A02B41E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B7E85B7-6C64-47B2-A6AC-A38AAA99787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8DDAA5A4-EC23-45BA-93F6-DE03CC1550E6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D0DFE2B-B57D-421A-A519-C9BFC2A112F5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19325942-0C80-4347-B780-1ECB6E4890B8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BC10DCE-D6D3-416D-905C-244248F09FF4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1752AD-D547-453E-99C6-16CD4E358A83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A85DBC0-7A72-47D5-802B-D4EDFDE5A261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ADF60B9-7338-4041-9A1D-EACCAA654EAE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79587D1-75B0-4AEB-B42E-AC85515DEB2B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B1E1C9E-0DFE-4061-AA34-3244615651DD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5F9DE98B-ED9B-456C-B525-601DAEE5256E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ADEB0E5-75D3-45B1-8C64-3B985C752CD2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26AA023-0B9B-40A7-A9B4-F351AAAB2533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928A629-CDD5-4D14-9440-D2E60E96AC69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4B69EB5-4658-429B-AD8E-C24164151D9C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5C8A370B-EF73-43F1-BAD9-FE303E52C22C}"/>
              </a:ext>
            </a:extLst>
          </p:cNvPr>
          <p:cNvCxnSpPr>
            <a:stCxn id="32" idx="3"/>
            <a:endCxn id="23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260F03A-1D07-405C-A91F-4730C708120D}"/>
              </a:ext>
            </a:extLst>
          </p:cNvPr>
          <p:cNvCxnSpPr>
            <a:stCxn id="33" idx="3"/>
            <a:endCxn id="23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07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151451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87FA5F9-DF7A-4154-8A60-4F4218D150A6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babaaaabaaaba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39973E3-5301-486A-A56F-C53E4EB2A2D7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21D898-B39E-43A8-9A3F-60EC9C8766AD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C30D54-56E8-481E-ABE3-E070D5E4D45A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B1FA190-48D5-4872-B909-FAE8706EBB28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FFB3B0-1DD1-454B-90E5-49743DE5A8B8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86C0149-1B95-483B-9F5E-D6271D295762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BE2253-DDA8-4B52-A2A0-E302E9BE2848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52AEC37-EE44-4995-913D-6AFD451A5D4F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0291A9A-C166-4625-AAAD-42B05054A1D6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B5B9D5B-AFE9-4BE4-BB03-712EF935BAFA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97A1412-AF69-44CE-98E7-4F7AB6534452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0206D22D-F908-415A-B5CD-B2DD135A7F91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A372AB72-C363-4DD0-A943-7C7390995606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B50B6E4-AD0E-498C-9FA1-999340EB3BBC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4000013-5653-473C-8315-C9935A0B9551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565F1CC-0BE1-43E6-A6BE-AD9C46ECC849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73AC3F9-A86D-496A-A15B-2C75F60F30A0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35F41BC-AEC3-4206-875C-F5CD09203FE7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4CD267F-1247-4431-BF26-1B1E4F54B3BA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574F8C8-0169-43AB-8C6F-6796449D6A42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C8C568BB-E5F4-4250-83C2-D55AD616D504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66E388B-5CB7-4279-AA00-FB27B98EBCE6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D9A26A37-3F69-40D9-9202-7BABBEC4E2E0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791E8AD-F9E2-48D9-82A4-31D341DCD949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BCC042B2-D9F0-4E89-B6AC-5D67F8A7942E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EB72969-78DA-4217-9BB6-5A4C5FB6B3E2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A307CF0-F40F-4B5A-97C9-9C9C5ACE8A09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0738DDA-3A9B-4368-8DA5-601B0E66260B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022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368762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2ABAE85-D397-49FD-A873-B5C3FC968DF3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</a:t>
            </a:r>
            <a:r>
              <a:rPr lang="en-US" altLang="zh-TW" dirty="0" err="1">
                <a:solidFill>
                  <a:srgbClr val="FF0000"/>
                </a:solidFill>
              </a:rPr>
              <a:t>b</a:t>
            </a:r>
            <a:r>
              <a:rPr lang="en-US" altLang="zh-TW" dirty="0" err="1"/>
              <a:t>abaaaabaaaba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E6AA4CF-4C43-476D-93C3-73857DE338AF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CA159B7-9411-4FCE-B190-5D9A9F44F32C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821E6C-802D-41C9-87D1-A3B9398F3012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8D72C72-7C28-4167-8DFD-841988224FB7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561D4C9-A0FC-43D1-9CA3-BAC71053669E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B9CFBA7-FF09-499D-9656-B54CF6979CCB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2FD9BD-5779-4595-B722-3F1DA8A8C3BA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60D1AD7-3882-4CFF-A47A-A7AFA57212B3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5F6A684-D7F9-4FCD-8D62-0B400BED1997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58B6F8A-B48E-4520-A620-DB42B9183F54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A77ED4E-52EE-4880-AE6E-CFA2F3FEECEC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7BDA9E9-86AA-44C6-94E2-5B211D6AD89D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409C4794-8682-4914-A9A3-0DE9C38BB164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658E0F5-8A2C-4F76-99BC-79F219CC7CDE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4789B57-BD52-48FE-B357-7BF967ED4C11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2136D9E-E62D-4B91-ADF4-5D905053702F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E050A3A-8405-4B35-8244-EE5001376443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7F47658-18C7-4FE1-A630-3B4366E36000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09DCED1-438F-4D0F-853A-43EB5B53B532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669FC5A-D446-4054-A845-DA6B18FDC560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EA79D83-B5AB-422D-A826-78F45E51C09E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4873053-6161-49AF-9D8B-8E6091AAD8B0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94E3DB4A-10C5-4A03-B6B8-D878CA2B774E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B150ADE-B4D3-4C2D-B086-D86C7C1645E2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1F28DCD-ED8F-4116-BCBC-9DE33EE1A8BA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D016106-231F-4C7C-B59F-DDC6C78C9AB2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D68336D5-7241-4411-BEE0-906F9ABA2363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BBF1F8F4-DCC4-4057-90C7-D6BCBA871A1F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910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540054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D16A727-2071-4575-A9A5-9D3DF8A1CB8A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baaaabaaaba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6D5BC8-C21D-48A6-9FC9-4A6DEB885CD2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D594BE-0FBE-49A9-B722-0AD8998E298F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7472620-5642-4A83-BF00-D2FF85657B24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C860DA-0707-46EF-8166-6D7F2D62AD65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C4CEBFB-75F1-4AD1-80FF-A79F3A604B28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1DC3130-2A6A-4FF2-8AB8-BD256432198B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B07EC43-4333-45C8-8FBD-EDA8867E233A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D7D4CC-269E-4788-999F-D4600745BE17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8FD0F38-FE62-4242-9B51-463D2BD07572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88643FF-4A52-494B-814B-6CC85DD50237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C435C41-18A3-40A7-B313-AE939A120128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3AEDDC8-47CB-4826-8233-41F3866BC49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6A4FB93-A800-46FE-973D-19D0734642D3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99E9A619-FE33-44BD-B49C-3EDE6D13D79B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2A4CBCD-8CFA-4760-84FB-1932FF39926D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A3497F0-F4CA-4A6A-9CE1-038171F04A3A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4A7B119-7033-41C1-8E59-EB0BD064B52C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06A904C-D201-4E6C-96DD-33F2AD334D02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63022BA-D9A6-4A53-909F-2885E54D6C70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0D9DE01-1A15-4ED3-86E6-42C5F3359DEF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9F70880-0E7F-40CA-9FF6-6B7140625652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47C23F52-FBA2-4F18-8E00-52637BC820FC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7BB203FC-F7DD-4E46-8BD8-BFC26A8EE7CC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B3C1C58F-0DC7-4F6E-9930-E8211CF12BC2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42AD709-1C59-4461-89F8-4559EBF26257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4DC08EE-56D0-4A3E-B695-21E9282CDF3A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380E3867-0AA3-4667-B589-04C2693BA7EB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82ACEE0D-9D88-4A23-A1F3-A33544FA5EC6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012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188412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B390CF6-BF39-4DCA-8405-EF1B5D70B180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</a:t>
            </a:r>
            <a:r>
              <a:rPr lang="en-US" altLang="zh-TW" dirty="0" err="1">
                <a:solidFill>
                  <a:srgbClr val="FF0000"/>
                </a:solidFill>
              </a:rPr>
              <a:t>b</a:t>
            </a:r>
            <a:r>
              <a:rPr lang="en-US" altLang="zh-TW" dirty="0" err="1"/>
              <a:t>aaaabaaaba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79B7C38-BDE0-4D81-B605-6AD2F6F7B52E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F52243D-1859-4984-99CF-EE6B6F46FB13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B06DD53-E822-453C-933D-1F38A35D9780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EED1FCD-BCF9-427E-B03A-4AA8B4591409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132D42-1012-400B-9F1D-2ACEBB2283B9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330D710-5458-402D-ACDD-16BD8F91A68B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962EEE1-F59C-4EFC-9B80-6BE37822EBC0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1ACE07C-B7F8-4158-A0DF-64D20CA4CEAB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B49E7B9-0989-46ED-94CE-E1CC463949AC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277BCFC-2234-48AE-9F9B-A87202F8781D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6F8C151-2691-4FED-9DEC-F510D54879AE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53A2961-BFAD-407D-851D-8F13AAC55FC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F38AF4E-FC58-4ED7-BA68-FAE3567966C0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808E6E0-9349-4C42-8DBD-265449AA121E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5B8B66CF-E1F6-4B74-BC01-4B3A324E7B6F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72F1EB0-0B1F-47DD-BA0B-EC2C394A8439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5BC6A3D-1C43-4B73-8248-F87BA907F6B2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3CDEC6D-77CE-47AD-95C2-384314C9E0B8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A22AADE-546A-4754-A842-A9D8608FEEAB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339D703-AE69-49D3-93EC-7CA9F0DF6175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1DC2CB2-DD0C-44B2-9D9D-2FAC9FAD2C50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469BAB35-66E3-4F12-89A0-6029098CA56B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DB31F056-2B5D-4F0A-9281-F7897CA87EF6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DB042817-5155-4D62-AF6F-CB706C20BE56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181E812-2C75-4562-B5E9-83E294C900E7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1CC4C18-D54D-41FF-A6E8-EBF31BD370B6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9F894ED0-7777-4103-B8F7-9B9834982B3E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3A48FE0-A3A5-4FE5-A1B2-51BE439DE869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75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227132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342C48E-2E25-458A-9280-2BABE51E6FDF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3C512F-025F-4528-BED3-0E157BE6CB42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637E2E-1040-4FA4-8B84-A04E3DA4FDFC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1F0F5B2-4C1F-4CB8-BF98-5E9408215534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9058784-F1B6-4625-AF22-AD621BE18CFF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0A96C25-07AD-4BB1-A566-CE72C3DF84C2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7F1EEAF-C7B8-4A95-98AD-CD3AAF93A732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B2BC376-FFCB-41AD-AE9A-2F033C3065AD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5A05C59-6A4E-4FE6-B619-67068B63901D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48F1CCD-A43A-4BFD-8F3F-288C83C4503E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8207CF-FE9A-4BD9-B803-23950AFFF6D2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F509370-FC71-424D-A957-ECD0627535C9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BD6557F-E45C-4007-8C62-EBDE86083722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6AD4813-429A-471F-89D4-6C70286BCFAB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4EFF51DF-9E1E-44A4-8B1F-4516A28BD2E9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5D77DC0-E705-42F8-BF6A-F12EFD08DFE8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80364BF-C98D-45CE-8A2A-EDF85302DA6A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2DB306-E561-47DA-B216-672934D3572E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1D17893-35E5-44B8-A701-FA017B245F8A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CB26A59-72EA-4F40-A9A8-70F97C46FF7D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53A1F35-0783-4A94-BEA3-A4AD0764CBE6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FAAE1524-CE0C-4A96-BE4E-2E236AF4AA40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04F9A3B-10A3-46C3-8139-E367E7C66BD1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D988FB3D-644F-4D8A-AAA8-AA472190D29C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EB0ED97-F861-43A0-9F12-2825D3F125C8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6549642-6E62-4E0A-89E3-76CF57157683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4CCEE42-0E87-4FBC-A9C7-492798C34271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A10F8232-7F96-4101-B5EE-2EEF08F80CEC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273F9A2-66A5-4B6D-8634-AE8DCBF5D330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756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058227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32866F5-009A-4D9A-8BD5-BBC6EEED8811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8601F2-A7F7-4AAC-81CB-9743E593FBD5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20F158-2B98-4A0A-8054-D0798126C39B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FC24E7-1C23-4273-985A-F81D86BCFF33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424FB4-C0FF-4A6D-818F-5318800C7D37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CDC6F32-9FBB-4A52-B72A-8405332EA136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B827EBB-782E-4573-8FE7-5B5EF8D071F3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F0AF50F-0CFE-4CD6-BC0F-F04BA54F0745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ECAD9CC-8E77-41D8-9981-9DF093B04777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03BECF9-7F72-48E1-B538-0578E9100260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CDDD057-718D-44D1-AEE7-2ECD3421F2B0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D4A465C-1C15-4989-967C-813430B62E2F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658FEB19-FCDD-49E8-8AD7-8DA05581F5FD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61A3DA13-6323-4A00-84A2-49A61275AE43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CF943406-6637-462B-B285-FB79FE8CC4A9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04E5B091-EAB0-4F35-9C33-53B437FA31D0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7B49A77-D1E0-406D-9FC1-FD92168D1564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AA9C627-EB6E-4FD5-BF60-1A13305A7F17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786532C-9DFF-4F4C-8F3B-C62B8524437D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69D80D9-CA48-49A9-AE6B-485B327000E1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E9AA924-4365-4683-AB90-1509A2400BF7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61499939-B220-4F5C-A748-9E5B7AAE37DB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A77BF814-6C86-4B6D-9614-F15FFBCAB0AB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59F75DF-6105-4A88-953B-8FC9C59DD848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3BBC7A0-6225-4B3D-ADBA-786AD197E9E7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1680AA28-5857-48A1-B674-54A4A3788A64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FF73BC5-81A4-4BB0-8890-9B341AF823B9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67B7E2B0-4C9A-42BF-81D6-421AB7E26C37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2FC2B01-19E2-4368-889E-B202D4B0A6AA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586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507425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DE4C289-B9B8-4C4B-AA23-8BA30606B79B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4569EDF-AA75-4A04-8320-F44F6289EE54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D7215FC-8F6A-4980-8AFC-51E81F724A6D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70E26D1-CA1B-4329-AAF9-A7E44D6C200F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ACFE020-1E3E-4F86-AA25-F9C0C7C25EB5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1727637-CB4E-4388-8CCF-44DB9D59557B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834F903-D8A1-4E1F-B14C-803866EE92CA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96D285-7694-4713-B078-819EED57D699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C8284EE-ECD5-4990-B7CC-CE25D7CC9660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44884A7-1DE4-4547-82C1-E1F983283648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ADEF751-5A2C-4DB5-AA36-1EBF8CFF28AF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1E3618A-ABE0-4D29-B4B5-EAC6FF8F5803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DA35F02-3AE1-4EB8-8082-CA69B9FD86C9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0F414D25-6304-4A3A-9B34-8C6302ADDF4A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03208B6A-997E-4B42-9CB0-8BD89D4F049C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218FBAD2-093C-48EA-AFAB-F2E0BF387E4E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3A56790-6A30-4883-9F8A-3E51AE949234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7BCBC57-D391-40DC-A011-80D36D2E9840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D1C1C75-6F36-4619-8805-1E4AF32E1380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99067B2-717F-4EE5-A0C3-CB015DE02D70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68BA440-B2FE-40A9-9CE7-691A52248428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7A904CC2-688E-463D-8BB9-34D1CCA1EA7D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93FE7B85-13F5-4FA3-AA6D-4C46831A74D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E23EA66-96EF-42FB-A824-C97F8952C62B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85D49FA-810A-4AB9-AD6E-5E1584A7DBBA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1C74411-F970-4414-B962-9E31ED3F61BC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72819FA0-4A09-4813-B4BE-45070B1A9110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42D17103-B8B9-41C7-98F1-E2407FF6DC45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A830D83A-2A28-4D98-A8F0-9E1A6EB0DD48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800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617038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746730A-9DBA-49F5-AEB0-5F2B40F5DEB7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baaaba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484CF1E-CBFC-4151-BC39-EE04FED277E0}"/>
              </a:ext>
            </a:extLst>
          </p:cNvPr>
          <p:cNvSpPr txBox="1"/>
          <p:nvPr/>
        </p:nvSpPr>
        <p:spPr>
          <a:xfrm>
            <a:off x="3182612" y="30030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9D40303-84BE-48FF-8A67-FCCF762BEBC1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854BE53-2083-49EB-B6AA-6F659323248B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F825F95-30C9-4BD9-95E1-2865D1BAAFEB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349C34D-967B-470B-A5C9-37962ACABF9D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13CFDAD-BFF5-4554-9A9D-BEB1768BDD78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4BED3E1-1EF6-4161-94AF-BF354942459F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9E9FA1E-F2F1-4BBE-9F27-66ADF69BD75B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01354C9-8A22-4B03-8EBD-63990FC4A965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4A3E809-B9F8-4B0A-9331-B1EE47B4D76B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DA25223-1B08-4091-B98E-3A6CE2A8BFCE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9497A458-F9C3-47C3-95C0-380E83583E0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B38D4596-514C-4C7C-94A6-4D70FC7885D0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B0B5131B-D0DD-4B8B-B7F3-4CD43F6DFFFD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308CD16A-3299-448B-87D8-7DECFA232F95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8117944-9B70-44D6-8175-A01808DB873B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2DDBCC7-F02C-4CA1-B5E1-524AAC4F878C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97E24D3-DF4A-4EBB-92B4-F8DF354EE6EC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0AA1224-57FE-41E5-A638-7EEF27AF076A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047CEA2-AB56-48B9-9272-9D8F4CA8519F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76F72B0-553B-45A5-8770-D059F6FA9F73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80381633-A265-42C9-AA30-AEF0A27A2C14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1292310-5671-468A-A27C-C30AA3452509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BF1F8790-A99D-4528-B30C-52C49E39A009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8FE59C78-2DE9-4F31-AB36-31B7901D250D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2111610-E5F4-4D3E-87BE-1C1541EE01F7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7F85E6F-1494-4C10-9963-9A9C5D6EB827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3CE5821-11B8-4B54-9AAF-E94311A666EC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014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068587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BCAC297-688B-4C3D-82AC-9007A289683C}"/>
              </a:ext>
            </a:extLst>
          </p:cNvPr>
          <p:cNvSpPr txBox="1"/>
          <p:nvPr/>
        </p:nvSpPr>
        <p:spPr>
          <a:xfrm>
            <a:off x="3275856" y="1484784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</a:t>
            </a:r>
            <a:r>
              <a:rPr lang="en-US" altLang="zh-TW" dirty="0" err="1">
                <a:solidFill>
                  <a:srgbClr val="FF0000"/>
                </a:solidFill>
              </a:rPr>
              <a:t>b</a:t>
            </a:r>
            <a:r>
              <a:rPr lang="en-US" altLang="zh-TW" dirty="0" err="1"/>
              <a:t>aaaba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D06696B-0BC0-4230-9B33-48DA9E302384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3995529-54F9-4BD3-830B-B173BA0C21DC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53DE7B4-3A19-48B7-9144-51A63D8C1A42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7EDEE56-3861-48B6-9BBE-0C5D4590FC20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27985DC-55AF-4586-A03E-053FF1E760B4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AD6B5D4-A328-4746-BEE0-5E5686C74ED7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4AE819F-E838-479F-9BB8-BADA62E2A0A0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FC05A60-DE2B-4229-9D2A-796B24833DE5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E58DC35-84C0-4EE0-859E-592F352909F9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967121E-A8E4-4FEC-B01F-2F01D3D642FE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94B0E7A-9DD5-43DD-9116-4C582E05062C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3624686-0222-4367-B877-F8EE62C6DC8C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9AE6206F-8C0F-4D49-ABD1-3580412B85D9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5AAF0B2C-3C11-40E7-AF65-2BDBA838FB17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2F797E0F-0CE4-463A-95ED-FDB6BA3267FA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56F8656-2717-462C-88F1-3D61DE922B2A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C012E3B-35C5-4304-824E-09F5778B36EE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0619C63-07DF-410F-B9C6-BC3DED346F01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8473BA7-2BB1-475B-974D-93202B654E60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454F412-84A1-43D2-AB20-4EBF523DDBEE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1BCD1DE7-0135-4657-9C0E-FAE9CB82932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37387757-D678-4175-8322-4D26C0038CBE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02481790-4533-4B71-99BB-E1F54A06E991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B58D28D5-8DF2-4318-BF9A-99197199EA21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D6EFD26-C5F4-4980-A42B-19795DAC596C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1F8FA70-CCE3-4105-B25A-BAE46E55F626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27F96DAB-546B-49AF-9A40-695F93C1941C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68B74678-1761-45A1-A7AF-194633DDD03E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64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692517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AA25562-8225-48A1-B49B-31ECC2BFD2E1}"/>
              </a:ext>
            </a:extLst>
          </p:cNvPr>
          <p:cNvSpPr txBox="1"/>
          <p:nvPr/>
        </p:nvSpPr>
        <p:spPr>
          <a:xfrm>
            <a:off x="3275856" y="1484784"/>
            <a:ext cx="2222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en-US" altLang="zh-TW" dirty="0"/>
          </a:p>
          <a:p>
            <a:r>
              <a:rPr lang="en-US" altLang="zh-TW" dirty="0">
                <a:sym typeface="Wingdings" panose="05000000000000000000" pitchFamily="2" charset="2"/>
              </a:rPr>
              <a:t>	(4,11)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5E25C3-545F-42E8-A574-4DF4D159CD95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11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D11970-7E2A-41DD-B372-59BA3A84A569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2BF0BA-2F89-4039-9427-F8525C70A8A5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43BF206-433B-47EF-8F13-22FA2CDAF54B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71935E6-484D-455A-B1DE-DDB72980DA1C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52C6345-B24B-4D2B-A206-53CE47EABBAC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D8837A5-27D0-43D3-AD84-12C38A2CFAB2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F8131A6-3638-410E-AB38-20F78D5E6FC1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C22F34F-5EC9-4287-9652-57AB1F04C6D6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FA14022-E24C-40D8-8AB6-4896717101CA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CC4E48D-DC54-4A9E-9C7B-81631C3C824B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561D892-B21F-4E85-AB07-9DD3713D01DD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6AE0A7E-C885-40E0-8B21-36241886129A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21287FC-3445-4FE3-A9CA-7F5C39A38B15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E1062973-9D42-4A76-9097-2EEF35960778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B97C12B-B023-4754-B15C-502BF64E5968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ED94C06-4A8E-4390-B7B2-C983C56892EB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0AB05EA-C6EB-4683-9152-8E1ABD854C1F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5C364E0-C8BE-4BA6-93C7-8BA7C949CBB9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A7AFB97-3E90-4AE5-8527-6EAAB6F04162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29E45A22-F6C5-4E9B-A1F1-C9DDDDE9A487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E2F59F12-D5DA-45E8-9E02-4BC52D12990E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3D77A84C-786A-47AD-9C74-A03283B4752E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CCFE20F-2C98-4351-8306-B91EED52D22C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83AB9AF-38A9-4936-9A1B-C8DB2C84722C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18235A1-C7BB-49BF-9A50-4C1CF75F1271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B98048B-2637-4D44-A7B9-77990013EBFC}"/>
              </a:ext>
            </a:extLst>
          </p:cNvPr>
          <p:cNvCxnSpPr>
            <a:stCxn id="36" idx="3"/>
            <a:endCxn id="27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60039AC9-46C6-4403-B989-DA744279699D}"/>
              </a:ext>
            </a:extLst>
          </p:cNvPr>
          <p:cNvCxnSpPr>
            <a:stCxn id="37" idx="3"/>
            <a:endCxn id="27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565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659479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F31ECF4-25A5-4613-ADFB-9E8C7EC790AA}"/>
              </a:ext>
            </a:extLst>
          </p:cNvPr>
          <p:cNvSpPr txBox="1"/>
          <p:nvPr/>
        </p:nvSpPr>
        <p:spPr>
          <a:xfrm>
            <a:off x="3275856" y="1484784"/>
            <a:ext cx="2222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aba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en-US" altLang="zh-TW" dirty="0"/>
          </a:p>
          <a:p>
            <a:r>
              <a:rPr lang="en-US" altLang="zh-TW" dirty="0">
                <a:sym typeface="Wingdings" panose="05000000000000000000" pitchFamily="2" charset="2"/>
              </a:rPr>
              <a:t>	(4,11)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4075A9D-5E1C-41B5-873E-5BFCD580560E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12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CE63D46-FDC8-40A1-98C9-D413244298A0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E4D6E76-CFE6-42EB-9AE5-E9CA6B51E460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AB14784-54B0-4345-A1F5-63B8B69C3828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343FB18-B133-4855-9FE2-BFDD4B1BEF53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9E02820-5FB3-4DDA-932D-4C77E7891439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600F950-7541-475C-AFCE-B8713CC47006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A50B7EC-F1EC-4E71-A270-7923FD0B9428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FBF48FE-3CE2-467C-B0F4-3E53BAB96381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8BC525B-2365-4BF8-8FB3-ABA30367FE4E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E4FA6C4-A42C-434E-B03A-9B214E0E5AC2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38481E83-A15B-4196-9BF5-D33405BA6BD2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ED2EFD8-319D-4495-B1D3-C077A8550D66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8D48F522-E7B8-4C93-B5AD-533412E08108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A900CCB0-F505-49F6-9A90-D9487F43F959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BBF3EA1-A8DC-49F7-84EC-55D07917BDDE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FF16F90-09EB-494E-9E2F-2AE66996BB55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3EE977D-AA3C-42A7-849B-CC72DBBE6651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DFFC2C1-73B0-4A3E-BF22-23ACF7AFF4B4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9C61AD-AAC8-4EC1-83FB-E3549F2841BA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ABBC0500-70D4-4DD9-955F-2291F7C95E97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79241083-0F12-4768-9042-7EADB66CB6CF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F514867E-E61B-4C7D-8328-671F8C2F7D7A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FBCC90C0-0F97-4EFE-B53D-399D7671D312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36ACA28-FDA3-490E-B77A-F479B577B932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64D69F9-BF0E-4A12-892F-11ED5EF44524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38487BA-6267-4372-9576-1C472AF4ABDD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4EBB5B6C-9BA4-46DA-A0E0-AF42B97219C4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573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086837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810926-D717-4322-A569-7E9EC661341A}"/>
              </a:ext>
            </a:extLst>
          </p:cNvPr>
          <p:cNvSpPr txBox="1"/>
          <p:nvPr/>
        </p:nvSpPr>
        <p:spPr>
          <a:xfrm>
            <a:off x="3275856" y="1484784"/>
            <a:ext cx="2222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aababaaaabaa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ba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en-US" altLang="zh-TW" dirty="0"/>
          </a:p>
          <a:p>
            <a:r>
              <a:rPr lang="en-US" altLang="zh-TW" dirty="0">
                <a:sym typeface="Wingdings" panose="05000000000000000000" pitchFamily="2" charset="2"/>
              </a:rPr>
              <a:t>	(4,11)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2B19ADF-FECA-48DC-A4BA-5B41CAB46209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43CA9F9-8E38-4840-8933-AFDF514769FB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1D91DC2-982F-4AAD-BE5E-709778B86A0E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30C91FB-496B-41AC-BE2A-5F042BE8110E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F5F3B92-0C86-45BE-AECB-6606DAAEA9CE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16617F8-D3EE-4F02-A5A7-9EFFF0C5BABC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346EEF4-5114-4276-AC3A-600C030E0939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A039218-D761-43C6-A6E9-BEF075742DF5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204035F-1FA5-4A92-80D6-5F1CB7853529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C109F92-E24E-4D15-8F4D-4810CA7FB3D5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5EE54E1-512F-4FF0-90BF-045244127D8A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5B0C5756-6FEB-4C14-A39E-954F33168E9B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15667A52-832D-4ECC-A2FB-098146F04397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FEFE4D98-E051-4865-AA6A-2A19BDAEAE65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A4357F8-5C8D-487E-A812-AC1EE129C1D2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2F3F451-CE23-48EB-81C4-EDF85381EA78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2917427-71E4-475A-9210-53328299606D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AEC7D04-680B-473E-9C5D-A2EDDECBED41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2A4A26D-8BD5-49ED-812F-80A0006BDE3B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C99053F-911D-4689-A3FF-23754102C308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12F0CDB-8AE0-4F59-897B-843965E27F71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7C89924C-8309-4A57-A07D-24011CD0AEAA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CC6C1FBA-9224-47FB-A026-83163A8937CC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10BE2AD-FD9A-488A-8AD7-02736F6BC479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513FFA2-7BDF-472C-8650-B6FE88EC7245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1BB15F0-BF2B-44E8-AE84-5EF119F982BD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2CA5CBCD-FD09-49C1-AD7B-64FB051DB050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EE982935-325C-4BD7-A531-74160F6EDF20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572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18923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7862F10-5891-49C6-90B8-00B51089F51B}"/>
              </a:ext>
            </a:extLst>
          </p:cNvPr>
          <p:cNvSpPr txBox="1"/>
          <p:nvPr/>
        </p:nvSpPr>
        <p:spPr>
          <a:xfrm>
            <a:off x="3275856" y="1484784"/>
            <a:ext cx="2222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aababaaaabaaa</a:t>
            </a:r>
            <a:r>
              <a:rPr lang="en-US" altLang="zh-TW" dirty="0" err="1">
                <a:solidFill>
                  <a:srgbClr val="FF0000"/>
                </a:solidFill>
              </a:rPr>
              <a:t>b</a:t>
            </a:r>
            <a:r>
              <a:rPr lang="en-US" altLang="zh-TW" dirty="0" err="1"/>
              <a:t>a</a:t>
            </a:r>
            <a:endParaRPr lang="en-US" altLang="zh-TW" dirty="0"/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en-US" altLang="zh-TW" dirty="0"/>
          </a:p>
          <a:p>
            <a:r>
              <a:rPr lang="en-US" altLang="zh-TW" dirty="0">
                <a:sym typeface="Wingdings" panose="05000000000000000000" pitchFamily="2" charset="2"/>
              </a:rPr>
              <a:t>	(4,11)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F95D5BD-7879-4874-ADA4-0C1F09907A3C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14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4BA7F33-118F-4A81-A073-0ABC212B9BE7}"/>
              </a:ext>
            </a:extLst>
          </p:cNvPr>
          <p:cNvSpPr txBox="1"/>
          <p:nvPr/>
        </p:nvSpPr>
        <p:spPr>
          <a:xfrm>
            <a:off x="5724883" y="29131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A56B464-BEF3-48AF-8016-1D614C0F06EF}"/>
              </a:ext>
            </a:extLst>
          </p:cNvPr>
          <p:cNvSpPr txBox="1"/>
          <p:nvPr/>
        </p:nvSpPr>
        <p:spPr>
          <a:xfrm>
            <a:off x="5004048" y="3490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4E68AD0-C8BF-4CF2-8B8B-C9C472E91E8A}"/>
              </a:ext>
            </a:extLst>
          </p:cNvPr>
          <p:cNvSpPr txBox="1"/>
          <p:nvPr/>
        </p:nvSpPr>
        <p:spPr>
          <a:xfrm>
            <a:off x="5724883" y="34372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B4AC280-CE13-4B67-83D7-95002770B1D0}"/>
              </a:ext>
            </a:extLst>
          </p:cNvPr>
          <p:cNvSpPr txBox="1"/>
          <p:nvPr/>
        </p:nvSpPr>
        <p:spPr>
          <a:xfrm>
            <a:off x="7596336" y="3014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35F846-7054-4928-8103-2E9DF09BAA9E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57E3373-07A4-466C-BC69-67D089027B5E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74E73D9-CB7B-477B-A659-2BF8BD970412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50AA64F-83FE-4938-8681-DE8848EDFF97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3837712-156B-4896-8163-E7D03B8BAAFF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39F3846-DF12-43EB-A504-B308F8205C44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DE5DFD10-1731-4B18-871B-99398DC7D577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07CB1EBF-857B-4BEC-8411-AF37EC55436A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A3B320D0-F936-434D-9B62-2AD3E0F64DDC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D5A16A7C-265F-4477-B90B-CAAEDF00FBC3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9805FAB-3DB9-4AB5-ACA7-7E4B3ED82827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49C315D-83B3-4537-8F78-68D90992E12A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421FB0FB-472C-43C7-A47A-A48B46C449C5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3D4DAA9-C83A-4DCE-A901-C5924C998A73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54E9F7B-995D-4011-8D09-D8BD5D578909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829784E1-1E9B-4FB2-B285-1E337D06B7A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6CF5C60A-0416-463C-B35A-CAE1E18EB2EB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9922AC6-060B-4595-8DB0-BFC5E9F7A34F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872BB40B-007B-42F9-B5AC-B667E1E5C7B3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7BEBAE2-9AF2-41A8-8D32-162FFDD155AD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A81BF2C-D1BC-4F07-A526-D430E4339868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408465-8AD9-496A-95D8-1984E50ECF37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79313387-9B45-475B-BA4D-025398FBC679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55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62E0168-D7F4-465D-AEC6-3A0A40163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666133"/>
              </p:ext>
            </p:extLst>
          </p:nvPr>
        </p:nvGraphicFramePr>
        <p:xfrm>
          <a:off x="457200" y="1600200"/>
          <a:ext cx="130648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92">
                  <a:extLst>
                    <a:ext uri="{9D8B030D-6E8A-4147-A177-3AD203B41FA5}">
                      <a16:colId xmlns:a16="http://schemas.microsoft.com/office/drawing/2014/main" val="11843400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45679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Start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1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9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5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16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9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58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03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90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0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4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88476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6664113D-083D-43EF-87DD-F41C6791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54" y="2913117"/>
            <a:ext cx="6536545" cy="152399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8E35539-64E0-4DB2-B6B6-C3C818870D79}"/>
              </a:ext>
            </a:extLst>
          </p:cNvPr>
          <p:cNvSpPr txBox="1"/>
          <p:nvPr/>
        </p:nvSpPr>
        <p:spPr>
          <a:xfrm>
            <a:off x="3275856" y="1484784"/>
            <a:ext cx="22220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 = </a:t>
            </a:r>
            <a:r>
              <a:rPr lang="en-US" altLang="zh-TW" dirty="0" err="1"/>
              <a:t>aababaaaabaaab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Output</a:t>
            </a:r>
            <a:r>
              <a:rPr lang="en-US" altLang="zh-TW" dirty="0">
                <a:sym typeface="Wingdings" panose="05000000000000000000" pitchFamily="2" charset="2"/>
              </a:rPr>
              <a:t>: 	(2,6)</a:t>
            </a:r>
            <a:endParaRPr lang="en-US" altLang="zh-TW" dirty="0"/>
          </a:p>
          <a:p>
            <a:r>
              <a:rPr lang="en-US" altLang="zh-TW" dirty="0">
                <a:sym typeface="Wingdings" panose="05000000000000000000" pitchFamily="2" charset="2"/>
              </a:rPr>
              <a:t>	(4,11)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ym typeface="Wingdings" panose="05000000000000000000" pitchFamily="2" charset="2"/>
              </a:rPr>
              <a:t>	(9,15)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4EC5966-FE9E-4B1B-862F-DD172B5035F9}"/>
              </a:ext>
            </a:extLst>
          </p:cNvPr>
          <p:cNvSpPr txBox="1"/>
          <p:nvPr/>
        </p:nvSpPr>
        <p:spPr>
          <a:xfrm>
            <a:off x="3182612" y="30030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15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BF1D47D-F969-4EF9-8858-152416B95289}"/>
              </a:ext>
            </a:extLst>
          </p:cNvPr>
          <p:cNvSpPr txBox="1"/>
          <p:nvPr/>
        </p:nvSpPr>
        <p:spPr>
          <a:xfrm>
            <a:off x="5724883" y="29131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919FA94-6EBE-42BF-BB1F-08C02132E9B2}"/>
              </a:ext>
            </a:extLst>
          </p:cNvPr>
          <p:cNvSpPr txBox="1"/>
          <p:nvPr/>
        </p:nvSpPr>
        <p:spPr>
          <a:xfrm>
            <a:off x="5004048" y="34904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C375E90-4C84-4A00-B9FD-4EEC46A316BE}"/>
              </a:ext>
            </a:extLst>
          </p:cNvPr>
          <p:cNvSpPr txBox="1"/>
          <p:nvPr/>
        </p:nvSpPr>
        <p:spPr>
          <a:xfrm>
            <a:off x="5724883" y="34372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B2FC49D-87C1-4DB1-B2E7-51FA02B408E6}"/>
              </a:ext>
            </a:extLst>
          </p:cNvPr>
          <p:cNvSpPr txBox="1"/>
          <p:nvPr/>
        </p:nvSpPr>
        <p:spPr>
          <a:xfrm>
            <a:off x="7596336" y="30147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13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65977D0-147F-40B6-A90E-CE489AEE3C57}"/>
              </a:ext>
            </a:extLst>
          </p:cNvPr>
          <p:cNvSpPr txBox="1"/>
          <p:nvPr/>
        </p:nvSpPr>
        <p:spPr>
          <a:xfrm>
            <a:off x="6923180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79CCA77-67B3-451F-B125-D86AB6127A69}"/>
              </a:ext>
            </a:extLst>
          </p:cNvPr>
          <p:cNvSpPr txBox="1"/>
          <p:nvPr/>
        </p:nvSpPr>
        <p:spPr>
          <a:xfrm>
            <a:off x="245661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B3F2D8C-0419-44EA-A9ED-797594A24E2C}"/>
              </a:ext>
            </a:extLst>
          </p:cNvPr>
          <p:cNvSpPr txBox="1"/>
          <p:nvPr/>
        </p:nvSpPr>
        <p:spPr>
          <a:xfrm>
            <a:off x="2997881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E72A941-DD67-4CB6-8063-048FF76FCDBC}"/>
              </a:ext>
            </a:extLst>
          </p:cNvPr>
          <p:cNvSpPr txBox="1"/>
          <p:nvPr/>
        </p:nvSpPr>
        <p:spPr>
          <a:xfrm>
            <a:off x="3484298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83EA249-FDB1-443F-A104-B02BA468F737}"/>
              </a:ext>
            </a:extLst>
          </p:cNvPr>
          <p:cNvSpPr txBox="1"/>
          <p:nvPr/>
        </p:nvSpPr>
        <p:spPr>
          <a:xfrm>
            <a:off x="3484298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F015027-A450-496E-AE28-E018D58417CA}"/>
              </a:ext>
            </a:extLst>
          </p:cNvPr>
          <p:cNvSpPr txBox="1"/>
          <p:nvPr/>
        </p:nvSpPr>
        <p:spPr>
          <a:xfrm>
            <a:off x="2997881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FF264F9-C0CD-42DF-BF1A-DD7B8F811D8F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2758297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69C24BEB-C024-4FB4-8CAA-5968B6577533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299567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D4797E34-B9DB-4E41-A8DF-E0F0411AAEA0}"/>
              </a:ext>
            </a:extLst>
          </p:cNvPr>
          <p:cNvCxnSpPr>
            <a:stCxn id="30" idx="3"/>
            <a:endCxn id="34" idx="1"/>
          </p:cNvCxnSpPr>
          <p:nvPr/>
        </p:nvCxnSpPr>
        <p:spPr>
          <a:xfrm>
            <a:off x="2758297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6F00BC9-41FA-4845-875A-FF90288386BC}"/>
              </a:ext>
            </a:extLst>
          </p:cNvPr>
          <p:cNvCxnSpPr>
            <a:stCxn id="31" idx="3"/>
            <a:endCxn id="33" idx="1"/>
          </p:cNvCxnSpPr>
          <p:nvPr/>
        </p:nvCxnSpPr>
        <p:spPr>
          <a:xfrm>
            <a:off x="3299567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0403C1C-4D5D-418F-B30C-127BE1956A2A}"/>
              </a:ext>
            </a:extLst>
          </p:cNvPr>
          <p:cNvSpPr txBox="1"/>
          <p:nvPr/>
        </p:nvSpPr>
        <p:spPr>
          <a:xfrm>
            <a:off x="572488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8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75DEAC2-1ABA-4045-8B4D-81F045EEC921}"/>
              </a:ext>
            </a:extLst>
          </p:cNvPr>
          <p:cNvSpPr txBox="1"/>
          <p:nvPr/>
        </p:nvSpPr>
        <p:spPr>
          <a:xfrm>
            <a:off x="6266153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828DD16-49C6-48ED-AF2B-CDCC6685C53A}"/>
              </a:ext>
            </a:extLst>
          </p:cNvPr>
          <p:cNvSpPr txBox="1"/>
          <p:nvPr/>
        </p:nvSpPr>
        <p:spPr>
          <a:xfrm>
            <a:off x="6752570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232402F-4657-44D7-A4F6-A9323595927D}"/>
              </a:ext>
            </a:extLst>
          </p:cNvPr>
          <p:cNvSpPr txBox="1"/>
          <p:nvPr/>
        </p:nvSpPr>
        <p:spPr>
          <a:xfrm>
            <a:off x="6752570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9AF8C3D-A7E9-41FF-8239-322E36B2724D}"/>
              </a:ext>
            </a:extLst>
          </p:cNvPr>
          <p:cNvSpPr txBox="1"/>
          <p:nvPr/>
        </p:nvSpPr>
        <p:spPr>
          <a:xfrm>
            <a:off x="6266153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9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79BFB4E-BDC8-49AD-8259-DCFB96BE6ECE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026569" y="5034448"/>
            <a:ext cx="239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246DA42B-7A31-4F58-8838-3430016389AF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6567839" y="5034448"/>
            <a:ext cx="184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110D6644-BD13-42B6-A77F-90E8AC74C577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>
            <a:off x="6026569" y="5034448"/>
            <a:ext cx="239584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8AC30124-AD5C-418C-9FFD-BB52C29ACE76}"/>
              </a:ext>
            </a:extLst>
          </p:cNvPr>
          <p:cNvCxnSpPr>
            <a:stCxn id="40" idx="3"/>
            <a:endCxn id="42" idx="1"/>
          </p:cNvCxnSpPr>
          <p:nvPr/>
        </p:nvCxnSpPr>
        <p:spPr>
          <a:xfrm>
            <a:off x="6567839" y="5034448"/>
            <a:ext cx="184731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330DF80-D46A-4C6E-8AD5-5477FB0C9795}"/>
              </a:ext>
            </a:extLst>
          </p:cNvPr>
          <p:cNvSpPr txBox="1"/>
          <p:nvPr/>
        </p:nvSpPr>
        <p:spPr>
          <a:xfrm>
            <a:off x="5272354" y="4849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C575FB7-E351-47D3-8F65-D22CE22CA0DD}"/>
              </a:ext>
            </a:extLst>
          </p:cNvPr>
          <p:cNvSpPr txBox="1"/>
          <p:nvPr/>
        </p:nvSpPr>
        <p:spPr>
          <a:xfrm>
            <a:off x="5272354" y="5373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23490715-CF72-4541-BCAD-F1DEF76737B2}"/>
              </a:ext>
            </a:extLst>
          </p:cNvPr>
          <p:cNvCxnSpPr>
            <a:stCxn id="48" idx="3"/>
            <a:endCxn id="39" idx="1"/>
          </p:cNvCxnSpPr>
          <p:nvPr/>
        </p:nvCxnSpPr>
        <p:spPr>
          <a:xfrm>
            <a:off x="5574040" y="5034448"/>
            <a:ext cx="150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BE40D492-59D0-4D76-8C3F-82B9A88F50AC}"/>
              </a:ext>
            </a:extLst>
          </p:cNvPr>
          <p:cNvCxnSpPr>
            <a:stCxn id="49" idx="3"/>
            <a:endCxn id="39" idx="1"/>
          </p:cNvCxnSpPr>
          <p:nvPr/>
        </p:nvCxnSpPr>
        <p:spPr>
          <a:xfrm flipV="1">
            <a:off x="5574040" y="5034448"/>
            <a:ext cx="150843" cy="52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111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 shortest substring search problem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  <a:t>Time complexity: n = length (T),m = |Q|</a:t>
                </a:r>
                <a:br>
                  <a:rPr lang="en-US" altLang="zh-TW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sz="2400" dirty="0" err="1">
                    <a:latin typeface="Times New Roman" pitchFamily="18" charset="0"/>
                    <a:cs typeface="Times New Roman" pitchFamily="18" charset="0"/>
                  </a:rPr>
                  <a:t>Alogrithm</a:t>
                </a: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 1: </a:t>
                </a:r>
                <a:br>
                  <a:rPr lang="en-US" altLang="zh-TW" sz="2400" b="0" i="1" dirty="0">
                    <a:latin typeface="Cambria Math" panose="02040503050406030204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𝐴𝑙𝑔𝑜𝑟𝑖𝑡h𝑚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2</m:t>
                                </m:r>
                              </m:e>
                            </m:d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+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+4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O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b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</a:br>
                <a:b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zh-TW" sz="2400" dirty="0">
                    <a:latin typeface="Times New Roman" pitchFamily="18" charset="0"/>
                    <a:cs typeface="Times New Roman" pitchFamily="18" charset="0"/>
                  </a:rPr>
                  <a:t>Algorithm 2: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+2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38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1643</Words>
  <Application>Microsoft Office PowerPoint</Application>
  <PresentationFormat>如螢幕大小 (4:3)</PresentationFormat>
  <Paragraphs>809</Paragraphs>
  <Slides>32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Times New Roman</vt:lpstr>
      <vt:lpstr>Office 佈景主題</vt:lpstr>
      <vt:lpstr>A faster algorithm for finding shortest substring matches of a regular expression</vt:lpstr>
      <vt:lpstr>Abstract</vt:lpstr>
      <vt:lpstr>Introduction</vt:lpstr>
      <vt:lpstr>RE shortest substring search problem</vt:lpstr>
      <vt:lpstr>RE shortest substring search problem</vt:lpstr>
      <vt:lpstr>RE shortest substring search problem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 </vt:lpstr>
      <vt:lpstr>RE shortest substring search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pplab</cp:lastModifiedBy>
  <cp:revision>15</cp:revision>
  <dcterms:created xsi:type="dcterms:W3CDTF">2020-10-30T08:30:28Z</dcterms:created>
  <dcterms:modified xsi:type="dcterms:W3CDTF">2020-11-03T12:11:18Z</dcterms:modified>
</cp:coreProperties>
</file>